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ppt/ink/ink4099.xml" ContentType="application/inkml+xml"/>
  <Override PartName="/ppt/ink/ink4100.xml" ContentType="application/inkml+xml"/>
  <Override PartName="/ppt/ink/ink4101.xml" ContentType="application/inkml+xml"/>
  <Override PartName="/ppt/ink/ink4102.xml" ContentType="application/inkml+xml"/>
  <Override PartName="/ppt/ink/ink4103.xml" ContentType="application/inkml+xml"/>
  <Override PartName="/ppt/ink/ink4104.xml" ContentType="application/inkml+xml"/>
  <Override PartName="/ppt/ink/ink4105.xml" ContentType="application/inkml+xml"/>
  <Override PartName="/ppt/ink/ink4106.xml" ContentType="application/inkml+xml"/>
  <Override PartName="/ppt/ink/ink4107.xml" ContentType="application/inkml+xml"/>
  <Override PartName="/ppt/ink/ink4108.xml" ContentType="application/inkml+xml"/>
  <Override PartName="/ppt/ink/ink4109.xml" ContentType="application/inkml+xml"/>
  <Override PartName="/ppt/ink/ink4110.xml" ContentType="application/inkml+xml"/>
  <Override PartName="/ppt/ink/ink4111.xml" ContentType="application/inkml+xml"/>
  <Override PartName="/ppt/ink/ink4112.xml" ContentType="application/inkml+xml"/>
  <Override PartName="/ppt/ink/ink4113.xml" ContentType="application/inkml+xml"/>
  <Override PartName="/ppt/ink/ink4114.xml" ContentType="application/inkml+xml"/>
  <Override PartName="/ppt/ink/ink4115.xml" ContentType="application/inkml+xml"/>
  <Override PartName="/ppt/ink/ink4116.xml" ContentType="application/inkml+xml"/>
  <Override PartName="/ppt/ink/ink4117.xml" ContentType="application/inkml+xml"/>
  <Override PartName="/ppt/ink/ink4118.xml" ContentType="application/inkml+xml"/>
  <Override PartName="/ppt/ink/ink4119.xml" ContentType="application/inkml+xml"/>
  <Override PartName="/ppt/ink/ink4120.xml" ContentType="application/inkml+xml"/>
  <Override PartName="/ppt/ink/ink4121.xml" ContentType="application/inkml+xml"/>
  <Override PartName="/ppt/ink/ink4122.xml" ContentType="application/inkml+xml"/>
  <Override PartName="/ppt/ink/ink4123.xml" ContentType="application/inkml+xml"/>
  <Override PartName="/ppt/ink/ink4124.xml" ContentType="application/inkml+xml"/>
  <Override PartName="/ppt/ink/ink4125.xml" ContentType="application/inkml+xml"/>
  <Override PartName="/ppt/ink/ink4126.xml" ContentType="application/inkml+xml"/>
  <Override PartName="/ppt/ink/ink4127.xml" ContentType="application/inkml+xml"/>
  <Override PartName="/ppt/ink/ink4128.xml" ContentType="application/inkml+xml"/>
  <Override PartName="/ppt/ink/ink4129.xml" ContentType="application/inkml+xml"/>
  <Override PartName="/ppt/ink/ink4130.xml" ContentType="application/inkml+xml"/>
  <Override PartName="/ppt/ink/ink4131.xml" ContentType="application/inkml+xml"/>
  <Override PartName="/ppt/ink/ink4132.xml" ContentType="application/inkml+xml"/>
  <Override PartName="/ppt/ink/ink4133.xml" ContentType="application/inkml+xml"/>
  <Override PartName="/ppt/ink/ink4134.xml" ContentType="application/inkml+xml"/>
  <Override PartName="/ppt/ink/ink4135.xml" ContentType="application/inkml+xml"/>
  <Override PartName="/ppt/ink/ink4136.xml" ContentType="application/inkml+xml"/>
  <Override PartName="/ppt/ink/ink4137.xml" ContentType="application/inkml+xml"/>
  <Override PartName="/ppt/ink/ink4138.xml" ContentType="application/inkml+xml"/>
  <Override PartName="/ppt/ink/ink4139.xml" ContentType="application/inkml+xml"/>
  <Override PartName="/ppt/ink/ink4140.xml" ContentType="application/inkml+xml"/>
  <Override PartName="/ppt/ink/ink4141.xml" ContentType="application/inkml+xml"/>
  <Override PartName="/ppt/ink/ink4142.xml" ContentType="application/inkml+xml"/>
  <Override PartName="/ppt/ink/ink4143.xml" ContentType="application/inkml+xml"/>
  <Override PartName="/ppt/ink/ink4144.xml" ContentType="application/inkml+xml"/>
  <Override PartName="/ppt/ink/ink4145.xml" ContentType="application/inkml+xml"/>
  <Override PartName="/ppt/ink/ink4146.xml" ContentType="application/inkml+xml"/>
  <Override PartName="/ppt/ink/ink4147.xml" ContentType="application/inkml+xml"/>
  <Override PartName="/ppt/ink/ink4148.xml" ContentType="application/inkml+xml"/>
  <Override PartName="/ppt/ink/ink4149.xml" ContentType="application/inkml+xml"/>
  <Override PartName="/ppt/ink/ink4150.xml" ContentType="application/inkml+xml"/>
  <Override PartName="/ppt/ink/ink4151.xml" ContentType="application/inkml+xml"/>
  <Override PartName="/ppt/ink/ink4152.xml" ContentType="application/inkml+xml"/>
  <Override PartName="/ppt/ink/ink4153.xml" ContentType="application/inkml+xml"/>
  <Override PartName="/ppt/ink/ink4154.xml" ContentType="application/inkml+xml"/>
  <Override PartName="/ppt/ink/ink4155.xml" ContentType="application/inkml+xml"/>
  <Override PartName="/ppt/ink/ink4156.xml" ContentType="application/inkml+xml"/>
  <Override PartName="/ppt/ink/ink4157.xml" ContentType="application/inkml+xml"/>
  <Override PartName="/ppt/ink/ink4158.xml" ContentType="application/inkml+xml"/>
  <Override PartName="/ppt/ink/ink4159.xml" ContentType="application/inkml+xml"/>
  <Override PartName="/ppt/ink/ink4160.xml" ContentType="application/inkml+xml"/>
  <Override PartName="/ppt/ink/ink4161.xml" ContentType="application/inkml+xml"/>
  <Override PartName="/ppt/ink/ink4162.xml" ContentType="application/inkml+xml"/>
  <Override PartName="/ppt/ink/ink4163.xml" ContentType="application/inkml+xml"/>
  <Override PartName="/ppt/ink/ink4164.xml" ContentType="application/inkml+xml"/>
  <Override PartName="/ppt/ink/ink4165.xml" ContentType="application/inkml+xml"/>
  <Override PartName="/ppt/ink/ink4166.xml" ContentType="application/inkml+xml"/>
  <Override PartName="/ppt/ink/ink4167.xml" ContentType="application/inkml+xml"/>
  <Override PartName="/ppt/ink/ink4168.xml" ContentType="application/inkml+xml"/>
  <Override PartName="/ppt/ink/ink4169.xml" ContentType="application/inkml+xml"/>
  <Override PartName="/ppt/ink/ink4170.xml" ContentType="application/inkml+xml"/>
  <Override PartName="/ppt/ink/ink4171.xml" ContentType="application/inkml+xml"/>
  <Override PartName="/ppt/ink/ink4172.xml" ContentType="application/inkml+xml"/>
  <Override PartName="/ppt/ink/ink4173.xml" ContentType="application/inkml+xml"/>
  <Override PartName="/ppt/ink/ink4174.xml" ContentType="application/inkml+xml"/>
  <Override PartName="/ppt/ink/ink4175.xml" ContentType="application/inkml+xml"/>
  <Override PartName="/ppt/ink/ink4176.xml" ContentType="application/inkml+xml"/>
  <Override PartName="/ppt/ink/ink4177.xml" ContentType="application/inkml+xml"/>
  <Override PartName="/ppt/ink/ink4178.xml" ContentType="application/inkml+xml"/>
  <Override PartName="/ppt/ink/ink4179.xml" ContentType="application/inkml+xml"/>
  <Override PartName="/ppt/ink/ink4180.xml" ContentType="application/inkml+xml"/>
  <Override PartName="/ppt/ink/ink4181.xml" ContentType="application/inkml+xml"/>
  <Override PartName="/ppt/ink/ink4182.xml" ContentType="application/inkml+xml"/>
  <Override PartName="/ppt/ink/ink4183.xml" ContentType="application/inkml+xml"/>
  <Override PartName="/ppt/ink/ink4184.xml" ContentType="application/inkml+xml"/>
  <Override PartName="/ppt/ink/ink4185.xml" ContentType="application/inkml+xml"/>
  <Override PartName="/ppt/ink/ink4186.xml" ContentType="application/inkml+xml"/>
  <Override PartName="/ppt/ink/ink4187.xml" ContentType="application/inkml+xml"/>
  <Override PartName="/ppt/ink/ink4188.xml" ContentType="application/inkml+xml"/>
  <Override PartName="/ppt/ink/ink4189.xml" ContentType="application/inkml+xml"/>
  <Override PartName="/ppt/ink/ink4190.xml" ContentType="application/inkml+xml"/>
  <Override PartName="/ppt/ink/ink4191.xml" ContentType="application/inkml+xml"/>
  <Override PartName="/ppt/ink/ink4192.xml" ContentType="application/inkml+xml"/>
  <Override PartName="/ppt/ink/ink4193.xml" ContentType="application/inkml+xml"/>
  <Override PartName="/ppt/ink/ink4194.xml" ContentType="application/inkml+xml"/>
  <Override PartName="/ppt/ink/ink4195.xml" ContentType="application/inkml+xml"/>
  <Override PartName="/ppt/ink/ink4196.xml" ContentType="application/inkml+xml"/>
  <Override PartName="/ppt/ink/ink4197.xml" ContentType="application/inkml+xml"/>
  <Override PartName="/ppt/ink/ink4198.xml" ContentType="application/inkml+xml"/>
  <Override PartName="/ppt/ink/ink4199.xml" ContentType="application/inkml+xml"/>
  <Override PartName="/ppt/ink/ink4200.xml" ContentType="application/inkml+xml"/>
  <Override PartName="/ppt/ink/ink4201.xml" ContentType="application/inkml+xml"/>
  <Override PartName="/ppt/ink/ink4202.xml" ContentType="application/inkml+xml"/>
  <Override PartName="/ppt/ink/ink4203.xml" ContentType="application/inkml+xml"/>
  <Override PartName="/ppt/ink/ink4204.xml" ContentType="application/inkml+xml"/>
  <Override PartName="/ppt/ink/ink4205.xml" ContentType="application/inkml+xml"/>
  <Override PartName="/ppt/ink/ink4206.xml" ContentType="application/inkml+xml"/>
  <Override PartName="/ppt/ink/ink4207.xml" ContentType="application/inkml+xml"/>
  <Override PartName="/ppt/ink/ink4208.xml" ContentType="application/inkml+xml"/>
  <Override PartName="/ppt/ink/ink4209.xml" ContentType="application/inkml+xml"/>
  <Override PartName="/ppt/ink/ink4210.xml" ContentType="application/inkml+xml"/>
  <Override PartName="/ppt/ink/ink4211.xml" ContentType="application/inkml+xml"/>
  <Override PartName="/ppt/ink/ink4212.xml" ContentType="application/inkml+xml"/>
  <Override PartName="/ppt/ink/ink4213.xml" ContentType="application/inkml+xml"/>
  <Override PartName="/ppt/ink/ink4214.xml" ContentType="application/inkml+xml"/>
  <Override PartName="/ppt/ink/ink4215.xml" ContentType="application/inkml+xml"/>
  <Override PartName="/ppt/ink/ink4216.xml" ContentType="application/inkml+xml"/>
  <Override PartName="/ppt/ink/ink4217.xml" ContentType="application/inkml+xml"/>
  <Override PartName="/ppt/ink/ink4218.xml" ContentType="application/inkml+xml"/>
  <Override PartName="/ppt/ink/ink4219.xml" ContentType="application/inkml+xml"/>
  <Override PartName="/ppt/ink/ink4220.xml" ContentType="application/inkml+xml"/>
  <Override PartName="/ppt/ink/ink4221.xml" ContentType="application/inkml+xml"/>
  <Override PartName="/ppt/ink/ink4222.xml" ContentType="application/inkml+xml"/>
  <Override PartName="/ppt/ink/ink4223.xml" ContentType="application/inkml+xml"/>
  <Override PartName="/ppt/ink/ink4224.xml" ContentType="application/inkml+xml"/>
  <Override PartName="/ppt/ink/ink4225.xml" ContentType="application/inkml+xml"/>
  <Override PartName="/ppt/ink/ink4226.xml" ContentType="application/inkml+xml"/>
  <Override PartName="/ppt/ink/ink4227.xml" ContentType="application/inkml+xml"/>
  <Override PartName="/ppt/ink/ink4228.xml" ContentType="application/inkml+xml"/>
  <Override PartName="/ppt/ink/ink4229.xml" ContentType="application/inkml+xml"/>
  <Override PartName="/ppt/ink/ink4230.xml" ContentType="application/inkml+xml"/>
  <Override PartName="/ppt/ink/ink4231.xml" ContentType="application/inkml+xml"/>
  <Override PartName="/ppt/ink/ink4232.xml" ContentType="application/inkml+xml"/>
  <Override PartName="/ppt/ink/ink4233.xml" ContentType="application/inkml+xml"/>
  <Override PartName="/ppt/ink/ink4234.xml" ContentType="application/inkml+xml"/>
  <Override PartName="/ppt/ink/ink4235.xml" ContentType="application/inkml+xml"/>
  <Override PartName="/ppt/ink/ink4236.xml" ContentType="application/inkml+xml"/>
  <Override PartName="/ppt/ink/ink4237.xml" ContentType="application/inkml+xml"/>
  <Override PartName="/ppt/ink/ink4238.xml" ContentType="application/inkml+xml"/>
  <Override PartName="/ppt/ink/ink4239.xml" ContentType="application/inkml+xml"/>
  <Override PartName="/ppt/ink/ink4240.xml" ContentType="application/inkml+xml"/>
  <Override PartName="/ppt/ink/ink4241.xml" ContentType="application/inkml+xml"/>
  <Override PartName="/ppt/ink/ink4242.xml" ContentType="application/inkml+xml"/>
  <Override PartName="/ppt/ink/ink4243.xml" ContentType="application/inkml+xml"/>
  <Override PartName="/ppt/ink/ink4244.xml" ContentType="application/inkml+xml"/>
  <Override PartName="/ppt/ink/ink4245.xml" ContentType="application/inkml+xml"/>
  <Override PartName="/ppt/ink/ink4246.xml" ContentType="application/inkml+xml"/>
  <Override PartName="/ppt/ink/ink4247.xml" ContentType="application/inkml+xml"/>
  <Override PartName="/ppt/ink/ink4248.xml" ContentType="application/inkml+xml"/>
  <Override PartName="/ppt/ink/ink4249.xml" ContentType="application/inkml+xml"/>
  <Override PartName="/ppt/ink/ink4250.xml" ContentType="application/inkml+xml"/>
  <Override PartName="/ppt/ink/ink4251.xml" ContentType="application/inkml+xml"/>
  <Override PartName="/ppt/ink/ink4252.xml" ContentType="application/inkml+xml"/>
  <Override PartName="/ppt/ink/ink4253.xml" ContentType="application/inkml+xml"/>
  <Override PartName="/ppt/ink/ink4254.xml" ContentType="application/inkml+xml"/>
  <Override PartName="/ppt/ink/ink4255.xml" ContentType="application/inkml+xml"/>
  <Override PartName="/ppt/ink/ink4256.xml" ContentType="application/inkml+xml"/>
  <Override PartName="/ppt/ink/ink4257.xml" ContentType="application/inkml+xml"/>
  <Override PartName="/ppt/ink/ink4258.xml" ContentType="application/inkml+xml"/>
  <Override PartName="/ppt/ink/ink4259.xml" ContentType="application/inkml+xml"/>
  <Override PartName="/ppt/ink/ink4260.xml" ContentType="application/inkml+xml"/>
  <Override PartName="/ppt/ink/ink4261.xml" ContentType="application/inkml+xml"/>
  <Override PartName="/ppt/ink/ink4262.xml" ContentType="application/inkml+xml"/>
  <Override PartName="/ppt/ink/ink4263.xml" ContentType="application/inkml+xml"/>
  <Override PartName="/ppt/ink/ink4264.xml" ContentType="application/inkml+xml"/>
  <Override PartName="/ppt/ink/ink4265.xml" ContentType="application/inkml+xml"/>
  <Override PartName="/ppt/ink/ink4266.xml" ContentType="application/inkml+xml"/>
  <Override PartName="/ppt/ink/ink4267.xml" ContentType="application/inkml+xml"/>
  <Override PartName="/ppt/ink/ink4268.xml" ContentType="application/inkml+xml"/>
  <Override PartName="/ppt/ink/ink4269.xml" ContentType="application/inkml+xml"/>
  <Override PartName="/ppt/ink/ink4270.xml" ContentType="application/inkml+xml"/>
  <Override PartName="/ppt/ink/ink4271.xml" ContentType="application/inkml+xml"/>
  <Override PartName="/ppt/ink/ink4272.xml" ContentType="application/inkml+xml"/>
  <Override PartName="/ppt/ink/ink4273.xml" ContentType="application/inkml+xml"/>
  <Override PartName="/ppt/ink/ink4274.xml" ContentType="application/inkml+xml"/>
  <Override PartName="/ppt/ink/ink4275.xml" ContentType="application/inkml+xml"/>
  <Override PartName="/ppt/ink/ink4276.xml" ContentType="application/inkml+xml"/>
  <Override PartName="/ppt/ink/ink4277.xml" ContentType="application/inkml+xml"/>
  <Override PartName="/ppt/ink/ink4278.xml" ContentType="application/inkml+xml"/>
  <Override PartName="/ppt/ink/ink4279.xml" ContentType="application/inkml+xml"/>
  <Override PartName="/ppt/ink/ink4280.xml" ContentType="application/inkml+xml"/>
  <Override PartName="/ppt/ink/ink4281.xml" ContentType="application/inkml+xml"/>
  <Override PartName="/ppt/ink/ink4282.xml" ContentType="application/inkml+xml"/>
  <Override PartName="/ppt/ink/ink4283.xml" ContentType="application/inkml+xml"/>
  <Override PartName="/ppt/ink/ink4284.xml" ContentType="application/inkml+xml"/>
  <Override PartName="/ppt/ink/ink4285.xml" ContentType="application/inkml+xml"/>
  <Override PartName="/ppt/ink/ink4286.xml" ContentType="application/inkml+xml"/>
  <Override PartName="/ppt/ink/ink4287.xml" ContentType="application/inkml+xml"/>
  <Override PartName="/ppt/ink/ink4288.xml" ContentType="application/inkml+xml"/>
  <Override PartName="/ppt/ink/ink4289.xml" ContentType="application/inkml+xml"/>
  <Override PartName="/ppt/ink/ink4290.xml" ContentType="application/inkml+xml"/>
  <Override PartName="/ppt/ink/ink4291.xml" ContentType="application/inkml+xml"/>
  <Override PartName="/ppt/ink/ink4292.xml" ContentType="application/inkml+xml"/>
  <Override PartName="/ppt/ink/ink4293.xml" ContentType="application/inkml+xml"/>
  <Override PartName="/ppt/ink/ink4294.xml" ContentType="application/inkml+xml"/>
  <Override PartName="/ppt/ink/ink4295.xml" ContentType="application/inkml+xml"/>
  <Override PartName="/ppt/ink/ink4296.xml" ContentType="application/inkml+xml"/>
  <Override PartName="/ppt/ink/ink4297.xml" ContentType="application/inkml+xml"/>
  <Override PartName="/ppt/ink/ink4298.xml" ContentType="application/inkml+xml"/>
  <Override PartName="/ppt/ink/ink4299.xml" ContentType="application/inkml+xml"/>
  <Override PartName="/ppt/ink/ink4300.xml" ContentType="application/inkml+xml"/>
  <Override PartName="/ppt/ink/ink4301.xml" ContentType="application/inkml+xml"/>
  <Override PartName="/ppt/ink/ink4302.xml" ContentType="application/inkml+xml"/>
  <Override PartName="/ppt/ink/ink4303.xml" ContentType="application/inkml+xml"/>
  <Override PartName="/ppt/ink/ink4304.xml" ContentType="application/inkml+xml"/>
  <Override PartName="/ppt/ink/ink4305.xml" ContentType="application/inkml+xml"/>
  <Override PartName="/ppt/ink/ink4306.xml" ContentType="application/inkml+xml"/>
  <Override PartName="/ppt/ink/ink4307.xml" ContentType="application/inkml+xml"/>
  <Override PartName="/ppt/ink/ink4308.xml" ContentType="application/inkml+xml"/>
  <Override PartName="/ppt/ink/ink4309.xml" ContentType="application/inkml+xml"/>
  <Override PartName="/ppt/ink/ink4310.xml" ContentType="application/inkml+xml"/>
  <Override PartName="/ppt/ink/ink4311.xml" ContentType="application/inkml+xml"/>
  <Override PartName="/ppt/ink/ink4312.xml" ContentType="application/inkml+xml"/>
  <Override PartName="/ppt/ink/ink4313.xml" ContentType="application/inkml+xml"/>
  <Override PartName="/ppt/ink/ink4314.xml" ContentType="application/inkml+xml"/>
  <Override PartName="/ppt/ink/ink4315.xml" ContentType="application/inkml+xml"/>
  <Override PartName="/ppt/ink/ink4316.xml" ContentType="application/inkml+xml"/>
  <Override PartName="/ppt/ink/ink4317.xml" ContentType="application/inkml+xml"/>
  <Override PartName="/ppt/ink/ink4318.xml" ContentType="application/inkml+xml"/>
  <Override PartName="/ppt/ink/ink4319.xml" ContentType="application/inkml+xml"/>
  <Override PartName="/ppt/ink/ink4320.xml" ContentType="application/inkml+xml"/>
  <Override PartName="/ppt/ink/ink4321.xml" ContentType="application/inkml+xml"/>
  <Override PartName="/ppt/ink/ink4322.xml" ContentType="application/inkml+xml"/>
  <Override PartName="/ppt/ink/ink4323.xml" ContentType="application/inkml+xml"/>
  <Override PartName="/ppt/ink/ink4324.xml" ContentType="application/inkml+xml"/>
  <Override PartName="/ppt/ink/ink4325.xml" ContentType="application/inkml+xml"/>
  <Override PartName="/ppt/ink/ink4326.xml" ContentType="application/inkml+xml"/>
  <Override PartName="/ppt/ink/ink4327.xml" ContentType="application/inkml+xml"/>
  <Override PartName="/ppt/ink/ink4328.xml" ContentType="application/inkml+xml"/>
  <Override PartName="/ppt/ink/ink4329.xml" ContentType="application/inkml+xml"/>
  <Override PartName="/ppt/ink/ink4330.xml" ContentType="application/inkml+xml"/>
  <Override PartName="/ppt/ink/ink4331.xml" ContentType="application/inkml+xml"/>
  <Override PartName="/ppt/ink/ink4332.xml" ContentType="application/inkml+xml"/>
  <Override PartName="/ppt/ink/ink4333.xml" ContentType="application/inkml+xml"/>
  <Override PartName="/ppt/ink/ink4334.xml" ContentType="application/inkml+xml"/>
  <Override PartName="/ppt/ink/ink4335.xml" ContentType="application/inkml+xml"/>
  <Override PartName="/ppt/ink/ink4336.xml" ContentType="application/inkml+xml"/>
  <Override PartName="/ppt/ink/ink4337.xml" ContentType="application/inkml+xml"/>
  <Override PartName="/ppt/ink/ink4338.xml" ContentType="application/inkml+xml"/>
  <Override PartName="/ppt/ink/ink4339.xml" ContentType="application/inkml+xml"/>
  <Override PartName="/ppt/ink/ink4340.xml" ContentType="application/inkml+xml"/>
  <Override PartName="/ppt/ink/ink4341.xml" ContentType="application/inkml+xml"/>
  <Override PartName="/ppt/ink/ink4342.xml" ContentType="application/inkml+xml"/>
  <Override PartName="/ppt/ink/ink4343.xml" ContentType="application/inkml+xml"/>
  <Override PartName="/ppt/ink/ink4344.xml" ContentType="application/inkml+xml"/>
  <Override PartName="/ppt/ink/ink4345.xml" ContentType="application/inkml+xml"/>
  <Override PartName="/ppt/ink/ink4346.xml" ContentType="application/inkml+xml"/>
  <Override PartName="/ppt/ink/ink4347.xml" ContentType="application/inkml+xml"/>
  <Override PartName="/ppt/ink/ink4348.xml" ContentType="application/inkml+xml"/>
  <Override PartName="/ppt/ink/ink4349.xml" ContentType="application/inkml+xml"/>
  <Override PartName="/ppt/ink/ink4350.xml" ContentType="application/inkml+xml"/>
  <Override PartName="/ppt/ink/ink4351.xml" ContentType="application/inkml+xml"/>
  <Override PartName="/ppt/ink/ink4352.xml" ContentType="application/inkml+xml"/>
  <Override PartName="/ppt/ink/ink4353.xml" ContentType="application/inkml+xml"/>
  <Override PartName="/ppt/ink/ink4354.xml" ContentType="application/inkml+xml"/>
  <Override PartName="/ppt/ink/ink4355.xml" ContentType="application/inkml+xml"/>
  <Override PartName="/ppt/ink/ink4356.xml" ContentType="application/inkml+xml"/>
  <Override PartName="/ppt/ink/ink4357.xml" ContentType="application/inkml+xml"/>
  <Override PartName="/ppt/ink/ink4358.xml" ContentType="application/inkml+xml"/>
  <Override PartName="/ppt/ink/ink4359.xml" ContentType="application/inkml+xml"/>
  <Override PartName="/ppt/ink/ink4360.xml" ContentType="application/inkml+xml"/>
  <Override PartName="/ppt/ink/ink4361.xml" ContentType="application/inkml+xml"/>
  <Override PartName="/ppt/ink/ink4362.xml" ContentType="application/inkml+xml"/>
  <Override PartName="/ppt/ink/ink4363.xml" ContentType="application/inkml+xml"/>
  <Override PartName="/ppt/ink/ink4364.xml" ContentType="application/inkml+xml"/>
  <Override PartName="/ppt/ink/ink4365.xml" ContentType="application/inkml+xml"/>
  <Override PartName="/ppt/ink/ink4366.xml" ContentType="application/inkml+xml"/>
  <Override PartName="/ppt/ink/ink4367.xml" ContentType="application/inkml+xml"/>
  <Override PartName="/ppt/ink/ink4368.xml" ContentType="application/inkml+xml"/>
  <Override PartName="/ppt/ink/ink4369.xml" ContentType="application/inkml+xml"/>
  <Override PartName="/ppt/ink/ink4370.xml" ContentType="application/inkml+xml"/>
  <Override PartName="/ppt/ink/ink4371.xml" ContentType="application/inkml+xml"/>
  <Override PartName="/ppt/ink/ink437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8" r:id="rId24"/>
    <p:sldId id="329" r:id="rId25"/>
    <p:sldId id="330" r:id="rId26"/>
    <p:sldId id="331" r:id="rId27"/>
    <p:sldId id="332" r:id="rId28"/>
    <p:sldId id="327" r:id="rId29"/>
    <p:sldId id="333" r:id="rId30"/>
    <p:sldId id="335" r:id="rId31"/>
    <p:sldId id="334" r:id="rId32"/>
    <p:sldId id="336" r:id="rId33"/>
    <p:sldId id="337" r:id="rId34"/>
    <p:sldId id="352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18201 6339 874,'20'-111'-3,"-8"26"-7,0-16 1,-3 12 4,0-66 4,-11 63 4,-8-56 0,3 62-3,-5-52 1,-2-5 4,-2-13 0,10 37-4,30-10 1,71 22 1,37 71-6,-5 17 0,-43 13 3,51-2-1,-49 4 0,6 1-1,3-1 0,1 0 2,50-2 0,-16 0 0,-36 5-1,18 0-1,7-2 0,-1-1 0,-34 1 0,21-1 1,16 2-1,9 3 1,-24 0-1,-4 2 0,20 1 0,16 1 0,8 2 0,-49-3 0,28-1 1,14-1-1,11 2 1,8 0-1,-12 1 2,-33-2-1,22 0 0,13 1 0,6 1 1,-39-2 1,5 1-1,16 0 1,9-2 0,-6 4 0,-38-4 0,21 5 0,11 2 1,4 3-1,-32-1 1,-7 1 0,9 2 1,-3 3 0,45 13 5,-25 13 0,-25 61-1,-78 45-7,-20-12-3,-15-2 0,-5-2 3,2-3 0,-1 23 0,9-33 0,5 21 1,3-19 1,-3 51 0,-25-24-2,-68-69 0,-44-51-7,-37-26-3,59-9 5,1 3 1,23 0 1,-25-2-1,-20-1 0,-12 1 1,37 1 1,-11-1 0,-22-1 0,-25-2-1,-17 0-1,-13 1 0,69 1-1,-41-3 1,-25-2-1,-21 2 0,34 2-1,20 1 1,-32-1-1,-23 3 3,-14 2 1,81 0 1,-37 0 1,-21 0 1,-13 1 0,30 2-20,36-1-8,-20 2-8,-3 0-7,9 1-7,53 0-8,7-2-5,8 2-5,19-2-2,-24-4-61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2934 6569 874,'100'8'-6,"68"0"-1,-71-4 3,53 5-1,-22-1 1,49 6 5,-74-9-2,55 2 3,-58-6-2,11 1 1,2-2-1,74 1-2,-67-1 0,12 0 0,-25-1-1,-2-1 1,23-3-1,15 2 0,9 3 0,5 0 1,-49 0 1,15 0 0,18 1 1,16-1-2,-11-1 1,-29 0-1,27-2 0,18 0-1,9 0 1,-46 2 1,9 1 0,19 0 0,12 4 1,-1 0 0,-45-1 0,29 0-1,20-2 0,11 2 0,-39-2 1,-6 2-1,22 1 2,15-1-1,10 2 0,9 2-1,-60-3 0,21 2 0,17-4 1,12 2-1,-16 2 2,-33-3-2,25 2 1,14-2-1,13 1 1,-48 0 0,7 0 0,24 0 1,12 0-1,-4-1 0,-46-2 0,26-1-1,17-2 2,10-2-1,-39 1 0,-2 0 1,24 2 0,20-3-2,5 0 0,-57 1-1,35-1-1,22 0-1,15 1 1,-36 3 1,-14 0 0,26 1 2,19-1-2,5 0 2,5 0 1,-65 2 1,22 0 0,20 2-1,16 3 0,-8 2-2,-52-4 0,20 5 0,5 3 3,-11 1 4,-39-2 2,-22-4 1,-7-5 0,27-12 9,-27-6 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7934 9782 874,'-96'-16'-3,"-34"-3"1,20 11 2,24-5-187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7937 9852 874,'-96'12'-3,"-41"-4"1,24-4 1,26-46-187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16947 3830 874,'88'-86'-10,"43"-36"0,-7 16 1,5 4 3,-37 36 0,20-8 1,17-3 0,-33 21 1,15-1 1,25-10 0,23-1 0,2 6 1,-40 15-2,36-6 1,30-5-1,24 3-1,-45 12 0,2 6 0,32 1 1,23 5-1,1 7 1,-67 8 1,33 4 2,19 8 1,-53 4 2,9 5-1,30 13 2,14 6 0,12 8-2,2 6 2,-76-11-2,31 13 1,22 11-2,12 11 0,-33-7-1,-24-5 1,23 12 1,17 10-1,9 6 1,-67-23-16,21 12-7,18 10-9,5 7-8,-25-10-6,-31-11-8,16 10-6,7 5-5,0-4-5,-44-22-1,0-3 6,-2-1 7,-14-6 9,29 10-22,-30-16 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19406 2314 874,'-51'122'-11,"-21"6"7,11-27 2,-36 32 4,28-42 2,-4-7-291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19048 2419 874,'56'85'-7,"33"55"3,-19-15 3,-22-41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19092 2625 874,'101'-10'-3,"46"-7"-1,-35 1 1,36-9 2,-23 2-1,-18 5 0,-15 4 1,40-4 2,26-5-1,-22 6 0,-48 5-1,9 0 0,7 0 1,-12 2-1,76-4 0,-65 6 0,9-1 1,56-6-1,-66 6 1,9-2 0,-7 0 0,77-7 0,-67 7-1,9-2 0,-31 5-1,8-3 1,16 0-1,10 1 1,-9 1 1,-30 1-1,17 0-2,7-2-2,4-6-2,-18 4-3,5-1-13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21879 2073 874,'111'20'-10,"20"7"5,-29-5 3,2 48 5,-203 64-7,3-74-4,-20 19-26,31-40-159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19045 3197 874,'0'129'-7,"-2"-15"1,-2-4 6,-4 19 3,-8-254-18,13-6 8,-2 6 14,114 112 1,-10 91-158,15-107 187,-6-102-25,-18 4-5,6 36 76,-73 192-83,-34 18-5,1-34 2,-2 5 7,-3 42-1,27-40-1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22117 1742 874,'81'132'-9,"-59"-28"6,-21-5 1,11 5 4,41-8 1,54-213-4,-70-27-6,-21 50 1,0-54 6,-12 49 2,124 139-2,-36-52-3,20 10-11,-24-27-278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22555 1976 874,'-18'139'-12,"-17"6"9,4-41 2,70-248-4,-49 7 6,104 85-1,47 14-3,-22-19 8,-117 168-12,-61 28 5,22-47-4,-7-6-603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23115 1846 874,'-62'124'-14,"-43"43"-3,16-28 7,19-25-11,18-17-32,12-11-87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23024 2178 874,'-31'132'-12,"-3"23"9,5-35 1,8-36-4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2330 874,'72'-135'-14,"20"33"7,-4 39 6,9 34 3,-5 21-1,17 75 5,-130 63-6,-59-23-6,-4-48-1,-13-8 1,-45 8-4,252-13 37,9 61-21,49-137-12,-84 6-4,3-25-10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21998 1382 874,'93'2'-13,"0"-1"0,29-1 2,21 0 2,-3 0 1,-39 0 2,21-2-14,52-6-43,-76 2-15,-12 0-134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22594 1212 874,'117'48'-13,"-5"5"3,-12 9 8,-35 40 6,-80-6-4,-69-52-6,-7 16-7,6-41-59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19326 2329 874,'-52'97'-7,"-19"21"6,-2 39 2,26-50-1,12-19-626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19063 2419 874,'32'91'-3,"36"15"3,17-27-3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19234 2389 874,'-20'106'-4,"-46"24"2,5-37 1,0-9-440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19018 2480 874,'119'77'-1,"-35"-60"1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17020 3009 874,'120'-75'-16,"-35"23"9,12-5 1,13-7 2,11-4 0,-33 20 1,13 0 1,-14 7 0,5 0-2,17-3-3,3 2-2,-4 4-5,40-11-38,-25 5-20,-37 13-78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17796 2288 874,'111'-19'-9,"12"-2"4,-11 1 3,32 2 1,-19 16 1,-38 42 3,-83 76-1,-106 8-9,-3-28-3,9-21-10,-1-15-57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22336 2902 874,'-113'113'-12,"29"-47"9,-7-1 3,7-5 3,-6 11 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21983 2993 874,'93'122'-4,"-42"-31"1,-7-3-624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22027 3038 874,'95'24'-3,"50"20"0,-29-7 1,-3-1-2,-1 0 2,41 15 2,-26-11 0,30 16-2,-69-26 2,58 20 0,20 11-1,-74-25 1,48 17-1,-53-20 1,9 2-1,-2 0 1,69 26-1,-58-22 0,7 2-1,-26-9 1,2 1 0,13 6 0,10 6 1,2 0-1,65 25 0,-63-32 0,-19-4 0,7-2-3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24353 3703 874,'101'68'-14,"22"20"11,-14 2 4,-79 2 3,-163-37-7,30-45-3,-20-10-2,24 2-10,9-4-8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21806 3491 874,'-53'141'-12,"-9"-1"7,21-55 6,8-190-8,81-24 9,4 25 0,54 191 3,-68 40-2,68-123-5,-10-138-1,-7 91 3,-108 135-2,-15 9 0,-1 3 1,-4 19 3,11-20 2,5-1 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21711 3506 874,'24'95'-7,"-32"-6"5,-16 3 0,-12 8 0,-9-12 5,-33 22-2,-6-24-441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23637 3103 874,'12'97'-6,"-5"-5"5,25 33 2,85-68-4,-12-192-1,-61 9 1,-23-9 1,-19 23 3,85 105-1,49 68-9,-39-17-15,-11-10-266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23975 3313 874,'-51'98'-7,"2"-6"7,65-192-4,41 2 5,42 70 0,-14 100 1,5-52-2,23-67-3,-22-34 4,-163 169-7,-16 42-10,49-31-1,8-14-69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24620 3310 874,'-91'85'-11,"-4"7"4,11-14-5,-6 0-15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24587 3507 874,'-79'128'-10,"-9"-20"8,112-234-4,25 38 1,87-28 11,-30 79-5,44 46-1,-45 41 3,-105 41-2,-113-19-6,-19-45 1,14-29 8,124 134 2,113-9-5,-29-106-3,22 23-5,-26-61-286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23801 2781 874,'153'35'-25,"-9"-5"4,16 5 12,-51-15-3,0-6-6,-14 1-20,8-3-24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24278 2766 874,'118'76'-9,"8"8"3,-48 35 8,-159-24-4,-48-65-3,38-12-11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23692 7369 874,'-124'126'-10,"-19"-10"5,41-40 4,-16 10-3,23-18-3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23086 7430 874,'61'87'-9,"41"30"3,-1-12-1,15-1 0,-23-42 1,3 7-13,-9-15-92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23149 8345 874,'-86'43'-5,"-14"60"0,47-4 3,82 36 1,69-21-3,14-52-2,2-37 4,2-43 3,-18-46 1,-32-35 1,-46-58 0,-48 26-3,-79 10-5,-27 55-8,23 66-8,9 24-33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23763 8680 874,'27'86'-9,"7"71"1,-15-49 3,1 13-1,-4-25 2,3-1 0,-1-8 2,1-3-2,7 16 3,6-2 4,36 16 3,7-208-7,-52-24-5,-2-25-1,-4 22-11,0 15-9,3-11-9,0 0-8,0 6-6,11-36-67,8 38-5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23771 9090 874,'167'6'-23,"-49"0"11,-16-1 2,-15-1 3,15-5-10,12 2-25,-28-2-85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23220 9527 874,'93'31'-16,"6"-9"1,41 6-1,32 5-4,17 3 11,-48-9 3,-6-3 1,-48-10-13,-3 2-17,0-1-7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23414 9799 874,'167'56'-27,"-10"-9"-4,81 36-23,-94-34-14,-44-16-20,47 20-36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6991 13614 874,'0'-111'-7,"0"25"1,0-5 3,-2-2 1,-4-40 0,-1 12 3,6-12 0,8-1 1,3 27 0,7-2 1,10 32-1,88-1 1,-10 58-3,45 6 0,-61 10-1,52-3-2,19 5 3,-69 2 0,3 4-1,-1-2 0,49 1-1,-1 0 2,-12 0 0,0 4 0,25 1 0,-23-4-1,-46 0 1,8-1-1,53-3 0,-55-2 0,8 2 1,6 3-1,65 1-1,-58-1 1,9 1-1,-22 0 0,-6-1 1,19 1-1,12 0 1,4-2 0,-43-1 1,22 1-1,14-1 1,9-1 0,-21 0 0,-13 0 0,21 0 0,12 0-1,3 0 1,3 2 0,-36 0 1,3-2 0,15 0 0,12 1-1,-1 0-1,-34-1 0,21 0 0,12-1 0,4 0 0,-29-1 1,-2 1 1,11 2 0,10 2 0,1-2 1,64 0 1,-70-2-2,6-1 0,-24 2-1,-9 0 1,12 1 0,12 3-1,7-2 0,56 2 0,-63-3 0,9 0-2,-16 0 2,-14-1-1,16 0 0,10 0 0,5 0 1,3 0 0,-29 0 1,-2 0 0,15 0-1,7 0 1,0-1 0,63-2 0,-68-1-1,5-1 1,-23 0-1,-6 1 0,14-1 0,12 2 0,4-1 0,59 0 0,-66 0-1,10 0 1,-15 1-1,-14 1 0,17-2 0,8 0 1,5 3 0,-38 0 0,14 3 0,12 2 0,7 1 1,-16 0 0,74 0 0,-78-2 0,0 0 0,40-1 2,21-3-1,-28-1-1,5-1 2,5 13-2,-42 18 1,-18 70-2,-35 30-2,-21-13-1,-8 27 2,-8-33 1,-4 17 2,-4 6-1,-12 16 1,-11-39 1,-27-8-1,-39-53-1,-44-21-1,-32-13-1,75-10-1,-55-1 0,-27-1 2,68-2-1,-10-2 1,-8 0-1,1-2-1,8 0 0,9 1 1,-35 0 0,34 6 3,16-2-1,4 0 1,-36-2-2,-8-2 0,1 1-1,-33 2 0,73 0 0,-40-1 0,-48-3 1,26 3-1,65 1 1,-9-1-1,-4-1 1,-51 0-1,55-1 1,-15 1 0,9-1-1,-87-3-1,73 3 0,-7-2 1,35 1 0,-10-1 0,-13 0 2,-10-1-1,6 1 0,26 0 0,-19-1-1,-11-3 1,-8-1-1,31 3 1,-1 0 0,-17-2 0,-6 0 0,2 4 0,-59 2 2,70 4-1,-9-1 0,-4 0 0,-7-1 0,9-1-1,30 1 0,-19 1-1,-9 0 0,-57 0 1,64-1 0,-7 1 0,9 0 0,-77 2 1,69 1-2,-9 1 1,-5-1 1,25 0-2,7-2 1,-14 1 0,-6 3-1,-5-1 2,-56 2-1,67 0 1,-7-1-1,18 0 0,9-1 1,-17 2-2,-11-1 1,-9-1-1,42-2-1,-17 1 2,-14-1-1,-11 2 0,13 0 0,20-2 0,-17 2 1,-10-3-1,-7 2 2,38-2 0,-8-1 0,-14 2-1,-4 1 1,9 0 1,-70 2 0,73-2-1,-5-2 0,-55 0 0,69 2-1,-6-1 1,3 2-1,-58 1 0,58-4 0,-8 2 0,-57-2 0,73-2 0,-3-2 0,5-2 2,-33-6 1,105-67-305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13280 13509 874,'54'-126'0,"-35"-17"-5,-23 26 3,-31-12 2,-7 26-2,-41-4 2,-40 0 0,24 33-1,-12 8 0,-34 0 0,21 16 2,40 19-1,-48-12-1,-32 2-1,36 13 3,-24-2 0,29 10-2,-23 0 0,-5 10 2,42 11-1,-10 12 0,-6 13 2,41-3-2,-12 9 1,-2 6-1,-2 8-1,-46 29 0,17 16 3,15 36-1,40-4-1,30 21 1,26-3-1,26 11-1,10-33 0,13-20 2,17-6 0,55 32 0,18-34-1,40-2-1,-24-32-1,29-10 2,-65-26 0,-13-5-1,85 13 0,-72-16 1,10-4 1,-12-3-1,79-5-1,-78-8 0,47-7 1,7-9 1,-15-5 0,-50 6-1,6-6 1,50-20-1,-6-9 0,-15-12-1,-25-4-3,-4-22-5,-15 0-19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10734 13164 874,'37'85'-4,"71"-80"4,-18 1-4,-2 4-110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5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10689 13305 874,'141'-21'0,"-48"34"0,-4 4-5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2092 2132 874,'112'18'-7,"44"-14"1,-35-3 2,-10-1 1,62 0 2,-74 0 0,63 0 1,-53 0-1,13 0-1,-22 0 0,-6 0 1,18 0-4,9 1-2,6 3-2,57 0-23,-71-1 4,9-1-7,3-1-7,-29-1-21,0 2-47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24296 4249 874,'-114'139'-14,"-2"33"3,48-62 5,11-16 0,1-1 1,-5 6 0,5-10-2,-24 34-1,-20 23 1,-18 22-1,29-40 1,-10 15-1,-22 29-2,-19 24-2,-1 3-1,35-51 2,-31 45-5,-24 32 0,-15 19-2,36-49 2,0-2 0,-25 37 6,-15 24 1,-2 8 2,56-81 0,-30 47-2,-22 28 2,-12 18 3,-10 10 5,30-39 3,29-41 0,-19 36-1,-9 20-1,-6 15 0,52-85 2,-13 26 0,-18 26 3,-13 12-1,13-27 0,32-50-2,-20 26-30,-10 13-9,-4 7-7,44-62-8,-3 3-6,-8 11-4,2-11-4,42-60 7,2 4-102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17707 12851 874,'63'-88'-7,"12"-42"2,-18 16 0,-4-8-1,-18 29 2,1-16 1,-5 0 1,14-56 0,-20 77 4,12-39 5,23 39 2,13 225-8,-43 10-7,-16-51 1,1 25-1,-5-36 2,4 25-2,3 19 1,-4 3 3,-9-15 6,-18 31 6,-87-69-3,-13-63-4,-50-52-3,32-11 1,91-48 2,36 8 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18648 11920 874,'53'113'-13,"-17"-25"5,1 20 0,-5 16 2,-9-20 2,-12-10 1,-12 5 1,-26 74-2,-16-73 4,-23-14 1,-53-4 4,29-143-7,6 29 1,5-58-17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17546 11972 874,'-105'81'-12,"17"80"1,55-49 6,14-5 0,8-20 0,13 10 2,25 67-19,72-74-24,-9-48-62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19217 9875 874,'-144'13'-12,"-8"0"3,31-1 1,5 3-7,32-4-19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18675 9724 874,'44'102'-9,"29"20"2,0-17 1,4-4-6,2 3-7,-18-19-66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19130 10539 874,'-97'57'-6,"-1"31"1,46 7 2,28 5 2,44 46-1,27-34 0,60-11 3,-4-46 0,51-55 0,-40-40-2,-27-62 1,-49-22-1,-55-14-1,-57 3 1,-18 50 4,4 58 1,3 14-103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10411 874,'53'-96'-7,"-3"2"2,-3-3 2,22-49 2,-25 59 0,35-52-2,37-34 2,-54 82 0,42-54-1,-41 57 1,3-5 2,34-48 0,14-21 0,-17 27 0,0 7 3,-194 134-6,-27 69-3,-22 13 5,28-15 1,-7-1 3,227-153-8,2 14 3,26-10 2,-2 5 0,-17 17 2,-10 14 3,0 29-2,-82 107-3,-54 35-6,-8 9-2,-8 21-8,14-56-7,3-14-34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19989 8592 874,'-99'134'-12,"22"-40"-1,-4 8 7,0-1 2,-50 71 0,17-18 7,53-63-1,-6 10-1,-4 5 0,-35 51 1,47-68 0,-4 3 0,-35 52 1,6-23 0,126-213-233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19954 8561 874,'-52'119'-14,"9"-35"7,-24 39 0,-3 3 3,18-41 2,-12 13-1,-3 0 2,-50 62 0,38-60 1,-6 6-1,0 5 2,15-19 0,-48 65 3,-1-17 4,26-88 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19647 8697 874,'-42'125'-12,"-28"39"4,26-67 4,-24 47-1,-5-7 2,-4-1 0,19-47 3,-4 10-1,-6 2 1,0-1 1,-28 39 4,31-41 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18571 8773 874,'3'-129'-11,"10"-18"7,0 34 2,-1 17 2,7-26 1,1 218-2,-12 6-2,4 9 0,23 30 3,4-54 4,59-67 1,-21-126-6,-21-34-6,-20-27 1,-23 28 9,-55 268-8,42-38 7,10 43 1,41-15 0,33-75 3,0-17-106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19110 7807 874,'-132'34'-13,"47"-16"7,1 0 1,-35 7-1,-1-4 13,19-21-2,17-9-41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18616 7702 874,'114'8'-11,"51"19"3,-35 5 6,-35 49 6,-82 9-4,-89 9 0,-11-48-184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19128 10004 874,'-113'-90'-9,"29"37"6,-11 10 4,-2 20 1,11 21-1,-1 26-1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18631 9648 874,'47'91'-6,"-5"-2"0,6 5 3,24 33 1,-12-22 3,12-21-108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9306 4502 874,'119'6'-28,"-18"0"32,1-2-3,57 0 0,-18-2 0,29 2 2,-66-1-3,59 2-1,-59-2 0,12-3-1,3-3 0,-30 2 0,22-3-1,17 1 0,11 2 0,-30 0 0,1-1 1,22 1 0,14 2 0,1 2 0,-45 0 1,26-1-1,14 4 1,12 0 0,-25-2 1,-11 2-1,26-4 1,14 2-1,8-2-1,-60-1 2,29-1-1,18 3 1,12 1-1,10 0 0,-10 0 0,-40-2 0,23 2 0,17 0 1,8 0 0,-46-1 0,5 0 1,14-1 1,6 1-1,-8 1 1,-41-1 0,21 2 1,10 2 0,4 2 0,-32-2 0,-5 1 0,8-2 1,-1 0-1,-7-2 2,-6-3-1,-10-9-1,26-61 1,-66-34-6,-36-24-4,-17-5-2,0 38 4,-4-8 5,3 18-1,-15-77 3,8 69 0,-1 0-1,-8-40 4,-7-16 0,-21 48-2,-68 70-5,5 26-2,2 6 0,9-2 1,-48-4 1,60 0 1,-46-4 0,42 2 0,-16-2 0,-13-2-3,1 1 0,32 2 0,-25 1 0,-15-1-1,-9 0 1,29 2 0,4 0 2,-18-2 0,-13-2 0,-3 1 1,43 2 0,-25 0 0,-18 2-1,-14 0 0,27 2 0,9 1-1,-21 1 0,-12 0 1,-9 0-1,-6 1 2,48 1 0,-9 0 0,-17 2-1,-15 2 1,-8 2 0,-7 4-1,3 1 1,56-5 0,-12 0 1,-14-1 1,-10-1 0,-4 4-1,7-1 1,43-1-1,-19 1-1,-11 1 2,-1-2 0,4-3 2,26-2-1,23-2 0,-3-1 0,4-4 1,-41-5 4,17-2 0,-10 14-4,21 106-6,89-5-1,14 44 1,-3-61 0,-2 43 1,-7 42 0,3-28 1,1 7 2,6 10 1,49-24-1,74-55-1,27-32-2,-52-20-3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6711 5211 874,'121'7'-7,"2"-3"1,-12 0 4,41 3 1,-59-3 0,-7 1 0,82 3-1,-60-3 2,14-1-1,-36-2 0,16 1-2,19 0 0,16-2 0,-5-1-1,-31 0 1,26-1 0,14 0 0,11-2 0,-34 2 2,-2-2-1,17-1-3,8 0-1,0-3-5,-14-6-8,-28 5-6,1 1-28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21307 6554 874,'-119'101'-9,"34"-47"6,0-2 1,-51 27-6,45-24-15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20806 6479 874,'93'145'-10,"-20"-36"2,-1-11-7,12-3-15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21405 6962 874,'-81'133'-10,"26"-28"8,47 9 4,41-2-4,63-18 1,32-53 0,-15-50 0,-25-76 2,-48-17-2,-62-42 0,-35 42 3,-95 37-1,44 30 1,25 40-187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21892 6479 874,'-32'109'-10,"-52"45"0,32-62-7,-13-7-812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11217 8836 874,'-135'-1'-8,"22"-1"-1,-24 2-3,31 1 7,-28 0-1,-23 4 1,48-1-2,-47 1-2,-39 3 0,-32-1-8,15-2-2,35-1 1,-43-3 4,-27 2 3,-14-3 4,75 1 2,-12-1 1,-15-1 8,4-2 6,20 2 5,29-5 6,52 4-1,7-5-1,-38-40 11,70-81-1,73-23-24,3 10-9,-4 56 2,-2-6 1,2-44 1,7-21 1,10 39 2,28 13 1,80 22-5,-36 55-1,63-4-7,-42 20 3,21 2 1,-15 1 0,-6 1 0,36 1-1,29 2-2,22 0 0,-70 2 1,37-3 0,28-2 2,12 2 1,3 0 2,-18 1 2,-53 1 1,22 3 2,15 7 2,9 4-1,-42 0-1,-14 0 1,4 6 1,-16 1 6,35 22 6,-52 56-6,-62 29-5,-39-33-7,-11 17-2,-13 71-3,1-39-1,-8 38-3,11-63-6,2-12-10,2-8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19105 9859 874,'-100'25'-6,"-24"7"1,29-11 8,3-4 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18705 9709 874,'54'93'-9,"9"16"5,-11-13 2,-6-2 4,9 22-1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18938 9890 874,'-111'17'-3,"-20"13"2,35-6-1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18631 9754 874,'108'128'-11,"-43"-43"7,31 42-4,-17-29-8,-15-13-98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18735 9954 874,'97'6'-24,"-3"-5"27,27 7-2,18-3 0,-46-2-1,16-2-2,13-1 0,70 0 0,-55-4-3,19-4-1,-21 2 0,-11-2-1,28 0 1,21 2 0,16-2 1,-62 5 0,31 2 1,26-2 1,16 1-1,-22-3 2,-30 1 0,25-2-14,12-4-9,6 3-8,-59 2-7,9 5-7,11 3-8,0 5-4,-21-2-6,-31 0-3,-1-6-2,-11 2-61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21760 9618 874,'95'49'-7,"54"14"-5,8 0 5,-67-30 5,43 19 3,-31 3-1,-194 70 0,-3-74-5,-5 11-1,-11 4-20,23-10-40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21532 10448 874,'-14'115'-7,"-1"-32"3,-13 57-1,-16 29 3,6-43 1,-15 18 1,27-41 4,145-9-1,-6-92-3,-10-21-2,2-12-7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21845 11248 874,'-80'102'-8,"28"20"8,28-5-1,78 2 1,33-61-2,39-92 1,-33-100 0,-102 18 0,-88 3 1,2 31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21194 10614 874,'124'29'-11,"-33"-4"3,69 18-7,-71-21 9,85 18-10,-67-24-5,-16-1-14,5-3-26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21797 10539 874,'121'125'-12,"-39"-34"11,-40 14 3,-100-6-3,-42-71-1,14-18-1,1-49-617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7738 874,'17'-89'-6,"-13"-21"2,-13-19 2,-2 12 0,3 31 0,-4-15 0,0 9 1,-13-82-3,4 60 2,-5-16-1,7 36 0,-1-18 0,-5-22-1,-1-16-1,2 5 0,6 33 1,-5-26 1,-1-14 1,1-5 1,7 40 1,2-1 1,2-15 1,4-7 1,1 6 0,3 37 1,0-15 0,0-4 0,1 2 0,0 5 0,1 20-1,-1-51 4,-100 144-4,38 86-4,-4 21 3,65-218-9,46-2 1,34-41 3,5 34 5,25 132 3,-32 125-4,-21-22-9,-14-26-14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19676 2888 874,'24'116'-10,"-18"30"1,-16-9 1,-10-1 8,9-50 1,6 39 3,65-37 0,34-71-2,65-121-10,-53 23-21,-39-4-568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20082 3310 874,'-41'130'-9,"43"-9"9,62-29-1,49-94-2,-13-108 4,-110 7-2,-92 21-1,-19 16-5,35 25-11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20343 2963 874,'-52'127'-12,"-15"-19"6,9-24-109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19435 2808 874,'140'-30'-21,"-45"11"13,7-6 2,43-19 7,-90-71 9,57 151-6,-29 80 2,-126-20-12,-14-11-186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22546 4985 874,'121'-112'-6,"-146"214"-4,-36-14 8,-45 75 0,7-6-3,34-57 2,-13 16-3,-11 12 1,-8 8-1,-6 8 2,22-33 1,-1 3-1,-16 22 1,-8 8-2,3-10 2,32-39 1,-9 3 4,1-6 7,-27 2 6,132-201-13,57-26-9,-25 45 2,48-68-6,-30 41 5,-15 23 3,4-8 2,17-29 0,19-23-1,10-8-1,-33 48 1,25-25-2,10-5 2,-6 12 5,-26 34 4,50-62 14,-37 41-3,-130 271-11,-43-37-18,-15 17 0,-10 10 1,-4 9 4,36-53 1,-18 25 1,-9 19 2,-7 12 1,16-26 2,12-15 0,-10 16 2,-6-1 1,0-7 2,4-14 1,-36 40 8,15-41-1,128-225-10,58-15-12,-20 44 1,15-24-1,16-18 0,-3 3 1,-14 24 1,22-26 1,18-20 1,11-6 2,-35 49 0,4-2 2,-2 0 5,-9 3 4,-10 9 0,31-55 7,-38 60-9,6 2-1,34-28 4,-9 73 0,-131 140-13,-19-5-6,-5-2 0,-68 93-8,40-59 10,-10 14 1,-7 15 0,22-31 1,-2 1 1,-17 24 0,-15 14 2,-4 3 1,1-2 2,44-57 0,-9 10 2,-1 4 2,3-7 4,11-11 1,-15 22 7,197-309-18,14-3-21,-26 40 3,16-16 1,-6 13 8,-17 25 1,18-27 6,9-13 2,7-8 5,-1 2 1,-23 33-1,-12 23 3,8-3 5,1 9 1,-17 22-1,40-21 10,-129 247-21,-52-28-9,-26 29-4,-16 18-2,-6 4 3,36-52 1,-19 24 6,-15 11 3,-5 13 3,20-30 1,10-9 1,-9 19 1,-1 6 1,5-4 2,9-12 1,21-35 1,-29 31 3,89-235-9,85-73-17,-43 103 4,23-38-1,49-73-6,-29 59 10,4-11 3,5-7 5,-2 3 1,-26 39 0,21-25 0,14-16-1,4 3 1,-23 37 0,-12 25 8,45-24 8,-114 224-10,-64 3-16,14-30 0,-19 26-4,-23 23-4,-16 17 6,-8 7 2,3-4 5,30-45 0,-18 24 4,-11 16 1,-6 7 0,26-35-1,7-10-7,0 2-9,16-19-9,-22 24-51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22316 5574 874,'15'139'-13,"-38"37"4,-8-40 3,-5-8 6,-18 46 0,30-85 1,-10 47 3,20 3 2,75-54-2,64-42-4,43-24-2,-82-9-4,-2-4-4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22565 5468 874,'-27'112'-11,"-18"24"9,17-20 0,2-29-108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22581 6868 874,'67'-97'-7,"3"-4"9,10-35-4,-7-11-1,-15 48 2,41 52 3,-68 150-4,-11 64-3,0-34 3,21 10 3,-10-45 0,-126-23-2,-19-71-5,29-12 3,-48-4 4,46 21 4,2-7-283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8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22260 9757 874,'-86'-51'-6,"-14"-20"-13,15-1-600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9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21171 9108 874,'-80'-106'-9,"12"18"-18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9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20227 8272 874,'-91'112'-27,"23"-27"25,-26 41 3,12 7 0,27-37-2,-10 18 1,-18 20-4,19-30-1,-8 9-3,-17 28 0,-8 15 0,5-6 2,26-44 1,-5 15 4,0-1 3,3-10 4,-24 30 8,109-251-2,66-48-22,21-22-5,10 0-1,-20 48 9,18-17 2,-8 18 3,-14 19 1,23-22 0,10-5 2,-6 6 2,-15 10 6,-30 32 1,-13 8 1,0-4-2,1 0 0,27-36 6,-191 257-24,12-13-1,19-20 0,-5 8 0,-18 28 0,-10 21 3,-10 17 1,-5 8 2,41-60 2,-12 24 1,-7 14 2,2 0 2,15-27 3,19-29 0,0-2 7,-13-2 8,127-219-28,42-53-7,-16 40 6,-6 12 2,-7 11 0,8-14-1,-18 31 1,22-34 5,20-24 3,15-15 1,-22 37-2,4 1 2,17-11 0,-14 21 1,-19 26 0,-3 7 9,29-13 7,-183 253-20,4-51-6,12-17-3,-28 27-4,-70 82-16,3-5 12,88-104 17,-14 17 0,-17 26 4,16-21 3,8-7 2,-12 17 0,4 1 1,-34 50 11,31-42-5,121-237-41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9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20104 8697 874,'-16'118'-11,"-28"55"0,2-23 2,-1-16 8,13-48 0,-3 4 1,0-1 2,-9 32 3,23-27 4,134-18-3,43-108-6,-49 3-5,-26-24-845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9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20499 9361 874,'-87'65'-9,"-27"21"4,29-15 2,-10 26 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69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20326 9241 874,'63'102'-11,"34"54"-2,-24-30 12,-18-20 2,-22-1 3,-169-20 3,27-91-5,-39-33 0,48 8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45"/>
    </inkml:context>
    <inkml:brush xml:id="br0">
      <inkml:brushProperty name="width" value="0.02646" units="cm"/>
      <inkml:brushProperty name="height" value="0.02646" units="cm"/>
      <inkml:brushProperty name="color" value="#0000FF"/>
      <inkml:brushProperty name="fitToCurve" value="1"/>
    </inkml:brush>
  </inkml:definitions>
  <inkml:trace contextRef="#ctx0" brushRef="#br0">8097 1439 874,'106'10'5,"-20"2"-10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4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10202 7251 874,'-150'-2'-7,"62"1"6,-7-1-13,12 0-8,-1-3-39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4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10224 7339 874,'-139'13'-8,"-25"-5"3,33 3-2,44 14-52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4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6935 7324 874,'168'20'-21,"-60"-15"12,9-5-4,-7-9 1,-15 2-11,1-2-7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4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7031 7475 874,'89'-4'-18,"84"-1"-92,-49 1-51,-39 4-189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21207 7809 874,'115'-85'-5,"-242"148"2,9-8 3,10-75-8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21000 7687 874,'90'56'-4,"13"30"2,-60 4 0,3-5-439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16716 10871 874,'-40'104'-6,"-14"-1"7,-2 0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16529 10901 874,'33'105'-3,"33"46"0,3-7 2,2-247-67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21448 3400 874,'-31'108'-9,"-6"40"4,2-22 1,-10 24 3,10-39-1,34-196 1,43-87-5,1 24 3,11 1 9,2 59-4,42 196 0,-84 43-9,-12-53-2,0 3-2,5-4-3,5 35-41,-1-33-70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21268 3813 874,'124'-20'-7,"-22"0"2,-2-6 1,5-17-4,-21 9-19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21905 3491 874,'-19'115'-11,"-24"44"6,-3-35-3,-10-26-13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21655 3596 874,'48'114'-6,"49"35"4,50-72 1,-14-84-2,-37-64 0,-37-60 4,-85 40 0,-63 128-3,32 100 3,97-27 0,96-72-3,-35-87-4,-14-2-64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22732 3461 874,'-105'102'-10,"29"14"6,31 11 4,42 11 1,89-91 0,3-156-7,-56 17 1,17-24-19,-34 29-265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5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22769 3069 874,'-13'147'-15,"7"-53"7,-4 19 2,2 10 0,1-28-3,6-9 0,9-2-7,-1 23-33,12-23-508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23037 3083 874,'-48'161'-18,"27"-72"9,9-1 0,-4 14-15,9-15-567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23398 3480 874,'-88'78'-10,"-15"40"-1,25 0 6,18 2 6,33-29 2,124-145-1,-7-55-8,10-44 0,-60 280 12,-7-3 3,73-95-4,-3-179-14,-32-12-6,-38 46 8,-6 14 2,-3-39 13,-96 316-10,20 20-7,22-61 7,8 8 0,7-40 1,6 6 0,9 5 4,6-13 2,13 24 9,26-244-2,-25 20-16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23699 3325 874,'-11'159'-17,"7"-52"7,-4 20 0,-1-7 2,1-29 1,-3 7 7,-10 45-3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23443 3985 874,'121'-20'-7,"-24"-20"2,-2-28 1,-6-23-4,19-80-2,-54 55 6,-11 24 0,-2-1 1,2-10 2,-6 5 5,-2-25 5,-126 187-7,39 44-8,-21 66-4,38-57 5,10-1 3,11-24 4,11 59 5,39-48 5,52-55-1,10-77-4,3-93-11,-42 11 3,-79 224-3,12 38 9,109-127-1,-34-108-11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24228 3174 874,'-56'131'-20,"13"-20"-31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24380 3415 874,'-69'90'-11,"-17"51"4,18-5 5,51-25 5,106-67-4,15-60-2,3-38-5,-5-41-21,-50 9-780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24619 3526 874,'-107'129'-15,"36"-33"8,14-5 10,155-141-4,-26-59-5,-11-3 11,-58 219-3,-24 42 0,47-62-2,72-177-10,-57-22 1,-1 19-14,-4-20-12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24810 2963 874,'-47'140'-16,"22"-43"7,2 20 1,5-22 1,3-3 1,2-5 5,-11 87-2,19-78 5,5 35 5,30-22 5,81-154 3,-56-75-23,-25 31 3,11-50-3,-51 243-3,-2 21 22,38-33-1,87-172-1,-55-18-12,-76 195-4,-11 15 4,26-11 10,93-212 1,-101 13-4,-14-19-4,35 23-1,97 45 1,-23 142-3,-53 27-4,-48 25 2,-17-59 6,46-209-7,37-25 2,12 48 11,25 106-1,-68 137-9,-32-1-2,-31-50-12,-36-16-803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25110 3264 874,'-52'93'-6,"-9"-7"-854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6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24590 3310 874,'130'21'-22,"-21"-3"-29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22063 4568 874,'-133'138'-14,"55"-28"8,27-13 8,158-206-15,-65 9 3,5-27 0,-1-10 4,-8 29 0,-8 16 3,22-24 7,-50 213 7,-45 86-8,19-67-3,-3 53 6,25-80-2,54 41 2,92-105 1,-23-116-7,-37-29-2,-38 6 1,-166 146-1,74 64-3,-13 52-5,46-60 14,28 25 2,79-94-3,19-106-7,-27 12-18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22625 4240 874,'-33'136'-16,"13"-27"5,-3 24 0,5 8 4,2-24 3,23 27 15,96-170-11,-19-54-604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22895 4623 874,'-95'121'-9,"46"-29"5,1 26 5,137-154-5,-34-59-2,-11-9 1,-11 191 9,-21 22 1,125-125-4,-51-68-12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23220 4772 874,'71'-89'-11,"7"-55"5,-23 4 4,-36 34 3,-111 211-10,52 85-8,21-63 8,6-34-1,-2 18 4,6 3 6,2-8 5,10-12 0,18 29 10,94-93 4,-31-121-13,-12-65-11,-31 12 4,-25 11 4,-77 228 0,34 6 1,52 1-1,82-124-3,-62-73 2,-161 9-5,19 80 5,57-97-1,101 7-11,26 17 2,0 28 6,29 52 5,-28 107 0,-80 41 3,26-47 1,68-118-8,-10-72-6,-12 4-115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23991 4411 874,'-26'117'-11,"2"-1"9,13 1 4,55-11-1,90-133-4,27-114-11,-45 12-1,-34-1 22,-182 105-1,-13 141 7,134-4-10,88-34-6,-19-22-10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24448 8773 874,'-86'29'-292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6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3165 11620 874,'108'-19'-5,"44"3"4,-65 8 0,3 2 1,41 5 0,12 39-2,-35-1-1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6696 12093 874,'12'120'-12,"-6"4"2,-4 12 2,-3-53 6,0 12 2,-1 5-1,-2 48 4,-11-42 5,-79-135-4,-29-39-6,2 19 2,20 38 3,86 111-2,96-10-6,66-7-6,-59-68 0,45-47-18,-44 5-27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6756 12909 874,'88'-118'-10,"-31"28"8,-9 4 0,3-10 1,10-1 2,-41 202-9,-24 26-4,-3-20 4,2 18-1,-2 1 6,3-36 1,-1 11 0,1-14 5,-11 25 7,-13-203 4,31-5-16,1 7-1,21-90-4,2 74 8,12 2 0,29-31 3,51 40 2,-20 62 3,-24 132 0,-163 3-9,-53-112-1,43-11-1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7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7500 12185 874,'-139'-7'-12,"43"6"6,-47 1 4,19 8 9,31 3 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7173 11972 874,'140'21'-15,"-53"15"7,4 20 1,32 47 5,-63 7 7,-59-9-4,-82-15-1,-33-31 10,24-40-1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7441 13060 874,'-42'101'-7,"-6"36"6,17-38 1,47-212-9,7-2 4,-2-12 6,91 161 9,-15-100-14,-33-62-4,-16-1 6,-51 225 2,-22 37-1,7-48 0,-3 17 6,-3-2 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7962 12742 874,'-71'112'-11,"-14"27"6,7 6 3,23-32 1,20-22 7,4-3-624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7901 12997 874,'-10'85'-9,"-13"76"-3,14-72 8,-3 24 0,1-23 11,-33-205-4,46 23-6,13-59 1,6 61 0,8-3 1,25-43 3,10 45 2,30 84 2,-117 140-5,-89-4 0,65-14 0,91-9-3,68-25 4,-14-46 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8320 13529 874,'-103'-26'-11,"-74"-5"2,62 12 3,-11 0 0,-67-4-1,5-1 0,51 8 3,-12-3 0,17 1-4,32 3-4,4-8-8,8 5-12,0-10-55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7218 13421 874,'8'111'-6,"-6"-22"2,-4 6 1,4 3 7,-93-100-5,-8-130-7,18 38 2,-8 72 8,77 163-10,91 4 7,13-61 6,51-102-3,-37-53-5,-8-77 0,-38 15 2,-33 270-1,-39-40-1,-1-13 4,-22 30 4,26-238 4,106-6-11,-9 69-2,13 14-5,1 21-3,12-16-23,-27 42-35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8141 13331 874,'93'41'-9,"-8"-1"10,-1-9 2,1 4-442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8112 13572 874,'106'18'-9,"19"2"5,-22-12 6,-15-1-21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9346 12712 874,'-94'24'-9,"-43"-11"5,24-2 1,11-2 4,8 13 1,41 83 0,92-21-3,53 18-1,2-13 0,-50 4 4,-71-4-2,-70 3-3,1-18 4,14 45 2,69-13-3,123 21-7,15-69-4,-15-84-8,-23-4-41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8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9371 13180 874,'-16'161'-17,"8"-67"10,2 0 2,-2 49 0,2-24 9,-16-30-1,-2-186-4,22 10-1,4-15-1,6 4 2,16-67-2,3 73 4,12 6 1,30-28 2,39 34 3,-12 57 0,16 62-3,-26 4-25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9319 13305 874,'148'-6'-13,"-28"4"2,-2-3-6,-8-2-24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9408 12712 874,'130'8'-8,"-10"2"7,11-9 1,-46-1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9646 12546 874,'112'111'-12,"-59"-10"13,-43-1-1,-60-4 2,-34-40-859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9974 13936 874,'100'-62'-10,"-5"0"2,6-9 3,43-41 2,-57 42 0,46-42 3,-44 34-1,22-12-2,0 2-2,-22 17 1,24-18-2,18-8 1,6-2 0,-36 28 2,-2 4 1,5-7 4,-1 0 3,-5-1 1,64-49 4,-60 47-7,1-3 0,41-37-9,-45 34-22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11359 12005 874,'121'-2'-11,"47"-8"2,-32 0 2,-15 0 6,40-10 5,-37 3 1,-40 22 1,-139 127-3,-35-33-12,-41 36-9,43-47-16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19063 11625 874,'66'103'6,"-15"-15"-61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5319 11099 874,'112'23'-3,"46"-9"-1,-19-12-1,-15-6 1,38-9 1,-23 0 2,25-4 2,-68 6-1,51-7 1,-59 8-1,11 0 0,1 2 0,63-2-1,-63 8 0,53-1 1,-60 2 0,8 0 0,-7-2 0,62-2 0,-63 1 1,2 2-1,48-3 1,3-3 0,-27 1 1,13 6-1,-15 4 2,1 3-1,0-3-2,40 0 1,-33-2-1,16-13-1,-52-43 2,-56-35-1,-29-22-1,-16-62 0,3 68 1,-4 9 0,-52-33 0,-59 78 1,-23 28-2,22 10 1,-40 7 0,72 5-1,-47 0-1,-20 2 0,20 0 1,-11 0 1,64 0 0,-50 0 0,-31 0 0,72 0-1,-6 0 1,-47 0-1,64 0 1,-5 0 0,5 0 0,-60 0 1,56 1-1,-3 3 0,-48 1 0,-14-1 1,24-7-1,-3-2 1,-10 1 1,23 6 0,-46 5-1,76-1 0,1 3-1,-59 53 1,63 79-2,63-48 0,-1 64-2,23-67 0,4 8-3,7-4-1,11 19-10,-9-25-62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8824 10554 874,'-96'103'-13,"-28"38"5,12-6 2,27-26 6,-2 4 4,15-20 3,3-3 14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8844 10660 874,'-92'95'-12,"-8"26"9,8 1 1,23-26 2,-10 17 0,24-27 12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13784 11128 874,'-89'8'0,"-30"35"-4,14 51 3,33 52 0,51 19 0,57-20 1,58-46 0,40-64 0,-2-86 0,-27-66 0,-44-39-1,-72 1 1,-66 48 0,-8 21-186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18389 11520 874,'-88'21'0,"-26"30"-2,9 34 0,21 36 1,24 18 0,40 6 1,63-15-1,56-31 2,34-61-1,-14-86-1,-34-87 0,-39 4 0,-22 9-1,-22 5 2,-53 17 1,-54 64-10,21 16-19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4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6227 9475 874,'-93'21'-4,"190"-9"0,46-24-2,-52-1 3,3-3 1,-2 4 0,44 0 2,24 31 1,-25 0 1,30-10-1,-68-11-1,47-1 0,-55-1-1,6 4-2,-10 2-2,59 8-10,16 6-12,-43-6-29,10-16-30,-32-3-98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960 1207 874,'64'-117'-8,"6"-19"-4,4-2-1,9 5 19,-33 301-3,-59-77-7,-1 6-3,-7 35-3,-5 21 1,-5 9 3,9-57 0,-3 16 3,-2 6 4,1-8 5,4-23 0,1 0 11,5-12 18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1178 1139 874,'61'-108'-11,"55"32"12,-16 71-1,-79 148-5,-89-26-4,-63-22-8,40-38-17,1-54-758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990 623 874,'135'-35'-13,"-50"17"6,12 3 1,22-3 0,1-3-8,-32 5-16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 468 874,'131'-48'-11,"31"53"11,-76 125-2,-114-15-3,23-20-5,-41 17-10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1412 1573 874,'-38'112'-12,"-10"35"10,15-27 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1348 1605 874,'92'-5'-6,"27"-59"-2,-25-17 5,-9 44 5,-108 130-7,-19 44-5,16-53 5,0 11-5,6 0-4,-6 9-21,10-15-154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2162 1182 874,'-39'103'-19,"-8"-5"3,-17 27 0,-2-6 4,15-28 4,-14 21-25,-6 2-4,-25 37-57,19-59-115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2068 1574 874,'-26'100'-17,"-1"-8"6,-8 11 4,-2 4-3,-14 33-18,9-51-13,-2-5-384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1967 1729 874,'81'-106'-13,"64"3"5,-21 46 8,-34 95 3,-93 65-6,-132 69-14,31-84 8,12-16 3,-50-3 16,264-58 22,-9 114-32,69-127-5,-92-7-1,-5-39-8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2628 1346 874,'110'-27'-9,"-10"11"2,-2 12-6,11 7-19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2628 1569 874,'135'-31'-13,"-51"17"7,1-1 1,51-5-1,-37 4-8,-12 11-808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3306 1156 874,'30'102'-10,"-22"25"5,-26-2 7,-30-21 0,57-198-23,45 1 9,21-11 1,-6 15 2,46-16 20,-17 70-4,-15 122 1,-48 20-1,-53 48 1,-19-51-7,-5-213-8,85-19 1,51-15 13,7 60-2,14 81-3,-21 115 3,-83-15-7,-18-9-9,-8-5-112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4158 1317 874,'-22'141'-10,"4"-40"3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4387 1392 874,'15'-101'-9,"37"-28"5,2 18 1,-1 23 2,46-8 4,-16 258-4,-90-32-6,-5-39 3,-1-1 5,-1 46 1,137-139-11,-21-126-4,-39 35 9,-4-2 1,-16 11 7,9-56 4,-58 8 1,-65 249 10,148-26-23,83-60-2,-48-16-6,-25-41-416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4447 607 874,'127'-17'-13,"-34"10"4,19-1 1,19 2 1,-2 3 1,-33 2 1,17 0-4,67-6-38,-91 3 3,-3-1-38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5057 412 874,'144'5'-12,"7"17"4,-42 23 11,-82 85-2,-65-43-7,2 22-5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5292 1166 874,'-10'88'-9,"-28"76"-5,-9-27 6,-8-22-7,-9-18-6,-5-11-280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5057 1360 874,'86'-80'-4,"10"28"3,-9 13-23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5222 1183 874,'89'92'-5,"13"-87"3,9-42-3,-1-28 1,-77 166 2,-62-9 0,-2 13 1,0 20-5,12-41-10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5998 1031 874,'-83'168'-26,"24"-63"14,-10 16 1,-33 60-3,10-19-36,44-68 10,-4 30-48,13-37-161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5926 1348 874,'-22'141'-12,"4"-52"6,-9 7-1,-18 60-1,-1-14 5,-14-9-10,20-45-7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5788 1602 874,'22'-92'-10,"59"-29"6,67 18-1,-36 47 2,16 50 5,-19 50 0,-82 78-2,-116 14-9,-110-14-8,91-73 8,18-17 0,-38 1 20,200 80 10,41-23-9,10-86-7,-19 8-7,11-20 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1363 2449 874,'85'-3'-10,"101"-6"-8,-61 1 11,20 0 0,-51 2 1,36-2 0,-30 0 2,30 0-4,37-3 0,35-5 1,6-2-2,-54 4 0,52-6-5,32-4-3,28-2-1,-53 9 5,-8 2 1,39 3 5,24 4 4,13 0 0,-95 4 0,47-1 0,31-5 2,20-2 2,-41 3 0,-31 1 0,33 7-30,8 11-9,-21 28-8,-83-15 4,-37-15-49,-14 10 19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 3506 874,'1'87'-9,"3"1"-2,0 24 1,-5 9 1,-10 72-3,-8-27 14,3-77 0,-64-196-13,76 18-797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691 3505 874,'129'-51'-9,"-34"49"6,-8 27 1,-12 71 1,-132 30-4,-53-11-5,14-39-24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1733 3498 874,'-127'-40'-9,"33"50"5,-3 29 1,-22 69 0,44-6 1,60 34 2,42 1 0,18 4 0,-11-31-4,-10-20-28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1154 3913 874,'110'-44'-10,"33"6"1,-34 16-2,-25 6-109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 3974 874,'73'83'-866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 3944 874,'28'87'-292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2088 3892 874,'-105'48'-7,"10"6"2,4 33 7,126 0-3,94-90-4,-28-36 0,-20-64 4,-50-11 0,-26-48 0,-6 15 5,-6 49 2,-18 260-15,23-68 0,16 36-15,4-34-37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2479 3657 874,'9'87'-17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2524 3869 874,'29'89'1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1124 4292 874,'132'-28'-14,"-21"8"4,23 2 3,-36 11 3,23 2-1,16 1 1,-43 1-4,23-1-3,16-1-5,3-6-7,-48 5 1,0 2-35,-2-3-122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3580 3927 874,'35'-107'-7,"-129"42"2,3 70 3,-23 67-2,28 59 5,131-6 2,51-79-3,46-66-2,-14-74-1,-52-7 2,-11-79-2,-40 76 0,10-68-1,-20 75 5,-6 5 0,-3-36 4,-64 257-4,47-20-5,4 9 0,2-32 1,6 7-1,7 17-3,5 2-1,-1-18-2,9 23-23,-7-31-64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4029 3880 874,'92'-95'-11,"19"-52"0,-24 26 3,-6 8 6,14-13 5,-85 269-9,-43 11-1,11-37 4,-3 13 0,4-19 1,3-14 1,-4 9 2,-5-3 4,-27 19 7,47-250-16,36-22-4,15-8 2,10-5 0,-18 69 9,5-4 2,29-40 5,63 5-1,-5 56-1,7 85-1,-84 89-6,-79 5-3,-102 7-5,12-47-8,-2-47-6,31-14-24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4223 3043 874,'136'-23'-15,"-40"14"6,17 1 1,54-3-3,-17 3-14,-58 0-1,11 0-38,-19 3-216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4551 2842 874,'131'4'-13,"6"17"3,2 26 14,-50 67-1,-129-14-3,-54-28-2,8-17-13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4779 3714 874,'-10'118'-9,"-19"38"9,-1-48 3,23-195-7,27-41 4,-1 15 0,19 2 0,76 65 3,-20 134-3,-2-89-3,13-112-5,-43 13 2,-22 196 5,-59 38-10,6-21-5,2-28-27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5496 3415 874,'-68'129'-16,"-43"50"-1,25-37 6,11-11-13,10-9-36,26-28-15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5427 3688 874,'-10'132'-12,"-3"-48"6,-7 9 3,-19 49-4,12-50-8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5311 3850 874,'58'-99'-11,"62"22"9,28 74 3,-75 94-3,-133 1-1,-61-30-5,1-19 6,189 44 8,28-44 2,-13 12-445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3448 4350 874,'147'-23'-20,"-30"11"7,19 5 2,-44 0 2,37 2 3,-45 1 2,47 1-1,33 1-4,21 2 3,12 3 2,-7-1 3,-52 0 1,26 4 0,12 3 2,-9 2 2,-36 0 2,-47-8 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4395 4987 874,'-148'47'-21,"48"-6"12,-45 30 0,23 1 10,7 46 5,140 5-4,71-63 1,-9-60-6,11-28-2,-8-19 2,40-54-4,-31-79 5,-43 15 3,-27 54 1,5-11-1,0 5 0,14-34 1,-85 308 5,20-40-12,3-5 1,4-14-1,2 24 3,2 6-1,8-24 6,27 44 6,56-97 0,59-130-9,-75-14-5,10 1-19,-32 5-7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4608 4518 874,'-33'130'-11,"-6"24"2,14-25 4,15-14 5,10-4 1,18 18 4,55 11-1,14-74-2,23-113-3,-25-2-28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4461 4918 874,'133'6'-14,"-34"-9"5,54-5-5,4-1 3,-59 3-14,-14 4-154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5877 4126 874,'162'-6'-21,"-55"8"6,-18 0 2,28 11-19,-32-1-33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5981 4381 874,'129'23'-16,"-16"-16"1,-9-1-13,-18 0-19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7540 3400 874,'-124'48'-15,"27"-13"4,-27 6 0,-14-3 2,24-10 3,19-6 2,10-6 4,-10 18 2,212 53 5,46-35-9,-70-20 3,43 28 9,-68 49-5,-80 0 0,-121 42-10,0-32-1,23-4 10,61-15 1,76 14-1,57-28 1,77-29-5,-42-39-6,-17-6 0,-2-5 0,23 1-6,10 3-4,-1 3-8,-24 0-8,27 16-42,-51-8-71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6905 5186 874,'67'-106'-13,"27"-14"9,18 22 10,-107 219-8,0-7 5,149-70-5,-41-62-5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7074 4684 874,'-25'85'-17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8136 3815 874,'1'104'-10,"-10"64"3,-1-67 4,1 7-3,1-7 0,-6 54-12,-3-30-23,2-29-56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8008 3726 874,'160'-16'-16,"-59"7"7,-14 4 1,-2 1 1,12 3 2,71 6-21,-80-2-9,-1 5-21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8089 4034 874,'121'0'-13,"-30"0"7,10 0 1,-1 0-7,-15 4-171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8485 4487 874,'-37'110'-7,"9"-16"7,52-3 0,63-63-2,1-18-5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8640 4276 874,'-88'74'-7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8037 3430 874,'108'3'-17,"-5"2"2,22 2 3,13 2 4,-40-1 2,8-2 1,14 2-11,-15 0-15,5-1-21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8618 3340 874,'140'35'-13,"19"22"15,-97 47-2,-133-7-1,-20-14-438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11326 3008 874,'-133'-39'-12,"44"22"5,-21 1-1,-23 1 0,4 2 2,20 3 0,-26-3-1,32 4-2,-42-6 0,-26-5 2,40 6 2,-15-2 0,-34-5 3,-28 0-1,-9 0 0,57 6-1,-54-5-7,-35 0-3,-24 3-3,58 4 3,6 0 0,-30 1 7,-18 3 4,-12 2 4,89 5-2,-56 7 0,-41 11-3,-31 9-6,49 0-2,25-2 0,-37 9 2,-7-1 8,14-2 9,91-9 4,-6-3 7,4-3 5,9 1 2,31-4 1,28 0 0,-6 3-4,7 6 0,13 8-5,-43 90 1,92-24-18,-9 82-10,28-30-1,-3 29 0,4-24 1,2-6-3,-7 28 2,-5 16 4,-1 9 2,12-68 3,-5 30 1,-1 19 3,3 10 1,7-27 0,6-27 1,1 10 2,3 1 2,5-29 2,2-25 0,13 6 0,14-15-3,56 45 4,4-74-10,29-18-5,-24-15 0,19-12-2,30-12-3,24-7 1,5-1-1,-46 3 2,36 0 0,30 3 2,26 0 0,-39 1 0,3 0-1,45-1-6,32-2-5,18-1 0,15 3 3,-87 1 4,25 4 1,29 5 3,25 5 1,-19 0-1,-54-2 0,47 2 0,30 1 0,11-1 3,-76-2 4,-2 1 14,14 3-1,-7 3 1,-28 0 2,-57-4-1,4 3 2,-8-2 4,-16-9-2,-31-8-1,63-55 5,-66 20-1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9813 2888 874,'4'147'-15,"-12"-54"8,-11 18 0,-8 18 1,-2 7 0,9-38 0,-4 21 2,5-22 0,-10 45-3,-7 29-1,-11 24-1,1-19-1,6-28 2,-13 29 1,-11 11 5,-6 1 5,22-54 0,-4 1-1,-4 8 5,1-2 2,6-14 2,12-34 0,-8 6-1,-19 2-1,-38-9-2,-62-22-10,57-26-1,23 10-4,-19-36-15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1679 4414 874,'-116'129'-10,"50"28"4,29-26 1,17-20 6,25-7 2,114-57 0,-4-118-7,-40-32-1,-26-26-1,-34-46 6,-27 52 2,-53 24 4,-35 61-2,-16 52-3,31 36-4,2 12-293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1926 4370 874,'-57'141'-14,"31"-56"8,-2 8 3,0 2 1,-8 36 4,9-40 3,40-218-6,9-37-12,-8 78 10,17-56 3,19 53 4,61 164 6,1 6 0,11-173-20,-19-17 9,-60 215-6,-77 31-5,11-14-8,7-36-22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7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1541 4219 874,'140'-19'-9,"-41"5"6,36-5-2,0 4-1,-40 4-6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1869 4079 874,'140'11'-7,"11"31"2,-73 56 3,-113 10 0,-8-20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2778 4034 874,'-38'113'-30,"-7"-22"29,-10-1 5,-36 41 0,27-14-1,40-29-2,-9 17 11,20-19-307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2689 4064 874,'-7'109'-8,"10"-8"1,5 0 3,20 45 4,-2-16 1,-5-8 1,-25-36 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4261 2631 874,'-154'41'-19,"55"-14"10,-17 0 0,-51 9-1,22-11 15,16-10 2,16 15 1,18 133 0,76-54-11,-6 72-8,5-37 2,-4 28 0,-3 26-1,-1-8 0,8-41 1,-8 38-2,-6 20 3,-3 2 5,10-54 3,-1-6 1,3 7 5,2-2 4,8-15 0,6-40 0,12 9 0,10 0 0,14-7-2,6-15 0,38 37 4,76-27-8,-39-77-4,-22 2 1,19-14-5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9264 2636 874,'97'-8'-14,"-8"7"3,19 0 2,4-1 4,-18 0 2,58 8 13,-42 21-5,-47 76-3,-59 22-1,-23-34-3,-10 23-2,-8 21-4,10-44 2,-8 33 0,-11 32-2,-8 24-1,4-10 1,10-32 1,-11 31 2,-5 20 1,-4 9 3,-1 1 2,14-44 0,2-10 1,-9 15 1,-2 10 1,3-4 1,17-52 0,-4 15 0,4 2 1,5-7 1,7-27 0,-13 59 6,-26 3-2,-61-15-5,-4-64-5,-24-56-9,0-35-8,55 0-17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1781 6871 874,'-79'114'-11,"14"5"6,34-23 7,20 4 0,61 6-2,67-75-1,-12-61-1,16-87-4,-45 3 2,-27-41 4,-40 21 2,-56 23 0,-56 45 0,-8 70 1,16 68-1,10 13-292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2197 6861 874,'-32'122'-11,"-27"50"0,11-31 9,9-19 8,89-261-14,-19 27 5,1-6 2,19-46 6,16 60-1,4 201 0,-59 7 0,50-12-2,34-133-3,36-88-3,-17 51 4,-88 170-3,-28 19-1,-10-5 3,-4-10 3,-9-11 10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1824 6451 874,'168'-10'-21,"-51"8"8,15 1 2,-35-1 4,5 2 1,8 4-11,-15-1-6,24 2-44,-35 1-76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2361 6267 874,'114'17'-10,"2"11"3,-13 8 3,-13 82 7,-95-27-3,-56 13 0,-5-19-107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8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3121 6901 874,'-20'115'-10,"-59"25"4,2-27 0,5-19-6,7 8-10,18-18-30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3060 6931 874,'26'118'-10,"-13"-34"6,6 40-1,-6-10-5,-5-11-20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3732 7210 874,'-91'-60'-13,"-10"76"12,-4 82 2,112 14 0,120-63-2,10-100-8,-18-95-4,-71 39 8,-12 12 1,-9 8 0,-2-18 3,-1-9 2,-5 19 3,12-61 5,-91 262-5,33 0-9,-16 83-26,26-73 3,6-2-8,4-26-7,7 29-50,3-28-173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4089 7135 874,'109'-98'-12,"-11"-17"8,-35 21 5,-26 183-10,-70 49-1,-6 29-1,15-60 10,-10 56 0,11-72 6,-29 18 5,22-195-8,44-2-5,12-22-3,8 4 2,30-61-2,-18 81 8,83-60 4,4 65 1,39 66 0,-39 55-2,-113 97-3,-110-53-8,-85-9-5,72-50 1,5-21-2,-16 7-23,26-36-247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4267 6594 874,'160'-42'-22,"-46"22"12,6 4-4,29-1-24,-48 14-12,-15 3-188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4625 6328 874,'114'25'-10,"24"18"5,-42 6 5,-65 78 1,-85-43-4,-55-27-4,22-19-18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4721 7241 874,'-30'138'-12,"-16"15"9,11-43 5,68-250-8,-22 48 2,3-8 3,9-42 1,19 40 4,18 206-2,-35 9-2,72-64 4,16-203-12,-50 4 3,-66 286-1,-24 9-3,5-43-8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5317 7022 874,'-63'154'-18,"26"-59"10,-5 11 3,-4 3-5,7-20 0,-17 42-24,15-38-54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5374 7409 874,'-20'107'-10,"-18"26"8,-11-48 3,13-207-13,78-36 2,5 65 6,39-43 3,29 54 8,-15 67 0,-77 135 1,-98-32-8,-79-24-5,42-20 6,187 54-4,24-24-3,13 6-2,-10-4-29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3515 7536 874,'109'12'-11,"-18"3"1,29 3-1,29 2 0,27 0 0,-40-5 2,12 1-2,-8 0 2,3 0-6,38 6 2,15 6-24,-3 3-6,-62-11-5,-7 0-6,-27-16-6,-3 4-59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09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4304 8092 874,'-133'72'-16,"-17"51"6,41 2 13,54 0 2,67-33-4,118-114 1,-14-163-17,-76 100 7,-8-5-1,-4-8 8,-4 2 3,-3 14 1,13-34 3,-41 201 14,-12 70-29,14-55 3,1 18 3,3 9 0,-1-39 1,5-2 0,25 21 8,65-109-2,16-95-8,-41-61-2,-31 58-13,-27 15-10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4598 7837 874,'-74'140'-14,"7"32"5,43-75 7,8 3 2,5 41 1,13-16 0,72-23 3,32-102-1,-6-28-5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4298 8139 874,'133'19'-15,"-26"-9"4,1-2 0,-24-1 3,33-1 0,-26-2-14,24 2-11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5951 7596 874,'138'19'-12,"21"1"2,-33-8-5,-42-13-1,4-1-191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5937 7913 874,'116'13'-10,"57"9"2,-60-6 2,-23-3-6,13 2-4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7987 6630 874,'-158'0'-18,"46"11"6,-21 5 2,-10 0 1,26-2 5,25-4 1,-61 0 7,60 8 4,189 43 5,18-8-2,-8 54-3,-84 32-10,-68 9-4,-6-60 2,-6-3 2,-46 62-3,35-51 2,-8 6 2,-2 1 0,14-18 1,-10 54 8,139-24-3,33-82-8,10-14-5,-14-10-1,38-9 0,17-4-20,8 0-7,-42 3-8,-2-1-7,3 5-7,-15 2-4,-9-2-66,-7 4-9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7177 8471 874,'-10'98'-8,"-23"17"5,2-26 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7188 8139 874,'9'87'-17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8448 7286 874,'-105'98'-11,"26"19"8,47 21 2,40-32 0,42-9 0,100-31 1,1-58-4,5-76-2,-44-75 6,-63 13 0,-73-24-7,-73 21-6,3 60-14,-26 51-23,34 10-53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8995 7365 874,'-65'106'-11,"-8"27"7,14-14 6,114-240-15,-15-28 15,9 28 3,46 119-3,-9 74 2,30-12-2,-30-51-4,2-21-1,49-43 0,-46-24 6,-90 188-4,-49 22-2,12 3-11,13-42-14,9-8-776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0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8558 6905 874,'181'3'-28,"-50"0"13,22 1 2,9-2-22,-9-7-4,-34 1-1,22-18-52,-53 13-77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9259 6645 874,'152'51'-16,"-11"37"15,-59 26 3,-77 19-3,-40-46-1,-1 21-1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9886 7475 874,'-103'130'-15,"-9"14"2,31-38-5,12-19-113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9765 7445 874,'62'97'-11,"34"55"1,-9-14 0,-30-46-12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10245 7434 874,'23'128'-12,"-11"45"5,-9-76 5,-2-11 2,0 35 0,3-24 2,-13-194-8,8-7 1,-1 14 1,2 3 0,-2-15 1,-4-3 2,-4 0 2,-9-40 4,14-4 3,23 46 2,78 24-5,13 44-6,-23 31-2,16 7 0,4 4-4,-17-2-5,11 4-10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10243 7505 874,'82'0'-19,"-4"0"4,24 0 2,-29 0-9,9 0-9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10697 7746 874,'-17'112'-5,"-1"16"2,56-39 2,123-98-8,-46-5-17,-27-34-171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10853 7565 874,'-2'87'-17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10168 6721 874,'151'1'-18,"-40"3"6,24 4 1,11 4 2,2 0-11,-54-4 5,5 0-28,-13 2-38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10689 6554 874,'148'81'-17,"0"25"13,-61-19 6,-82 31 0,-56-3-4,-4-30-22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1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10332 7339 874,'149'2'-22,"-2"2"5,18-5 8,-76-1-14,-3-1 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11315 7580 874,'149'8'-14,"17"7"9,-69-5-3,-9 10-604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11411 7830 874,'108'25'-11,"-23"-14"5,3 1-5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12935 6826 874,'-161'8'-23,"40"5"11,3 3 5,31-4 1,-16 4 4,-57 10 7,20 6 3,89 52 6,154-1-12,-16-35-6,53 27 1,-51-7 8,-81 63-4,-70-5-5,-81 29-6,17-27 12,29-3 3,44-18 0,74-5-1,78-39 2,98-29-19,-61-23 3,-18-3 1,-18 0 2,6 4 4,-13-1 5,33 14 8,-28-2 29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12170 8517 874,'-2'116'-10,"-14"2"6,26-25-5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12186 8260 874,'-29'89'-2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12924 7774 874,'52'-128'-11,"35"18"8,39 60 5,-2 123-3,-64 29-4,-68 58 3,-26-45 3,11-244-7,133 4-2,11 53 14,-11 90-5,-59 77 1,-66 74 0,-12-80 0,-29 2 2,61-221-16,95-13-1,-16 54 13,9 11 0,-5 27 2,28 16 4,-76 132-3,-68 28-6,-20-39 1,-10 10-3,6-2 3,-2 43 2,128-11 5,14-38 14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13207 7143 874,'141'1'-19,"-29"4"7,25-1 0,10-1 3,-25-3-13,-23-4-5,-9 0-23,-4 3-38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13684 6947 874,'97'37'-15,"-9"2"3,11 13 3,-3 9 4,28 37 1,-72-12 12,-87 16-6,-76-13-3,-10-41-3,30-17-18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13921 7972 874,'-19'110'-3,"26"46"-2,58 1 4,74-76 0,-18-74-1,-25-84 0,-63-42 0,-49-8-2,-56 3 1,-64 38 6,40 70-2,8-5 4,3 21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14658 7113 874,'-55'136'-17,"14"-47"10,-9 18 0,-2 11 1,4 9 2,12-26 2,14-5 0,11 4 0,6-15 1,18 27-1,19 14 0,17 1 1,-11-37-4,85 47-18,-19-43-45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14742 7656 874,'6'97'-13,"-9"-9"4,-3 19 0,-6 5-4,-1-5 0,-4 28-33,17-19-29,9-12-121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14638 7614 874,'97'-12'-11,"-5"11"-1,18 5 3,-19 3 1,44 18-12,-44-7-21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14652 7883 874,'146'30'-18,"-47"-18"9,-6 0-10,-5 0-169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15082 8109 874,'-69'121'-9,"30"6"10,83-19-2,72-74-3,-9-15-6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15241 7928 874,'-89'104'-8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14727 7414 874,'85'12'-10,"4"6"-2,22 5 1,-17-5 2,-7 1-7,9-1-19,-12 5-251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15040 7324 874,'124'76'-6,"-50"65"-2,-33-54-6,-35-3-284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15482 7264 874,'91'127'-20,"-30"-36"9,6 25 1,-5 22 2,-10 14 2,-16-35 2,-18-1 1,-5-4-3,-22-15 2,-32 17 3,-28 1 0,-65 46 1,24-78 0,-16-13-10,21-7-3,15-16-12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16326 7209 874,'-115'-73'-19,"26"22"10,-15-5 2,16 8 1,-87-35 2,2 13-2,42 33 3,-26 4-1,-23 6 1,15 10-1,27 6 0,-30 7 0,-14 8 0,-10 11 2,58-4 1,-11 15 4,-14 15-1,27 2 0,17 1-1,-19 17 0,-4 11 1,3 4 1,46-24 1,1 4 2,-52 64 8,69-7-1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14623 6971 874,'-62'-111'-24,"2"22"20,-21-3 2,-44-7 2,30 38-2,-1 3-1,-71-35 3,61 39 0,-12 1 0,-12-1 0,17 11-1,8 9-1,-26-2 0,-6 5-1,34 8 0,-29 2-1,-16 2 1,-12 7 0,35 3 2,1 7 0,-28 9 0,-23 9-2,-9 9-1,59-7 1,-31 9-1,-14 3 2,45-6 2,4 0 1,1 3 4,9 0 2,10-3 2,10-1 0,-45-2 8,48-6-13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10685 5996 874,'-83'87'-10,"-5"-1"6,-8 38 7,77-18-2,113-41-3,-3-42-3,72-9-9,-79-8-9,-1-14-24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12132 7176 874,'-18'-103'-6,"-8"15"1,-16 0 2,-54-16 1,-28 11 0,-41 5-1,53 42 0,7 10 0,9 6-1,-32-2-2,-25 4-1,-19 2-1,53 10 2,-22 4 1,-23 6 1,-16 10 1,12 9 0,33 2 1,-31 15-1,-23 14-1,-11 14 1,57-16 1,-2 8 1,-3 4 4,12 4 3,28-12 3,-43 45 11,38 13-4,9-23 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1624 9014 874,'1'105'-9,"-5"1"0,-4 17 3,-2-24 2,1-10 1,-3-1-2,-3 21 0,-1 15 3,-2 4 2,8-44 0,-5 15 2,-2 2 1,4-13 1,4 36 6,126-42 1,7-99-9,42-10-4,-74 19 0,41-1-8,-38-8-15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2270 9951 874,'-84'91'-8,"13"40"6,53-22 0,40-19 1,59 6-3,7-42 3,20-40 3,-18-49-1,-26-100 0,-99-2-1,-23 40-2,-36 39-5,10 16-60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 9361 874,'-143'10'-16,"39"-6"7,-18 2 2,33-4 1,-6 2-3,-65 0-19,68 0 0,-43 8-51,40-3-66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1884 9226 874,'118'17'-10,"-7"11"4,-13 10 6,-8 70 3,-132-6-5,-65-6 0,20-57-294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2876 9467 874,'-60'93'-9,"-13"71"-1,28-26 5,15 3 1,18-24-1,6 26-2,9 5 0,-2-43 2,12 24 0,12 6-5,-2-22-9,49 24-42,-8-51-81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2872 10113 874,'-7'120'-7,"2"39"1,3-50 4,-12-214-16,24-62 9,7 18 9,21 33 6,59 225-1,-62 29-4,6-38 3,67-239-10,-73 48 5,13-38 6,11 1 2,4 236-4,-75-15-7,-5 7 0,-10 62-4,10-65 0,-12 48-14,-2-43-37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3566 9920 874,'-42'117'-12,"10"-33"5,-3 20-1,-5 16 1,8-18 2,4-16 1,0 4-4,-21 67-28,6-12-29,19-59-59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3581 10328 874,'10'139'-13,"-10"-49"7,-2 12 0,-2 57 4,-4-49 8,-22-228-13,17-35 2,9 67 4,9-7 3,24 5-1,57-23-1,59 85-1,-36 60 8,-121 88-3,-76-63-7,-65-27 1,46-27 5,206 94-2,17 5-7,-26-27-11,-7-10-34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3657 9724 874,'125'121'-22,"-51"-29"13,1 27 0,-1 22-1,-17 2 2,-18-38 1,-14 17-17,-5-30-11,-16 24-8,-23 4-5,-19-8-5,-1-24-6,-64-11-71,16-39-113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4149 10132 874,'132'8'-11,"32"17"-1,-68-9-2,-9 10-593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4164 10328 874,'141'-2'-16,"-33"-21"3,-6 5-15,-18-3-45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4829 9980 874,'-63'121'-11,"28"25"7,34 0 2,46-31 2,31-27-2,51-44 2,27-88-1,-48-44-2,-44-66 0,-57 63 2,-18 3 1,-30-33 1,-68 26 1,-40 65-2,48 18-2,18 36-838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5424 10071 874,'-61'103'-11,"14"46"6,25-19 1,13-36 6,-10-180-4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5325 10035 874,'92'64'-4,"15"-10"1,62-47-3,-84-32 3,24-28-1,-15-51 5,-29 1 5,-68 188-3,-25 68-9,15-53 1,5 10 1,2-22 3,1 85-4,3-69 1,-5-16-285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5042 9560 874,'89'-1'-8,"31"2"-17,36 4 6,24 4 5,-28-1 2,-27-3-24,-14-4-4,-23-1-2,32-26-67,-36-5-357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5757 9317 874,'97'53'-10,"34"42"6,-29 42 5,-100-33-2,-39-19 0,-40 1-436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6380 10086 874,'-40'100'-6,"-20"21"0,4-24 4,5-3 2,4 20 2,14-29-180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6249 10071 874,'54'128'-15,"-17"-42"10,19 45 0,-9-23 6,-10-16 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7466 10169 874,'5'125'-12,"-6"-37"6,1 13 1,-2 8 1,1 0 2,-2-18 2,-15 36 5,-73-176 2,74-45-12,8-21-2,7-60-3,21 61 5,15-2 4,1 23 1,46-54 5,25 50 4,14 72 1,-25 58-4,-66 85-4,-59-17-4,-98-15-3,-3-52 2,27-53 0,16-16-104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7888 9659 874,'-118'0'-11,"-22"0"3,12 0-3,19-22-5,9-12-33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7486 9361 874,'127'39'-16,"-42"-2"9,-1 11 5,27 36 4,-76 1 2,-79 23-6,-59-22-1,17-28-13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7746 10389 874,'21'134'-9,"-22"-51"5,-6 6 1,-3 0 1,0-2 1,-7 31 2,25-230-7,5-3 1,-2 19 2,5-57 3,5 26 4,68 158 2,-48 67-3,-1 39 0,63-159-8,-54-94 1,-11 21 2,26 222-3,-90 3-4,-13 36-13,16-77-15,-6-5-371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8356 10418 874,'-62'159'-22,"13"-55"10,-10 14 2,3 6-8,14-3-7,6 38-38,17-68-31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8287 10813 874,'-3'91'-12,"-2"-8"3,-4 13 1,-8 39 6,-15-41 8,-5-241-14,37 43 5,8 0 2,12-43 0,51 26 5,18 60 1,76 73-4,-29 33 0,-71 54 7,-168-34-7,-54-44-3,30 1 7,107 90-5,74-18-11,17-2-1,38 36-33,-18-51 4,-5 1-51,-1-16-30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1586 11898 874,'-146'-88'-7,"29"51"3,8 29 1,-11 49 1,32 29 0,25 74-1,50-7 1,57-1 2,55-28 2,1-62 1,39-112-3,-44-36-6,-55 8 1,-9-25-1,-10 1 1,-8 23-1,-3-24 2,-6-11 1,0-5 3,-2 36 1,2 3 1,6-1 3,6-30 5,2 234-5,-15 18-13,-2-38-1,-2 48-1,-2 37-3,-5 25-1,-1-29-25,-2-21-6,3-51-8,-12 29-4,6-25-27,-9 14-84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1623 11157 874,'29'116'-14,"-17"-19"5,-5-6 1,-4 84-2,-10 8 3,-5-57 2,-7 6 3,4-33 3,1-3 1,-1 4 5,15-6 0,82 39 3,23-75-3,13-48 0,9-51-3,-27-6-3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2295 12179 874,'-84'147'-7,"64"-29"3,40-13 1,59 3 0,40-27 0,-6-79 4,-10-73-1,-50-46-1,-56-28 1,-36 32 0,-60-10-4,5 38-9,6 16-21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2250 11555 874,'-127'-18'-11,"43"9"5,-13-3 0,-7 0 2,1 2-4,-43-2-10,58 5-16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 11323 874,'140'36'-19,"-29"8"8,0 38 14,-67 8 0,-63 21-4,-29-13 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2853 11580 874,'-64'109'-12,"-14"52"3,42-51 4,9 16 0,12 11 1,6-42 0,13 18-1,16 12-4,-4-31-3,14-6-7,3 17-27,8-21-692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2853 11879 874,'30'134'-13,"-4"44"3,-17-81 7,1 41 4,-36-242-3,27-17-2,10-8 3,8-8 2,12 25 4,41 248-9,-47-50 1,17 54 0,60-97 8,-64-128-7,-4-35-2,9-31 0,2 46-2,21 249 2,-71-40 0,-7 20-8,0-15-8,-3-23-9,-3 24-50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3665 11655 874,'-54'140'-17,"17"-40"6,-5 24 1,-5 16 0,5-11-12,10-28-5,-4 8-5,-28 63-64,28-81-28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3635 12048 874,'-14'124'-12,"8"-38"6,-1 18 0,3 9 1,3-17-4,7 33-7,0-38-24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3568 12019 874,'95'-51'-7,"7"31"5,-7 38-1,-10 52 1,-35 19 0,-78 1 0,-59-35 1,-27-33 0,13-12 4,119 92 1,68 10-5,18 20 0,-10-77-13,-8-58-823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3925 11746 874,'110'115'-18,"-53"-25"7,-4 25 2,-16 11 1,-22-3-6,-7-34-7,-37 48-44,-58-58-32,4-31-105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4194 12929 874,'-148'-3'-19,"38"-13"8,-18-9 2,-15-10 1,-15-2 2,25 5 1,12 7 1,-10 1 2,22 5-4,-43 1 1,-35 2-1,-23 3 1,48 5 1,-2 0 1,-14 0 2,6 1 4,32 3 2,43 0 7,-6 0 7,19-4-279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2416 12731 874,'22'95'-11,"-15"-10"2,-5 23 1,0 13 1,-1 10 2,0-41 2,6 9 4,10 59-1,0-68 0,4 15-1,-99-208 5,-23-50-11,-11 27 5,-15 70 13,12 109-7,71 40 0,65-9-4,39 13-4,71 53-9,-22-83 5,17-25 1,-4-37 4,47-48 0,-45-104-1,-84 60 2,-11-22 0,-10-9 5,-7 9 2,0-51 10,-7 52-1,-42 267-10,26-31-11,7-10 0,5-10-1,13 26-16,9-2-8,3-33-7,-3 5-44,2-18-279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2524 13270 874,'148'41'-20,"-40"-15"9,19-3 1,11-11-8,-55-6 5,35 8-31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4387 12727 874,'128'3'-13,"-37"6"7,51 14-4,-51-7-9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4416 12923 874,'132'37'-17,"-38"-13"5,7 3-12,-1-8-6,-13-2-84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5448 11655 874,'32'107'-10,"-4"71"-1,-17-59 4,0 14 1,-2-19 1,-2-14 1,1 17 0,3 64 0,-7-81 7,-1 43 5,-93-153 12,-11-99-18,7 29-1,-22 44 0,90 156-2,149-1-10,25-34-6,-7-46-22,-15-91-30,-36-8-87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5839 12436 874,'-35'92'-6,"-7"48"0,32 8 4,30-36 1,35-13 2,35-33 0,-5-93-1,-7-109-5,-39 3-3,-35 37 4,-16-6 1,-7 15 3,-42-62 0,-34 16 3,25 48 17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6194 12409 874,'0'127'-11,"-2"40"3,0-73 10,-5 34 1,10-245-12,1-18 1,-3-2 7,-2-25 8,28 78-4,56 179 0,-45 2-5,10 11 1,44-54 5,-14-162-9,-19-9 4,0 19 4,17 208-7,-66-3-2,-3-13 2,-4-6 0,-5 8-6,-16 24-19,5-36-37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6542 11927 874,'-157'-2'-16,"64"3"9,-10 3 1,18 0 2,-5 4-12,-18-1-28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11730 874,'101'53'-11,"35"48"3,-56 36 10,-89-28-1,-68-15 1,-8-59-187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6910 13122 874,'-144'-58'-12,"-36"11"5,67 26 2,-11 5 1,20 5 1,12 7 0,-6 2-4,-82 4-13,67 2 1,-3-4-7,20 2-18,-9-2-38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5986 13120 874,'-10'141'-9,"3"-40"1,4 9 4,3 0 4,3 26 0,-89-142-4,-18-122-1,19 49 10,-5 135-1,119 59-9,63 16-5,49-48 15,-47-83-5,-6-27-1,45-52-5,-17-96 3,-54 28 7,-35 10 2,-68 282-9,20 17-4,14-9 3,12-28 7,32-30 32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6070 13393 874,'92'30'-12,"87"-5"-4,-79-46 11,-9 9-9,-2-15-15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6921 12757 874,'-51'155'-17,"23"-58"8,-4 16 1,4 16 1,7-33 4,5 7 1,2-10 0,0 1-2,-6 15-4,-5-12-1,-33-8-21,-1-3-543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6851 13421 874,'0'126'-11,"0"-42"8,0 7 2,0 34-1,-23-265-13,24-21 9,6 23 6,9 47 2,15-4 0,34-38 3,34 50 2,-5 78-1,-48 97-3,-74 9-4,-60-25 3,-5-33-1,7-8-1,62 61-2,72 26-9,16-29 2,-3-9 4,47 51 8,-23-60 15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7516 12832 874,'-75'113'-15,"-5"28"4,16-21 10,24-35 8,-1 2-620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7397 12757 874,'40'105'-10,"28"52"2,-24-62 3,17 30-12,-18-41-9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7769 13072 874,'63'-91'-10,"24"-56"5,-18 6 4,-29 45 3,-29 223-11,-25 31-4,0 39-2,11-50 6,0-49 1,3 26 4,0 10 2,-4-11 9,1-37 0,-20 36 9,-22-248 2,43 23-21,8-7 2,12-59-5,3 61 5,10-7 1,-2 21 0,41-71 3,34 49 7,-2 108-5,-46 140 0,-80-40-6,-95-17 0,6-55-6,6-62-12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8428 12485 874,'-115'-31'-11,"-48"-4"6,71 23 0,-41-1-9,48 1-4,0-4-187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8023 12198 874,'106'36'-7,"29"61"1,-49-7 5,-49 1 3,-58 8-2,-63-55 2,-3-13-106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8198 13215 874,'-12'107'-9,"-10"26"5,9-28 1,33-218-3,-5-38 4,-6 34 4,55 237 1,-20-36 3,77-115-5,-30-95-8,-44 35 7,-94 250-6,11-33 1,1 4-11,13-38-30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8833 13120 874,'-51'104'-10,"-42"52"-3,39-61 8,-2 6 3,-17 50 0,25-25 5,46-39 3,-5 1-428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8688 13491 874,'4'110'-7,"-8"-9"4,-3 0 1,3 11 0,-31-225 2,43 19 0,11 7 0,35-45-1,63 44 1,-24 77 3,-77 120-2,-122-46 2,68 34-8,127 7-8,27-11 1,8-42 15,-30-103 1,-11-32-607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8991 13028 874,'135'37'-16,"-42"-12"9,-5-2 13,18-1-2,-22-4-4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9155 12863 874,'0'117'-10,"7"2"3,9-13 0,20-3-13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9581 12888 874,'-8'125'-7,"6"-41"3,6 6 2,14 34-1,15-20 4,80-21 0,-4-245-6,-81 18-5,-32 57 9,-16-4-1,-15 5 2,-42-44 2,-19 53 2,6 105 3,23 58-23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9947 12932 874,'-20'116'-7,"-8"48"1,16-79 5,-1 32 1,30-211-6,-10-21 1,0-50 0,-1 76 8,17-26 1,18 222-3,-12 17 0,2-35 4,86-93-5,-37-83-1,-20-11-1,-11-1 2,31 183-9,-67 63-4,-5-13-7,-6-35-21,-5-15-129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10358 12395 874,'-156'20'-15,"63"-14"7,-11 0 3,-7-2 1,17-2-4,-48 1-12,47-4-21,8-5-382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9795 12093 874,'129'31'-16,"40"72"3,-43 50 10,-98-67 6,-16 36 0,-38-17-1,-31-5 1,-10-16-184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10773 12878 874,'-69'112'-11,"-11"17"4,10 17-5,34-33-6,12-21-26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10644 12832 874,'44'165'-19,"-11"-63"9,7 10 1,-2-12-3,-6-9-21,-4-6-70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11293 13063 874,'-41'-104'-3,"-61"20"-1,18 63 2,-13 90-1,75 84-4,38-69 3,28 36 1,75-70 7,-25-189-8,-31-26-7,-34 32 3,-6-22 2,-8-6-1,-10 5 5,-4 29 2,-5 33 5,-10-29 6,-15 303-7,22-83-8,0-1-1,1 31-2,5 15-14,8 2-9,-3-48-7,7-4-6,-2 5-55,10-11-487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11528 12543 874,'-1'143'-13,"-1"-56"8,4 14 1,3 11 0,2 2 2,-1-16 1,-7 42 6,-64-231-4,58-6-8,9-15 1,4 14 4,21-71-1,2 84 5,53-50 3,7 74 3,3 108-20,-106 65 18,-124-28-6,23-122-6,30 4-4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11904 12186 874,'-133'0'-13,"44"-1"11,-52-6-6,52 1-4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11628 11942 874,'125'68'-12,"-4"28"7,-39 21 4,-67-18 3,-88 20-2,-38-66 4,11-33-1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11792 12845 874,'-16'111'-6,"-6"35"1,1-39 6,24-211-5,14-33 5,24 2 1,39 252-6,-18-17 7,39-106-3,-36-80-1,3-53 0,-22 51 3,-76 181-4,-22 83-9,27-73-10,24 9-12,2-25-55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12457 12727 874,'-103'130'-18,"-21"22"6,60-63 9,4 3 5,-21 32 3,-4-48-430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12276 12997 874,'-26'144'-14,"12"-55"7,-10 51-2,-9-243 10,66-14 5,43 4-2,15 39-3,29 58 0,-28 99 4,-225 17-4,29-22-1,78 12-3,70 18-1,47-12 3,-2-11-182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12469 13382 874,'-128'13'-12,"41"-16"6,-17-6-1,-9-6 3,-3-4 0,19 1 3,-85-7 1,78 12 0,-58-5 3,59 6 8,18-2-194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11605 13421 874,'-20'120'-10,"6"18"3,-3-38 7,-77-113 0,11-75 2,62 211-5,94-10 2,48-68 2,-21-67-1,7-94-4,-36 2 5,-25 13-1,-37 268-6,-19-66 10,0 37 1,3-44 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11628 13542 874,'156'34'-20,"-55"-22"10,51-16-2,-44-4-14,-21-16-772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12789 13059 874,'-61'153'-17,"16"-62"8,-9 13 2,-1 13 0,0 16 4,8 11 0,16-52-4,6 23-6,2-26-5,2 19-14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12631 13361 874,'4'137'-14,"-6"-9"8,-10-8 7,-18-1 2,-13-258-10,47 11 12,26 20-2,107 7-4,-32 93 3,-18 37 0,-104 62-1,-102-57 0,35 48-2,110 41-2,27 1-4,50-2-7,-4-44-26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13626 13006 874,'-11'-91'-3,"-37"-39"-5,0 31 3,-7 7 3,-41-37-1,-9 4 1,-44-36 0,26 43 1,38 52 2,-14-3-2,-18-5 0,-2 4-3,30 18 1,-27-11-2,-18-2 0,-10 4 1,30 15 1,5 8 1,-19 5 2,-19 5 0,-10 6-1,49 8 1,-36 4-3,-25 4 0,-15 3 0,33 7-12,15 3-9,-15 11-7,-5 18-9,6 16-7,52-19-6,-9 23-6,-2 16-5,-2 14-3,3 5-3,14-5 4,-45 50-46,28-3 36,45-25 29,11 2 23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6739 6824 874,'-86'-79'-6,"-10"-6"3,-2 5 0,-34-17 0,-35-4 0,32 28 2,-38-12 1,76 42-1,-67-25 0,46 25-2,-17 0-2,24 7 1,0 4-1,-26-3-1,-16 3 1,-10 4 1,-9 4 1,53 7 0,-18 4 1,-22 5 1,-19 6 0,14 6-2,32 2 1,-28 8 0,-14 13 0,-2 7 2,47-7 0,0 6 0,-12 15 3,-3 11 0,12 2 1,36-16 0,-12 15 0,-3 11 1,0 6-1,-43 41 5,18 6 0,52-36-1,29-2 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15926 639 874,'19'111'-10,"-1"66"0,-7-50 2,0 33-2,0 22-1,-5-54 2,-2 60-12,-1-60 3,-6 60-6,-10 54-2,0-33 3,-4-2-1,-4 55 3,2 48 1,4 36-1,6-114 2,5 83-1,3 62-5,-2 47-2,0-56 4,1-41 1,2 65 4,0 42 3,0 32 4,-1 19 3,1-122 2,0 13 2,0 60 1,-5 40-1,-7-12 2,2-124 1,-9 72 0,-1 45 3,4 31-3,6-100-1,1-16-1,0 65-2,-3 46 1,-1 25 2,4-169-1,-6 95 0,-3 71-2,0 55-5,5-78-1,4-49 1,9 114-3,12 90-1,-3-225-37,-11-295 26,4 29-2,1-36 9,3 53-10,1 0-18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17659 1514 874,'-119'46'-10,"-41"73"-4,53-8 6,27 3 6,8 47 3,50-52 5,137-36 2,58-116-13,-87 20-8,3-18-14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17584 1018 874,'-26'160'-26,"9"-42"17,-1 18 0,2 8-5,4 7-8,6 1-5,0-27-4,1-20-5,0-13-29,2-5-47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18016 1605 874,'-42'124'-13,"-11"52"12,40-86 3,42 21-1,87-157-7,-54-44-2,26-73-8,-44 52 17,-17 14 1,-21-44 3,-113 104-3,-18 67-3,42 5-4,-45 8-12,42-10-42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18360 1531 874,'-34'140'-17,"14"-43"10,-4 9 4,2 2 6,3-20 1,1-1 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18362 1532 874,'101'69'-5,"20"-87"1,-11-50-2,-10-32-6,-8 20 7,-76 173 0,-54 6-2,-24 63-3,24-53-6,6 6-8,9-11-10,0-15-27,6 2-40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18961 959 874,'-129'36'-20,"25"-4"8,-16 7 4,0 2-5,-33 7-26,55-19-18,14-14-662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18637 802 874,'109'-4'-12,"45"35"11,-53 66 1,-96 20-2,-64-17-2,-13-15-185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17170 2389 874,'168'-16'-21,"-44"2"9,20-3 2,-8 3 4,-35 3-10,22-1-5,81-9-46,-63 10 20,-32 3-5,2 2-5,13 6-4,-6 11-5,-27-3-40,0-2-27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17879 3028 874,'-124'120'-19,"-3"40"17,78-73 3,13 2-1,15-2 1,17 42 2,100-102-2,-11-119-6,-37-15-4,-2 16-12,-10-12-12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17925 2555 874,'-18'129'-13,"3"-32"5,-3 28-2,-6 27-1,-2 23 1,3 12 3,4-10 4,12-33 8,3-44-1,26-6 6,62-182-2,-36 0-308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18223 2706 874,'-18'106'-14,"-5"2"-3,-7 22 3,-1 11 6,5-2 3,7-11 11,6-28-1,24 44 5,83-69 1,-8-171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17945 3292 874,'132'-94'-20,"-39"34"9,65-37-6,-66 41-12,-8 12-84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19425 1709 874,'-43'140'-21,"7"-28"8,-10 27 1,-12 30 0,-11 30-5,-12 22-4,-12 12 4,-4-5-26,3-13-13,13-29-5,15-24-4,21-52-3,12-11-3,-6 44-68,35-31 24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19055 2804 874,'-3'113'-13,"0"-21"7,-7 20-1,-6 9 1,-3-9-3,-10 41-15,-4-31-29,-2-22-93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19042 2956 874,'59'-94'-11,"66"-7"4,0 43 4,-25 41 4,-6 115-1,-114 28-3,-37-34-3,-26 3-2,-17-8 3,-60 25-3,4-63 16,70-98-1,122-40 7,62 97-9,-12 74-4,-3 74-2,-14-39 0,34-55-1,-20-21-25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19569 2061 874,'108'-33'-10,"59"5"1,-79 22 2,22-6-11,-23 19-584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19584 2314 874,'109'0'-6,"8"0"4,-1 0 3,-30 1-7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20433 2072 874,'9'-136'-12,"43"-14"8,41 32 6,23 114-3,-69 99-4,-42 9-2,-16 21-2,2-30 1,-6 1 1,-3 2 5,2-3 5,2 37 6,126-130 8,7-192-28,-30 11-8,-44 65 16,-9 1 3,-12 22 3,-2-66 4,-34 10 4,-101 102 8,4 140-16,97-12-1,173-4-8,-57-91-1,-12 8-9,4-17-11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20981 2218 874,'-20'113'-12,"-23"55"7,14-76 4,-17 42 1,9-41 2,-23-3 11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20895 2311 874,'118'48'-5,"-16"-62"0,5-74 3,-148 259-1,22-25-1,8-47-3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21598 2102 874,'-30'132'-13,"1"-42"5,-15 22-2,-10 9 2,-7 10-7,-5 3-7,12-22-4,7-11-13,3-6-6,-31 64-64,28-65-56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21492 2751 874,'-14'145'-15,"-1"-45"7,-8 16 0,-2-4-4,-4 18-10,9-44-21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21502 2619 874,'135'-68'-6,"-8"76"4,-74 86-1,-126 61-7,-35-36-4,-18-44 16,35-22 1,142 42-1,48 27 3,-16-29 1,22-57-7,-10-39-2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20627 1348 874,'128'8'-11,"-42"-4"5,19-2 0,14-4 0,6-7 1,-4-9-3,-33 1-1,36-43-25,-40 8-52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21208 1151 874,'125'39'-9,"-28"12"7,-63 90 0,-71-37-1,18-12-4,-30 4-4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21938 2232 874,'86'-7'-10,"1"1"-2,33-5-1,-9 2-16,-24 3-13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22474 2248 874,'24'-149'-14,"-5"65"10,10-5 2,7 2 3,32-22 1,-3 255-12,-74-30 3,-9 65-3,4-74 5,4-13 11,12 16 1,118-200-2,-24-63-16,-43 49 5,0-6 3,-12 2 6,-18 11 0,-52-3 3,-68 203 8,146-8-5,139-84-20,-87-8-12,23-30-22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23284 1348 874,'-104'17'-16,"8"1"3,-16 6 3,-6 1-4,6-4-6,15-4-13,2 1-18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22802 1199 874,'152'-2'-17,"-65"8"9,31 1-3,-4 33 18,-42 60-4,-75 6-2,-70-11-2,-11-16-187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22973 2451 874,'-17'111'-7,"17"0"7,108-73-6,-21-83-2,13-59 6,-53 11 5,-81-8-1,-76 52 0,14 73-1,11-13 1,-4 27-4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23673 2057 874,'-55'160'-20,"14"-65"12,-10 13 2,-4 5-4,-2 3-1,-1 2-7,4 2-5,11-25-12,5-10-8,-18 37-59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23587 2555 874,'-24'141'-14,"3"-54"9,-5 12 1,-15 50-3,1-16-6,1-14-8,8-35-22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23432 2756 874,'42'-88'-10,"56"-6"6,30 39 3,-9 52 1,-4 73 1,-76 16-1,-128 47-6,-37-35-6,-41-29 2,79 24 19,169 3-6,44 7-8,-38-33-12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24167 758 874,'-72'93'-10,"-45"29"6,16-33 2,13-12 1,-36 47-1,40-32 0,-12 16-3,11-13-2,8-9 0,-15 14 0,-6 7 3,6 6 4,9 7 2,25-30 0,7 11-1,0 23 0,0 16-2,3-4 0,13-36 1,-4 16 0,2 6 2,5 0 1,11-30-1,6-6 1,11 6 0,16 2 0,14-8 0,31 42 4,36-2-4,29-16-4,55-1 0,-74-58 0,55 21-1,-55-35 1,2 2 1,-4 0 0,45 19 3,-42-8 3,-9 6 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23272 3310 874,'89'40'-3,"35"29"-3,-25 3 7,-26 28-1,-86 41-2,-66-32-2,-45-32 1,10-27 1,30-18-8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22683 4204 874,'-120'127'-13,"44"-11"12,28 21 4,74-6-2,99-59-4,-10-117 1,-14-59 1,-43 8-1,-54-38 4,-65 34-1,-74 43-3,-16 55-4,63 30-6,3 22-427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23049 4752 874,'119'-151'-13,"-50"23"9,-21 9 2,-32-14 4,-32 29 0,-69 53 2,19 217-7,68-67-1,11 65-7,6-48 6,2 12 1,-1 9 2,-4-15 1,-5-26 0,-7 15 3,-11 3 0,-10-9 3,-55 21 3,-38-165-1,89-145-15,29 92 3,8 4-1,16-16 0,9-1 3,-2 18 3,37-27 9,56 75 3,-24 166-2,-60-17-9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23274 4306 874,'-22'118'-8,"4"-34"3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23788 4291 874,'-31'112'-10,"-37"25"4,-6-8-5,13-28-4,-12-4-70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23443 4366 874,'29'98'-8,"39"33"8,60-39-1,24-100 0,-31-74-2,-63-24 3,-164 48 0,47 175 2,120 14-4,39-56-2,23-23-8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24279 4668 874,'62'-87'-5,"-200"164"-2,41 67 5,188-45 1,23-131-3,-4-55-5,-20-65-3,-46 36 6,-8-15 0,-11 41 2,-6-11 8,-7 3 0,-15 11 6,-34 194-15,1 46-3,23-49 6,14-2 6,23 42 3,65-47 7,7-53-290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24931 4317 874,'-121'17'-12,"-15"41"8,26 25 3,65 13 3,101-8-3,79-84 2,-40-144-2,-75 53-2,-2-52-5,-47 262 18,46 7-5,67-38-2,14-220-8,-58 15 0,-3-16 4,-61 243 1,25-1 3,127-121-1,-60-85-10,-53 0 9,-104 192 0,67-2 3,60 2 0,88-108-6,-12-105-9,-39 27 0,9 139 19,-92 73-6,-52-16 2,-153-12-10,116-60-11,5-9-6,5-33-562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23503 5060 874,'-4'132'-12,"-6"-40"4,-8 23 1,-17 17-1,-16 5 1,-10-12 3,6-25 4,-46-5 6,17-48 25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23145 5361 874,'35'-87'-16,"94"-56"-2,-29 81 12,14 22 2,2 22 2,-10 19 3,-17 20 3,29 38-1,-88 56 3,-70-11-2,-143 23-11,59-77 1,-1-15 0,21-11 4,-40-23 11,235 26 12,3 82-23,-10 25-1,26-23 7,15-75-3,-27-77-6,-10 17 0,-2-33-24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25065 3855 874,'-118'-4'-16,"14"1"5,-28 3 0,-20 3 0,-17 5 3,-13 2 2,-8 5 1,-7 2 2,18-1-2,31-3 0,-9 3 2,41-3 2,-39 12 0,-21 11 1,49-10 1,-15 10-1,-9 7 2,5 4 4,39-12 3,16 1 1,-59 85 7,74 15-5,57-44-10,13 15-3,7 9-1,6 57 0,-1-58 0,1 10 1,-5-14 0,0-15 0,-6 24-1,-4 12 1,-3 7 0,5-47 2,-1 12 0,7 3 1,7-3 1,11-10 0,35 42 3,68-32-2,-21-60-5,-16-11-2,13-11-1,33-5-4,25-6 0,11-5-1,-51-3 2,29 1 0,19-2 3,5 1 2,-29 0 3,-15-1 0,20 0 3,7-2 0,-4-4 1,-52 2 0,8-3 4,-5-8-1,43-19 5,-30-38-6,-43-27-2,-37-83-6,-25 81-3,4-56-2,-2 66 5,9-46 3,35-20 2,17 31-2,84 0-7,-15 62 1,29 45 4,-69 20-1,53 2 1,-50 0 1,9-1-1,-16 0 1,67-1 3,-40-15 1,-8-45-2,-28-26-2,-35-44-1,-43-28-3,-27 57-1,-5 2-1,-30-66 0,14 64 4,-5 3 1,-31-37 2,-39 3 1,27 71-2,-37 10-2,27 8-2,13 8-6,-2 13-821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5811 14014 874,'-70'0'-1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16998 6267 874,'-8'130'-7,"6"-38"2,2 15-1,-2 9 0,-1 1 2,-1-25 4,-10 69 1,-9-22 1,-2-35 3,-66-142 5,27-78-8,-35 52-2,-4 93-2,37 62 1,81 33 0,116-44-3,38-157-6,-40-25 0,0-68 4,-47 33 9,-11 28 5,-23 210 7,-58 31-15,12-15 3,81-52-1,8-177-3,-61-7 3,-70-27-3,-33 30 2,-21 55 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17338 6709 874,'15'121'-10,"-22"27"7,-13-53 3,19-254-10,14 14 2,35 16 13,46 109-2,-12 130 2,24-57 2,26-168-15,-29-16-5,-16 46 18,-39 257-12,-62-58 1,-12 54 3,-4-32 14,-22-47 15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18032 6116 874,'-155'48'-17,"69"-20"11,-10 1-4,0-7 1,8-24-2,-12 9-19,16-40-381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17722 5935 874,'140'12'-14,"23"31"11,-73 52 3,-141 58-5,-88-22-16,36-42-23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16709 7186 874,'128'-11'-8,"-25"3"-4,2 2 2,78-3-7,-9 5-16,-52 1 7,18-1-11,-25 1-8,-13 2-6,16 3-4,-30 0-32,24 2-65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17168 7734 874,'-96'153'-17,"36"-60"8,0 4 5,5-3 4,13-7 4,27 29 2,138-167-12,-33-79-8,-41 17 4,-2-29 1,-7-9-1,-12 38 5,-7 9 12,-1 12 0,-55 253-6,6-17-5,9-44 1,0 11 0,10 4-1,8-19 11,21 23 5,97-136 7,-20-143-19,-40 23-8,-2-26-4,-18 58-17,0 2-28,-13 19 18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17408 7460 874,'-13'97'-13,"2"-8"3,-1 19 0,-1 8 3,5-3 13,15-19-2,91-26 13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17275 7856 874,'166'-133'-36,"-49"45"19,-15 13 2,-3 0-1,-13 9-38,-1 2-12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18145 6976 874,'-56'148'-25,"10"-36"13,-2 18 2,0 14 4,3 10-7,5 3-8,8-4-5,8-29-6,13-31-13,-2-2-35,16-7-203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18115 7369 874,'-16'162'-18,"6"-59"10,2 14 2,2 8-4,-2-10 0,-11-28-4,2 26-28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18020 7592 874,'67'-119'-13,"67"9"8,17 55 4,-55 78 3,-91 99-6,-78 5-5,-39-18-2,-32-18 4,114 12 14,117-41 4,19-13-1,-17-7-19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18746 6947 874,'-37'138'-13,"-32"30"2,-2-27-5,23-52-11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18631 6916 874,'99'130'-11,"-24"9"8,-14-13-1,-18-38-5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19138 7096 874,'77'-127'-13,"7"-7"11,-11 39 3,-21 239-17,-71-19 7,-11 22-1,-3 6 1,8-44 1,-6 35 1,-2 17 3,0 2 2,3-14 4,5-32 5,-4-19 11,19-236-10,19 23-11,11-27-3,9-6 1,-9 46-1,14-21 2,17-3 3,9 7 4,10 15 2,48-28 7,3 62 2,-20 76-1,-61 129-6,-162 25-18,-15-62-1,44-74 0,-52-54-24,46 3-36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19167 6514 874,'157'-7'-17,"-53"-1"8,11-4 1,-6-8-4,-15 6-7,2-5-10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19450 6267 874,'109'44'-11,"3"41"8,-45 29 2,-57 2-1,-49 26-4,3-42-7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19504 7594 874,'-3'109'-12,"-7"63"8,-14-66 5,11-225-10,22 23 2,1-1 11,8-33 2,84 188 0,-1-29 0,-30-128-12,-23-6 1,-2 9 7,-4 195-6,-54-14 0,-9 50-2,8-3-8,3-43-17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20159 7278 874,'-40'143'-24,"-1"-32"17,-14 20-7,-8 12 4,-3-5-16,4-10-5,10-23-4,11-21-16,-4 7-56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20161 7787 874,'-19'116'-12,"1"-29"6,-5 17-1,-2 1-2,1-18 0,1 10-14,-9-12-778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20065 7622 874,'89'-43'-10,"39"27"7,-9 60 3,-83 87-1,-62-8-4,-35-23-2,-56-27 10,166 14 7,23 41-8,43-36-1,-31-54-105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20702 7110 874,'136'-29'-8,"-45"18"4,0 6 6,29 19 1,-34-4-54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20791 7307 874,'117'4'-10,"71"-27"-4,-99 12-2,-2-2-3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21589 6979 874,'-50'95'-9,"-14"27"5,29 20 6,58-30-2,88-32-4,3-53 0,43-70 2,-35-73 4,-83-6-1,-111-28-4,-82 30-8,64 55-10,5 34-98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22069 6690 874,'-94'12'-10,"6"-1"-1,-16 2 1,-9-1-3,4-7 0,20-25-8,-18 9-30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21655 6509 874,'126'11'-11,"26"23"5,-21 34 10,-79 15-3,-106 34-4,-36-25-4,-7-40-8,13-22-32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22959 5784 874,'58'101'-6,"31"64"-11,-41-67 14,-6 4 1,-9 6 2,-10-24 1,-11 69-1,-47-10 0,-48-22 3,-48-21-3,-17-28 1,33-22 4,18-12 1,13-10-48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22716 6479 874,'-33'116'-9,"-37"27"7,-8-14 2,23-30 2,39-7-1,127-22-3,9-70 2,31-14 0,-55-16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23330 5950 874,'49'110'-11,"-2"10"3,-6 8 1,-20 37 7,-29-74-1,-25 44 1,-60 3 3,-22-28-3,-22-14-7,-12-19-9,46-44-18,16-19-68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22707 6494 874,'-54'99'-9,"-15"2"0,0-14 7,-5 27 6,66-17-6,103-32-1,-11-48 0,61-1-3,-57-12 6,52 2-1,-48-12 5,-68-81 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22668 6540 874,'41'88'-8,"9"13"4,-1-6-1,3-3-5,4 4-22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17032 8924 874,'-123'51'-17,"35"-2"7,-14 16 2,1 10 2,6 6 3,-40 65 9,84-21-1,111-22-1,45-83 1,44-122-10,-47 22-24,-37-6-395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16952 8561 874,'-27'138'-17,"4"-42"8,-2 19 2,-3 8 1,5 0-3,18-13-2,-3-13-12,8 6-11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17270 8592 874,'-40'91'-35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17263 9133 874,'-14'135'-6,"34"-4"6,70-132-3,-66-100-3,-17-49 7,50 26 0,41 123-1,-32 140-2,-68 4 6,133-180-9,-50-76-4,-16 12 2,-39 193 14,-19 23-1,41-26-1,48-91-6,-1-41-1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17424 8652 874,'151'33'-18,"-30"-15"3,-10-1-15,-23-2-17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18776 8993 874,'-74'91'-10,"9"31"5,36 3 5,62-34 1,66-29-1,56-76-3,-13-88-4,-50-31-1,-63 40 5,-19-1 2,-40-42 3,-103 51 4,20 85-3,-15 28-6,41-5-10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19286 8924 874,'-63'138'-16,"-1"30"7,38-80 12,-2 52 3,57-261-16,-15 29-15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19272 8909 874,'53'85'-5,"63"-18"3,42-86-1,-47-33 0,-21-16-1,-78 160 0,-42 21-3,12 6-4,35 16-12,-2-48-20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18988 8561 874,'166'33'-19,"-58"-16"8,19-2 1,10-3-4,-5-10-7,-24-16-6,-23 5-11,10 2-42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19495 8411 874,'103'65'-10,"14"54"6,-45 29 3,-60-24 0,-6-37-2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20206 8999 874,'-42'122'-10,"-26"6"5,-3 7 6,30-36 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20180 8999 874,'37'118'-11,"17"47"-5,-22-69-4,-4-9-580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20966 9183 874,'-122'-107'-8,"4"93"7,2 84 0,72 52-2,129-17 2,50-126-2,-2-104-7,-50-28-1,-55 45 8,-10-4 1,-7 2 2,-4 24 2,-6-56 5,-37 280-2,23 39-17,7-54 7,4 1 1,4-26 5,17 53 5,44-50 27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21253 8875 874,'-1'136'-13,"-3"-48"7,-1 11 0,0 9 2,-1-2 5,-1-9 2,-8 11 1,2-259-12,17-6 1,10-3 1,4 67 2,9-3 6,8 9 0,26-20 6,53 48 1,-18 64-1,-72 83-3,-113 8-9,-29-44-3,-20-57-5,42-3-13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21589 8426 874,'-104'20'-10,"-57"2"6,62-10-2,14-9-178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21178 8245 874,'113'15'-5,"-16"59"3,-32 32-1,-29-8 0,-8-13-26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21553 9058 874,'-19'155'-9,"10"-70"5,0-1 4,-6 23 2,7-259-13,17 2 5,2 29 2,75 141 12,-20 66-3,33-103-1,-44-95-5,-6 11 3,-31 187-8,-30 46-6,6-47 3,-5 27-24,0-27-548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22080 8878 874,'-38'117'-11,"-20"52"1,29-70 6,2 2-3,-10 52-11,14-61-14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22105 9305 874,'0'128'-13,"-3"29"15,-68-314-18,77 14 10,17 59 4,35-39 6,44 45 1,-10 61 2,-70 135-1,-132 9-6,56-18-1,123 16-4,40-33-8,-11-51-4,-9-11-70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20568 9467 874,'91'11'-14,"-2"-1"2,27 2 1,21 3 0,20 1 3,11 4 4,8 0 1,-60-7 0,24 3 2,-47-5 0,19 3 2,-3-3-3,47-4-8,-66-7-6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21388 9936 874,'-115'53'-10,"-21"22"4,2 18 6,43 36 3,87-13-3,109-80-2,60-128-8,-47-42-3,-77 46 9,-13-11 0,-9 13 4,-6-42-1,-17 236 16,4-7-17,4 59-2,7-66 3,7-2 3,38 48 3,80-97 3,-29-176-9,-70 35-3,7-65-5,-30 79 7,-2-45 3,-34 240 6,14 47-13,9-52 5,3-1 1,7 44 4,13-47 3,64-70-91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21536 10167 874,'165'8'-23,"-3"-13"2,-71-2 14,2-15 0,8 2-24,-15-5-78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22608 9512 874,'141'-1'-15,"-32"9"4,-8-1-8,-15 5-47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22624 9749 874,'132'0'-13,"-20"-16"-4,-9 4-14,-19 0-20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23428 9472 874,'-103'14'-5,"-3"47"2,61 41 3,67-16-2,105-18-2,-36-96 4,-18-124-7,-57 33 0,-11-17-2,-2 44 2,-7-22 2,-4-12 2,-1 5 3,1 21 3,0 11 2,19 217-4,6 34-4,1-31-5,1 13-7,-4-20-9,-2-20-9,-1 5-8,0 36-60,-5-59-55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23667 8652 874,'31'107'-10,"-10"64"1,-12-64 3,-3 9 3,-6 3 1,-7 57-1,-8-33 4,-7 8 5,52-43 1,114-58 0,-61-60-7,9-12 0,-7 3-2,-1-9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24160 9513 874,'-40'93'-4,"38"39"2,95-42 1,44-123-1,-52-93-3,-80 0 3,-47 38 0,-73 16-1,8 66-4,24 6-14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24190 8531 874,'-144'0'-14,"56"3"7,-7 1-2,1 2 0,6 1-1,-38-2-15,39-1-30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23697 8321 874,'162'28'-21,"-54"4"13,-2 8 6,25 24 5,-62 40 2,-53-19-4,-72 12 3,-53 15 6,23-46-190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24491 8683 874,'-46'132'-16,"19"-35"7,0 15-2,6 6 0,6 2-3,11-2-6,11-2-7,1-17-11,29 53-59,21-40-21,12-21-135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24561 9134 874,'-18'144'-9,"-5"24"8,14-63 0,-5-215-7,21 26 4,19-51-3,3 40 6,48 230 12,-47-30-4,76-149-6,-60-97-7,-13 37 5,-6 245-6,-44-47 3,-12 51-13,9-53-14,-7-5-283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25100 9075 874,'-51'124'-13,"19"-40"6,-7 16 1,-2 13 0,0 5 4,6-19 0,-10 39 9,18-52 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24938 9552 874,'21'114'-11,"-19"12"6,-13-31 5,-24-237-8,46-7 6,9 64 5,42-33 1,29 121 0,-99 121 1,-50-3-4,85 18-4,44-45-1,50-72-9,-16-42-25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25052 8939 874,'116'168'-30,"-54"-52"16,-9 18 4,-23 5-17,-26-2-4,-25-9-4,-20-23-4,-41 27-74,2-48-112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24832 9908 874,'-100'-11'-25,"-32"2"2,-28 1 11,-5-3 5,12 2 19,16 2-4,9 5-1,8 3-2,8 2-2,17-2 4,8 3 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23405 9856 874,'145'0'-24,"-14"1"15,23 2 1,18 4 1,-20-1-2,-11 5 0,34 1 1,12-2-18,-66-4 4,-6 1-18,-27-4-14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24067 10071 874,'-18'124'-11,"6"-36"4,2 20-1,4 14 1,7 6 4,4-1 2,1-25 1,0 47 3,-100-177-3,-11-54-3,-58 10 8,17 59 0,55 59-3,67 39 2,95 10-1,114-46-11,-91-57 2,81-61-6,-75-21 4,-3-28 1,-32 33 1,-2-22 0,-11-15 3,-12 17 4,-12-39 11,-67 237-1,26 20-16,-5 78-3,13-6-2,9-74-15,-1-24-7,-7 3-52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23995 10591 874,'165'-34'-21,"-54"40"9,17 24 2,-16-11-16,-13 9 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931 714 874,'-99'60'-7,"-28"32"-6,25-1 12,0 18 1,29 2 0,60 6 2,140-13 0,19-80-6,-60-12 4,40 19 1,-38 71-1,-71 30-1,-85 46-9,7-82 0,-35 34-25,4-72-78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1008 1363 874,'-2'120'-7,"-3"-6"1,-1-12 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1109 1016 874,'-2'87'-17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 2034 874,'160'-33'-18,"-60"9"9,-5 1 1,65-14-7,-19 12-18,-8 20-26,-47 2-55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513 2285 874,'148'-44'-21,"-36"9"10,54-17-2,-9-2-13,-59 19-19,-14 6-239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 1316 874,'-57'89'-6,"2"4"0,9-3 4,19 27 4,38-4-1,63 1-3,47-63 1,29-85-3,-37-34-1,6-64 2,-41 14 4,-31-24 3,-41 34 1,-51-4-2,-73 12-1,-16 85-3,13 40 0,25 68 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2927 1752 874,'37'-92'-6,"4"-16"0,12-4 8,62 66-3,-56 201-8,-55-32 4,36-275-11,7 62 10,48-49 13,4 70-3,-12 100 0,-42 106 0,-37-4-3,-25-9-13,0-37-61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3633 880 874,'-35'160'-18,"18"-57"8,0-5-8,0-13-96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3717 1618 874,'100'-43'-10,"10"-52"6,-32-3 1,-29 9 5,-54-7 0,-88 121-3,-12 40-6,3 43 11,202-68-4,9-51-4,39-2 8,-34 40-3,-61 84-2,-57-12 0,-81-87-8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4346 865 874,'-2'129'-12,"-28"51"3,1-28 3,6-13 3,12-52 1,-8 47 4,-9-268 11,86 36-13,31-1-6,22 15-2,3-17-19,-23 56-1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4727 1264 874,'3'102'-18,"4"2"4,1 30 0,-4 24 4,-1-39 3,-9 3 1,-2-18 3,-4-10 2,0-2-1,-17 2 16,17-224-4,17 29-12,8-23-1,6-7 2,-6 42 0,10-7 1,13-4 3,17 0 0,52-44 5,35 43 3,-37 69 1,-99 176-10,-105-8-15,15-48 4,-38 31-43,37-59-168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5486 1155 874,'-93'117'-17,"-34"54"3,28-36 15,33-44 7,150-190-4,7-21-11,-22 14-2,-8 209 22,-3-18-7,74-138-9,-66-31-4,39-54-9,-10 32 14,-8 94 8,-25 138-3,-72-39-3,-21 3 0,-46 33-9,-2-26-32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1351 874,'99'-131'-19,"-37"34"12,33-53-1,-23 27 11,-50 8 3,-124 130-1,0 151-17,32 3-4,47-49 9,15 8 4,16 5 2,6-5 2,-3-36 0,3 20 1,-5 8 3,-10-19 2,-23 37 7,-67-153-5,51-136-17,40 52 2,19-51-3,53 24 12,29 38 1,42 30 1,-54 52-3,33 38 5,-77 92-7,-94 13-12,11-41-16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6503 1166 874,'9'87'-17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7269 1061 874,'-36'129'-12,"1"-42"4,-12 22-1,6-14 1,-2-10 2,-35 64-21,2-50-25,-11-19-694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6935 1277 874,'17'113'-8,"54"3"7,19-55 0,8-41-2,44-55-1,-21-70 3,-42-20-3,-46 4 7,-147 156-6,7 80 4,84 1 2,117-26-4,10-88-4,-19 11-1,19-29-16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8263 1295 874,'-99'80'-14,"-7"14"0,14 7 10,25 26 10,62-43-3,125-126-4,-4-57-10,-46-8 2,-4-27 0,-11-19 1,-8 10 3,-14 38 1,-2 0 0,-4-11 19,-67 281 1,16-24-21,4-22-1,4 0-2,9 9-21,28-32-12,-10 8-46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8812 1046 874,'-124'90'-17,"-28"82"-1,37-20 6,49-39 19,173-135-7,-25-63-5,47-65 7,-60 291 11,53-166-5,-56-99-17,-13 38 11,-37 195 3,14-10 8,85-205-15,-51 13-1,-25 211 3,96-55 2,-4-120-14,13-55 3,-37 17 13,6 53 3,-72 127-4,-68 39 0,-96-34-12,33-27-17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8698 1136 874,'-44'110'-10,"-4"-16"7,-1-6-293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10332 653 874,'-8'116'-10,"-19"57"0,6-81 5,-22 67-2,-8-4 2,12-49-2,-7 0-2,-1-17-1,-30-3-35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10138 875 874,'94'-68'-11,"68"7"3,-73 41 5,52 5 0,-26 27 2,-7 53 2,-58 33 1,-113 48-4,-41-37-5,4-51 1,-13-9 0,21-16 3,-75 2 5,51-66 6,203 75 5,-3 76-8,-47-19-4,31 2 1,65-72-1,-40-15-2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11030 1046 874,'-30'126'-5,"10"-42"0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11028 1348 874,'-22'101'-22,"2"-17"-13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1811 3314 874,'-103'36'-10,"-7"17"1,-1 18 8,37 33 2,41 8-1,59 5 3,77-74 0,-1-159-8,-60 20-2,14-73-6,-32 42 1,-6 29-8,-2-8-7,1-14-8,-4 21-25,1-8-41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1759 2646 874,'-8'158'-17,"3"-60"9,0 15 2,2-24 2,0 4 0,2-4 1,0 104-9,-4-72 2,2-21-6,-2 11-11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2083 2585 874,'0'85'-9,"0"-1"-2,-1 21 2,-2-18 1,-7 78-2,-8-4 9,5-57 2,0-2 1,-6 42 6,18-31 5,147-54-2,-45-102-16,-15 14-7,8-23-16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2576 3244 874,'-20'115'-10,"9"28"10,49-7 1,62-104-1,-2-79-4,-19-37-1,-19-29 6,-50 20 1,-127 1-2,-13 34-4,46 19-10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 2817 874,'153'-23'-17,"-57"10"9,16-2 2,-7 0 2,64-10-14,-26 1-20,-53 8-26,-5 3-649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2450 2546 874,'113'-31'-10,"23"44"5,-47 30 3,-27 50 1,-82 13 0,-11-17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3284 2646 874,'-21'92'-13,"-4"-6"1,-9 20 3,-3 8 2,-11 58-1,19-11 10,25-49-4,8-3-4,17 48-7,63-69-61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3394 2959 874,'-8'158'-16,"-2"-68"10,-9 45 5,-18-249 0,46-30-1,11 31 6,66 109 2,11 79-1,-6-70-4,14-115-5,-53 23 6,9 176-1,-72 74-6,7-65 3,-2 63-4,4-57-3,-1-16-176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4178 2706 874,'-27'95'-14,"0"-3"2,-11 24 0,-6 4 2,-29 68-4,10-30-30,23-48 6,2-4-7,4-18-31,1 6-44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4189 3174 874,'-18'164'-20,"1"-62"12,-4 10-4,3-20 0,-19 14-29,-15-20-121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4193 3097 874,'130'-76'-13,"18"43"11,-47 39 3,-35 112-2,-107-1-6,-132 36-10,59-92 8,14-15 3,-34-16 15,220-27 20,19 51-28,24 12-10,-13-46-5,-30-8-20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4565 2751 874,'89'76'-11,"0"74"2,-57-48 4,-1 64-2,-34-81 4,-31 97-4,-23-70 3,14-21-4,-20 11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1758 3935 874,'-89'19'-8,"190"-26"-9,109-23-4,-44 9 1,27-1 5,-68 9 3,40-3 0,23 0 7,21 2 2,-27 4 3,-24 2 0,31-1 1,14-3 2,5-3-16,-64 6-10,6 0-8,1 3-8,-21 3-10,8 0-56,-53 2-71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2653 4517 874,'-61'101'-10,"-35"54"0,47-61 6,-17 47 4,61-10 4,113-93-3,40-215-17,-91 80 6,-8-16-4,-9-34-1,-11-15 7,-7 31 6,-9 19 9,-4 11-1,-61 212 15,44-4-18,8 17-3,6-6-1,-1-24-3,10 16 4,5 2 2,-2-19 1,28 12 9,40-181-2,-59-67-19,-11 41-26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3064 4238 874,'-10'113'-12,"7"-21"3,-4 23 0,4 16 2,1 22-20,10-18-21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2793 4774 874,'97'-43'-17,"11"-6"-3,37-15-7,38-14-5,-73 30-14,-24 11-19,18-7-8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5270 3279 874,'-26'84'-11,"-16"3"-4,-25 22 1,-22 17 0,25-38 5,-15 16-3,13-18 9,-4 7 1,-15 28-3,7 2 3,18-29 2,-12 33 2,-7 16 0,-5-1-4,19-29-8,4-26-7,-2 8-21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4619 4289 874,'10'103'-11,"-14"67"5,-6-70 4,-6 43 2,-31-273-7,41 20 2,10-5 1,16-51 4,29 35 5,69 33-1,5 52 1,-8 65 3,-110 127-10,-135-9-14,46-76 6,-73 30-5,41-35 24,183 31-1,48 4-2,6-10 6,56-52-8,-74-20-2,-19-28-29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5296 3510 874,'128'-10'-8,"-39"4"4,55 2-10,-44 3-9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5340 3792 874,'149'-24'-18,"-28"10"3,-9 1-16,-28 4-2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6384 3526 874,'49'-94'-6,"2"10"1,46-49 1,6 44 8,-63 233-8,-58-51-1,-11 58-5,9-61 10,3 5 1,31 37 4,104-143-3,-20-117-7,-48 38 4,18-50-4,-35 53 6,-4 3 1,7-38 2,-25 35 3,-115 187 2,147 8-10,66-87-2,3-69-11,-24 4-24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6503 2913 874,'162'-17'-23,"-43"2"12,-13 2-3,-23 1-5,13-4-5,13-1-39,-22 4-217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6919 2723 874,'157'-12'-12,"-49"24"9,-27 86 4,-115 41-5,5-43-5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7110 3541 874,'-18'101'-11,"-19"53"7,15-69 3,-9 35 3,75-207-5,-28-17 0,-5-2 1,-4-2 0,118 106 12,-5-2-7,-4-96-2,-102 194-8,-39 21-2,13-1-6,4-30-16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7738 3325 874,'-14'87'-9,"-39"85"-9,12-66 12,-27 63-4,32-85 8,-43 92-4,-5-4-5,33-71-1,1-15-271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7701 3838 874,'-31'122'-12,"-11"42"6,1-32-4,10-36-11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7581 3824 874,'90'-75'-10,"36"24"8,4 87 3,-114 98-5,-69-23-6,-48-23-2,-18-33 11,5-54 8,213 26 5,20 57-15,-36 7-18,-30-3-802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7978 3499 874,'157'-17'-17,"-54"10"8,-8-2-11,-9 5-95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8455 3537 874,'33'-139'-12,"17"15"8,34 24 6,-22 195-5,-55 18-1,-11 13 0,0-5 6,17-27 2,100-89 0,-14-111-8,-20-38-3,-49 56 4,1-52 3,-44 28 5,-90 31 5,31 190-6,165 7-8,-3-97 0,11-27-3,-11 10-11,4-23-7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8440 2891 874,'137'-13'-15,"-37"6"7,17 0 0,9-2 3,-24 3-5,34-17-9,-41 9-28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8872 2661 874,'85'3'-9,"65"23"0,-44 17 7,-59 72 4,-87 22-7,8-40-5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8979 3537 874,'-18'115'-8,"18"10"9,91-43-3,26-97-2,-10-107 0,-77 26 3,-43 11 4,-75 16-1,-17 59-1,8 16 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9614 3219 874,'-30'149'-17,"1"-52"8,-13 19 0,-9 13 3,17-44 1,-12 21 1,-32 69-3,33-80-2,-16 6-15,6-14-265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9534 3717 874,'-32'116'-11,"1"42"6,10-28-1,19-31-4,-1-15-35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9515 3616 874,'111'-42'-5,"-7"73"4,-87 75-2,-90 11-4,-27-31-3,-5-34 14,77 47 0,141-50-4,16-36-5,-38-9-9,-6-10-591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9939 2680 874,'100'95'-17,"26"79"3,-69-61 8,-7 19 2,-16 13 0,-13-49 0,-10 36 0,-4-24-4,-19 16 2,-30 23 1,-44-2 1,29-51-4,16 0-5,-45-14-161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6410 2872 874,'-102'137'-22,"48"-42"16,6 17 2,14 14 1,14 16 2,13 11-3,14 1 0,14 1 0,0-24-1,10-26 2,16-6 3,58 40 4,4-84-4,-24-6 2,25-11-4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10723 3204 874,'-31'102'-9,"-41"38"3,-1-13-3,13-14-6,14-5-14,11-15-52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10585 3249 874,'34'97'-9,"1"27"4,-10-11 0,-11-27-3,-4 2-113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3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10942 3580 874,'51'-139'-14,"20"-21"8,-12 44 5,-34 255-15,-54 22 0,9-37 7,4 16 5,0-12 1,3-25 2,-3 17 2,-4 6 4,1-18 1,-11 10 9,16-210-18,21-76-11,2 69 8,5 4-1,14-23 2,7 7 3,28-49 5,34 13 14,25 43 1,-4 76-2,-33 144-3,-133-25-16,-97-36-5,41-25-12,20-40-166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10927 3017 874,'150'-19'-16,"-50"8"7,13-4 2,-29 5 1,51-17-4,-42 9-11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11225 2827 874,'146'16'-14,"-62"1"8,62 39 5,-95 33 4,-83-2-5,11 15-1,-50-16-614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11411 3740 874,'-10'118'-12,"-14"39"11,-7-60 3,7-235-10,26 7-1,15 7 8,75 94 6,-12 129 3,10-135-6,11-84-5,-48 248 6,-59-45 0,-7 1-6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11938 3446 874,'-27'151'-13,"3"-66"7,-6 15 2,-2 11-1,-2 6 2,-18 52-12,3-32-17,8-35-42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11953 3869 874,'-19'141'-13,"-11"16"8,-6-29-3,12-42-9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12034 3707 874,'131'-28'-10,"-43"95"8,-89 35-1,-84-7-3,-68-13-3,37-52 8,149 66 17,45 27-12,1-31-6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12165 3370 874,'118'0'-16,"-51"0"9,3 0-1,30 0-12,-35 0-17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12435 3189 874,'-28'128'-11,"-13"10"3,12-46-2,-3-6-287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12165 3392 874,'119'5'-10,"39"-19"2,-13-12 1,-35 5-11,-26 7-407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12913 3058 874,'-22'115'-10,"-11"26"7,11-28 3,56-6 2,111-66-5,-9-146-4,-49-17 1,-48-23 8,-74 33 1,-119 68-4,17 50-7,33 30-19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13273 3178 874,'-34'138'-14,"13"-53"12,-3 3 4,0 16 2,53-235-11,-5 3 1,24-28 9,28 59-1,11 125 0,-59 93 1,1-33 2,107-173-12,-41-28-7,7-20 10,0 86 7,-82 202-4,-40-62 0,-17 41-9,-11-19-10,6-27-183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13028 2733 874,'148'-27'-23,"-31"12"10,17 5 4,10 6-6,-4 1-7,-48 2-6,-7-3-4,12 0-45,-10 1-421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13595 2495 874,'149'17'-14,"-5"35"7,-52 11 6,-40 80 1,-100 8-4,-17-57-6,-23-11-602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14270 3181 874,'-38'104'-11,"-42"66"-3,27-74 5,-5 0-1,-30 32-17,19-33-41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14153 3151 874,'36'101'-11,"1"48"6,-6 15-4,-11-63-6,-17-13-811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14892 3260 874,'-111'74'-13,"-30"34"1,51-32 7,6 51 13,107-32-6,64-68 0,48-104-7,-1-90-10,-38-16 1,-57 62 12,-6-11 0,-11 40 2,-2-17 1,-2 14 1,10-42 9,-46 320-3,2-57-15,4-39-9,-2 36-8,-5 20-8,-6 2-10,9-51 6,1 2-71,-9-9-207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15300 2994 874,'-11'89'-10,"-24"92"-7,5-74 12,3-20 0,-16 47 13,8-278-14,69 32 1,18-8 0,-11 32 0,81-70-1,33 47 14,-31 60 1,-12 50 4,-66 109 0,-174 4-19,18-66-2,-9-30-4,23 4-11,-23-14-20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15233 2710 874,'158'-23'-18,"-3"3"2,-65 10 6,58-5-20,-55 6-22,-7 9-349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15487 2510 874,'139'11'-14,"4"19"5,-43 25 12,-74 66-1,-69 16-8,-18-36 0,-9-14-187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15599 3181 874,'-4'92'-10,"-18"37"6,15-20-1,6-22-12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15636 3083 874,'56'88'-4,"30"-28"3,23-88-2,-19-72-3,-88 185 2,-23 69-9,7-50-15,13-16-779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16302 2947 874,'-70'143'-16,"28"-57"8,-8 13 1,7-7 1,-29 62-13,12-26-28,-3-37-50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16276 3235 874,'-16'87'-9,"-29"76"2,13-72 9,-18 41 1,14-44-20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16260 3230 874,'101'-64'-8,"37"61"8,-108 123-3,-167-18-12,7-55 3,15-5 17,135 73 1,80-46-9,41-5-2,-16-17-9,-38-13-67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14581 3693 874,'159'-11'-26,"-31"3"10,26 3 5,20-1 2,12 0 2,-27 4 2,-22 3 1,26 4-19,3 4-12,-51-1-7,-2 5-4,-22-2-19,8 5-83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15068 4083 874,'-110'92'-13,"-29"51"7,53 6 10,142-61-3,75-172-9,-57-11 0,10 2-19,-35 9-1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15097 3688 874,'-27'117'-11,"-17"51"2,18-34 4,12-5 2,14-37 2,10 3 2,21 32 4,68-134 1,-15-64-855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15265 3793 874,'-7'89'-10,"1"-4"0,-3 17 1,-2 12 3,3-25-4,-3 74-18,4-72-31,-2-5-271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15115 4204 874,'92'-10'-12,"4"-1"-2,25-10 0,-25 2 5,10-10-1,-14 7-22,-1-6-3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16992 3340 874,'-59'124'-16,"4"-39"6,-17 18 0,-13 9 2,2-3 1,-43 64-31,19-19-36,40-56 27,2 5-5,12-19-6,-10 16-60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16636 3928 874,'-39'140'-13,"12"-55"8,-4 9 1,-24 53-6,19-51-9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16558 3845 874,'111'-28'-5,"4"46"3,-105 69-2,-96 28-6,-17-53 2,5-6 11,145 69 1,75-54-12,43-3-4,-32-20-9,-49-17-26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5474 5581 874,'129'-7'-10,"-32"2"0,0 0-5,0-3-3,-12 4-71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5474 5901 874,'140'0'-18,"-15"-16"-1,-12 3-25,-25 1-2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6438 5802 874,'-99'-34'-4,"202"-10"-4,9 30 3,34 6 7,-35-10 0,-27 5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6994 5835 874,'3'-125'-6,"9"39"5,10-1 1,51-15-1,14 145-4,-43 101-3,-15-27 4,22 14 8,47-43 1,-13-174-2,-46-51-5,-30 52 0,-10-6 1,-9-42-1,-33-4 3,-16 49 3,-41 41 1,165 182-7,43-51-10,-21-23-15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7545 5714 874,'-8'121'-6,"36"20"5,73-43 1,9-78-1,-23-75 0,-55-36 1,-51-20-2,-65 17 3,-44 62-5,40 15-5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8226 5499 874,'-20'108'-10,"-27"48"4,19-69 2,-20 53 0,3-9 1,14-40-1,1 6-2,-16 50-11,20-32-8,7-27-49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8227 6095 874,'-11'131'-11,"-2"18"6,5-35 3,-14-208-9,43-40-2,3 46 7,7 0 10,23-36 2,34 14 1,25 55 1,-15 49 1,-43 106-7,-139-16-5,-44-25-1,1-22 1,34-7 4,131 85 2,59-33-7,40 20-5,-46-36-16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6919 5079 874,'147'-24'-19,"-45"13"8,21 2 3,-6 2 1,-28 3-5,11 0-8,45-5-41,-55 2-40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7442 4865 874,'125'17'-12,"-3"13"7,-18 10 4,-17 61 4,-125 18-4,-9-21 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8757 5513 874,'-36'105'-7,"-21"20"3,-2-7 1,10-30-4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8693 5453 874,'23'127'-11,"15"35"3,-17-78 2,9 31-10,-6-28-21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9166 5721 874,'44'-84'-6,"18"-57"3,11 8 4,-3 221-13,-67 46-1,-8-15 4,-1-23 4,-5 10-2,-5 16 3,-4 7 2,5-29 6,1-11 1,0-5 1,-3 17 8,-1-239-12,21 34-9,5-19-1,3 7 1,0 26 1,6-10 5,6 1 4,3 6 1,17-35 6,30 17 3,55 41 3,-40 92-13,-75 114-5,-115-3-6,0-32-10,15-27-29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9545 6048 874,'10'120'-10,"-6"19"6,-14-47 5,-8-180-8,19-55-7,2-1 9,-5 60 8,1-10 3,65 207 6,52-38-8,-8-150-13,-38-45 10,-54 243-7,-22-19-7,20 5-5,-2-25-28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10243 5769 874,'-35'90'-13,"-53"93"-7,31-70 12,-25 53-3,19-22-19,26-55-23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10268 6267 874,'-26'122'-11,"-13"23"7,11-31 4,15-245-4,39-9 1,31-9 5,4 49-1,71 23-1,1 51 2,-1 62 0,-75 73-1,-131-21-3,-83-12-8,59-52 6,-48-3 8,258 95 6,21-25-19,-11-40-5,-35-8-110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9170 5236 874,'107'-8'-18,"-6"-3"4,20-1 3,10 3 3,-3-3-8,-42 4-8,42-16-27,-37 8-73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9572 5046 874,'98'51'-9,"-5"5"7,-16 46 3,-65-7-1,-52-9-3,-42 1-436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10913 5780 874,'117'14'-11,"55"-16"2,-81-10 3,23-1-11,-26-3-585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11051 5656 874,'13'104'-11,"-5"55"4,12-31-3,-5-41-8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11790 5671 874,'-68'116'-11,"14"19"10,88-29 2,58-65-3,68-96-10,-31-32 2,-32-67 9,-86 41 4,-118 28-5,-30 49-6,-6 49-14,39 43-22,20 6-195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12173 5586 874,'-26'92'-10,"-15"45"7,6-2 1,10-222-5,41-35 1,17 2 8,34 32 4,-3 184-2,31 10 3,17-141-9,0-65-6,-28 6-3,5 29 16,-81 164-7,-23 25-3,5 31-8,5-65-14,7-6-258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11837 5260 874,'108'-10'-20,"-1"3"6,26-1 1,10-3-11,-10-5-5,-18 3-18,-27 4-11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12298 5015 874,'134'63'-16,"-44"42"18,-60-4-2,-54 0-1,-23-9-3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12968 5652 874,'-101'137'-12,"18"-23"10,29-25-2,3-1-7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12835 5604 874,'45'105'-10,"12"26"7,1-8 0,-18-35-4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13686 5711 874,'-119'-33'-8,"-38"39"3,42 25 2,22 42 4,138 31-1,45-77 1,48-97-3,-38-36-5,-50 19 1,-6-13 2,-11 3 1,2-49 5,-41 55 3,-8 192-7,8 44-6,9-53-1,5 14-5,0 3-9,1 44-48,-3-62-39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13903 5527 874,'10'128'-11,"-13"50"0,-6-41 5,1-16 9,-4-23-1,-3-255-10,19 57 4,6-60-1,3 68 3,10 4 5,34-36 1,67 35 2,14 65 0,-26 67 0,-82 82-4,-130-29-5,-73-50-6,83-24-4,0-22-4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14413 5181 874,'-120'14'-12,"35"-5"6,-15 2 1,-6-2-4,18-1-4,-8 0-9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14256 5000 874,'129'79'-10,"-77"14"9,-69 0-1,-74 8-3,1-18-15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13327 5920 874,'153'14'-17,"-49"-13"8,21-2 0,17-2 1,7 0 2,-15 1-7,-31 0-7,-6 2-11,72-1-51,-82-1-22,0 5-467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13558 6310 874,'-98'90'-13,"-6"31"11,54 10 4,103-28-2,63-105-2,-27-63-1,-25-37-3,-37 17 1,-5-14 1,-8-1 2,0-34 2,9 244 4,-12 12-6,-6-4 0,1 30 6,12-47 3,94-101 3,-57-124-11,-18-16-5,-23 54 4,1-46 1,-22 273 2,6 23 2,6-43 0,11-33 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13744 6423 874,'132'-13'-15,"-36"9"6,69 10-7,-58 0-12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14456 5333 874,'-98'107'-12,"25"33"9,43-4 1,48 8 0,-3-46-4,23-12-835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14457 5522 874,'-21'119'-9,"-1"3"7,6-41 5,-44-229-13,68 35 3,27 28 12,57 84-1,-28 115 2,28-126-5,-36-87-3,-80 224-15,-28-13-4,8-22-31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14869 5438 874,'-66'115'-11,"-30"40"0,23-32 2,25-25-5,1-12-285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14868 5635 874,'-33'111'-10,"-10"30"7,-10-34 5,36-249-14,74 5 3,20 36 13,49 53 3,-71 167 3,-185-12-10,33-39 0,194 7-5,24-50-3,-28-6-13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15003 5423 874,'63'96'-10,"-20"43"6,-52 18 2,-36-43 2,-41-22-5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15673 5649 874,'-63'112'-15,"10"-28"6,-10 13 2,-35 52-2,12-18 7,37-44 0,2 3 3,-29 58 4,26-56-1,-6 0-1,-37 36 1,22-37-8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15331 6147 874,'7'125'-11,"-38"46"3,-4-40 3,3-17-6,11-16-8,1-11-111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15278 6210 874,'128'-62'-9,"13"39"4,-49 44 6,-92 80-2,-99-34-3,-40-22 2,37-18 7,141 92-4,134 3-17,-74-58 2,-12-6-8,19 10-45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1929 1998 874,'113'-18'-7,"37"4"0,-1 3 0,23 2-2,-43-2 4,-41 5 0,39-5-2,30-1 1,27 0-2,-13-1 1,-24 4 0,38-2 0,30-2-2,18 2 0,-68 3 3,25 3-1,28 1 1,20 5 4,-22 0 3,-47 2-1,31 1-23,12 3-7,-5 0-7,-15 0-8,-43-2-7,-36 1-5,-6 0-6,-23 1-5,27-1-70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11702 6253 874,'21'113'-7,"18"44"2,12-16 0,2-20 1,26 18 1,49 13 3,1-34 1,39-10-2,-60-63 0,13-10-1,-9-13 1,-19-10-1,22-5-1,8-10 0,1-7 2,-35 0 2,-2-4 0,5-7 2,5-9-1,-8 2 1,60-21 1,-62 23-2,-2 4 0,41-2 2,-18 27-1,-22 46-1,-11 92 0,22-97-6,29-144-7,10 15 4,-10 23 4,46 21 6,-21 25 0,-51 20-2,9 10-1,2 13 1,-14 7 0,38 29 2,7 38 1,-53-53-3,13-22 0,0-23-2,46-30-1,-24-50 4,-34 3-3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14074 7399 874,'-100'11'-6,"-72"19"-5,57-13 4,-15-1 0,12-5 2,25-3 0,7-1 3,-81-3 4,23 28 5,188 72 2,77-72-13,-33-20-1,12 0 1,-15-2 4,35 14 7,-278 86-3,18-67-10,49-13 3,-3 8 3,-4 17 1,6 3 0,-59 46 0,40-9 9,202-16-3,87-104-18,-59 5 4,-19 6 2,-4 3 0,17 4-5,4 6-3,-6 2-8,33 1-44,-60-6-14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12889 8531 874,'0'111'-5,"-19"-11"5,-2-15-107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12916 8305 874,'-48'107'-9,"9"-20"-18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13684 7969 874,'65'-120'-12,"62"4"4,30 61 11,-43 112-2,-94 76-5,-45-30 1,-55 5 7,68-242-12,107-1 4,7 58 8,-3 89 0,-69 126-2,-94 18-5,-2-39 3,104-231-10,77-20 3,-5 28 13,8 35-1,-39 158 1,-96 16-5,-53 49-2,14-36 1,34 5 4,134-20-2,-1-65-6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14030 7490 874,'147'0'-20,"-43"0"14,7 0 2,-1 0-4,-9 0-7,-14 1-5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14414 7324 874,'139'40'-14,"27"51"3,-47-5 10,-63 25 6,-74-18-5,-100-18 1,31-28-1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14741 8157 874,'-91'139'-6,"66"-43"3,79 14 3,91-58-1,-1-118 0,-80-28 0,-108-47 1,-86 44 0,9 87 1,36 10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15284 7550 874,'-63'125'-15,"20"-40"6,-4 19 3,5 15 1,12 5 1,7-27 3,12-5 0,9-2-6,22 80-11,12-81 1,55 29-29,-8-32-134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15419 7958 874,'0'152'-13,"-3"-68"10,-4 8 0,1-1 3,-1 35 3,2-40 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15353 7896 874,'123'-41'-12,"52"32"3,-80 19 2,22-1-11,-30 20-582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15398 8139 874,'152'7'-15,"-48"-2"7,-7-1-7,-9 4-98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15781 8350 874,'-51'89'-5,"56"17"3,110-55-21,-21-14-44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15895 8199 874,'-85'29'-292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15308 7626 874,'103'-4'-17,"-1"7"2,21 1 4,9 4 2,-15-2-17,-18 0 10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15710 7521 874,'119'29'-7,"10"44"6,-76 51 1,-82-39-1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16157 7580 874,'82'133'-20,"-29"-34"8,5 25 2,-3 19 2,-16 9 2,-20 4 3,-23-7 4,3-45-4,-28 14 1,-43 60 2,-9-68-1,-39 10-1,25-22-3,12-18-11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2244 7702 874,'76'135'-11,"-49"-5"0,-22-24 6,-2 62-1,-7-48 3,-3 11-1,-1-22 1,0-22 2,-1-2 5,-10 30 6,-69-146 4,-16-93-14,1 36 3,-39 63-3,36 58-2,42 90 2,69-3 0,112-15-5,19-69-2,-39-57 1,10-45-2,-18 21-10,11-32-11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2554 7731 874,'32'99'-9,"3"67"-1,-25-60 5,-6 9 1,-5 57-1,-11-12 0,3-64 6,-3 4 0,5-3 1,12 38 5,75-10-2,35-54-2,-29-54-6,8-18 0,35-55-12,-42 14-17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3181 8683 874,'-18'97'-6,"40"28"1,57-17 3,37-33 0,-9-82 2,-15-45 0,-42-63 0,-61 0 0,-93 5-5,-7 64-7,23 21-14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 8111 874,'141'0'-13,"-51"0"6,12 0 1,-16 0 1,68-7-6,-19-13-12,-34-33-20,-15-10-387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2897 7777 874,'142'64'-15,"-2"52"10,-62 4 7,-44-16 0,-48-2-2,-12-18-48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3787 7988 874,'-62'100'-11,"-26"68"1,35-26 7,31-12 3,30-32-3,20 12 0,20 4-1,17-6 0,70 32-11,-51-125-14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3841 8291 874,'0'111'-10,"0"46"4,3-73 4,1 33 5,-22-228-6,9-2-2,15-39 6,17 51 1,85 182 6,-12-37-6,9-126-13,-30-38 5,-38 19 6,-115 229-12,27 33 0,29-55-4,7 2-11,6-18-8,8 18-45,6-21-183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4418 8275 874,'-16'124'-12,"-7"-38"5,-6 17 0,-2 8 2,0 4-3,9-1-2,2 33-28,9-53-24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4569 8637 874,'4'120'-11,"-9"41"5,2-35 2,-59-247-10,59-14 6,18-3 3,44 4 13,52 76 0,-14 60-1,5 99 3,-143-6-9,-52-29-4,9-28 4,78 54-2,127-7-11,39-13-5,-61-28-17,-17-15-84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4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4819 8170 874,'108'72'-15,"39"72"-1,-73-42 9,-14 18 3,-24 7 2,-27 0 2,-6-27-2,-21-13 0,-48 47-8,2-46-9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5658 9197 874,'-112'11'-10,"-59"-7"1,59-3 3,-7 1 2,34-2 0,-38-4-1,39 1-1,-49-7-2,-42-4-1,-30-3-4,22 5-1,25 3 2,-33-1 3,-18 5 5,-4 4 4,63-1 1,-8 5 3,-13 4 2,-2-1 2,25-1 2,33-1 0,-4-2 1,6 0 2,10-6-3,17-2-4,-17 2 12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3131 9407 874,'36'145'-13,"-24"-59"8,1 13 0,-1 6 3,-3 0 1,-1-19 2,-2 58 2,-101-64 1,-6-97 0,-53 3 0,67 58-4,106 64-3,85-11-6,45-61 0,-60-49 6,48-52-1,-30-75 1,-66 36 1,-10 16 1,-8 3 1,1-15 0,-4 1 5,2-21 3,-21 213-7,-2 3-5,5 20 1,4 7-6,2-10-5,13 46-38,-8-61-28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3225 9945 874,'194'-28'-32,"-6"-4"4,-91 12 21,10-9 1,-22 7-25,18-7-2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5516 8970 874,'-58'123'-8,"8"-34"-4,-11 17 5,-6 16 0,18-32 1,-1 6 2,5-7 1,5-1 0,-10 34-2,-4 7 2,17-36 1,-10 23 2,-5 9 1,5-5 3,9-25 4,2-6 6,-5-2-847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5185 9840 874,'0'157'-15,"0"-57"6,-3 14 1,1 5 2,2-3 7,0-24 1,-29-256-4,29 55 0,5 14 0,19-71 3,5 78 1,36-49 3,28 53 4,14 65-2,-2 74-3,-59 73-3,-143-43-4,-10-41-2,-18-23 8,32 24 0,113 79-5,90 13-8,-5-24-10,11-1-24,-31-48-30,3-21-144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5564 9241 874,'116'0'-7,"52"9"0,-82-4 0,2 12-426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5579 9452 874,'201'2'-62,"-111"-2"-22,-4-2-27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7662 8577 874,'-130'3'-13,"35"2"4,-23 7 0,-15 8 0,-6 4 5,29 0 1,21-6 1,-58 22 5,70 59 10,179-37-7,1-33-12,10-1 1,43 16 4,-56 13 8,-129 61-6,-53-30-7,-29 9-5,13-17 2,1-4-1,-14 10 7,14-13-1,-45 55 16,71-23 0,116 13 2,158-34-13,-119-62-4,34-7-4,25-8-2,6-7-18,-21-3-7,-28 0-8,1-2-6,-14 0-6,3-2-80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6722 10237 874,'-13'116'-10,"-3"32"7,8-60-2,-1-1-614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6727 9951 874,'-2'86'-17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7456 9464 874,'139'-100'-11,"2"86"8,5 78 1,-61 70 0,-76 20 0,-42-49 3,30-233-12,54 33 4,15 2 4,46-27-2,17 109 10,-39 168-7,-100-54 0,-14 2 0,-19 29-1,10-271 6,78 49-5,43-47 5,30 53 5,-10 117-5,-58 129 1,-65-69-5,-11 7 0,-22 48-17,19-65-9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8554 9982 874,'-70'82'-7,"32"3"3,65 6 3,104-30-4,-16-69-2,11-65 3,-62-59 5,-72 30-1,-98 14-3,-23 58-5,37 14-14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8738 9164 874,'-102'-9'-19,"-1"-2"4,-27-3 4,-12-1 3,2 3-11,16 2-7,33-3-4,-11-2-39,18-3-438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8126 8848 874,'101'15'-16,"-7"9"5,14 12 3,-4 8 6,-15 6 4,-6 65 5,-79-24-5,-75 15 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9182 9090 874,'-63'108'-11,"-36"35"2,47-51 4,10 0 3,-11 80-2,31 9-5,33-49 4,15 6 0,1-24-4,10-26-7,-4 6-16,24-8-535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9226 9670 874,'-1'152'-19,"-4"-47"12,-3 7 4,1-20 1,-1 30 6,15-238-8,-10-47-2,-2 68 4,-2 2 3,0-50 3,9 10 4,25 34-1,58 42-1,48 46-6,33 30-10,-80-9-5,-1 10-12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9170 9683 874,'153'-11'-17,"-54"8"8,17 1 1,-16-1-11,-12 3 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9704 9875 874,'-71'108'-11,"29"20"12,119-27-3,33-74-1,6-31-8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9811 9648 874,'-2'87'-17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9304 9165 874,'161'25'-23,"-41"-13"11,21-3-3,-55-4 4,21 3-24,-21 0-736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9557 9060 874,'125'48'-14,"-20"2"5,-9 24 13,-94 48-2,-10-35 3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10004 9090 874,'49'117'-12,"-8"-33"4,11 23-1,5 17 1,-2 14 1,-14 9-6,-14-10-6,-10-30-11,-15 13-8,-17 2-6,2-38-6,-14 4-6,-17 0-5,4-2-88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10615 9920 874,'113'7'-10,"43"7"4,-65-7 0,1-9 0,-7 2-8,3-6-10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11241 9912 874,'33'-122'-11,"19"-17"6,44 46 9,-19 185-7,-46-7-3,8 72-5,-26-56 6,0 1 5,14 43 4,22-45 2,41-77 0,17-110 0,-59-80-11,-30 14-4,-22 53 7,-11-1 1,-20-43 4,-39 52 3,53 224-6,103 0-9,27-31-6,-23-26-20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11910 10132 874,'-72'127'-5,"101"-24"4,104-45-1,-15-118 0,-90-72 1,-81 33 1,-64 67-1,31 13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11136 9271 874,'93'8'-12,"1"-4"0,27 1-1,20-1 3,0-4 2,-17-8-12,-23 4-11,-3-1-8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11628 9060 874,'94'37'-15,"-10"2"5,9 13 2,-6 8 4,19 73 8,-131 17 2,12-59 4,-72-15-629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12293 9920 874,'-14'121'-10,"-1"50"1,3-63 4,-5 9 2,-1-9 1,-8 59-7,4-33-10,7-46-10,-6-1-399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12421 10437 874,'-5'152'-13,"-6"-12"4,-1-19 11,-32-241-7,48-58-1,7 79 8,14-44 2,51 14-1,46 71 0,-24 58 0,10 83-1,-126 33-1,-100-77-1,3-20 2,23 55-3,159 61-7,34 5-10,-18-35-5,-17-19-72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12960 10010 874,'-44'101'-10,"-13"23"7,-6 12 0,22-45-4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12880 10026 874,'27'119'-11,"16"18"7,1-22-4,15-5-15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13374 9875 874,'0'89'-11,"0"-3"6,0 19-4,-1 19 0,-4 13 2,1 6 2,1 2 3,0-40 3,1 2-3,-3-21 4,-2 80 4,0-42 4,3-258-6,2 29-10,-2-24-1,1 30 0,0-7 1,0-17 4,2-4 3,8 3 1,12 10 2,28-35 6,36 54 2,74 68-4,-36 62-4,-84 72-3,-132 5-6,-16-57-2,0-72-5,21-19-115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13088 9666 874,'93'1'-12,"2"6"-2,25 4 1,6-1 5,-17-7 14,17-15 5,-125-112-6,-71 34 8,157 102-20,53 72-3,-53 18 13,-81 18-1,-59-31-2,-60-23-2,27-23-6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13604 10497 874,'-31'142'-8,"12"-22"9,16-243-13,10-21 9,19 5 4,88 258 8,3-135-12,-34-88-4,-18 9 6,-31 184 2,-56 54-7,2-8-12,7-46-18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14249 10283 874,'-59'128'-15,"-30"52"3,37-75 7,4-1-3,-12 41-12,27-30-32,18-27-86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14199 10623 874,'4'129'-11,"-15"39"5,6-76 7,-21 29 1,-29-223-6,52 7 3,37-52 1,22 25-1,49 18 2,38 62 3,-52 57-1,-72 101-2,-116-48-3,-10-36-2,19-9 6,134 92-7,75-13-6,21 14-4,-35-32-23,-21-13-70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18616 9061 874,'48'118'-14,"-19"-24"3,4 16 2,12 57-4,-4-6 5,-15-48 6,2 18 1,2 5 0,-10-40 2,7 26 0,3 17 0,2 11 0,4 12 0,-7-17-1,-4-27 1,5 24-4,6 15 1,2 8 0,1 4 2,-11-41 0,-3-11 2,-4 4 2,-6-15 2,-3 53 4,-40-11 1,-15-49-3,-49 0-4,-56-10-4,24-31-1,39-31 0,-13-6 0,6-5 0,-89 2-1,63-14-1,-72-3-2,56-7 0,-15-5-1,-5 2 2,10 0 0,34 4 2,-22-3 1,-17 0 0,-13-1-1,36-1 0,-4 1 1,-27-3-1,-16 0 0,3-1 0,49 4-1,-28 1 2,-17 1 0,49 5 1,-18 0 0,-25 2 1,-18 0-2,-15 2-1,-3-2 1,64 0-1,-30-3 1,-19-1 0,-7 0 1,29 3 0,20-2 0,-28 1 0,-24-2-1,-17-2 0,-13 2-2,58 2 0,-9 1 2,-23-1-1,-12 1 0,-10 1 1,-6-3-1,-10-2 1,68 1 0,-14-4 1,-24-4 0,-21-5-1,14-3-1,48 6 1,-29-6 0,-16-2 0,-6-5 2,53 7 1,-2-1 0,-25-5 0,-16 0-1,6 2 1,53 7-1,-30 1 0,-14 1 0,-8 6 1,42 3 0,8 2 0,-19 2 0,-13 6 0,-8-2 0,64 0 0,-32 0-1,-21-2 0,-12-2 0,-10 0-2,19-1 0,40 2 1,-25-1-1,-17 1 1,-10 1-1,48-1 1,-7 1 0,-25 0-1,-15 1 0,7 3 1,49-1-1,-25 1 1,-8 0 1,-3-1 2,39 1 1,8-1 0,-20-3 0,-17 3-1,-11-3-1,-9 0-2,55-2 0,-12 0-1,-9-4 2,6-1 2,26 0 1,28-2 2,0-10-1,-56-36 5,26-19-2,6-27-3,28 14-4,-15-37-2,20 13-1,-5-46 1,40 66 1,-23-55-2,22 45 0,-6-12 0,-4-11-1,8 19 0,7 10-1,-7-21 1,-1-16 0,0-12 0,13 38 1,-1-11-1,-2-21 0,2-17 0,2 6 1,9 37 0,-1-27 0,3-17 1,3-6 0,5 35 1,4 6 1,4-18 0,0-7 2,4 6 0,-1 45 1,1-10 0,1-5 1,6 1 0,3 22-1,24-67 3,44-2 0,62 31-4,7 47-7,-50 49 1,7 11 0,50-1 3,-60 20 0,11 2 0,-4 1 0,76 3 0,-64-1 0,11 1-1,-31-1 1,2 2-2,18 2 2,9 0-1,13 2-1,8 1 0,-48-5 0,22 3 0,17-1-1,12 6 1,-17-1 0,-20-4 1,22 7-1,20 1-1,15 2 0,-47-5 1,17 0-1,23 1 0,17 3 0,-7 0 0,-41-4 0,32 2 1,22 3-1,12 3 0,-45-7 2,4-1-1,25 4 1,18 1 0,14 0 0,12 1-2,-71-7 2,25 2-1,26 1 0,19 3 0,-26-1 0,-33-3 1,31 6-1,21 3 2,11 0-1,-65-6 1,20 1 0,28 3-1,20 1 0,10 3 1,-2 1-1,-75-9 1,30 3 0,22 4 0,10 0 1,-38-4 0,-20-3 0,23-1 1,20 4-1,12 2 1,-73-8-1,31 4-1,25 4 0,14 0-1,-30-2 1,-28-5 0,26 3 1,17 2 0,10-1 1,-70-7 0,28 2-1,21 0 0,15 1-1,-16-2 1,-38-4-2,28 2 1,18 1-2,10 2 2,3 0 0,-42-4 2,-14-1 0,23 1 0,15 2 0,6-2-2,-68-4 1,26 2-1,13 1 3,2 2 0,-29-2 1,-22-3 0,14 3 0,11-4 0,10-3 0,-53-2 0,21 2-1,10 2-1,4 1 0,-25-2 1,-24 1 0,1 0 1,30 3 4,-31-1 0,-53-93-59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15458 9956 874,'-41'-84'-6,"-36"-23"3,-36-14-1,8 24 2,6 17 0,-24-1 1,13 19 1,-28-9 1,0 11-1,-26 0 0,69 28-1,-58-14 0,-20-3 1,72 24 0,-61-15-1,47 10-1,-19-6-2,12 3-1,22 4 0,-16 0 1,-7 1 3,-4 6 1,35 8 2,-6 4 0,-17 6-1,-12 4 0,5 4 0,32 0 1,-17 2-1,-4 5 1,3 5 0,-48 19 0,-14 47 0,81-21-1,-51 46-2,51-29-1,-4 4-1,-45 46 0,7 17 5,30-7 0,7 19 1,44-61-1,-22 59 0,10 5-1,29-45 0,24 20 1,22-24-1,42 25 0,18 0-3,23 4 1,24 5-1,-2-27 1,54 19 0,-24-31-2,-49-43 1,9 4-1,-5-6 1,69 41-1,-68-44 3,10 0 1,-26-16-1,3 1 1,18 3-1,7 1 0,-5-3 0,59 23 3,-72-24-1,5-1-1,-17-9 0,98 33 1,-67-32-3,9-2 0,58 6-3,-74-19 4,5-3 0,-17-3 1,-10-1 0,21 0-1,14 0 0,10-6-2,-45-2 1,16-1 0,7-4 2,1-6 0,-19-4 1,73-20 0,-68-2-1,9-15-1,55-35 0,-67 23-2,0-7 1,42-49 1,-26-28 2,-63 57-1,-5-10-1,18-61 2,-35 68-1,-2-5 0,-7-3-1,1-42 1,-17 53-1,-5-8 0,-4 10 1,-20-79-2,-2 65 1,-7-4-1,-27-43 1,-37-14-1,6 33 2,-29-11-1,-36-6 0,35 47-4,-7 28-9,31 25-20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12147 10418 874,'-48'101'-7,"-33"58"-1,33-67 7,-3 8-1,-2 12-1,9-19 1,3-4 0,-11 30-3,-4 10-1,16-37 1,-13 31-1,-7 19 0,19-40 2,-7 15 0,-3 16 2,-3 10 3,-2-2 0,0-8 3,20-47 1,-7 6 2,-10 16 8,90-222-3,3 29-860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11628 10442 874,'98'-26'0,"20"6"-2,-25 131-6,-81-18 4,2 31-2,0-15-5,-6-19-32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10078 12123 874,'97'87'-12,"2"62"6,-49-31 5,-30-3 2,-46-219-8,32-36 7,110 76 4,-13 160-9,-47 21 10,-55-29 1,11-206-10,9 28 4,70 30 2,-18 167-1,-53-11-35,11 1-65,-27-10-66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10836 12494 874,'-5'101'-6,"49"8"1,73-101 5,-109-146 0,-76 21-1,-36 79 2,13 15-22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10987 11867 874,'32'108'-11,"4"79"-2,-18-66 6,1 6 2,-4-1 4,-3-10-1,-3-25 5,93-87 12,38-38-8,-48 137-3,-218-23-5,22-161-1,134-45 2,83 49 0,-9 57 1,8 95 0,-54 71-1,-24-44 1,-49-18-625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11285 11851 874,'14'64'-29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11539 11791 874,'9'136'-13,"-9"-48"7,0 16-1,3 14 1,8 11 3,6 6 1,-4-42-4,6 7-4,16 41-23,-8-45-44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11673 12482 874,'101'53'-5,"25"-62"4,-70-81-1,-180 27 0,92 196-4,67-28-4,-16-13-13,28 8-15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12422 12789 874,'-88'-69'-9,"-46"20"10,41 80-2,92 63-2,98 12-7,7-58 6,23-103 2,-46-48-2,-52 9-2,-9-26 0,-9-17 1,-10-5 3,1 48 0,-9-9 7,-1 9-1,27 260-10,-11-80 2,4 33 0,0 18-11,-3-2-9,-2-46 0,1 3-34,-8-6-208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12841 12455 874,'-99'-18'-6,"-4"85"3,61 30 1,40-5 0,126-37 2,-40-138-4,-32-49 4,-16 228-4,-5 42 6,11-46 2,57-172-6,-59-52-7,-21-9 3,15 288 10,37-44 8,22-195-12,-62-14 1,-33 8 0,-48 193-4,77 32 5,93-96-1,4-61-4,11-63 1,-17 62 7,-64 159-9,-101 38-5,-10-32 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13912 12396 874,'24'160'-20,"-9"-53"10,1 17 2,-4 3 3,-4-13 10,-8 21 3,-67-240-5,47-65-12,16 54 2,4-6 4,0 35 1,1-8 2,7-13 2,15-12 0,9 10 0,-1 24 1,112-48 1,-36 130-4,63 61-9,-81 24 5,21 67 9,-96-62-1,-67 55 1,-66-54-5,32-61 0,-53 1 8,30-7-1,85 77-5,70 1-8,58 67-10,-13-52 5,-3-11-24,17-17-45,-17-10-259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14697 12062 874,'51'89'-11,"-1"102"-7,-31-53 9,-6 25-1,-10 17 1,-16 1-20,3-65 6,13-27-24,-20 31-30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13804 12063 874,'-69'120'-15,"31"-27"7,2 16 2,9 14 1,15 6 3,19 5 0,21-16 1,-2-22-2,33 0-1,75 32-3,-41-56-4,-7-37-24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884 624 874,'-15'99'-12,"1"-2"-3,-8 24 3,5-20 3,-4-6 1,-4 19-12,4 1-5,-4 63-50,13-81-22,5-10-109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766 926 874,'41'-87'-10,"89"-66"-13,-37 88 17,51-4-1,-15 99 14,-78 60-8,-73-1-4,-24 9-1,-42 48-3,-45-5 23,18-43-5,42-8-1,103 45 4,54-37-7,58-43-5,-1-61-2,17-89-7,-46-36 3,-34-15 4,-174 108 4,-4 204-8,66-80 3,5 67 4,68-62 4,71-114-6,48-116-10,-41 0 11,-24 48 6,-37 213-13,-52-29 1,-5-7 13,-2 44 8,37-265-18,-6-6-6,64 123 15,-36 133-16,-27-2 2,-45-249 28,33 2-15,44 29 0,37 112-1,-45 124-3,-18-22 4,93-102-4,-36-99-6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2312 985 874,'-43'107'-6,"-4"-9"1,2 25 3,30-33 4,119 18-2,31-115-4,-47-31-1,54-60-5,-35-44 7,-36 7 7,-91 29 1,-143 89-3,76 54-6,-45 46-14,49 7-14,13 0-283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2554 1061 874,'0'145'-10,"27"-11"11,62-84-5,7-92-2,-14-45-4,-10-69 3,-28 42 8,55 64 6,-13 111-1,-59 32 0,-9 47-4,38-51 0,84-109-9,-40-9-14,-13-27-277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3610 819 874,'-103'109'-14,"-18"11"10,34-26 5,42-8 2,62 16-1,118-184-10,-10-65-11,-38 42-30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3627 916 874,'11'132'-12,"-9"10"6,9-45 11,81-122-6,-41-89-10,-11-27-2,-15 25 9,-28 228 17,36 11-7,94-35-1,4-109-7,0-67-4,-23-46 5,-52 23 0,-94 19 6,-89 128-5,19 43 1,60 40 2,74-12-3,111-38-5,-36-32-7,-14-37-177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3475 865 874,'-20'88'-9,"0"89"-8,20-20 6,12-14-7,-2-56 3,6 14-12,1 7-7,9 56-53,-38-48-24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811 1839 874,'128'-31'-15,"-27"14"4,29-2 0,24 2 1,-30 3 1,3 5 2,-6 0 1,1 1 0,38 0 0,28-1 0,22-2 1,-56 3 0,19-1 0,34-2-2,23-1 0,-10 1 5,-55 2 1,34 1-26,16 0-7,2 3-7,-56 2-7,-7 0-7,2 2-4,-10 2-4,-20 1-4,-42-1-2,0-5 2,36-32-30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4662 834 874,'-21'108'-6,"-10"-12"1,-2-9-9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4630 1227 874,'-10'90'-6,"-3"-4"-23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2430 2117 874,'-112'77'-15,"21"11"-1,2 29 7,20 39 11,61-50 2,150-18 3,24-40-5,-52 25 7,-91 57-10,-55-47-4,-52 44-5,-66-33-9,62-46-14,6-40-83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2524 2691 874,'16'91'-6,"-13"22"5,0-29-2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2599 2374 874,'21'90'-6,"-2"-3"-24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3235 2344 874,'5'87'-11,"-6"86"0,-2-72 3,-1 6-1,-5 48-13,-5-30-27,2-35-71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3244 2187 874,'147'-120'-31,"-41"57"23,11 14 4,2 19 5,-21 19 2,44 26 2,-54 32-3,-67 87 0,-61 3-4,-92 37-8,28-83 5,-64 37-5,54-67 7,2-12 10,-29-6 6,250-120 0,4 77-7,15 81-6,-52 18-2,-28 39 2,-28-26 4,6-24 1,128-66-4,-30-67-11,-21 12-12,15-19-26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4461 2927 874,'80'-100'-15,"-4"-3"-2,-1-4 6,-63 16 20,-110 95-6,-1 103 3,91 0 0,141-35-6,-37-84-5,14-14-1,46-21-1,-20 11 11,-44 64 0,-71 65-2,-68 20 1,-58-33-6,3-42-23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5272 2057 874,'-15'87'-10,"-17"91"-6,13-70 10,5-23 1,-6 70-12,7-2-25,5-64 9,-4 40-54,1-39-69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5073 2650 874,'118'-57'-27,"26"-5"-14,-43 19-31,-9 4-9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5847 2404 874,'12'142'-12,"-7"-37"10,-11 7 2,84-266-7,27 29 10,3 115-3,-40 95-2,-51-1 0,-17 2-110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6489 2042 874,'-18'117'-10,"-8"-15"6,0-15-107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4118 2359 874,'33'120'-11,"0"40"5,-17-23 2,-11-20 7,-9-9 0,-17-202-1,27-68-12,9 65 6,12 4 5,67-40 2,6 159-2,-52 64-3,-44 3-3,-8 15 1,-2-15-5,-8 34-22,1-39-41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4575 2132 874,'-8'97'-17,"-5"24"5,4-35-2,-2 2-8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5772 2464 874,'49'161'-18,"-29"-62"9,-6 14 2,-5-12 1,-5 76-17,-8-76 3,0 44-49,-1-55-37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5783 2586 874,'97'-61'-11,"60"20"3,-31 35 4,-34 32 5,-77 100-2,-68 3-7,-31-38-1,-18-6 0,3-30-15,-15-29-49,31-57-120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6688 2209 874,'-93'-15'-10,"-3"37"3,6 32 5,15 59 3,38 5-2,50 30 1,30-46 1,60-43 3,-1-156-4,-37-70-4,-24 19 5,-24 239-11,-8-3 3,12 35-15,47-35-44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7005 2073 874,'-63'95'-10,"-14"27"11,91 9-2,76-34-4,9-29-1,-51 61 10,-159-26-12,22-67-1,-23 17-18,20-43-392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8118 2095 874,'-95'40'-11,"-40"39"7,10 43 2,50-17 2,34-7 0,52-12 2,89-47-1,38-70-5,-31-39-1,-20-76 4,-41 20 2,-46 268-4,6 28-6,4-50 3,-1 19 2,-2-21 0,-2-1 0,-10 28 0,-19 11 1,-19-13 2,14-48 0,-23-8 8,-44 8 6,7-141-4,65-62-11,28-54-14,4 37-2,36-43-9,-16 59-17,-8-5-61,17 30 34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8403 2400 874,'-134'110'-13,"43"12"13,78 3 2,133-90-5,-3-153-6,-57 5-1,-13 12 6,-17 200 9,-16 43 2,51-25 0,68-121-6,-33-156-13,-30-8-1,-36 52 7,-6-4 3,-10 26 3,4-77 7,-25 82-2,-37-16 5,-35 232-6,67-28-9,4 64-5,7-58 7,1 10 3,0-5 1,7 58 4,6-85 0,66 9 4,5-100-3,30-153-16,-69 74 2,18-67 5,-47 269 16,21 2-5,52-22-5,-7-45-292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9102 1907 874,'-19'122'-7,"7"-38"2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9274 1755 874,'25'161'-17,"-14"-66"9,-1 10 2,-2-4 2,0 58 3,-8-14 3,-7-57-4,0 7 8,-10-9-192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9437 2582 874,'95'-45'-4,"12"-24"-10,-2-18 2,-11-6 8,-22-10 7,-156 18 3,-41 150-3,21 20-1,11 48 0,51-14-1,103 14 0,30-56-2,77-61-5,-33-47 4,3-58 1,-18-31 2,-13-26 1,-60 2 3,-189 111-6,44 91 0,40 57 4,50 13-1,84-11-1,20-92 1,27-119-5,-14-44-7,-10 18 9,15 56 7,-39 191-3,-56 12-2,-18-34 0,49-232-9,22-24 1,13 63 13,26 85-1,-52 134-4,-38 16 0,-13-36-7,-25-18-609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10062 1665 874,'-83'162'-21,"14"-67"8,7-5-14,-19-4-779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11100 2344 874,'-35'86'-71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13479 2858 874,'-127'-8'-7,"8"3"0,1 2 5,-52 9 0,58 0 1,16 1-2,0 1 0,-30 2-1,-24-2-2,-19-3-1,58-1 0,-35-1 0,-24 1 1,-14 0 0,23 0 2,21 1 1,-29 3-1,-26 1 2,-20 2-1,66-5 1,-28 2-1,-31-2 0,-18 3-2,20-3 1,42 1 1,-32-1 2,-23 0 0,-17 0 1,63-2 0,-14-1 0,-29 1-2,-20-3 1,8 3 2,60-1-3,-37 2 0,-26 2-1,-13 3 0,-8 3 1,40-1 4,32 1-1,-28 2 2,-18 0 0,-12 0 0,82-6-1,-33 1 1,-23 2-2,-12 0 0,27 0 1,38-2-2,-26 3 2,-13 2 1,-7 3 0,-4-2 0,45-3 0,14-3 0,-16 3 0,-9-1 1,3 1 1,56-3-1,-12 1-5,-5 0-3,1 1-6,25-1-9,16-2-8,-5 4-7,-13-1-70,25-5-500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5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1226 4336 874,'-8'127'-8,"-1"1"1,4 54 1,2-29 3,-1-10-7,2-52 1,-1 6-1,0 54-26,-11-59-87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1154 4684 874,'31'-109'-7,"66"-17"-3,10 41 0,14 33 4,12 50 9,-94 133-1,-156 25-10,14-44-14,13-23-42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1536 4834 874,'-20'114'-11,"8"1"8,3-28-26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2160 4485 874,'-89'-78'-6,"2"103"2,-34 88-3,53 45 1,41-7 3,23-60 3,10 10 0,17 52 3,18-43 3,43-187-183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1630 4990 874,'158'-63'-21,"-72"35"8,0 2 0,-1 1 3,2 3-20,10-4-37,-9 14-335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2167 4879 874,'49'98'-6,"0"-12"-621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2876 4849 874,'-109'32'-9,"-13"19"7,39 48 3,110 20-3,104-77 0,-24-189-5,-65 34-2,8-65-6,-24 16 8,-19 69 12,-5 3-1,-6-17 4,14 196-1,-3 11-10,0 12-2,5 62-27,-3-71 4,3-14-9,24 64-56,-12-63-53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3797 4698 874,'-107'46'-10,"14"3"4,6 11 6,46 44 3,124-119-5,15-47-4,-14-18 4,36 180 12,-2-99-10,-15-56-2,-6-16 6,-64 179-6,47 2 3,43-91-3,0-61-3,-37-36 5,-84-18 2,-141 63-6,-1 47-10,10 38-12,35 22-79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4223 4185 874,'5'119'-12,"1"62"1,0-67 5,-1-28 2,1 4 0,4 70-14,10-28-24,32-29-60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4703 4632 874,'-126'106'-10,"12"-9"6,49-4 7,194-49-5,-40-167 4,-55 14-1,-100 204-2,112 10 1,68-90-1,11-89-9,-32-52 1,-38-2 12,-28 36 1,-30 228-5,-8-42-3,-1 13 0,4-20-5,1 83-23,11-30-32,3-41-79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4893 4638 874,'73'98'-9,"-8"-7"4,44 13 6,-20-146 0,-5-21-292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5382 3944 874,'-28'161'-18,"17"-61"9,4-1 2,3 77-4,11-9 7,3-52 1,-4-30 3,5-1 2,18 51 11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5191 4385 874,'168'-32'-23,"-46"14"9,-9 0-15,-25 6-13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5777 4593 874,'-112'27'-7,"25"11"6,14 78 1,163-61-3,30-107-3,-24-24-2,-50-17 12,-63 214 4,32-27-1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5727 4776 874,'96'-77'-96,"-8"-11"131,-56 4-22,-109-4-5,-9 82 18,-6 28-30,-3 45 5,42 34 1,99 46-2,114-58-3,-1-64-6,-62-39 3,5-16-3,-14-16-3,13-2-19,-17-24-751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6113 3913 874,'-79'147'-18,"9"-54"9,7-5-7,-17-4-587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7050 4615 874,'-97'-4'-10,"-69"26"-2,43 16 10,50 47 6,176-21-7,6-111-1,-2-93 1,-50 16-1,-35-46 5,-21 33 3,-5 38 3,-49 206-4,42-21-7,7 11 0,5 50-1,49 14-8,-20-73-3,28-1-790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7428 4351 874,'-115'32'-11,"-21"46"7,19 32 2,60-12 4,189-102-1,-56-109-2,-27 28 3,-4 209-5,12-34 3,65-101-1,-38-87-2,-25 2 5,-35 208-3,-2-16 4,68-47-2,33-109-5,-34-26-1,-5-41 6,-54 43 3,-91 168-3,39 7 3,116-9-4,42-57-7,-19-38-4,-10-4 2,-23 3 13,45 29 3,-143 114-5,-47-34 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8633 4238 874,'8'103'-11,"-3"73"4,2-75 1,3 51-10,-2-52-12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8511 4210 874,'67'-96'-12,"78"-10"2,-44 72 5,12 22 0,43 15 0,-41 30 4,-58 52 5,-74 2 0,-114 9-8,41-51 2,-51 27 5,41 4 3,69 32-3,79-3 0,44-29 3,44-16-4,-43-39-4,-8 2 1,1-11-5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9487 4291 874,'-12'117'-8,"5"-33"3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9513 4653 874,'0'68'-5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2919 6387 874,'-137'2'-12,"-40"51"1,27 18 2,-9 53 6,49-18 3,52 34 6,65-39 0,105-50-2,3-73-4,20-104-9,-74 22 2,-5-26 1,-7-17 0,-14 34 1,-7-4 1,-1-11 1,-4 2 5,-4 24 3,1 5 6,-14 198-8,-8 44-8,-3 30-3,2-81 2,-2-5-11,-1 24-8,6 3-9,-2-18-20,2 7-44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3046 6465 874,'68'-157'-15,"14"-2"11,-18 47 6,31 142-1,-77 79-4,-20-9-4,-4 23-1,-4 14 3,3-42 0,1 16 1,0 12 2,3-3 4,1-21 1,-7 5 5,-8-193-2,17-3-10,8-27-2,11-15 1,-4 39 0,11-10 0,15-4 4,13 7 4,43-32 5,28 103 4,-55 127-2,-73 6-5,-75-2-6,-62-55-4,50-71 1,-24 6-9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3076 5873 874,'149'-6'-17,"-47"0"8,14-4 1,6-2-3,-21 2-2,63-31-32,-58 16-36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3448 5665 874,'120'40'-10,"7"30"5,-84 78 6,-51-45 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4397 1634 874,'-92'112'-5,"-29"26"2,21-44 1,16-23-108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3680 6508 874,'-26'126'-8,"3"-24"4,1 12 4,-2-11 1,-22-191-8,47-48 2,15-29 8,41 69-1,48 136-1,-40 82 2,-19-38 1,38-169-10,-34-21-2,17-25 10,-23 232-5,-61 36-5,0-14-7,3-31-23,-5-6-202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4373 6253 874,'-55'129'-15,"-35"53"1,35-70 9,-22 55-2,11-20 4,25-63-2,-5 9-1,-8-7-588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4326 6673 874,'-19'119'-11,"-14"42"6,17-71 4,-7 48 1,-7-296-19,59 15 12,14 6 3,45-12 11,3 51 3,43 56-2,-52 151-1,-136-5-8,-61-14-3,11-38 5,81 58 1,111-9-5,-15-12-8,-3 0-24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4773 6298 874,'-62'133'-8,"6"-25"1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2301 7145 874,'137'0'-16,"-38"-1"6,71-4-3,2 0 4,-36 3 4,-13 2-2,-6 2 0,34 3 4,21 2 1,18 0-1,-66-3 1,33 1 0,25-1-1,11 1 2,3 2-14,-20 3-8,-46-3-8,10 3-9,-1-2-6,-51-2 4,0 1-85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3373 7890 874,'-93'-13'-8,"-38"39"3,18 22 2,14 20 1,5 47 0,87 4 5,153-95-7,12-134-8,-43-15 6,-72 41 3,-10-19 3,-8-10 0,7-52 0,-8 26 7,-52 234 3,12-10-13,-9 86-6,17-51 6,8 5 0,1-30 2,43 55 8,72-100 3,-15-182-11,-32-30-10,-37 54 5,-6-6 2,-6 18 3,0-31 4,-37 220 10,1 74-18,7-63 2,5-7 4,8 47 2,30-44 4,54-141 13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3329 7846 874,'165'-8'-21,"-54"-5"10,18-17 0,-17 7-15,-13-3 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5226 6690 874,'-46'105'-10,"-11"35"5,24-49 2,-19 50-2,-1 2 0,13-41 1,-9 14 1,-3 4 0,16-36 1,-10 20-1,-7 13 2,-1 8 1,0-1 1,9-20 2,-23 55 5,11-31 2,117-255-9,-20 40-31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4954 7649 874,'16'108'-10,"-20"32"6,0-50 3,0 58-2,0-5-1,-7 20 5,-2-58 2,-14-231-12,18-5 3,5 10 3,7-7 7,5 36-2,17-57 3,8 63-3,76-59-1,-12 78 2,21 66-2,-25 101 1,-105-14 0,-99 18-7,-6-38 0,-17-25 7,41 3 1,123 48-2,91 17-4,-12-7 0,-10 12 3,-21-19 13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5397 7294 874,'-7'108'-9,"-14"0"6,1-24-56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5579 7097 874,'137'-3'-12,"28"9"5,-33 0-3,-41-1-10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5594 7328 874,'108'-1'-18,"-9"-3"4,30-2 1,-34 2-9,9 0-9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7455 6418 874,'-101'15'-9,"-27"-3"-9,-3-4 16,-2 1 3,6 10 0,-10 19 2,26 3 5,106 47-4,133-34-11,-33-26 0,-3 0 2,41 17 3,-48 12 7,-89 43-2,-71 4-1,-70 10-7,54-48 3,-46 33-2,8 17 9,56-21 0,58 27-1,87-32 0,33-45-4,-14-33-4,16-8-2,-21 0 3,3-3-1,16 2 2,5 1 2,-5 5 1,38 11 4,-227 19 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6700 7928 874,'8'103'-5,"-14"-18"3,-5 4-295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6636 7641 874,'26'87'-102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7461 7037 874,'12'143'-12,"-8"23"5,-5-75 5,1 42 3,0-19-2,-18-245-4,19 24-2,-1 23 4,-5-88 1,-3 85 4,-1-39 5,37 4 0,114 23 1,-53 87-9,46 3-11,2 21-6,-44-1-17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7471 7158 874,'163'11'-21,"-57"-8"10,10-1 4,-13 0-12,-15-1 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8016 7414 874,'-47'144'-7,"58"14"5,105-70-1,-24-146-1,-33-27-434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8141 7279 874,'10'87'-102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7442 6623 874,'180'-8'-27,"-44"4"12,8 1-14,-51 1-3,21-1-4,39-6-46,-66 4-50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7888 6448 874,'114'43'-12,"32"23"4,-35-2 8,-78 48 3,-116 18-10,18-42-5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8723 7550 874,'121'8'-9,"-34"-6"4,50 1-1,-10 2-5,27 9-8,-17-10-12,-47-1-29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8991 7369 874,'14'130'-11,"-10"-46"5,-6 19-1,-5 18 0,3-24-8,-1 11-5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6697 7943 874,'70'102'-5,"-64"-10"1,-9 51 1,-4-24-1,-21 24 4,-12-50 1,-70-49 0,4-151-1,132-27-5,122-18-7,21 46 1,-69 46-13,-10 39-256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8095 7460 874,'-6'117'-7,"6"-13"5,10 16 1,8 38-2,-8-72 2,-5 3 1,-9-2 1,-19 26 2,-82-45-2,15-128-3,44-44 1,53-20 0,96-17-2,-12 66-3,12 3-1,8-9-13,-26 34-7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8213 7339 874,'-84'3'-3,"-2"-8"-440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8072 7490 874,'-124'145'-6,"50"-58"0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6823 7913 874,'-88'60'-9,"-24"9"4,13-8-4,11-8-12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9870 6765 874,'23'112'-11,"-11"-22"6,1 20-3,2 61-2,-9-63 6,0-8 2,-2-13-1,0 13 2,-2 7 3,-2-17 0,-24 20 9,-14-23-42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9780 6757 874,'87'-16'-11,"-1"7"0,26 4-1,17 6 3,6 10-8,42 14-35,-92-11-1,2 10-41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9885 7218 874,'97'5'-18,"7"-2"4,44 0-3,-61 1-8,5-1-15,-4 6-515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10320 7716 874,'-12'126'-19,"11"-35"20,16 2 1,57 46-2,41-92-1,11-55-4,10-63 3,-27-24 1,-43-1 4,-76-18 1,-97 68-1,19 69-1,25 111-4,105 32-5,31-41-7,14-58-4,2-15-186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10517 7596 874,'-29'90'-5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9885 6524 874,'85'3'-10,"2"-1"-1,28 0-1,18 1 2,7-1 2,-6-6-10,-48 1 4,8 2-25,-8-3-147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10436 6358 874,'139'87'-16,"-25"5"12,-52-7 4,-44 5 2,-36 0-1,-18-6-180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11102 7461 874,'116'9'-12,"38"-12"11,-43-34 4,-27 19-106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11181 7279 874,'7'150'-13,"8"19"0,-5-70-2,-1-15-412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11616 7194 874,'37'134'-14,"-20"-45"9,-1 15 0,-4 7 1,-3 4 2,-2-28 2,5 64 3,-15-244-5,-6-14-4,-7-18 0,1 26 0,1 1 0,-5-6 8,2-1 1,0 8 1,8 8 1,22-33 2,98 53-1,-10 62-8,19 28-2,-12-9-15,2 19-7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11613 7294 874,'88'8'-11,"8"-4"-1,21 1 0,10 3 4,-14-1-14,-18 0 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12076 7754 874,'-18'84'-9,"18"21"11,43-15-53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12189 7490 874,'-40'100'-6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12617 7733 874,'-101'-19'-7,"-44"43"6,39 37 0,75 45-1,53-13-2,100 8-2,-35-67 1,2-27-2,-2 8-9,-2-25-11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11568 6690 874,'123'0'-8,"-24"1"-7,23 5 9,-5-1 0,-28 0 0,16 1-3,63 3-25,-80-3-6,-1-2-30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12090 6540 874,'99'44'-10,"31"27"5,-39-13 5,-33 29 3,-87 10-3,-41-4 0,-17-6-439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1424 9230 874,'-98'27'-6,"10"24"-1,-21 56 5,54 14 2,33-13-2,40 15 3,33-18-1,30-19 1,29-29-1,-4-33 0,36-46 1,-30-23 0,-11-55-1,-45-3 0,-35-65-1,-26 38-1,-30 6 2,-53 24 3,-21 59-3,3 53 1,18 4-25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2509 9588 874,'-103'-103'-10,"-22"89"9,27 39 1,47 73-1,55-10-1,77-10 2,31-86 0,-10-101-1,-51 230-15,-44-36 8,1 30 1,1-7 0,-2-15 1,2 19 5,-2 1 3,-2-20 2,-6 3 30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2510 9790 874,'48'107'-10,"-13"-23"9,37 27 2,20-63-1,-4-64-3,13-85-1,-54 15 2,-14-19 3,10 252 0,17-48 0,50-62 0,-6-68-1,-17-76 1,-78-33 1,-105 85-1,47 143-3,59 23 0,70-5-3,48-37 2,-10-51 2,14-82 2,-46-16 0,-22-69 0,-32 0-1,-24 61 0,-9-15-1,-8-8-1,-1 25 1,-4 1 0,-12-5 1,-38-45 4,-28 78 0,8 90-2,28 146-8,50-9-6,28-52 5,13 8-8,10-1-7,1-20-8,36 49-51,13-76-14,-8-28-381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3817 9498 874,'-50'95'-7,"54"58"2,51-15 0,41-31 4,24-113 1,-14-43 1,-5-83-2,-18 251 3,17-19-2,3-170 1,-122-53-6,-36 13 5,3 24 1,183 42-3,-18 124-2,-46 20 8,63-215 5,-11 94-8,-20 94-5,-67 20 0,7 14-12,-9-23-597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4988 9739 874,'101'61'-8,"41"-41"3,-37-42 3,-24-74 1,-147-36-3,-57 44-3,-31 44 11,52 51 1,156 146-9,45-28-5,-32-36 4,-4 18 0,-16 2 2,1 81 0,-45-70 1,-5-17 2,-5 48 13,1-61 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5296 9483 874,'27'109'-7,"11"17"3,-2-37 2,20-4 6,31-155-5,-57-56-2,-7 17 0,14 220 0,-9-15 1,15-10 4,78-23 1,-3-116-4,-40-33 0,-39-35 3,-57 8-2,-71 43 3,40 202-3,113 38-12,54-37-3,-32-42-18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6771 9949 874,'-114'-47'-11,"13"28"9,-28 54 4,110 78-4,140-63-2,2-128 0,-49-31-3,-50 7 1,-11-18 1,-6 16 1,-6 9 0,-3-17 3,-5-1 3,0 21 1,-15 192 5,32 0-10,12 31-2,11 12-5,2-14-8,-9-33-9,14-7-8,-1 8-39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7239 9611 874,'-94'-52'-7,"-39"80"6,47 106-2,74-24 1,100-57 1,34-147-5,-42-24 2,16 198 3,-43 26 5,40-73 2,15-160-7,-18 137 2,-45 86 2,72-61-2,1-141-1,-81 10 1,-92 202-7,99 14 3,86-69 3,-27-105-1,-9-52-1,-14 2 6,7 26 0,14 102-2,-97 69-2,-63 23-2,5-24-27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8471 9487 874,'8'132'-14,"-1"-36"7,-1 10 3,5 41 0,0-35 8,-63-200-14,29-31 3,6-5 2,6 33 0,7-14 2,10-5 2,14 3 4,33-43 4,82 33 3,-38 93-8,2 28-1,30 31 4,-73 76-1,-79-12-4,-99-5-4,1-40 5,-23-8 5,76 48-3,80 9-3,88 47-8,18-17-10,13-23-25,-28-32-58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9060 8592 874,'-61'129'-13,"23"-37"-3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9142 9452 874,'-11'85'6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9184 9799 874,'32'133'-7,"-4"-25"2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11301 10101 874,'-116'1'-8,"30"5"3,-15-2-2,-12 0 1,23-1 1,1 0 0,0-2 5,3-1-4,-31 3 0,-23 3-1,-19 1 1,45 0 0,-20-1 1,-28 1 0,-26 1 0,4-4-1,41 0-1,-38-4-1,-26-1 0,-15 0 2,54 1 0,-6 4 1,-27 3 2,-18 3 0,-2-1 0,64-1 1,-43-3-3,-34-3-3,-22-4-3,48 2 0,12 0 0,-32 2 3,-20 0 2,-10 1 3,87-3 0,-48-1 2,-34-3-5,-26 1-3,35 0-1,36 2-2,-42-1-28,-21 4-9,-3 3-7,86-1-6,-22 5-6,-16 3-3,-9 5 2,2 1 2,18-2 8,64-5 7,-10 0 15,6-4 8,30 0 6,33-4 6,-48-27 1,52-2 12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2699 11562 874,'-86'-22'-21,"-2"23"21,-5 23 1,1 21-1,-12 70-1,47-6 2,65 20 0,54-29-1,54-62 1,49-113-4,-48-32-5,-62 7 2,-13-20 2,-13-12-1,-11 12 3,-9 26-1,-9-20 3,-3-8 0,-1-54 6,6 83-2,2-21 8,26 256-9,-26-29-10,-4 26-1,0-46 0,-5 37 0,-7 21-12,-9-2-8,7-52 4,4 2-36,-13-12-123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3016 10690 874,'19'137'-17,"-11"-30"7,-4 22 1,-2 14 2,-2-29 2,2-11 2,-1-8 2,-1-10-3,-1 11 7,2-3 0,15 36 11,129-51 0,-15-124-14,-41 9-14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3593 11513 874,'-64'131'-8,"16"27"6,48-44 3,87-24-2,22-70-2,16-101 0,-59-25 3,-64-33 0,-84 2 0,-9 59 0,-18 42-1,23 15-10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2853 11062 874,'176'-16'-28,"-40"9"13,5-1 5,-42 3-16,19-5-5,-17-9-4,8 3-48,-23-7-46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3389 10795 874,'112'48'-12,"-3"7"4,-16 12 8,-55 52 2,-90-15-3,-30-20-431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4164 10976 874,'-87'77'-10,"6"42"6,32 9 1,26 11-2,22-42 1,12 21-1,17 8-1,-2-25-3,15-11-3,2 19-20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4210 11268 874,'0'86'-9,"0"72"-2,0-69 9,1 37-1,13-244 2,-15-23-1,-2 16 5,53 242-1,-19-18 2,72-121-2,-43-111-7,-20 9 2,-11 31 4,15 226-5,-38 39-5,-8-39-14,0-47-17,-12-2-727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4829 11157 874,'-75'145'-16,"36"-53"12,2 20-4,3 12 0,0 7-4,9-3-6,13-17-7,-1-19-15,2 2-34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4843 11512 874,'-7'88'-10,"-1"90"-7,7-74 11,-1-17 3,1 56 12,-15-253-10,16-26 0,3 53 1,3-56 3,9 53-1,25-44 1,80 67 1,-14 73-3,-34 76 1,-89 9-3,-114 19 1,21-27 1,93 10-4,111 41-9,34-40-5,-36-32-21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5315 11217 874,'-75'121'-8,"12"-21"1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5355 11022 874,'76'131'-20,"-29"-26"8,-4 17 6,-13-31 1,-11 4-4,-6 68-22,-21-63 1,-15 10-8,-12-5-6,-8-15-5,4 0-72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5831 12213 874,'-106'43'-11,"-38"-12"7,53-21 3,-55 2-2,-8-7-3,34-4 1,-31-1-2,-13-2-1,46 1 0,-34-5 0,-19-4 1,-8-8 2,2 0 4,29 2 2,28 6 1,-14 1 3,-9 3 0,-3 8 1,44-2-1,-8 4 1,-8 0 0,-3 1-1,16-1-1,-59-4 1,52-6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3509 12320 874,'40'95'-9,"-4"27"2,-12 11-1,-2 51 1,-11-67 3,-2 0 2,-3-21 3,-13 33 6,-126-124 2,48-29-6,1 19-1,-20 25 1,68 70-5,101 23-5,92-22-6,-22-67 6,13-117 6,-87 5-2,-13-1-1,17-82 4,-42 70 3,-7 3 2,2-38 3,-8 44-2,-25 242-5,18 22-13,9-49 6,0-14 1,-4-19 10,-8 39 3,-108-188 5,81-67-7,98-5-5,38 50-5,0 48-4,31 5-2,-48 9-3,28-5-27,-32 22-736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5738 11746 874,'-27'137'-14,"0"-41"4,-10 24 0,-12 23 0,1-9 2,8-23 1,-5 18 1,10-29-21,-7 33-7,-1 13-7,14-42-6,5 2-6,9-7-5,23 1-60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5707 12631 874,'-11'157'-19,"6"-56"10,-1 15 4,1 3 2,0-22 1,-10 26 6,-28-239-11,36-19 1,11-18-2,7 50 5,8-3 3,0 18 3,42-35 9,38 74 1,-41 145 6,-114 57-19,18-14-3,44-50 1,43 43 1,46-74 0,-10-19-21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6160 12305 874,'-47'101'-7,"-33"62"-8,15-34-14,18-41-19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6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6279 12063 874,'132'-10'-11,"20"43"9,-65-13-1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6309 12274 874,'152'31'-17,"-62"-22"10,6-9 2,-10 3-9,1-6-17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7999 10999 874,'-136'-16'-8,"35"11"1,-12 5-1,1 5 7,-21 3 0,24 21 6,22 32-3,79 69-1,51-36-5,49 53-9,12 17 17,-65-46 0,-104 7-3,-33-41-2,-44 1 4,24-6-2,41 15 2,55 8 0,82 17-2,70-24-7,38-47-1,-58-39 3,0-7 1,53-8 3,-73 2 3,51 6 4,-36 11 1,-10 35 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7336 12530 874,'34'93'-8,"-5"71"-3,-14-11 0,-4-1 4,-10-35 1,-6 12 3,-6-21 2,0-22 2,-53 62 7,-35-117 0,24-164-1,82 43-10,16-8 0,22-45-15,13 50-13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7903 11938 874,'36'-103'-9,"40"14"8,26 57-1,-19 161-5,-75 7 0,-30-48 4,-32 42 2,-55-86 8,103-130-5,61-36-4,31 24 7,33 57-5,-15 117 0,-95 40 0,-40 3 0,131-242-6,9 15 8,-10 51-3,-6 134 4,-96 48-6,-21-35-1,-8 3 0,-18 37 3,7 22 5,38-36 0,102-20 3,-9-66-186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8052 11414 874,'144'37'-19,"-36"-13"8,5-5-2,3 0-23,0-22-57,-30-6-332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8365 11248 874,'98'69'-14,"51"60"3,-57-23 11,-66 35 4,-52-33-5,-58-16 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8781 12462 874,'-81'133'-11,"46"-39"6,31-2 7,38 3-1,93-27 0,-30-101-1,-28-98-1,-55-10-4,-56-1 3,-56 61 4,13 108 2,25 60-856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7358 12305 874,'-84'38'-102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9339 11368 874,'-54'101'-9,"-26"81"-5,40-62 6,9-17 2,10-5 1,4 28 1,9 22-2,3-45 1,16 36-1,17 21 1,14 1-11,-14-57-8,28 45-45,-12-50-46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9348 11882 874,'17'120'-7,"-8"-36"3,-2 13 0,-2 5 2,3 3 1,-1-19 1,17 47 3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9304 11856 874,'114'-18'-7,"-26"22"3,55 8-9,-26-10-1,-29 0-19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9363 12108 874,'122'46'-14,"-35"-15"12,35 11 0,-31-11-2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9874 12425 874,'-34'147'-13,"22"-61"7,2 11 1,0-9 2,-6 47 2,-2-30 4,-59-2 4,-17-154-4,31-82-10,20 38-18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9378 11640 874,'126'28'-12,"5"-10"15,-19-34 1,-28-4-107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9572 11505 874,'101'116'-12,"-42"-26"9,-24 7 6,-11 1 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9870 11490 874,'66'99'-11,"7"70"6,-37-50 3,-3 17-5,-8 13-3,-10 11 1,-8 8 0,-13-4 4,2-51 8,-9-1 1,-2 8 5,-19-20 3,-8-13-171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10332 12040 874,'118'0'-11,"25"-3"5,-33-18-3,-22 11-108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10451 11851 874,'9'156'-20,"7"-45"8,-3-26 4,16 8 2,-3 6-21,9-11-151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11100 11802 874,'-50'108'-10,"12"62"3,31-30 5,28-26 2,54 10-2,15-58 4,24-102 0,-32-73-4,-56 6-4,-18-13-2,-24-6 2,-6 27 5,-56-56 1,-15 61 4,-24 112 0,72 92-1,19-30-10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11454 11937 874,'4'113'-10,"-7"36"6,-2-64 4,-7 31 2,9-236-15,7-4 5,-4-16 3,-1 57 8,1-30 3,74 203 5,-38 34-12,9-36 2,56-118-1,-41-63-1,-1-25 4,21 14 2,-1 209-5,-64 20-4,-14-36-1,0 10 1,1-16-2,-2 27-11,-3-21-107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11107 11354 874,'95'26'-13,"-7"-3"1,18 1 3,11-2-5,-5-8-2,-23-5-6,18-40-39,-23-30-154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11568 11157 874,'81'84'-9,"23"62"-7,-43-33-3,-31-11-10,-28 15-36,-13-25-101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12196 11988 874,'-30'119'-10,"-29"47"10,19-59-2,0-6 4,20-15-21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12149 11988 874,'20'103'-6,"6"11"-1,2-3 0,10 5-7,2-13-18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12418 11822 874,'32'117'-11,"-4"52"2,-17-69 5,-1 4 4,6 45 0,-2-34 2,14-206 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12343 11752 874,'112'-18'-7,"65"11"-1,-79 13 2,-7 10-1,6-4-8,-9 16-173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12432 12017 874,'125'23'-8,"1"-19"7,-38-1-7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12757 12183 874,'-18'108'-10,"-3"23"7,26 3 3,21-46 2,68-17-2,10-59-1,13-87 2,-69-59 0,-102 44-1,-52 147-1,114 89-6,46-57-10,31-21-27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12874 12063 874,'-43'105'-7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12283 11454 874,'128'28'-15,"-30"-5"10,13 7-1,2-2 4,44 2 0,-47-28 6,-52-86 0,-101-12 0,147 236 3,-131-28-7,0-27-5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13088 12079 874,'95'32'-9,"30"-3"6,-20-19 2,-7-60 3,-58-37-105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13261 11897 874,'-23'141'-14,"10"-18"1,13-5-5,40-18-1,-5-16-47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13650 12004 874,'-21'134'-12,"28"20"7,37-14 6,52-44 1,11-176-2,-83-59-4,-41 8 3,-54 4-3,-36 25-8,-4 52-6,0 25-30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13923 12049 874,'1'113'-6,"11"50"-1,0-42 5,-8-213-4,-13-26-2,-2 2 5,-1-24 9,75 232-1,-8 33-3,25-24 3,11-198-5,-44-19 0,-3 15 2,8 198-10,-37-2 3,1 13-14,5 17-12,-6-37-33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14374 11640 874,'-114'-8'-10,"-55"-1"2,76 9 1,-1 1 0,-31-3-12,16-22-16,22 2-269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13833 11383 874,'155'29'-18,"-68"6"10,45 30 4,-41 37 11,-87 12-5,-51-19 0,-19-10 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14653 12048 874,'-52'109'-9,"-18"46"4,10-22 6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14578 11988 874,'29'95'-6,"30"67"-4,-18-58 5,8-1-11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14929 12064 874,'13'116'-10,"12"52"1,-9-75 6,8 43 3,-83-268-11,28 4 4,4 1 2,-2-30 9,17 69-1,3-40 5,18 11 1,17 28-1,138 53-7,-15 79-11,-58 1 4,10 1-21,-15 13-262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14817 11972 874,'113'61'-12,"39"5"4,-63-27-4,-5-3-598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15227 12244 874,'-33'117'-5,"54"-29"2,-4-1-185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15293 11988 874,'38'86'-300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15653 12244 874,'-105'7'-6,"2"63"4,58 42-2,55-26-1,49 50-6,31-99-11,4-51-31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14757 11293 874,'136'34'-19,"-30"-7"8,9 0-3,-5-8-2,-18-2-11,4-2-13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15084 11142 874,'113'118'-14,"-22"26"14,-66-20 1,-62-20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16068 12172 874,'112'0'-157,"-27"1"199,17 1-17,2 0-8,-8-3-5,13-11 2,-22 0 12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16649 12332 874,'28'-107'-9,"8"-25"5,1-4 2,-4 37 3,39 219-11,-53 32-1,-4-50 6,7-1 6,22 43 4,51-93 2,-38-178-8,-19-28-1,-26 53-1,-1-52 0,-18 64 4,-9 3 0,-30-38 6,-39 58 1,57 200-3,98-49-14,62 28-9,-40-40-20,-8-33-77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17169 12321 874,'-64'130'-7,"62"-40"5,58 33-1,64-57 4,-17-139-2,-50-21-2,-62-55-2,-49 41 6,-41 62 1,-1 95 5,52 35-631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17578 12123 874,'-17'89'-11,"-17"93"-6,11-73 11,-3 9 1,2 8-4,2-13-1,7-26-7,0 11-12,-1 47-48,21-51-13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17558 12686 874,'16'145'-17,"-5"-43"10,3 41 5,-5-14 7,-13-254-9,3 34 0,3-73-2,2 66 4,2 6 3,9-31 5,86 37 2,-7 125-3,-59 62 1,-124 11-7,-52-35 0,76 31 0,99 24-7,44-12 8,10-79 3,2-31-45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17995 12335 874,'-30'128'-10,"2"5"-3,7-13-12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16589 11525 874,'146'8'-18,"-39"-5"10,13 1 2,-6-8-4,26-15-16,-53 4-18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16947 11293 874,'108'76'-13,"25"42"10,-65 28 5,-56-30-2,-18-3 0,-4-29-3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18207 12032 874,'-43'110'-11,"10"31"6,17-16-3,16-18-15,3-23-281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18110 11927 874,'38'121'-11,"19"32"4,-19-70 1,5 21-10,-4-15-810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18437 12404 874,'47'-115'-11,"-2"-47"5,-22 68 4,-1 2 3,15-25 2,0 209-11,-32 49-2,-2 39-3,2-45 6,0-43 0,0 24 3,3 18 2,-1 3 3,-4-13 6,0-40 0,-11 38 7,-33-250-4,26-28-18,12 45 3,5-5 1,1 26 3,15-81 4,18 35 4,45 24 2,44 70-2,-26 55-2,-35 88-2,-145 10-5,-28-46-4,4-30-17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18990 11714 874,'-120'-11'-12,"34"6"6,-14-3 1,14 0 0,-66-19-12,57 10-10,11-18-557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18467 11474 874,'147'33'-20,"-52"3"9,59 34 0,-37 2 13,-38 14 6,-111 22-6,-20-24 14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18830 12388 874,'-2'119'-7,"2"-25"4,0 37 3,5-278-4,-13 9 4,7 33 1,76 200-2,-9 44 4,20-86-1,-35-146-5,-14-26 3,7-7 2,-20 243-9,-35 52-3,6-82 12,-2 19 2,-1-15 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19405 12395 874,'-39'128'-12,"-26"35"2,25-69 7,-1 5 3,2 1 1,-14 52 2,39-55 1,7-9-97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19313 12837 874,'0'132'-12,"0"-7"2,0 5 14,-3 5-1,-29-253-4,25 28 2,6 4-1,11-65-2,68 18 3,40 99-1,-21 79 5,-168 51-3,-24-7-2,75 24-2,83 16-6,24-15-9,-3-21-26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19706 12546 874,'-51'106'-10,"2"29"5,15-35-2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13356 926 874,'16'121'-10,"11"50"1,-9-57 2,1 21 2,-2 22-2,-5-8 1,-1-19-3,-2 23 0,-2-37 1,1 52 2,0 35-3,0 32-5,-1-45-2,1 6-1,5 51-2,3 35-2,-1 31 1,1 18 5,-5-108 1,2 44-3,10 44 1,9 35 0,6 25 0,5 1-1,-12-113 4,5 55 2,3 29 5,-6 16 5,-4 15 6,-7-51 3,-8-59 1,4 44 0,3 24-1,6 17-1,2 8 1,-5-80-2,-2-17 0,-1 29 0,0 18 2,-6-6 2,-6-98-1,-1 33 5,0 11 5,-2-4 2,-1-16 1,0-40 0,-1-46 0,-1-3-1,-2-11-2,-5-14-3,0-22-1,-4 38 6,35-26-6,89-83-16,-25-19-3,52-2-4,-40 2 3,13 2 0,-7-2 3,-15 1 0,24-1-2,19 2 1,9 3 1,-45-2 1,16 3 0,18 2 1,17 5-1,15 2-1,7 3-2,-54-6 0,33 7 0,23 6 0,18 2-1,-34-4 2,-13-1 0,28 5-1,20 4 1,17 4 0,16 2 0,-63-12 1,16 4-1,31 3-1,17 2-1,-17-5 3,-51-6 1,28 0 1,14 1 2,9-2 2,-55-8-1,2-2 1,19-1 0,7-4 1,-8-1 0,-53-1 0,16 2 0,1 1 2,-3 7 0,-35-1 0,-14 1-1,2 11 0,-2 9-1,-2 9 0,-2 9-2,37 34 2,3 57-5,-27 3-1,-53-56-1,1 26-2,-4 25-2,-14-33 0,-1 16-1,-5 34-1,-2 23 0,-3 21 0,-2 10 0,-5-73 2,1 35 1,1 21 1,0 6 3,-1-31 2,-3-27 0,-2 13 4,0-4 3,-4-16 2,2-20 0,-2-34-1,6 23 6,-20-192-314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14651 1166 874,'-136'5'-8,"42"54"3,22 29 4,32 1 3,83 1-2,121-56-1,-66-16 0,-9 18 0,19 43 0,-84 94-7,-52-26 2,-88-149 10,56-108-5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14832 1453 874,'5'121'-11,"3"16"7,-3-45-7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14891 1197 874,'39'101'-8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14503 2027 874,'142'-24'-12,"7"4"2,-34 9-5,-31 6-19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14548 2117 874,'109'-4'-6,"-13"4"5,71 29-2,-59-7-1,-20 11-292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15811 1682 874,'-5'114'-10,"35"37"7,61-46 5,33-90-4,0-81-2,-11-68-2,-46 15 4,-31-27 6,-39 24-1,-42 25 1,-81 58-2,7 63-3,3 59-8,24 23-15,38-22-413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16745 1607 874,'88'-50'-6,"4"-45"7,-27-23-1,-156 67-6,3 115 3,-12 51-1,60-22 6,55 37 0,116-52-1,10-129-4,-19-18 4,14 17 1,-31 56-1,-40 90-2,-61 26-3,-53-13-10,-14-23-26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17386 1046 874,'0'144'-16,"0"-46"8,-2 17 1,-3 9 1,-2-3 4,2-36 2,-2 60 7,2-58-427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17275 1580 874,'159'-88'-21,"-58"43"10,-5 1-15,-12 14-90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18000 1384 874,'96'-137'-18,"-32"5"16,-178 169-3,54 96-3,39-35 3,9 23 0,10 21-1,15 13 2,-3-40-1,9 3 1,0 3 4,-5-17 8,-10 32 6,-95-125 1,47-131-13,46 25-6,29-19-2,32 4-2,57-28-4,34 74 18,-27 84 2,-29 130 5,-71-64-2,-40-2-632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18288 1317 874,'-1'123'-11,"14"-12"7,-3-23-57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18803 1348 874,'-39'141'-14,"11"-54"8,-5 14 0,-7 11 1,-1-1-3,-5-22-1,-59 5-44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18467 1553 874,'55'107'-11,"32"17"12,61-58-2,0-88-2,-40-39-1,-7-81 4,-72 34 3,-146 176-10,39 42 4,74 15 6,145-59-6,-44-60-5,-13-28-108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19761 1585 874,'-107'105'-17,"-25"48"15,78 6 6,191-134-10,-42-107-4,-16-46 0,-28-29-3,-33 45 9,-6-13 2,-3 9 4,4-39 5,-24 250 4,4 14-13,4 18-2,7-7-2,0-28-6,10 6-10,37 31-34,-7-39-76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20333 1408 874,'-112'97'-15,"-10"46"6,34 7 14,199-195-12,-24-107-1,-29 23 5,-47 269 5,-5 5 9,110-130-3,-61-103-9,-6 0 6,-27 218-8,29-35 7,54-180-7,-34-50 2,-20 220 4,53-49-3,22-1-1,-24 62 0,-72 11 0,-72-19 0,-42-43-619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21318 1374 874,'16'112'-12,"-8"63"5,-11-80 2,-3-1-2,-5-9-1,-12 20-12,-8-11-43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21208 1405 874,'123'-114'-21,"-34"59"13,14 8 4,5 16 3,-7 24 4,42 74 2,-88 59-4,-146 5-4,1-58-2,-68 32 4,21-13 6,108 25-2,56-20-1,82 31 2,-4-41-3,-11-225-2,-68 34 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21954 789 874,'-35'97'-10,"-37"4"10,-5-17-106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22108 1453 874,'-10'107'-7,"-4"-18"-19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22089 1846 874,'0'104'-7,"-7"-16"-852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14745 3361 874,'-11'-125'-4,"-93"101"1,19 57-1,-8 86-3,70-3 4,31 11 4,39-3 0,35-19 0,17-52 2,14-49-1,-11-73-4,-64-18-1,15-14-7,-34 14-178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14783 2706 874,'-3'107'-18,"2"-7"6,-3 21 2,-1 12 4,-4 2-6,1-28-5,0-18-7,-1 64-48,10-30-30,14-36-9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15062 2781 874,'12'133'-14,"-9"-38"6,-3 22 0,-4 11 2,-4 3 1,-2-2 4,1-9 4,5-7-1,5-16 1,55 26 4,53-96-2,4-49-2,-30 0-12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15482 3551 874,'-7'133'-7,"32"10"6,28-54 1,32-76-1,1-66-2,-28-39 1,-25 0 2,-90-21 2,-78 115-2,37 9 1,15 23-187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16080 2744 874,'-36'123'-18,"6"-22"9,-4 19-1,-3 13 4,8 5 6,14-2-1,15-7-3,16-7-2,-5-34-5,15-3-8,3 19-22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16159 3144 874,'0'89'-11,"-4"-4"2,0 15 2,3 5-3,1-17 0,18 7-27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16157 3187 874,'95'17'-3,"14"-37"-5,-18-29 4,-55 202-2,-48-67 1,2 41-13,20-26-19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16703 2993 874,'-20'149'-18,"-3"-50"9,-4 18 1,-2 10 3,0-1-5,3-6-5,7-24-5,-8 22-40,6-34-79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16823 3516 874,'-7'122'-14,"0"-31"10,1 9 2,1-7 1,-63-209-16,68-36 4,36 6 10,51-7 9,-5 62 3,48 40 10,-73 164-11,-107 9-12,-43-11 2,-16-50 4,5-58 2,221 50-1,12 21-4,-36-18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17192 3083 874,'-20'108'-10,"-16"1"7,4-25-56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17417 2888 874,'58'120'-12,"-4"36"8,-36-67 3,-6 8 0,-12 10 0,-9-8 1,-2-15-3,-21 15 1,-34 3-2,16-17-3,-21 2-9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14385 4099 874,'128'8'-13,"-32"-8"5,23-2 0,14-4 1,19 1 1,-51 1 1,31-2 0,34-2-3,-25 0 2,-8 1 0,34-2 4,22-1-2,18 1 1,6 3 0,-58 2 0,6 4-19,19 4-8,5 6-7,-18-1-7,-44-1-8,7 0-6,0-5-5,-9-7-4,-22-19-2,-11 8-67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15025 2635 874,'123'-11'-11,"43"6"3,-76 6 2,44 0-9,-19-5-4,-28 2-28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15458 2435 874,'101'29'-6,"11"80"0,-76-25 2,-25 13 0,-34 5 0,16 11-12,-39-29-46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15506 4357 874,'21'156'-21,"-9"-51"17,-1 8 1,-2-2 4,-2-9 2,-41 27 2,-68-81-7,-10-24 1,0 21 2,6 70 1,133-10 0,116-80-2,-11-61-6,20-114-5,-92 50 6,-17 15 0,1-34-2,-4-11 2,-9 23 8,1-11 6,-59 278 0,9 2-14,14-59-2,6 4-9,9-8-8,14 33-47,26-40-62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15561 5000 874,'148'-73'-20,"-53"30"11,17-5 2,13-2 1,-23 7-10,10-2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7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17693 3823 874,'-67'161'-21,"22"-58"12,-7 17 0,-2 9 3,-2 5-5,1 2-7,-1-3-6,11-25-12,5-11-7,6-9-5,-31 77-66,6-21-18,22-53-81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17515 4567 874,'-10'143'-13,"-4"-55"7,1 7 3,2-1 2,-3-5 4,-14 30 1,-14-252-17,74-44 2,4 69 6,14 7 2,4 12 5,33-25 4,31 33 4,4 60-1,-20 105 1,-175 81-19,-8-80 1,-58 28-6,0-38 5,239-73 28,8 69-10,10 38-1,-17-72-10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18065 4050 874,'-8'128'-11,"-21"11"6,-8-26-6,-11-26-293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18228 3747 874,'115'9'-5,"-31"-6"3,17 0 1,-13-1-1,-4 1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18303 4003 874,'101'1'-5,"39"10"0,-36 3-1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19855 3113 874,'-124'-46'-11,"-60"30"-1,72 20 7,-3 5 4,1 5 3,4 2 1,12 5-3,-16 20 3,95 49 6,119-12-11,6 7-1,-2 56-1,-69-41 3,-3 59-4,-45-58 2,-20 6 1,-7-8 0,-37 51 0,8-34 6,48-5 5,135-90-8,21-24-5,-44-5 1,10-1-5,1 2-1,43 0-27,18 17-29,-76-3-35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18929 5152 874,'41'-128'-14,"48"-36"2,-9 46 12,35 103 5,-89 108-6,-34 67-5,-2-61 5,-7 49 1,-13 0 2,-7-35 2,-19-27 2,-39-146 1,98-28-12,26-24-4,-10 13-11,15-5-12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19167 4427 874,'16'102'-28,"0"-15"-78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19748 3763 874,'-12'-103'-9,"56"-6"9,51 89 0,-21 108-5,-78 46-2,-22-16 0,17-273 4,53 35 2,42 18 9,8 118-6,-43 86-2,-51 55-5,-30-20 2,-1-302-9,84 10 6,47 13 16,23 97-5,-22 148 2,-97 0-9,-8-14-3,-9 8-1,-17 24-2,-11 5-13,-9-10-7,7-24-8,-13 42-56,17-41-104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20452 4042 874,'-21'114'-10,"11"3"12,106-57-2,-1-143-3,-24-29 4,-83 21-1,-76 63-2,1 21-1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19882 3260 874,'129'-3'-4,"-37"-2"-10,13-4 5,48-13-6,-38-15-3,-30 11-23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20299 3069 874,'118'140'-8,"-87"-50"6,7 6-4,-27-10-179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20957 3309 874,'-38'131'-17,"7"-35"10,-1 16 2,2 8 1,9 5-4,12-1-1,12-7-1,11-9-8,11-11-11,56 11-48,4-58-117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21074 3688 874,'-6'119'-11,"-8"62"0,3-80 4,1-6-2,0 33-14,3-41-22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20955 3681 874,'105'-21'-9,"10"12"5,-22 22 6,-9 6 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21000 3949 874,'106'-7'-9,"18"-1"4,-37 4 0,-2 5-291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21397 4050 874,'-3'153'-13,"-8"18"7,1-83 5,-7-1 3,-23 51 2,-63-69-3,117-176-15,3 18-31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21074 3539 874,'109'-3'-6,"-15"3"5,18-5 2,-24 4-23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21312 3430 874,'97'98'-7,"-48"2"4,-11-16-55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21595 3430 874,'53'95'-10,"11"48"5,-15-12-1,-13 5 0,-21-38 2,-7 20 1,-8 8 1,-1-39 0,-12 22 0,-10 8-3,-12-1-2,2-24-1,-26 20-20,4-25-270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21938 4079 874,'106'-3'-3,"-16"11"-1,1-2-1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22086 3944 874,'-11'146'-12,"-11"-38"3,-2-23-12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21447 3913 874,'-1'90'-5,"5"-2"-623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22456 3717 874,'-32'108'-10,"-10"71"-1,24-73 6,3-18 3,15 35 9,131-121-6,-21-170-10,-45 10 2,-46 61 8,-16 3 2,-37-30 2,-56 91-2,-8 87 4,12 9-108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22790 3705 874,'-31'146'-18,"11"-57"14,-3 8 0,2-1 4,4-9-1,34-214 2,4-15 1,15 41 2,80 64 0,11 9-1,-3-60-3,-91 213-9,-80 23-1,5-6-9,30-56-34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22445 3487 874,'156'-11'-16,"-68"7"11,8 3 1,5-3-3,2-3-1,-4-5-1,-10-9-3,-5 4-15,2-10-18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22966 3310 874,'117'52'-10,"-19"54"6,-69-15 2,-47 35-3,1-39-3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23313 3928 874,'-52'132'-12,"-10"8"6,13-3-5,18-49-9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23220 3884 874,'36'109'-9,"9"51"1,-24-73 2,6 19-11,-15-20-588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23503 3581 874,'7'148'-15,"-5"-56"9,2 9 2,-1 1 2,-1-3 3,1 39 3,9-40 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23414 3612 874,'117'-31'-10,"-2"11"6,-16 13 1,-7 14-10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23488 3915 874,'140'-5'-5,"-43"1"-1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23742 4003 874,'-9'153'-7,"25"4"7,76-70-1,25-150-6,-36-41-2,-18-41 7,-188 138 9,96 131-2,118-104-3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23831 3823 874,'-2'86'-17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23428 3317 874,'115'7'-10,"35"-1"4,-65-10 4,2-6-2,-2-18-2,15 4-10,-16-17-275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23771 3159 874,'97'29'-8,"-5"23"4,-39 44 5,-18-12 3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21640 5318 874,'128'12'-7,"43"-5"3,-73-11 3,22 3-5,-35-1-286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21850 5136 874,'-1'160'-17,"-4"-65"10,2 9 1,6-3-3,8-12-1,-3 14-16,-1-16-766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22300 5141 874,'-8'86'-10,"-8"74"6,14-76 6,42 32 0,69-118-5,13-136-4,-61-27 2,-50 33 7,-80 46 0,-63 92 1,42 9 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22726 5121 874,'-12'144'-13,"-4"16"8,0-7-7,7-61-10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22683 5126 874,'101'97'-5,"27"-122"2,-21-66 3,-94 200-9,-42-1-5,3 42-9,34-55-16,10-11-189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22415 4885 874,'137'2'-12,"28"12"4,-74-8 2,1-7-2,-3-13 0,16 4-18,-18-15-259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22832 4759 874,'114'57'-7,"-9"75"5,-63 7-1,-42-35-1,-11-20-27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23361 5242 874,'-39'120'-8,"-19"40"5,28-46 1,6-27-57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23324 5196 874,'31'118'-10,"-3"21"6,-4-17 0,-8-34-4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23729 4940 874,'11'135'-12,"-11"-47"6,-2 12 0,0 8 2,-2-3 4,0-6 2,-3 36 1,3-43 10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23637 4966 874,'94'-37'-9,"33"14"5,27 22 1,-52 2-2,-15 22-840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23681 5310 874,'129'-14'-12,"-6"1"2,-24 4-9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23964 5484 874,'10'117'-10,"-8"-15"4,3-15-14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23964 5347 874,'53'86'-302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24302 5453 874,'-88'56'-7,"-3"62"4,94-14 4,82-37-4,-6-103-2,35-11-13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23697 4794 874,'108'-19'-6,"-22"8"1,12-1 2,48-7-1,-48 6-5,-12 4-604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24039 4638 874,'101'161'-5,"-60"-68"3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24056 4095 874,'-101'91'-12,"19"9"15,94-10-3,135-104-8,-41 0-14,-16-31-172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23923 4248 874,'87'-56'-3,"15"-25"1,-233 33 0,25 174-1,77-17 0,45 12-2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28050 3320 874,'-23'131'-13,"11"-33"5,2 23-1,-2 24-1,0 22 1,2 16 1,3 12 1,-1 6 3,-2 14-3,4-40 2,-2-17 1,0-6 2,1-22 1,-2 37 0,-2 22 0,3 13 2,3-60 0,2 14 0,6 16 1,4 6 2,1-17 0,-2-38 0,1 19 1,-3 4 0,-3 1 1,-7-11 1,0-30 0,-8 60 5,-10-7-1,-8-45-4,-49-27-3,-80-30-5,13-32-1,46-23 0,-5-4-1,24 0 1,-94-1-3,71 2 4,-6-1 1,-67 1 0,62-2-3,-9-3 1,-9-6 0,13 0 1,21 1 0,-20-1-1,-20-1 0,-11 4-2,43 2 1,-15 0 1,-20-2 0,-13-6-1,22 1 2,18 0 1,-25-3-2,-20-2-1,-12-1 1,-11 0-1,34 4 0,12 2 0,-23-2 2,-15-4 1,-7 0-1,62 7-1,-32-3 1,-21-4 1,-16 1-2,24 4 1,20 5 0,-33 2-1,-23 4-1,-14 1-1,70 0 1,-29 2 1,-27-3-1,-18-1 2,22-1-1,37 2 1,-33-2-1,-23 2 1,-17 0 1,68 3 0,-20-1-1,-29 1 0,-18 1-2,17-1 0,50-1 1,-34 0 3,-17-1 0,-10 2 1,58-1 0,-5 4 0,-22 3-1,-16 3 1,5 3 1,59-4-1,-31 5 1,-16 3-2,-8-4 1,46-3 0,8-2 0,-14-2 1,-4-1 2,2 4 0,56-3 0,-18 2 1,-9 0 0,2-5 1,28-5-1,16-3-1,1-7 0,6-12 0,-62-44 2,53-2-3,19-94-4,46 56-5,8 25 0,2-32-2,-1-20 0,-4-12 0,6 33 3,-3-4 0,-4-25 1,-1-29-1,4-16-2,5 55 2,0-46-3,-1-30-5,-3-17 1,3 44 4,0 14 1,-3-28 5,-1-17 1,-1-7 2,9 76 0,0-34 0,4-14 3,1-5 2,2 9 1,4 31 2,-1 40-1,2-1 1,3 4-1,10 10-1,16-41 6,56 22-4,11 48-6,31 41-3,17 33-2,17 9-1,-51-2 0,10-2-1,-34 0-1,30 0 1,21 2-2,15 3-1,-23-2 1,-7 1-1,26 0 1,20-4 1,18-5 0,-64 2 1,38-3 0,29-3-2,20-1 0,-22 1 1,-26 2 0,36 0 0,28-2 0,17 0-2,-72 3 0,28-2-2,35-2 4,22-2-4,15 5-1,-5 2 1,-76 3 1,39 3 1,21 2 2,15 6 3,-48-2 4,-14-1 1,37 0-5,23 0 0,13-1-2,-91-2 0,49 1-2,29-1-1,16 6 2,-44-1 2,-28 1 2,37 7 1,17 6 0,16 0 1,-93-6 1,37 0 0,26 2 2,19-1-1,-31-3 0,-42-4-1,32 0 0,15 3 3,10 0 1,-71-3 0,12 2-1,19-2 1,8-2 0,-19 1 0,-51-4 0,18-1 0,6 1 2,-10 0 0,-46-3-1,-9 2 1,-7 5 0,-12 6 0,32 21 5,-29 29-4,-12 37-6,5 76-10,-33-18-4,-20-55-12,-21-19-89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5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13133 10086 874,'25'63'-10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6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15291 13033 874,'-99'-68'-6,"53"-25"1,54-3 5,-110 144-1,50 38 1,-9 2-294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19987 8148 874,'85'-58'-6,"45"-59"-2,-38 20 7,20-22-1,46-48-4,-11 15-1,-46 47 1,15-19-1,-25 27 0,4-7 0,22-27-1,19-19 1,3-8-1,-41 45 1,29-35-2,18-23-2,13-18 2,-30 36 1,-6 5 1,25-32-1,16-19 0,9-13-1,4-10 3,-52 63 2,9-16 8,14-22-3,-22 29 1,-14 16-1,19-28 0,14-18 0,10-14 2,-54 72 2,20-28 0,16-28 1,13-18-8,11-8 0,-5 14-1,-43 57-25,16-13-9,-46 58 4,-15 18-32,4 1-32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20544 6854 874,'42'-133'-14,"-13"44"6,9-14 1,5 5 1,26-47 3,5 13 8,-4 44 0,6 174 4,-68 20-10,-2 4-5,12 31 8,-5-44 2,-15 10 2,-105 2-4,-55-73-1,56-43-2,9 6-1,4-15 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20955 5377 874,'24'116'-5,"-7"-19"4,1-8-2,-6-2-104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20791 5491 874,'124'2'-11,"-38"-7"4,14-4 0,-12 4-8,0-1-7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21356 5879 874,'-30'109'-7,"23"17"7,139-36-3,-14-121 1,-19-32 1,-23-44 1,-90-27 0,-95 38-2,-14 73-2,14 61-5,23 1-32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20895 5750 874,'49'-92'-6,"35"-51"-1,-3 37 5,30-10 0,39-25-1,-22 25 3,-5-4-4,-27-5-8,-24 18-23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21268 4788 874,'114'-62'-11,"40"-7"3,-39 26 7,7 40 4,-50 118-4,-93-18 0,-30 53-8,23-69 1,-10 27-20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21804 5506 874,'41'-104'-10,"25"-69"-3,-5 17 2,-8 31 9,38 150 5,-87 102-9,-7-34 10,0 0 1,18 28 2,78-189-7,-45-29-6,-4-4 0,17-50-3,-18 29 17,-55 221 8,-5 52-12,55-32-3,52-103 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21938 4814 874,'152'-38'-21,"-46"15"11,15-4 1,3-1-3,-21 6-10,5-1-8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22311 4547 874,'103'57'-7,"-27"29"4,-67 36 1,-67-36-56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21737 4804 874,'-63'93'-13,"-2"-3"6,-19 11 4,-3-9-2,-42 42-12,7 5-8,46-44-20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21713 4789 874,'-64'99'-11,"-57"65"-5,38-56 7,19-23 2,-4-1 1,-54 59-34,17-39-33,21-60-14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21763 4781 874,'-72'98'-13,"-57"60"-2,49-64 9,-48 53 0,15-26 4,-19 17 6,43-59 5,2-85-91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21662 4920 874,'-110'103'-20,"-57"49"6,73-66 10,7-5 3,-48 38 1,39-42 4,3-71 21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21753 4759 874,'-88'133'-17,"-28"21"-1,5-29 2,-8-5-21,-6-3-36,22-25-26,18-18-129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21737 4744 874,'-59'95'-11,"-30"32"7,7-19-6,10-16-5,-20 12-14,4-32-29,3-28-111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21804 4728 874,'-87'119'-14,"-21"7"2,-1-15 3,-2-8 7,-37 27 2,42-40 5,-1-7 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21762 4744 874,'-67'113'-11,"-32"22"0,9-23 3,-10-5 7,-63 41-9,78-79 3,-11 10-8,11-24-272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707 6141 874,'118'9'-14,"5"-11"2,-29-3 8,-3-1 2,74-1 0,-81 4 5,22-4 3,-20-2-6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1065 5935 874,'109'39'-7,"-12"-1"1,-8 11 6,-40 44 1,-75 36-3,-86-13 4,20-52-1,7-15-6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2361 6298 874,'109'9'-3,"-3"-4"-5,-16-2 6,34 3 2,26 0-2,-58-4 0,4 0 0,49 2 1,-52-1 1,13 1 0,8 0-1,-2 0 0,-28-2 0,20 1 0,16 1-1,15-1 0,-28-2-1,2 2 0,20-2 0,18 0-1,9-1 0,8 1 2,-53-1-1,19 0 3,20 1-2,15 2 1,-16-3-2,-28 0 1,27 1 1,12-1 1,-50 1-1,28-1 0,22 2 0,15 1-2,12-1 0,-11-1 1,-44 0 1,26 0 1,20 0 0,10-1-1,-42 2 0,-2-1 1,23 1 0,14 3 1,3 0-1,-56 0 0,32 0-1,19-2 0,10 0 0,-33 0 1,-13-2-1,24-1 2,1 1-1,-48 0 0,28 1 0,20 2 1,12-2 1,-36 1-1,-6-2 1,28 0-2,15 0 0,4 0-1,-62-1 1,28 0 0,15 0 0,10 0 2,4 0 0,-15 0-1,-39 0 0,22 0 0,18 0-1,13 1 0,-47 0 1,5 3 0,15-2-1,10 2 0,-8-2 1,-42 0 1,26 2-1,12-3 0,12-1 1,-36-1-1,-8 1 0,10 0 1,-3 3 4,47 2 6,-87-4-7,47-12 3,-42 0 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12265 6192 874,'-22'90'-8,"-2"-4"-20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18595 7602 874,'-104'8'-7,"2"-7"-1,16-5 4,-46-3-3,41 2 5,-7-1 0,-2 3 2,-72 5 0,54-1 0,-18-1-1,30 0-1,-8-1-1,-24-2-1,-15 1 0,-7 2 0,-6-1 2,56 1 0,-22 1 0,-21 4 1,-15-1-1,17-1 0,26-1 0,-18-2-4,-5-2-5,11-1-10,44 0-8,3 0-8,5 2-7,-54-1-64,54 2-89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13763 12546 874,'-12'85'-7,"8"19"0,8 13-5,0 35-4,10-25-17,0-39-50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13699 12530 874,'120'18'-8,"11"-3"-4,-10 1-4,-32-3-1,-2 3-117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13699 12742 874,'110'12'-6,"-3"-7"0,-9-2 6,14-8 2,-23 2-4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13714 12395 874,'115'29'-16,"-17"-8"10,45 9-9,-58-11-8,10 2-43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14122 12395 874,'52'99'-10,"5"9"6,-24-14 6,-40 6 1,-78-47-1,4-49-861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13714 12198 874,'-92'-60'-1,"7"3"-5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13525 12139 874,'-66'-91'-4,"-6"-3"3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13377 11989 874,'-84'-68'-3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14801 7997 874,'11'-102'-3,"-3"-62"-2,2 35 0,1 10 3,1-10 4,-4-26-1,-1 62-1,2 0 1,8 4 0,63-59 1,86 57-3,-61 65-2,7 11-1,50-1-3,-60 12 5,12 1 2,7 4-1,2 1 0,-38-1 0,20 0-1,11 1 1,-30-1 1,11 0 0,21 2 1,15 4-2,16-1-2,6 1-1,-51-2 1,23 2-1,10-3 3,1-2 1,-28 1 2,-15-2 1,10 1 0,5 0 0,3 0 1,-5 2-1,45 1 3,4 0 2,-72 6-6,0 9-1,33 33 2,-60 73-3,-46 15-2,-24-48 1,-8 9-1,-1 3 0,4-19 1,-15 60-2,-3-5 5,4-25 1,-1-6 1,4-22-21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10946 10800 874,'-115'-11'-8,"1"6"5,30 0-25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10917 10971 874,'-115'-18'-7,"5"5"1,18 5-2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7938 10361 874,'-104'126'-9,"48"-38"5,19 7 3,26 38 0,43-10-1,104-44 4,-16-169-2,-76-69-8,-36 9-3,-46 5-11,-5 59-16,-16-1-735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8155 10480 874,'-20'132'-11,"-17"24"7,38-275-8,11-7 15,-2 19 2,26 203 1,-18 19-6,20-26 0,53-97-2,-9-131-4,-22 14 4,-7 32 4,39 207-2,-74 22 1,-6 11-4,-4-50-6,-6-9-825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7963 10086 874,'141'46'-14,"-52"-28"7,14-8 1,-6-10 1,40-19-11,-47 5-11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8306 9920 874,'92'43'-14,"75"42"-2,-47-11 14,-80 29 9,-79-8-5,-44 8 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8785 10629 874,'-48'126'-7,"-20"11"2,17-29 7,-34-157-438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8693 10614 874,'40'113'-7,"18"33"-2,-10-49-2,-8-12-65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8931 10569 874,'45'116'-10,"1"46"10,-34-57 0,4-223-10,29-10 11,51 80-1,-34 147-1,-32 10 2,-41-21 3,-34-195-7,66-11 7,78 59-3,-12 114-2,-43 42 1,-41 23 0,-9-36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9527 10524 874,'15'119'-10,"3"10"6,9-23 2,6-13 1,11-5 2,57-50 5,-50-153-8,-21-35-6,-26 60 9,-9-35 0,-15 36 1,109 172 0,26-49-13,-19-16-15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8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9482 10252 874,'150'41'-20,"-46"-20"13,53 2-6,-66-11-9,-3-4-262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9736 10117 874,'107'73'-12,"12"22"6,-34 6-14,-93-5 1,-16-10-116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9950 10890 874,'-32'109'-9,"5"-5"8,3 14 2,41-212-19,4-22 8,-4 9 1,11 17 21,17 180-3,-16 13-4,19-6 1,32-197-9,-45 12 2,-31 204-4,-24 19-3,2-8-7,3-40-33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10366 10886 874,'-58'151'-21,"22"-65"15,-1 13 0,-16 45 0,12-16-8,10-25-23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10302 11287 874,'-10'120'-11,"-11"15"10,6-41 1,-11-187-6,50-36-2,11 38 3,12 2 1,37-33 6,28 75 3,-52 132 4,-148-5-1,-3-29-6,54 71-3,91-22-1,60 12-5,-5-30-8,-4-28-19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7637 10644 874,'-118'8'-10,"-35"-3"5,66-4 3,-38-1 4,258 73-7,-37-55 1,-8 2-6,-2-5-4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7642 10841 874,'-132'5'-12,"-28"-5"4,51 5-5,6 14-17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6218 10508 874,'-87'61'-8,"18"42"3,55 22 3,39 4 0,44-25 0,85-49 0,-28-61-1,-23-91-4,-28 12-29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6444 10010 874,'8'123'-7,"-9"-38"-1,-6 55-3,2 1 9,5-29 0,4 14-1,3-9-2,1-21-3,6 7-1,11-14-5,0 17-20,14-20-531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6487 10815 874,'105'16'-6,"28"-51"4,-104-71 0,-127 87-1,-1 115 0,71 28 0,108 33-6,5-74 1,73 17-5,-61-46-15,-9-43-248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7148 10268 874,'-119'-6'-7,"33"6"1,-44 1 0,-11 3-1,30 1 3,-16 1 0,0-1-1,34-1 1,-10 3 3,17-2 4,-5 8 6,179 4 4,-1-7-860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6652 10117 874,'90'39'-6,"-3"-1"0,6 8 4,5 18 3,-76 38 0,-116-6 0,11-21 2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6014 10790 874,'-104'-17'-12,"-14"7"-4,-24 2 5,35 6 6,-65-1-4,68 3-1,-2-1-6,10 1-6,-48 3-44,1 2-28,54-3-85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5445 10660 874,'105'29'-7,"2"13"1,-7 4 4,-14 20 5,-112 59-3,-67-57-2,-26-15-4,33-18-11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2122 10342 874,'0'89'-7,"3"32"7,-1-32-1,1-3 1,-3-1-23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2137 10086 874,'0'75'-11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 10495 874,'-10'147'-6,"-1"-57"5,51-216-5,49 45 6,-25 185-1,-60-5 2,52-207-4,3 11 5,26 98-2,-64 100 0,10 20 3,64-142-3,-54-83-7,7-44 1,-11 43 11,12 265-14,-47-48 4,-1 5 1,0-32 0,2 23-1,-2 13 4,1 3 2,-2-28 1,0-11 0,-3 21 7,8-241-2,1 47-10,6-74-2,-2 64 4,8 4 3,10-37 0,17 13 5,63 44 6,-20 229-12,-19-19 0,38-95 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3387 10582 874,'-50'93'-8,"19"6"8,51 7 1,157-105-4,-56-147-5,-118 33 9,-115 40 0,117 186-6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3820 10434 874,'-102'1'-5,"21"133"0,137 11 2,6 19 5,-94-51-1,122-182-6,40 9 4,-12-4 2,-47-49 0,-108 14 1,-70 141-2,87 88-2,100 15 2,23-88-1,1-107-1,-42-40-434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4176 10086 874,'-63'107'-11,"3"2"3,10-22-108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 11308 874,'12'140'-13,"1"32"7,-2-71 5,2 8-1,-3-17 1,8 74-2,-5-12 2,-5-23 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2330 11520 874,'129'-11'-8,"23"73"-2,-51 13 4,-46 60 5,-115-37 0,-46-44-2,-14-39 8,161-108 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3039 11738 874,'-131'-91'-6,"17"85"4,21 44-1,42 48 2,52 5 1,115-17 0,-9-159-3,-33-32-4,-60 225 10,8 14-2,70-50 4,-24-179-9,-14-7-2,32 83 9,-62 163-7,-12-19 2,36-3-11,27-25-75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3482 11188 874,'-1'113'-10,"-7"63"1,4-82 3,1 68 0,2-10 1,5-57 6,3-6 0,13 35 5,78-42 5,1-126-9,2-63-5,-37-6 0,-31-26 5,-46 48 1,-100 133-1,59 47-3,44 54 1,55-26 1,75-81-2,-3-77 1,-31-3 3,14 76-4,-98 106-4,-25-36-8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4370 11655 874,'-89'54'-7,"-3"51"2,46-11 3,72 34 3,61-36-3,38-122 1,-43-57 0,-31-1 1,-67 240 0,17-32 0,29-31 4,48-209-4,-84-34-1,10 36 0,85 92-1,-24 110 2,-30 44 3,14-252-7,20 11 2,51 45 6,-34 160-4,-70 52-4,-23-33-8,-8-14-26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5257 12036 874,'-110'10'-3,"0"79"-5,65 3 5,129-1 3,4-154-3,-8-103-10,-39 9 6,-30 55 4,-7-3 4,1-51 2,2 6 4,-36 258-3,26-3-9,8 24-2,-1-36 0,8 17 1,6 9 4,3-8 5,19 30 6,54-162 2,-47-98-9,-26 31-4,11-55 5,-21 265-6,0-38 2,22 53 3,47-45 3,17-155-7,-31-75-7,-44 42 4,-6-21 0,-4-7 2,-5 26 2,-3 11 0,-4 0 4,-5-34 4,-38 209 7,32 17-18,6 72-7,10-54 4,9 6-8,-1-21-8,16 26-35,-7-48-56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5579 11806 874,'126'33'-12,"14"-3"7,-26-12 7,-44 107-3,-82-12-3,-10-10-12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6011 11549 874,'0'89'-8,"0"-26"3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5430 11564 874,'29'115'-7,"4"-29"-5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6135 11928 874,'-115'80'-8,"84"16"6,53 2 0,99-11 1,-26-195-1,-94-44-6,-10 28 11,48 24 1,68 151-6,-32 36-4,-38 66 9,2-244-11,22-6 13,51 102-3,-67 79-3,-29 15-4,-9-13-32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6850 11791 874,'-100'40'-6,"66"88"-2,54-21 1,37 21 10,-27-15 0,-113-61-2,-5-126 2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7128 11851 874,'0'134'-12,"0"18"3,0-39 14,-3-25-101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7054 11564 874,'84'81'-16,"2"-10"-40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7385 11897 874,'-10'84'-9,"-10"48"-1,-8-27 10,12-216-12,71-17 2,18 17 4,37 80 14,-57 156-7,-32 3 0,-30 24-11,-3-68-36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7705 11927 874,'-10'125'-9,"1"41"7,8-72 3,33-192-623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7635 11595 874,'-37'115'-9,"14"-28"4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7893 11398 874,'0'125'-12,"0"-36"5,3 18 0,1 17 1,4 9 0,-1 4-3,-1-23-4,-6-28-10,-27 15-34,-6-15-671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7799 11927 874,'121'11'-7,"-2"40"2,-17 56 1,-68 7 5,-65-5-14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8052 11806 874,'32'108'-10,"-2"-24"-5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8509 12314 874,'-104'-55'-10,"-18"34"11,69 123-1,174-88-3,-7-54 4,-40 168-7,-14-28 9,41-82-2,-8-99-5,-48-8-5,-4-35-2,-12-23 1,-10 38 1,-9-3 1,-7-4 6,-7 13 8,-7-26 5,-79 241 8,58 47-25,19-42 0,10 10 1,13 2 3,8-20 3,1-25 1,72 60 4,20-85 3,-26-95-2,-39-86-6,-35 2-4,-53-30 6,-49 87-2,62 180-4,38 15-3,43 0 9,37-89 0,11-60-2,40 15 3,-54 45 0,-67 69-4,-78-19-3,-35-7-8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2796 12787 874,'-74'89'-8,"13"45"5,55 1 0,49-27 1,56-18-4,21-42 1,8-68 5,-34-110 4,-103-24-5,-25 37 4,-28 19 2,-48 36-3,5 75 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3150 12868 874,'20'102'-6,"-7"55"0,-5-28 3,-2-28 2,-21-207-5,15-18 0,-7-12 7,5 28 3,112 208-11,-12 22 6,29-62 5,-16-134-3,-81-63-3,-24 30 7,0 284-13,-5-74 0,0-10 0,7 65-43,-2-72-4,2 2-36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3538 12590 874,'-102'0'-10,"-55"1"5,60 1 4,-5-2-1,0 0 1,-32-7 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3076 12425 874,'140'54'-16,"-7"28"9,-50 3 8,-49 21 1,-69-4-1,-61-97 4,13-41-626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3963 12591 874,'-57'100'-7,"9"-8"-1,1 21 1,21-20 2,7 19 1,8 10 1,3-37-1,9 20 0,11 14-3,13 1-2,-1-21-3,24 29-37,-8-42-69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4129 12682 874,'-23'137'-16,"5"-37"8,2-9 2,-8 74-1,8-13 6,13-58 1,11 35 3,59-10 5,48-75 0,-31-83-59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3955 12998 874,'126'37'-16,"-35"-12"5,7-3 0,-11-2-9,1 1-22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4312 13150 874,'85'25'-7,"30"2"6,-23-4-1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4312 13301 874,'108'73'-11,"-2"-46"7,-9-57 1,-11 0-56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4723 13179 874,'-6'105'-20,"22"-16"13,23-4 10,71 2 1,13-99-3,-51-137 5,-133 21-5,-66 80-1,32 27-1,0 46-436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4938 12803 874,'78'109'-16,"-29"-16"5,22 63-3,-16 7 6,-33-59 6,-7 8-1,-6 51 3,-43-69 13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5325 13456 874,'106'4'-3,"-10"-10"1,7-89 0,-115 7 1,-76 39 0,1 119-3,57 52-3,42-32 2,29 46 1,48-31 6,-1-86 1,1-130-4,-51 10-4,11-71-3,-29 60 3,-4-3 3,-6 4 4,-3 22 0,-16 230 0,10-52-6,0-1-2,5-3 0,0 19 0,1-12 7,-3 28 11,-92-247 15,108-18-18,59 52-10,6 80-4,15-14-12,-12 48-276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6115 13389 874,'52'-147'-15,"-4"-9"15,39 150-2,-75 136-6,14 38 2,4-72 6,28 36 2,60-96 4,-44-150-5,-34-17-4,-26-20 3,-24 15 2,-28 38 2,-50 59 2,61 166-4,98-14-8,53-67-4,-39-24-9,2-50-801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6100 12651 874,'136'37'-19,"-32"-12"9,9-4-3,-9-14 1,-15 1-12,1-5-6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6428 12501 874,'91'96'-12,"26"41"8,-44-34 5,-47-11 2,-64 7 4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6656 13419 874,'-4'105'-5,"-9"37"3,34-274-10,-19 8 8,10 30 5,49 192 5,27-22 0,18-174-7,-51 13 3,-54 184-16,-28 23-1,-13 32-13,15-69-20,-7 2-523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7174 13345 874,'-54'113'-11,"-30"43"1,21-32 3,13-11 9,12-27 1,28 15 7,11-11-628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7148 13614 874,'-8'113'-12,"-3"9"9,11-243-2,19 17-3,10-8 14,12 11-4,80 17 3,-13 129 0,-160 57-4,-74-12 0,47 27 0,127-4-3,48-13-4,-6-45-7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7503 12893 874,'-25'120'-12,"9"-28"4,1 17 2,3 52-2,17-10 4,14-48 1,1-14 2,21 30 9,29-22 11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7677 13013 874,'-24'136'-12,"12"-47"7,4 11 3,3 47 1,10-30 1,26 7 1,62-105 3,-22-111-111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7575 13240 874,'125'44'-12,"-26"-12"10,17-6 5,-28-4-5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7932 13331 874,'146'33'-6,"-34"-6"-6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7903 13499 874,'155'-3'-9,"-32"-4"-8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8281 13352 874,'-25'97'-6,"18"-6"5,55 7 1,48-96-3,-5-114 0,-148-24 4,-65 63-2,29 24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8505 13074 874,'56'140'-17,"-27"-38"6,-8 25 1,-19 17 3,-22 5 1,2-38-7,-11-24-7,-34 11-50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10945 10229 874,'-142'-93'-11,"36"31"8,-26-8 1,18 16 0,-68-8 0,71 28 1,27 6-2,-39-7-2,-27-9-3,-21 2-2,-9 5 2,31 14 2,21 6 2,-11 13 3,-6 13 2,-6 12 1,-6 12 0,38-6 0,-2 7 0,-19 10 0,19-4-5,21-6-3,-8 8-9,4 6-8,-43 28-50,32 10-28,26-7-89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8728 10629 874,'-33'103'-3,"-28"20"-1,-1-18 1,14-11-1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8678 10674 874,'64'124'-8,"-10"-28"4,10 12-4,1-24-28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13497 11822 874,'-106'102'-4,"-2"-10"3,23-23 0,1-7-440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13058 11851 874,'90'48'0,"58"18"-8,-23-10 1,-25-9-2,-3 2-18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13162 11429 874,'108'28'-5,"45"5"-1,-13-5 8,-1 27-1,-65 81-3,-49-9-2,-24-39-2,-14-1-189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12656 12247 874,'144'92'-6,"-56"-55"5,19-8-1,7-11-3,2-11 1,-5-11 2,-27 0-1,49-17 3,-22-18 4,27-21 0,-48 20 9,-2 12-877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13386 12183 874,'112'33'-7,"16"25"6,-78 26-1,-136 28-3,-7-37-433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13048 12625 874,'-98'99'-2,"43"31"-1,66 0 2,78-58 0,16-96-2,-18-66 1,-32-50 1,-63 11 1,-82 18 0,0 105 1,162 129-6,4-39-10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14237 12093 874,'3'90'-3,"-15"33"1,121-170 0,23 22 0,-12 45-1,-23-24-5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14236 12108 874,'0'123'-4,"-5"13"2,73-241 0,97 23 1,-38 55 1,-31 14-5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14225 12123 874,'-3'101'-4,"-7"6"4,2-22-443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14594 12139 874,'-112'19'-4,"-12"25"3,22 7 1,17-13-186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14605 12139 874,'-111'25'-4,"-7"22"4,-2 22-1,49 19 0,24-1-4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14169 12078 874,'-18'104'0,"1"1"-3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1893 1393 874,'85'74'-10,"-8"49"5,-67 39 3,-39-39 0,-60 9-3,-38-34-1,-24-71 7,48-85 1,57-77-6,51 31-1,14 7 2,46-72-9,-1 83 1,67-35-38,0 68-29,-28 28-95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2140 1476 874,'-4'94'-10,"-1"53"6,3-63 3,2 43 0,0-21-1,-1-21-11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 1485 874,'157'72'-7,"-38"-89"2,-10-36-1,7-54 3,-19 27 6,-93 168-7,-18 3-1,-9 59-3,7-50 0,0-8-3,-4 27-36,5-31-81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 1025 874,'161'-19'-18,"-64"6"10,-7 1 1,64-8-6,-15 3-13,-54 2-2,42-22-37,-43 9-63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2524 744 874,'109'31'-9,"-13"3"5,-6 74 4,-98-24-1,2 8 0,-62 23 2,11-29-5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3278 985 874,'19'140'-15,"-13"-49"9,-4 14 0,-4-16 2,-7 76-12,-4-9-15,5-65 3,-12 37-39,6-44-82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2927 1759 874,'90'6'-9,"-2"-9"-2,21-4 1,59-5-5,-8-4 7,-69 5-2,17-1-19,-21 2-155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4099 850 874,'16'94'-13,"-9"0"1,-8 22 1,-2-20 3,-16 70-2,-8-16 13,4-56-1,-18 51 5,33-5 6,53-50-3,90-74-7,-34-38-10,-16-2 0,76-50-13,-63 26-18,-10-9-741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4661 1627 874,'-47'124'-9,"38"0"9,134-55-2,-25-88-1,3-70 2,-65-16 1,-131-4-5,-32 52-6,38 42 2,-24-7-23,22 21-551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3880 1127 874,'143'-25'-16,"-46"13"7,16-2 2,8 1-3,-12 3-1,-23 2-7,9 0-5,69-7-54,-66 2 28,5 0-91,-17 1-252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4670 834 874,'115'24'-10,"12"28"11,-93 66-2,-113 26-9,-23-46-11,12-27-43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5267 1000 874,'-37'88'-13,"-35"84"-1,33-67 10,8-9 2,-11 66-12,23-3-13,26-57 2,4-16-8,25 23-41,0-25-186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5287 1325 874,'15'129'-13,"-17"-45"8,-6 6 2,-10 42 1,10-251 1,9 24 2,7-20 2,25 14 1,50 70 0,-15 136-2,-2 5-1,30-197-10,-62-36 0,28 254 3,-62-44-9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5953 1031 874,'-4'162'-21,"-18"-55"11,-10 13 3,-4-6 1,8-28-4,-5 11-4,-21 72-40,26-62 14,5-10-6,-4 9-86,10-20-274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6000 1468 874,'19'90'-10,"-16"-6"0,-10 17 2,-7 3-2,-12 35-15,-7-36-21,-33-2-122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5921 1607 874,'99'-102'-12,"8"28"8,-7 57 6,-9 106-2,-125 43-3,-79-24 1,8-43 1,5-42 4,193-15-2,23 92-8,-29-24-10,9-68-44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6309 1046 874,'113'87'-12,"6"59"2,-65-57 6,14 42 1,-20-1 2,-36-32 0,-19 16 0,-15 3-1,2-30-1,-29 17-1,-35 0 0,19-14-9,-23 1-10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1752 3310 874,'-18'-107'-9,"20"-18"5,37 27 6,83 134-5,-48 97-11,-36-8-1,-7 14 2,-6-14 10,-6-34 1,32 46 12,57-277-9,-73-25-3,-29 44 2,-12-8 1,-2 28 0,-3 11-2,-21-40 7,-60 145 14,118 112-14,63-33-5,5-113-1,-3-43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 2677 874,'130'-5'-13,"-36"5"5,12 3 2,-18 2 2,45-5-13,-30-1-23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2033 2495 874,'150'0'-13,"7"45"7,-43 59 5,-132 37-3,-3-40-5,-40-15-601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5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 3295 874,'10'92'-14,"-3"-6"5,-3 16 6,-3 7 0,0-18 0,-5 50 10,-32-323-13,23 86 2,-5-52-2,14 55 7,95 123 11,4-13-3,13-113-3,-49 208-13,-46-11 7,89-45 11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2823 3098 874,'-49'149'-17,"13"-58"9,5-5 1,-18 58-6,14-22-12,6 22-35,27-38-26,10-20-124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2810 3596 874,'40'118'-11,"-20"58"3,-19-29 6,-15-6 5,-64-230-12,59-83-2,23 72 13,18-44 3,60 13-1,38 50 1,4 51 1,-43 141-3,-125-3-8,-97 19-7,3-41 10,24-77 7,73-97 1,137 53-2,-1 66 0,-11 65-7,-6 12-4,52-48-17,-40-103-72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3568 2706 874,'17'128'-12,"-2"43"5,-11-69 4,-1-11 1,-3 68-4,-7-17-11,0-55-5,-11 0-564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3210 3436 874,'139'-10'-8,"-36"2"-1,53-1-3,7 1 4,-51 7 1,5-3-2,-7-3-7,31-15-39,-55 6-26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4447 2631 874,'49'128'-11,"-17"46"2,-20-33 2,-12-5 5,-8-45 2,-4 4 1,-4 40 4,20-25 2,79-44-3,54-60-6,17-61-12,-52 12-18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5047 3259 874,'-16'119'-8,"9"-15"7,57-6 2,53-62-3,10-71-3,-23-43 1,-59-32 4,-89 13 0,-67 49-1,34 19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4357 2867 874,'152'-31'-18,"-46"13"6,15 0 2,66-5 0,-21 3 9,-70 1-7,-12 5-4,1-5-1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4968 2540 874,'118'42'-11,"-11"16"7,-8 47 3,-108 17 1,-46-37 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5752 2600 874,'-36'89'-14,"2"-4"3,-9 18 3,1 9 2,8 5 6,10-29 0,14-2 3,10 69-1,18-62-2,12 2-1,38 30-2,-24-41-30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5848 2994 874,'0'89'-10,"-7"76"-1,-5-42 6,-40-279-6,60 7 0,3 57 5,31-30 6,58 169 15,-66 60-12,83-109 9,-62-96-19,1-1 3,3 240 0,-65 24-11,1-81 0,-1 15-29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6446 2661 874,'-11'87'-11,"-9"3"-2,-8 23 0,2-6 4,4-22 2,-5 12 1,-19 63-32,10-70 4,-1 13-52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6472 3066 874,'12'136'-13,"-14"-50"8,-5 8 2,-4 43 2,-11-44 5,-70-250-14,102 50 3,27-11 0,5 19 1,71-62 2,26 83 13,-155 167-7,-94-9 7,34 24 2,136-19-11,79 31 1,-36-31-9,-15-4-186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6756 2615 874,'125'127'-23,"-59"-37"14,-3 18 2,-15-20 1,-17-3 1,-6 68 6,-35-63-3,-25 3 2,-38 31 4,-45-46-6,30-28-8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7599 1333 874,'65'140'-16,"-45"-43"7,-14 19 2,-5-20 0,-12-7 2,-11 2 3,-39 81-5,13-68 6,-2-1 3,-12 41 7,58 8 2,55-30-3,52 7-7,-9 15 0,-59 10-1,-47-56-1,-11 6-3,-16 60-1,17-50 4,4 14 0,2 13-2,5-17 1,0-26-4,-4 4-2,2-13-4,-3-2-14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8052 2203 874,'144'-23'-14,"-60"12"9,8 4 1,49 4-5,-47 3-8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8157 2410 874,'128'-18'-11,"19"-3"2,-40-4-3,-19 6-33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8469 1997 874,'109'44'-5,"12"32"1,-50 26 3,-68 65-2,-49-25-7,5-48-9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9395 1844 874,'-20'106'-6,"-15"18"1,20-20 8,70-1-4,35-48-2,19-50-2,25-67-3,-21-46 0,-51-29 8,-58 36 3,-77 11 1,-13 43 0,-45 43-3,-1 34-10,47-8-12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9925 1831 874,'-21'152'-14,"4"-60"8,-4 13 1,2-9 1,-7 42 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9855 1869 874,'97'89'-6,"30"-42"2,-37-51 2,26-72-2,-37-11 3,-81 211-3,-30 5 0,11 11-8,21-53-6,-9-3-580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9691 1540 874,'161'9'-21,"-45"-12"9,-22-1 5,-4-2 2,-6 0-4,39-12-16,-39 8-30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10094 1408 874,'128'1'-9,"-11"74"8,-76 33-1,-30 9-2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10798 1559 874,'-43'87'-12,"-40"83"-6,43-84 12,-19 52 0,16-14 9,23-35-2,-2 53 3,18-53-1,8 6 0,-2 7 7,8-16-66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10945 1710 874,'-34'87'-11,"-37"74"-5,11-29 9,17-30 11,39 7 1,147-43-2,-27-69-6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10644 2109 874,'141'-71'-18,"-48"33"9,54-23-10,-55 21-12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11161 1680 874,'52'116'-11,"-2"42"5,-35-67 2,-9 47-9,-23-20-8,-66 21-26,20-49-42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11568 2429 874,'97'-67'-12,"-9"-11"9,39-57 3,-68 35 3,-61 14-2,-126 94-1,27 104-5,58 0 2,67 16 3,60-40-1,52-84 1,-27-61-3,3-124-8,-72 94 6,-7-6-1,-5-17 8,-11 1 1,-2-24 4,-24 232-6,-13 83-8,6-63 0,3-23 4,2-11 1,2 1 6,-4 13 5,4-185-2,24-5-8,21-14-2,42-48-3,60 49-18,-43 45-16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12552 2226 874,'27'-124'-7,"21"-7"1,10 23 9,37 96-5,-64 166-13,-30-33 6,8 25 15,78-75 0,-2-146-4,-5-83-6,-27-13 2,-43 71 2,-32-37 3,-75 108 3,98 128-1,89-26-6,-6-80-4,18 14-14,-16-39-273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12566 1569 874,'96'-14'-12,"-8"4"1,17-3 2,5-2 3,46-10-17,-34-4-22,-36-27-26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12984 1258 874,'110'29'-11,"28"37"7,-40 11 2,-47 16 1,-75 39-1,-3-44-1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13099 2296 874,'11'103'-10,"-10"33"9,-18-37 3,-47-230-6,57-29 6,37 51-2,81 80 1,6 114 1,-15-111-2,-57-119-1,60 131 1,-73 136-5,-2 25-6,-8-51-14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13727 1907 874,'-20'149'-16,"-1"-54"7,-10 14 1,2 2 2,-13 52-18,10-17-28,9-15-32,4-26-12,2-19-286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13773 2412 874,'18'159'-15,"-20"-67"9,-4 52 3,-17-33 7,-66-197-4,73-92-5,32 72 1,18 1 2,34-38-1,67 32 6,7 85 3,-60 117 1,-145 51-11,-51-25-5,26-64 10,-45-10 0,246 30 8,-27-12-7,22 7-3,-23 8-617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14345 1690 874,'-44'121'-16,"11"-29"9,-5 10 3,3 2 4,8-3 1,13-14 0,10 40 2,30-28-2,64-41 2,11-102-2,-18-6-59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14561 1710 874,'-51'113'-11,"-15"31"9,37-60 2,3 38 0,32-16-2,113-15 2,-31-69-56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14340 2080 874,'113'-37'-7,"8"-19"2,-26-6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14742 1695 874,'55'144'-14,"-11"14"6,-20-30-5,-16-16-5,-12 4-29,-27-4-28,-15-24-138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15367 2502 874,'48'-132'-12,"0"22"6,6 4 5,30-13 1,25 27 5,-6 184-2,-90 11-5,-58 24 0,-78-43 2,201-175 4,9 66-4,9-5-1,-4-7 1,47-62 1,-119 0 0,-119 61-1,10 96 0,33 42 0,39-3 0,69-8 0,75-58-6,-30-17-10,-11-27-175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16351 1348 874,'36'161'-18,"-26"-61"10,-3 10 1,-1 52-1,-2-14-8,-3-52-3,2 4-8,1-5-6,8 33-54,0-33-103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16351 1981 874,'109'-56'-11,"11"41"5,-12 30 3,-11 30 2,4 96 2,-94-15 3,-22-224-8,56-21-5,74 24-11,-15 30-23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17129 1982 874,'-41'110'-7,"13"-22"7,93-3 0,33-96-4,17-49-1,-27-31 5,-73-16 1,-124 29 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17502 1874 874,'-2'118'-10,"-8"3"6,7-29 4,118-83-2,-32-81-3,-15-25 0,-5 9 8,-10 226 3,18-53-4,50-107-2,0-81-13,-51 16 10,-65 177 5,-13 5-3,11-9 6,82-11 2,19-96-6,-8-98-3,-64 23-2,-8 6 5,8-40 2,58 30 1,47 109-6,-42 4-3,-8 20-612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18511 2139 874,'97'-52'-10,"-5"-14"2,3-17 3,-10-8 3,-186 46 3,-7 180-6,31 16 1,50 17 5,76-52 2,60-96-2,57-114-10,-44-23 2,-27-9 4,-9 33 10,-55 222 2,-35-18-2,63-208-9,-6-22-1,20 23 10,35 135-5,-65 126-1,-14-28 3,58-134 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19524 1453 874,'33'153'-17,"-23"-53"8,-6 16 3,-4-4 2,-5 60-14,-2-35-23,-2-17-32,-2-24-84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19420 1885 874,'96'-27'-16,"2"6"0,37 0 0,-38 6-17,12-1-14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20750 2043 874,'-125'23'-7,"4"15"-6,2 13 9,1 29 5,45 13 2,201-26-2,-42-105-7,34-40-4,-25-84 10,-59 41-2,-6-10-2,-9 39 0,-5-11 0,-11 13 10,-47 181 6,30 27-19,5 0 1,3-23-9,5 13-8,7-12-11,-2-9-29,6-1-40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21086 1876 874,'-138'101'-18,"-9"13"7,58-39 8,35 27 12,168-75-6,-9-88-1,-21-40-3,-24-7 2,-5 0 5,-34 196-2,-16 18-5,32-18 1,56-133-3,-27-56-6,-26 202 12,-7 5 1,56-94-2,13-111-7,-49 6 8,-43 3-1,-4 209 0,94-70-4,47-66-5,-53-17 2,53-20 2,-23 46 7,-51 134 0,-167 10-6,17-48-9,-12-60-281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22162 1529 874,'17'153'-20,"-7"-41"10,-6 11 4,-2-34 2,-2-1 2,-1 53 7,18-11 2,67-40-1,56-86-3,-15-56-6,-10-64 7,-67 10-2,-135 51 0,-25 154 1,103 5-5,112-23-2,4-29-6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23071 1966 874,'22'161'-16,"-15"-67"10,-1 13 1,1 6-2,-2-9-2,2 36-16,1-55-34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23026 2130 874,'88'-81'-11,"49"48"7,-28 38 2,-14 77 2,-117 28-2,-84-8-5,24-67 3,-49-35-12,43-5-18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23477 1558 874,'-2'129'-14,"-4"-40"9,1 10-3,1 6 0,4 4-1,4-2-1,11 38-26,9-34-37,9-19-107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23952 1922 874,'-130'68'-17,"-8"19"10,34 22 12,96 5-2,94-61-5,36-153 2,-70-20-3,-26 0 0,19 258 10,46-95-5,-25-130-5,-15-6-2,39 112 6,-69 72-6,-12 9 1,31-182 2,3-20-3,54-1 12,6 105-3,-33 121-2,-20 7-13,-25-32-27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24716 2178 874,'-42'179'-85,"19"-87"-31,-3-8-552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9775 3714 874,'-122'119'-12,"25"20"9,16 27 2,40-58 1,28 1 2,106-27 0,21-154-7,-14-145-9,-62 118-6,-7 4-6,-19 4-764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9739 3358 874,'-11'138'-15,"6"-43"11,2 15-1,5 7 1,7 1 2,-1-23 1,32 54 7,39-56-3,11-81 0,11-80-4,15-88-5,-38 20 0,-23 11 12,-165 139-2,38 116-8,31 1 2,48 13 3,60-52 0,50-65 1,-30-59-4,23 1-9,-26-21-420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10418 3242 874,'-87'96'-14,"-25"5"-2,26-32-180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10515 3917 874,'92'-108'-17,"9"-48"7,-33 31 4,-25 18 9,-159 227-17,81-16 5,-21 104-10,16-3-2,26-57 16,4 14 5,6-28 4,2-20 1,4 4 3,9-12 0,13 14 16,64-292-9,-73 16-22,-23 53 3,-16 3 5,-72-41 2,11 78 2,-6 50 3,215-34 0,26-8-14,-25 25 11,-41 46-1,-48 94-5,-36 1-1,117-139-3,-45-83-8,-4-11 3,20 82 20,-69 124-10,-19 20 1,-4-11 6,116-121-3,-34-112-4,-13 43 4,-27 186-4,-53 36 2,68-29 2,38-153-6,14-72 3,-16 66 4,-75 190-6,-5-38 5,97-130-6,-20-35-295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11884 3325 874,'-2'84'-11,"-3"3"1,-8 22 1,-7 17 1,-1 8 2,4-29-5,2-10-5,2-10-7,-5 67-53,7-64-40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11717 3879 874,'125'-32'-13,"52"-5"3,-74 15-3,-16 10-275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11591 3596 874,'-15'123'-7,"-3"-35"-5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10949 3612 874,'-29'90'-13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12561 3642 874,'43'158'-19,"-28"-50"9,-5 19 1,-8 14 2,-3 4 2,0-34 3,-2-6 1,-1-15 0,-8 77 4,-6-71 10,-53-233-9,65 39-10,17-23 0,18-9-1,-7 38 3,16 0 0,19 5 4,87-47 8,-12 63 2,4 66 3,-67 137-1,-134-18-17,-75-6-9,55-48-11,-1-27-93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13569 3778 874,'-131'58'-13,"-34"36"2,25 9 11,80-14 4,125 7-3,22-97 0,1-37-1,29-84-2,-23 208 8,6-20-2,22-195-9,-42-25-1,11 25 6,14 179-1,-73 56-3,-10 27-3,42-45-20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14532 3603 874,'-84'122'-13,"-15"27"7,26-12 6,40-6 3,99-21-3,37-81-2,22-61-5,-3-41-4,10-62 4,-44 9 11,-64-7 3,-59 30 1,-98 39-3,35 30-5,10 35-435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13487 3823 874,'-43'108'-7,"-19"-20"9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15264 4096 874,'84'-15'-7,"9"-14"1,-6-4 4,8-65 5,-221 53-4,18 90-1,26 53 2,64 10 0,118-8-2,23-55-3,32-64 3,-23-45 1,-27-54 1,-58 32-1,17-60 1,-23-18 6,-26 36 0,-36 243-15,10-22 4,-1 68-4,8-60 6,1 2 4,1 42 1,19-293 9,30 38-9,58 7 1,24 53-1,-39 19 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17061 3888 874,'-109'-21'-9,"0"33"5,14 21 2,8 52 1,33 18 0,81 2 3,111-84-2,-27-128-11,-24 14-39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17132 3295 874,'-82'143'-19,"43"-52"11,3 19 2,8 12 1,8 3 2,6-38 3,7 2 0,2 55 4,30-37 5,54-103 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17228 3799 874,'-66'125'-12,"2"34"13,91-24-1,118-97-5,-27-108 5,-95-75 2,-91 17-1,91 15 2,110 103-8,-20 34-2,-13 65 7,-81 34 3,-10-260 5,80 77-8,15 169-8,-69 36-1,-17-46-8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18036 3295 874,'-10'92'-12,"3"-5"4,-3 16 0,1 12 2,1-14 1,-1 62-12,5-27-26,-1 10-32,1-56-66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17856 3793 874,'112'-70'-17,"0"26"2,-11 3-15,-15 13-17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18581 3325 874,'-15'87'-11,"-9"85"2,9-67 5,-1 7 1,5-16-3,2 59-10,19-29-21,47-36-57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18935 3762 874,'-83'89'-11,"-23"26"-1,31-13 14,207-120-11,-30-94 4,-34 24 2,-110 221 13,73-14-2,31-35 3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19394 3627 874,'5'119'-11,"-10"27"8,-11-12 3,68-269-12,20 28 17,16 69-2,-19 139-2,-64 48 0,-2-46-11,-13-16-604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19861 3777 874,'-62'134'-16,"-6"16"4,30-21 18,119-45-3,47-201-3,-85-31-1,-42 54-3,-14-54 3,25 38 5,114 143-2,-69 82 1,-7 32 3,49-100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20247 3612 874,'11'126'-12,"-18"42"8,-5-78 4,-8 28 2,29-233-13,22-19 9,28 21 5,26 130-1,-41 117-3,-36-49 2,-15 43-1,-21-33 2,21-231-2,65-2 1,14 10 3,52 51-1,-34 166-4,-69 37 0,-5-18 2,50-10 10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21031 3754 874,'-105'98'-16,"16"-19"14,33 9 6,148-75-13,8-79-1,22-60-1,-51 14 18,-118 241 5,46 4-5,37-26-4,50-110-2,-12-175-14,-42 88-7,-8-19-17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21348 3113 874,'-7'166'-20,"-6"-56"10,-4 12 2,2 3-4,4-37-4,4 0-6,0 56-47,14-27-30,10-14-10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21389 3918 874,'132'-110'-10,"-33"22"9,-236 91-9,51 125 6,67-29 4,120-31-2,2-27 2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21926 4004 874,'50'-113'-7,"-5"14"2,-157 42 1,57 190 6,184-88-3,-7-69-8,7-20 5,-18 19 10,-68 153-3,-87-7-1,-58-66 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22411 3385 874,'-26'152'-17,"2"-52"7,-6 9 2,4-15 3,-14 53 2,21-19 9,90-238-6,2-12 4,8 26 6,14 18 5,-11 43-38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23040 3235 874,'2'153'-20,"-8"-41"11,-3 16 3,-1 3 2,-3-5 3,4-30 1,-5 65 7,72-55-4,69-80-7,20-33-4,-7-8-18,-49 5-21,-6 3-236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23510 4035 874,'-1'112'-5,"52"-17"4,72-83-2,-24-43 1,21-75 0,-126-9 3,-95 68-3,-35 68-3,42-1-10,10 10-415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22802 3507 874,'148'-2'-16,"-42"-3"6,22-3-1,0-2 3,-43 2-9,59-12-34,-55 4-39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23205 3310 874,'115'57'-10,"-18"2"9,-17 62 1,-127-7-3,-45-40-8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24123 3385 874,'-39'103'-6,"-22"62"-5,31-79 8,-20 66-2,19-9 1,24-38-2,16 6-2,22-9-2,-10-15-4,16 5-13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24110 3688 874,'7'140'-13,"-7"32"5,-8-36 8,-5-52 5,-5-182-14,11-28 3,7 35 8,15-43 3,83 166 1,4-10 1,-12-108-7,-48 188-7,-56 1 1,6 2-7,6-5-23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24722 3596 874,'-48'104'-11,"-36"64"-1,33-60 6,-1 5 1,-18 50-13,10-35-26,16-36-58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24553 3944 874,'-2'87'-9,"-12"78"-4,-4-33 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24516 3900 874,'110'-40'-4,"-6"110"1,-85 25 0,-82 13-1,-52-25-1,181 32 4,28-98 1,22 10 3,-29-22-187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24739 3566 874,'87'135'-16,"-7"43"4,-33-25 5,-26-24 10,-20 25-2,-17-45 4,-35-4 1,-37-30 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11688 5899 874,'30'-117'-6,"3"33"1,50-44 3,26 43 1,-7 40-1,29 74 2,-21 123-4,-103-59 0,-18 7-1,-13-1 3,-27 45 4,-5-56 3,40-178-8,50-4-1,5 4-1,53-72-4,33 19 10,-13 63 6,5 91 1,-37 124 1,-81-47-9,-23 59-5,-34 15 4,64-27 5,39-36 11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11896 5225 874,'142'-24'-16,"-43"14"8,18 0 1,13 6 0,3 2-3,-8-1-5,-17-1-13,-13 3-7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12477 5000 874,'102'17'-12,"73"36"6,-75 68 8,-127 40-6,5-50-6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12792 5815 874,'-99'132'-17,"-13"36"7,59-71 3,11 4-1,16 5-1,3 47-30,31-25-32,40-18-14,-4-24-179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12851 6407 874,'-7'125'-13,"-5"40"13,-67-289-13,79 20 9,22-48-1,34 37 7,88 15 2,-19 99 2,-52 110 0,-106-15-6,-60 11-3,-33-11-7,13-24-21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13122 5960 874,'-22'111'-12,"0"50"8,14-72 0,10 0-2,21 42-6,-13-44-18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13468 6193 874,'-106'35'-9,"-17"42"10,83 40-1,140-40-5,9-134 0,-38-72 3,-53 5 4,22 221-2,-24-9 2,68-51-1,-41-131-6,32 6 7,-26 181-4,-42 63 6,63-276-3,-22 15 1,48 70 0,-57 119-4,-26 52 2,-6-39-3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13822 5837 874,'79'115'-14,"-27"-26"4,-3 17 3,-6 12 3,-13 0 3,-16-22 1,-9 55 3,-27-36 0,-50-29 12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14295 5875 874,'91'-4'-10,"87"17"-8,-84-5 0,-6 10-271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14310 6087 874,'108'0'-20,"14"0"1,-33 0-8,-2 1-11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15166 4955 874,'5'84'-9,"-3"96"-7,-5-71 10,-1 6 2,2-4 6,2-11 0,2 37 0,12-28 3,25-25 3,93-30-5,-28-42-8,68-5-8,-55-13 1,-19 2-11,11-6-13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15912 5688 874,'-36'103'-6,"57"7"2,95-17 3,29-124 0,-80-53 0,-134-37-4,-16 65-2,-15-20-22,11 44-262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14935 5310 874,'111'-9'-19,"-3"-1"3,25-4 3,12-2 4,-24 3 2,-21-1-15,-15 3-13,1 1-12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15458 5076 874,'124'48'-12,"-17"38"14,-77 65-3,-14-50 2,-53-14-626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16486 5136 874,'-101'129'-17,"14"51"3,40-22 7,37-17 10,45 26-3,19-55 5,43-74 2,-13-16-18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16512 5398 874,'-27'133'-11,"-2"3"8,-14-229-2,58-8 2,35 1 5,53 181 5,-10 14-3,24-175-7,-57-20 1,-18 187 2,-69 44 0,4-32-2,-10-15-848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17089 5302 874,'-52'152'-16,"17"-61"10,-6 10 0,-3 7-2,2-4-1,6-20-1,-5 12-36,-2-9-382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17076 5610 874,'-7'109'-9,"-20"34"7,5-241-16,58 8 15,35-42 3,46 56 7,-135 173 2,-85-29-5,66 37-2,143-54-6,27-10-4,-17-26-7,-27-7-23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17260 5226 874,'91'61'-11,"15"64"4,-33 46 3,-50-45 4,-38-12-1,-54-12 1,-16-19-287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17943 5966 874,'-104'26'-10,"-87"-6"-3,58-12 3,-21 1 2,44-2 1,-22 1 0,8-2-2,4-1 1,-36 2 5,-24 0 0,-16 1-1,-10 1 1,60-3 1,-12 1 1,-19 1-17,-2-3-7,23-4-8,43 1-8,13-2-9,-36-2-66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15363 6479 874,'-35'128'-12,"8"41"6,17-72 4,4-9 1,-1 57 0,2-17 1,0-19 6,-2-22-13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15491 6494 874,'-28'152'-15,"17"-68"10,-1 46-6,12-14-6,11 32-16,-23-53-23,-13-11-373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15845 6494 874,'7'147'-18,"-7"-42"9,-2 7 6,2-20 1,-2 51 3,0-21 5,28-1-6,115-46 5,-46-73-6,66-8-7,-77 2-6,4-3-53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16358 7070 874,'-4'112'-7,"37"5"6,68-31-1,8-112 0,-38-68-2,-78-3 3,-116-4 0,0 94-1,37 7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15636 6740 874,'91'-6'-12,"8"2"-4,28 0 1,5 3 5,-43 0 3,-1-1 2,45 1-27,-38 1-47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16083 6599 874,'120'33'-7,"-25"4"6,-15 67 2,-129-1-3,-40-42-855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16892 6479 874,'-60'135'-12,"6"42"1,37-71 7,10 9 3,4-31-1,9 3 1,13 62-12,41-45-8,23-40-81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17062 6764 874,'-17'91'-10,"-13"80"-5,12-39 8,-10-247 3,25 2-4,2 14 1,15-47 6,83 278 14,-66-41-7,67-147-3,-61-57-9,5 22 9,23 234-1,-66-23-13,0-24-16,-13-8-771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17671 6554 874,'-47'129'-13,"-27"45"2,29-74 7,-2 2-2,2 0-2,-18 44-19,18-25-30,16-37-74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17660 6922 874,'-31'165'-18,"10"-72"11,2 2 9,-2 20 2,6-223-10,11-12 1,5 16 7,16 13 3,93-17 0,6 78-2,2 59 0,-119 69-2,-113-26-10,-9-21 8,130 48-2,123-21-9,-29-23-12,-18-17-161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17781 6494 874,'111'76'-14,"10"72"2,-74-50 7,-19 11-2,-16 3-2,-11 47-22,-36-23-22,6-49-54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17037 5995 874,'127'-16'-28,"38"-2"-25,-77 8-8,48-6-71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1100 7143 874,'-20'159'-16,"6"-69"9,0 13 1,-1 10 2,-2 4-4,2-1-1,2-21-4,-7 35-31,7-43-43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 7358 874,'100'-127'-19,"90"-19"-1,-70 91 15,3 22 2,-10 25 5,-24 9 1,21 57 1,-123 89-3,-69-16-4,-41-16-5,-13-16 13,43 11 4,89-18-3,134 5-6,-23-60-4,10-15 3,50-6-5,-81-25 7,60-35 3,-56 3 1,-187 2 6,-41 118-22,36 22 13,163-10-1,58-107-7,55-70-1,-42 7 10,-61 178 1,-103 11-11,-13 31-2,12-38 1,-3 27-1,0 22 2,6 0 4,11-44 5,6-19 4,68-243 7,-37 53-35,-3-25-45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2119 7521 874,'-8'107'-17,"-2"-13"5,-4 14 4,1-1 12,10-19 1,19 9 2,91-142-9,-13-94-5,-47 47 4,17-49-2,-91 290 0,43 2 16,98-82-5,9-83-8,34-112-6,-55 8 13,-90 18 0,-125 196-3,99-10-4,14 41-1,85-28 5,43-142-5,-39 6 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3100 7550 874,'-22'118'-9,"4"-34"4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3209 7852 874,'-29'105'-7,"-2"-21"-852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3693 8127 874,'-111'0'-20,"-6"-2"1,-36-3 0,-30 0-5,59 2 7,-35-1 0,42 3 17,-31-1-3,-38 4-8,11 1 8,38 2 3,-24 5 5,-14 7 3,-5 5 5,8-1 2,38-4-1,28-6-2,18-11 1,3-33 20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3883 7279 874,'-1'131'-13,"-3"-34"5,0 14 1,2-18 2,0-8 2,2 0 1,2 91-1,3-64 3,3 5 1,11 37 7,84-137 3,-19-80-625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4280 7324 874,'-36'165'-16,"19"-78"4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4432 8131 874,'112'11'-10,"23"-53"6,-26-52 6,-108-28-1,-99 79-3,12 83 3,53 74-2,62 14-2,57-47 3,43-109-1,-37 3-1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4841 7550 874,'-82'108'-10,"14"-23"-19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4938 8164 874,'95'-7'-6,"22"-45"2,-34-41 5,-94-24-2,-83 46 1,25 155-2,44 37-5,29-33 2,8 19 0,4 6 1,-3 0 2,-3-29 3,3 60 5,1-60 11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5325 7837 874,'1'112'-3,"6"-2"0,25-20 2,73-172-7,-49-16 3,50 188 11,-19-30-4,0-10-111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6079 8018 874,'-132'96'-8,"52"10"9,193-134-6,-28-69-4,-18 9 13,-47 187-4,30 15 1,70-67 1,-29-168-8,-41-16-6,-34 27 5,-4-9 2,-4 20 4,8-62-1,-3 57 12,5 188 3,-18 16-16,2 69-8,8-61-1,3 4-11,3-7-7,-5-13-23,5 0-34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6338 7898 874,'134'-56'-13,"28"46"14,-40 87 0,-74 55-2,-19-29 1,-46-14-293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7626 874,'-1'87'-13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6951 7914 874,'-63'118'-11,"46"0"12,104-34-2,11-59 0,-7-97 1,-102-57-3,-36 5 4,153 69-3,3 95-1,-22 50 5,-46 11 1,-35-1-2,81-153 0,51 71-1,-54 93-2,-26-21-8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8619 8255 874,'-93'-20'-9,"-42"26"5,-14 33 3,46 51 3,107 24-4,124-50 0,-1-161-4,-51-92-4,-34 13 2,-27 51 4,-3-10 2,-3 26 1,-2 15 1,0-44 5,-7 260 6,9-16-14,7 24-2,-5-36 1,6 17-1,3 13-7,1-7-7,-2-16-17,0-3-24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8695 7505 874,'-54'156'-16,"64"-11"1,8-46-9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8965 7852 874,'-16'121'-11,"9"25"12,48-35 0,51-90-3,18-155-5,-55 23 0,-21 25 11,-21 190-4,26 45 5,51-86-2,13-110-8,-43-49-1,33 134 3,-69 69 6,67-210-3,-44 6 1,42 161-2,-76 45-3,5-12-6,-6-10-66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10049 7958 874,'9'97'-14,"-1"-9"5,3 19 1,1 7-2,1-4-1,-1-22-4,-9 14-91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10128 8018 874,'114'29'-8,"-45"64"6,-74 8 0,-91-23 2,-7-135-2,24 1-25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10302 7505 874,'15'119'-11,"-1"61"1,-2-74 6,5 5 1,5 0-3,3-6-1,7 32-19,-7-50-18,-1 0-532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10838 7989 874,'-87'3'-5,"-18"50"1,14 46 3,75-2 1,59-9-1,49-72 0,2-99-1,-38-33-2,-18-9 2,-24 212 2,7 29 2,36-30 1,49-154-8,-41-60-2,-2 7 7,15 253 0,-86-9-3,-1-34 9,17-197-7,29-52-1,19 27 6,46 122-3,-55 95-1,-21 61-3,-23-59-4,2 27-15,-19-26-790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11618 8248 874,'94'-37'-3,"8"-71"0,-119-5 2,-85 112-2,-1 105-2,110 21 3,37-27 1,82-55 4,-21-131-4,-16-22-4,10 26 9,-6 68-2,-27 117-2,-135 19 0,-3-24-5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12105 7550 874,'13'162'-15,"-10"-61"6,0 10 2,-2 3 4,0-6 2,-2-7 4,-5 38 0,-27-234 5,55-41-13,39 19 8,95 26 0,-31 67 6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12504 8018 874,'-24'94'-5,"-1"-10"-291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12480 8321 874,'-14'89'-11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12956 7355 874,'10'156'-22,"-12"-37"10,-5 17 3,-4 5 5,2-2 3,4-36 0,1-15 2,-1 53 3,2-39 5,-120-176 15,22 8-25,-32 54-1,36 56 1,47 48 2,70 39-3,57-34 1,29-53 0,21-66 0,-29-37 0,27-86-2,-28 17-1,-28 33 3,-105 217 5,17 14-2,36-27 3,89-47-3,1-99-3,-59-52 1,-71-41-2,-14 32 1,37-4 2,130 63-4,0 121-3,-48 16 6,-45 27 3,-15-34 0,77-181 0,-59-23-3,4 8 5,34 216-8,-45 24 5,-13-47-1,11-193-9,6-25 7,40 36-1,51 116 5,-61 70-3,-33 65 3,-35-51-1,-20-231 0,41 33 0,43-5 0,25 68 0,-3 111-2,-39 22 0,39-13 0,12-83-2,7-79-2,-32-54 2,-75 25 3,-92 76-1,33 143-2,73 19 0,35-38 0,74-35 2,6-82-1,-39-2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14584 7731 874,'-172'72'-18,"79"-36"5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14832 8109 874,'47'160'-18,"-33"-66"12,-6 10 2,-5 3 7,1-3 0,-1-12 0,-35-186-16,44-36 8,26 2-1,61 7 6,24 60 6,-9 65 2,-35 86 2,-182 21-7,-40-82-5,45-13-5,10-41-834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15581 8204 874,'-140'-14'-12,"1"36"11,46 54 2,97 24-2,85-45 1,28-111 0,-33-71-1,-22 250 3,54-102-6,-25-143-6,-17 25 11,4 205 4,-78-12-4,2-10 7,-7 6-9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16057 8139 874,'-10'133'-9,"1"-44"-5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16038 8426 874,'24'87'-102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1800 9256 874,'-18'152'-14,"9"-67"8,-2 13 1,3 5 2,3-1 4,-2 49 4,2-50-2,-8-186-3,11-29-5,2 28 1,5-14 0,5-2 1,7-45 5,18 14 4,60 197 3,-22 55-5,54-86-4,-34-112-2,-20-7 4,19 26 0,-84 208-10,-26-47 2,-13 56-3,12-61 0,4 1-2,2-13-10,1 1-6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2916 9392 874,'-85'20'-10,"-71"40"-1,4 35 11,68 31 1,62-21-1,39-10 1,82 32-3,22-47-10,-13-70-5,-24-10-26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 9679 874,'147'-16'-13,"-34"5"1,19-3 2,-33 5-5,5-2-6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3132 9897 874,'-16'156'-17,"7"-60"11,5 17 1,5 8 1,2-25 0,3-8 2,5 66 1,-3-36 6,-72-256 9,72 17-15,68-27-1,23 19 1,54-38-5,-66 66 2,-2-10 3,30-63-1,-63 66 1,-13-6 1,-15 8 2,-10-51 3,-41 45 4,-101 104-2,14 166-13,83-48 0,10-15 0,9-1 0,12 22-5,12 15-4,16 6-8,-8-48-7,15 11-8,21-8-6,-7 2-61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4023 9821 874,'-107'1'-6,"-27"43"1,29 26 4,60 21 2,90 10-1,40-72-2,40-107-5,-26-47-2,-36 5 9,-9 204 6,-42 10-7,51-5 2,47-175-6,-26-43 1,1 42 11,-41 202-6,-40-18-1,0 28 3,39-229-4,2-25-1,18 21 8,47 46-2,-53 146-3,-36 25-2,-30-25-2,1 21-12,-21-20-416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6221 9452 874,'-110'3'-6,"-12"31"6,93 82-3,96-24-2,79 27-13,-23-24 23,-69 23 1,-179-23-5,24-48 8,8-32-56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6406 9679 874,'-11'119'0,"-9"-11"-3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6458 9332 874,'18'84'-29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1403 9588 874,'-2'149'-20,"4"-31"8,-4 24 1,-2 22 1,2-24 2,-4-8 1,1 4 1,-2-9-3,1 44 1,0 30 1,2 19 0,2-56 4,-1 7 0,-2 22-22,-2 7-9,-1-12-7,-4-39-7,4-53 5,4-10-67,-9-2-48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1764 11703 874,'55'-99'-10,"22"-50"1,-17 36 4,8 15 10,29 31-3,-2 173-2,-93 48-6,-18-57 3,-4-10 0,-13 29-2,64-226 5,30-60-5,-15 71 4,8 11 2,32-29 5,1 83 0,-30 151 3,-61-25-10,-12 48-4,-13 13 3,26-30 6,73-28-2,12-82 0,5-38-1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 10856 874,'132'9'-8,"-35"1"1,13-2 2,0-4-2,-13-8-2,-11 2-6,1-3-6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 10690 874,'90'44'-9,"27"33"6,-38 32 3,-79-18 1,-70-6-2,-14-62-437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3058 10644 874,'-18'137'-16,"5"-34"7,0-3 2,3-16 0,-4 39 1,-2 26 0,6-52 1,-4 47-3,1 29 0,2 23 1,4-22 2,1-24 1,4 32 0,7 23-20,3 10-7,-2-65-8,3 15-7,1 13-6,-1-4-6,-3-63-6,-4-2-3,1-21-45,0 6-40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3562 10569 874,'36'124'-8,"-33"-37"4,-10 10-1,-8 2 0,-10-5 3,-21 30 6,-47-49-2,1-93-1,61-72 2,47-2 0,94 25-3,37 106-5,-39 35-7,-14 60-8,-65-30-11,-20-16-77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3482 11598 874,'-10'141'-9,"7"-50"3,1 13 1,2 6 0,5 1 3,2-2 3,-1-20 0,3 50 2,-28-298-11,11-15 3,6 62 3,2 1 2,6 5 2,8-39 2,23 49 5,92 69 0,-28 116-6,-227-4-6,21-66 4,159 110-5,25-21 5,-66-22 2,-104-4 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3269 12631 874,'88'79'-10,"23"58"-1,-55-44 6,-13 8 3,-15 3 2,-17-6 1,-15 39 1,-92-229-2,99-64-11,17 45 5,7-2 5,3 8 2,2 8 1,1 5 0,33-48 4,-1 39 3,2 17-182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3996 10730 874,'38'112'-13,"-12"-21"6,7 29-5,4 28 0,-3 29 1,-4 23-3,-10 13 2,-12 9 5,-9 11 0,-10 2 2,4-79 1,-9 37 1,4-56 2,-5 37 0,2 42-4,9 26-3,7 13 0,0-91-16,-3-53-7,4 2 0,0-26-312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1150 12440 874,'-21'112'-10,"-66"48"-1,19-63 4,-7 6 2,-4-2 2,-38 42 1,20-49 6,6-64 3,28-125 2,81-57-11,21 32-3,64 30 9,26 244-13,-58-17 2,-26-43-2,1-8-5,3 13-25,-4-12-370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990 12169 874,'93'27'-4,"-46"86"2,-37-29 0,31 33-1,9-22-3,6-8-10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960 13028 874,'113'27'-12,"-12"-3"-2,-12-14-5,13-19-1,-17 2-50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1139 12893 874,'6'145'-18,"1"-4"3,-5-50-4,1 6-6,-5-10-83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1473 12979 874,'-10'133'-7,"2"-34"-4,5 14 4,3 5 4,2-23 2,5 57 2,-10-274-4,3 24 0,11-73-2,10 22 2,9 16 4,30-16 6,11 46 4,32 94-4,-52 118-3,-126-1-2,30 5-4,69-26 1,-9 17 4,-124-59-4,54-132-107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1720 12440 874,'105'72'-10,"-24"45"9,-80-27 1,-63 4 0,29-3-2,91 25-2,6-25-12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 13179 874,'109'65'-12,"45"-17"11,-64-23-2,-4-17-431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1929 13028 874,'3'92'-11,"5"-3"-1,5 16 3,0-7 13,11 20-1,-7-31 2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 12863 874,'78'105'-17,"-24"-10"5,0 25 2,-5 19 2,-10 2 4,-19-20 2,-7-34 2,-12 49 4,-87-136 8,51-100-5,33 9-8,4 6 3,16-75 3,2 63-5,22-47 3,18 36-2,0 21-103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2316 12621 874,'96'37'-6,"6"45"4,-85 32 2,-67 10-1,43-12 0,47-15-1,52-25 0,-7-14-56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2817 13369 874,'-103'-20'-5,"6"5"5,19 111-107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2832 13584 874,'-121'-13'-6,"-7"-9"6,40 5-8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3002 13225 874,'0'149'-19,"0"-35"8,3 12 4,1-27 2,8 34 17,1-39 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6635 10194 874,'-108'0'-10,"-69"-1"-1,69-3 5,18 0 3,-33 5 11,122 84-435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6698 10431 874,'-86'-16'-11,"-68"-11"2,67 18 2,1 4-1,-72 15-11,67-3-14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7725 9932 874,'-85'64'-9,"13"53"4,44 48 3,43-75 1,18-2 0,81 57 1,-1-86 2,-3-64-2,23-107-5,-85 28 2,2-66 0,-63-15-3,-42 36-8,-38 50-12,9 28-36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8180 10087 874,'-13'136'-14,"5"-43"9,-1 5 7,2-6-1,64-250-7,-41 5 10,4 42-1,80 119 2,-58 119-9,21 6 4,21-48 1,32-105-1,14-120-7,-39 19-1,-7 160 10,-81 74-8,-4-21 3,2 13 1,4-1-4,14-19-2,-4 18-20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7799 9558 874,'172'26'-28,"-32"-5"11,27 2 4,7 1-25,-6-1-2,-19-6-2,-42-20-2,-14 5-44,1-1-48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8648 9377 874,'85'66'-10,"49"26"3,3 29 10,-98 23-3,-54-37-2,-29-12 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9174 10600 874,'-17'86'-102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9437 10691 874,'37'-115'-11,"31"-46"7,-7 44 4,69 64 0,-69 174-5,-44 14 3,-39 0 5,46-290-16,20 68 15,58-47 0,-5 82 3,-33 138-4,-53 35-1,-27 20-2,9-15 7,69-22-4,23-89 0,11-45-2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10197 9920 874,'-148'-5'-13,"-17"13"0,80 3 6,-24-2-12,20-9-182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9900 9799 874,'95'44'-5,"-10"-6"4,29 34 1,-92 19-1,-95 18-2,-13-48-108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8678 9392 874,'107'63'-11,"-10"-10"2,33 20 9,-25 4 4,-70 26-3,-121 8 1,-45-1 0,67-22-2,12-1-187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9372 9681 874,'-132'0'-4,"35"-3"-11,3 1 7,-64-3-1,57 1 8,-46 0 2,54-2 0,-4 2 0,3 0 1,8-1 2,-41-3 3,-24-3-1,0-2-2,240 17-8,39 5 1,28 6 1,-66-7 2,9-1 0,-15-1-1,92 10 2,-67-5-2,4 1 0,-1 1-2,40 3-11,-48-15-4,-19 5-182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8707 9422 874,'102'55'-10,"7"15"11,-25 10 0,-76 50-1,-55-46 0,-21 20 1,5-17-56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10774 10436 874,'-147'-11'-13,"61"12"8,-22-2-6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10751 10648 874,'-145'-11'-5,"42"3"5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11216 10505 874,'-101'14'-6,"-3"63"2,48 47 1,64-13 1,33-25 0,52-23 3,64-88-1,-38-53-5,-3-108-7,-77 80 8,9-75-3,-36 77 8,-8 3 1,-8 7 0,-8-35 5,-25 213 2,26 51-14,5 9-3,3 1 1,7-44 6,4 2 2,1-16 2,15 38 7,6-210-175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11315 10298 874,'126'5'-11,"-4"3"6,-37-4 6,3-1 2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11524 10609 874,'86'-2'-3,"5"-117"1,-191 67 0,24 190-2,124 14-2,45-40-4,9-58-4,-15-18-38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13486 9683 874,'16'108'-9,"21"55"-1,-9-57 4,-2 12 2,15 60-2,-1-2-2,-14-59 5,5 9 1,-2-8 1,-9-31 2,5 12 2,0 4 1,-5-13 1,8 54 6,-22-31-2,-67-22-4,-103-48-5,20-31-7,49-14 3,-5 0 1,15 2 3,-66-2 1,60 2-1,-8 2 1,-10-1-1,23 2 1,-5-2 0,-23-4-3,-16-2-1,-8-1-2,42 2 1,-30-3-1,-19 1 0,-13-2 1,25 0 0,9 2 1,-27-1 0,-19-2 0,-9 3 1,62 0 0,-29 1 0,-21-1 0,-13 0 1,22 1 1,23 1-1,-29-1 1,-15 5-1,-6 5 0,58 1 1,-15 3 1,-13 4 2,-9 4 0,16-2 0,28-2 0,-24 1-1,-14-1-1,-6 0 0,46-2 0,-2-2 0,-3-1 3,11 0 2,-40-1 6,8-25-1,50-66-6,43-39-2,33 30-5,-2-14-1,-9-53-3,9 63 4,0-10 2,4 13 0,-9-85 1,13 72 0,-4-64-1,6 60-1,-1-4 0,2 18 2,2 15-1,-1-6 0,0 2 3,-2-71 3,36 9-2,28 41-2,76 29-2,12 32-3,-59 31 0,17 3-2,55 2 2,-53 8 2,14 1 0,9 4-1,4-1 1,-39 2-1,26-1 0,17 2-1,12 2 1,-27-2 0,-10-1 0,21 1 1,12 0 0,12 3 0,-55-3 0,30 2 0,22 2 0,15-2-1,-20 0 0,-19-2-1,21-1 0,11 0 1,7 2 2,-53-2 0,17 2 1,19 0 1,14 2-2,-15 1 1,-31-3-1,23 4 0,9 0 1,1-1 1,-43-4 1,1 0 1,11 1 0,5-1 0,-8 0 0,-29-1-1,15 2 0,6 2 0,-2 1 0,42 4 2,-7 2-2,-9 2 0,-5 23 0,-53 51-2,-36 42-7,-16-50-1,4 23-21,-7-21-571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6508 11806 874,'-125'87'-5,"23"18"5,55 24-3,69-16 0,91-8-3,17-39 3,-34-12 5,-76 34-1,-79 13-2,-26-12 2,-19 1-1,20-50-289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6636 12078 874,'6'130'-12,"-3"-40"-10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6681 12425 874,'10'150'5,"-1"-48"-3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7139 12382 874,'-33'112'-10,"21"1"1,26 2 4,42-3 5,76-34 2,-25-108 1,-8-75-2,-39-41-4,-43 9 2,-40-30 1,-14 56 1,-58 16 1,-2 53 1,-26 83-2,56 73-3,65-4-3,9-23-14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8098 12313 874,'-94'-34'-9,"-14"36"4,9 30 3,3 42 1,31 71-2,115 5 2,25-39-2,71-16-4,-37-75-9,-16-90-38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7665 12364 874,'145'71'-25,"-10"-23"-2,-1-23-14,-5-56-11,-38 10-74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8309 12645 874,'-11'112'-11,"5"61"2,7-61 4,3 9 0,5-1 3,-1-32 2,11 55 1,60-254 2,-30-38-11,-13 42 3,2-14 1,15-62 0,-23 66 4,-4-12 0,-3-6 2,-5-1 0,-10 7 2,-8-40 6,-28 46 0,-82 102-3,50 136-9,33 63-10,30-47 3,13 10 2,9 3 2,-6-47 1,12 7 3,13-3 5,2 6 7,63-34 0,40-87-4,-44-40-3,-31-59-5,-183 42 0,-9 166 4,98 13-2,102-15 1,10-113-3,-1-89 0,-46-19 2,-10 220-8,-15 24-2,26-8 9,52-141 1,-39-85-3,-12-2 9,51 106-2,-70 115-6,79-132 2,-49-61 4,39 62-3,5 103-5,-32 30-6,-54 5-4,-5-24-113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9985 13321 874,'-99'10'-10,"-72"-12"1,58-9 3,-19-5-1,-18 0 1,-17 1 0,8 3 0,26 2-2,-22-1 0,43 4 1,-45-2 2,-23 2 0,-13 4-14,41 2-8,11 4-8,-14 8-6,-1 2-8,12 0-5,50-5-7,-5-2-4,11 2-3,-12 15-60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11016 12274 874,'-35'135'-16,"7"-37"7,-7 13 3,-7 2 3,-6-8 2,-37 30 6,-5-73-2,-28-91 1,7-120 2,110 3-4,106 72-2,26 160-6,-31 17-1,-14 18-10,-23-34-7,-14-3-568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11098 12440 874,'97'100'-9,"-49"29"9,-55-13 0,-70-21 0,-10-43 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11402 12516 874,'-88'32'-3,"1"53"-6,63 25 9,48-16-1,95-18-5,-28-62-3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11628 12691 874,'136'26'-14,"-50"-19"16,4-23-2,11 4-3,-17-20-430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11842 12486 874,'-14'132'-13,"8"-35"9,6 15-3,11 1-3,14-15 0,-6 13-17,17-25-161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12239 12486 874,'7'115'-10,"14"64"0,-7-61 4,2 9 0,-1 5 2,-5-44 1,-1 13 0,-3 33 10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12194 12411 874,'119'-23'-10,"30"63"4,-26 48 8,-151 19 0,-64-31-2,96 18-1,89 27-3,-42-7 7,-137-61-2,30-161 2,113 23-859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12656 12486 874,'1'122'-4,"27"33"2,80-103-2,-26-148-3,-41-6 5,-12 237-14,4 42 6,-10-53 4,-4 0 2,-5 46 5,-58-47 8,-88-115 3,48-114-10,26 18-19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13162 12767 874,'85'0'-9,"64"-7"-2,-26-13-1,-38 7-11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13252 12546 874,'23'114'-12,"-5"-24"4,8 14 1,9 42-13,-8-34-15,-12-28-750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13505 12396 874,'118'138'-13,"-14"21"4,-29-24 8,-31-28 2,-52-7 0,-95-159 3,67-45-7,38-45-9,14 15-8,14 1-22,-1 30-29,2 18-125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13922 12586 874,'115'-41'-9,"-105"149"8,-115 1 0,141-19-1,49-57 0,54 31-2,-41 3 4,-30 50 1,-45-7 0,-50 15 2,-38-38 0,-42-86-3,9-89-5,54-44-2,49 45 4,24 1 0,-6-12-9,40 13-412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14769 12561 874,'-138'10'-6,"44"6"5,6-3-1,0-1-183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14745 12819 874,'-109'-8'-5,"-9"14"-1,32-6-25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15043 12518 874,'-103'122'-9,"68"16"6,36-29 2,49-1 3,90-12-2,-36-99 1,6-98-2,-63-20 0,-51 33 0,-18-2-2,-45-54-8,-25 54-8,10 27-24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16983 13787 874,'-120'-9'-7,"29"7"0,-12-4 2,-9 3 2,-51 1-1,56 5 3,15-1 0,-1-2-1,-21 0-1,-17-1 1,-18-4 0,53 3-1,-34-4 0,-27 0-2,-18-2 0,-13 3 0,10 3-1,41-1 2,-33 1-1,-22-1 1,-15-1 0,49 3 1,-6 0 0,-28 3 0,-23 6 0,1 3 2,60-2-1,-37 8 0,-21 3 1,-16 6 0,47-7 0,8 0 0,-25 1 1,-12 3 1,1-1 2,10-3 2,61-5 1,7-1 1,18-3 5,-49 5 10,24-22-5,24-65-5,29-58-6,39 18-7,16 4-2,11 1 0,3-46 1,2 18 1,4 47 1,-1-8 1,2-11-1,2 18 0,2 2-1,2-23-1,1-14-2,-1-7 0,2 45 1,-1-9 1,4 3 6,10 11-1,80-47 2,-5 86-5,16 13-1,-3 10-2,88-2-3,-61 16 5,15 1-2,-36 2-1,16-1 0,-17 2-1,5 1 1,35 1 0,3 1 1,-30-1 0,36 1-1,29 5 0,19 2-1,-44-3 1,4 2 0,26-2 0,16-2 2,-1 0 2,-61-3-1,32 3 4,18-2-2,15 1 0,-40-2-1,-11-1 0,20-4 2,11-3-1,4-2 1,-68 3 1,23-2 1,11 0-1,5 3 2,-27 1 0,-20 2 1,21-1-1,10 1-1,5 3-1,-49 0-2,11 3 1,1 2 4,-29 2-1,82 26 4,-80 1-7,37 30 0,-15 42 0,-38 30-1,-38-21-3,-23-32 1,-2 21 0,-2-7-2,-2-7-1,3 37-2,-2 38-4,-5 38-5,-1-61-1,-11 31-5,-23 17-25,14-66 4,13-36-32,-24 31-40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18943 2314 874,'113'0'-5,"-25"0"3,20 1-1,54 2 1,-74-2 1,55 2-2,-56 1 2,8 1 0,51 2 1,-56-3 0,14-2 0,12 2-2,9-1 0,-41-2 1,17 2-1,17 1 0,13 0 0,-11 0-1,-18-1 1,23-2-1,16 3 0,14 0-1,9 0 1,-35 0 1,-2-2 0,22 0 0,14 0 0,3 4-1,-50-4 2,30 2-1,19-1 0,-41 0 1,12-2-1,26 0 1,18 2-1,-4 2 0,-48-1 1,27 4-8,16 4-8,10 1-8,4 3-8,-29-4-8,-27-1-7,7-6-6,-49 0 5,4 1-93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23086 2268 874,'129'40'-11,"19"2"1,-1 6 3,-14 3 9,-3 15-1,-84 62 6,-212 12-17,77-74-9,-24-4-24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18999 7615 874,'-121'-80'-8,"9"-38"6,143 208-4,28 35 4,-8-23 4,39-108-1,-42-83-5,4-61-3,-20 63 0,0-1-2,13-35-22,-13 35-39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18213 7929 874,'84'-52'-7,"1"39"5,38 37-1,-31 23 3,-40 63-1,-79 2-1,-95 15-9,27-79 2,-2 9-16,13-34-4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18809 7921 874,'-94'41'-10,"-28"26"0,37 4 14,66 39-2,108-22-6,70-49-7,-66-20-6,8-20-12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23938 2436 874,'-15'91'-18,"39"41"24,81-97-7,12-80-2,2-59-7,-36 4 16,-48 11-3,-98 204 1,46 1-7,23-30 0,6 10 1,2-10 1,10 75-1,-22-71 3,-14 47 0,-63-1 1,-64-53 2,45-146-3,68-91-6,56 66-1,61-29-15,32 70-15,-36 21-38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24884 2963 874,'-44'105'-24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18884 2298 874,'-66'120'5,"10"-32"-59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18765 2314 874,'107'18'-2,"17"13"1,-35-7 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19004 2254 874,'-95'112'-5,"8"-27"4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18765 2314 874,'142'32'5,"-57"-16"-3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13324 3406 874,'-13'131'-11,"-1"-2"7,1-15 4,5 8 4,109-194-10,-6-67-4,-27 53 3,33-29-3,41-32-4,-48 53-13,-16 9-17,9 2 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 5935 874,'-119'92'-8,"9"31"8,56-28-3,18 19 1,41 32 0,24-41 2,37-17 2,67-49-2,-44-55-1,44-39-1,-26-82 2,-50 17-2,-35-30 1,-33 40 3,-72 18 1,-1 65-3,-17-13 4,16 33-190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2605 6347 874,'37'-107'-7,"6"-23"1,-4 19 4,-24 18 5,-105 134-3,59 92-8,25-15 0,8 23-2,1-23 2,2 0 1,1 24 1,-4 10 2,-2 0 3,-1-52 0,-4 13 3,-9-4 6,-11-19 0,-30 4 7,-44-210-7,68-35-17,35 45 2,15-10 2,10 9 1,29-43 4,41 19 8,3 58 3,44 88-2,-43 42-6,-22 58-3,-38-24 5,-37-3-858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2703 6298 874,'18'99'-4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3417 6237 874,'-69'114'-12,"-19"29"5,23-35 2,7-15-6,-18 7-18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3076 6298 874,'40'127'-11,"7"-21"7,22-18 5,27-39 1,4-41-4,16-69 4,-36-62 0,-164 70-6,46 160 1,54-6 1,86-8-3,75-85-1,-89-11-2,-4-24-2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4219 6011 874,'-7'84'-12,"-6"0"3,-6 20-1,-2 10 3,3-15-4,-10 60-23,7-29-31,3-35-31,1-11-138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4044 5988 874,'66'-86'-11,"63"-13"7,-29 62-2,5 15-1,73 18-3,-27 36 2,-36 35 4,-57 53 8,-86 4 0,-68-18-6,-75-16-3,9-37 1,61-37 4,4-12 5,-33-4 4,135 105 6,60 5-16,-17-24-2,5 7-2,44 46-13,23-76-20,-26-35-49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5268 5845 874,'-94'110'-14,"-25"66"-3,63-63 11,-10 58 7,44-51 2,8 19-2,17 8-6,15-6-3,22-20 0,-12-15-3,2-20-25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5426 6299 874,'-50'134'-13,"-3"-7"4,7-17 10,33 23 4,115-75-7,42-105-6,-7-81-4,-81 35 11,-19-3 0,-17-48 4,-85 51 1,-64 73 2,32 60-2,10 27-13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5817 6358 874,'117'109'-10,"-68"-20"7,-36 2 2,-30 0-1,-42 13 1,-36-48 5,107-173-7,13-2-13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6116 6358 874,'-45'92'0,"-6"23"-8,16 5 9,35-14 0,79-53-4,17-112-2,-16 6-30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6290 6366 874,'8'104'-17,"25"24"21,58-102-6,16-156-11,-68 41 14,-11-42 3,-64 234 1,29-13-9,3 14-2,4-7 3,0 65 0,-5-74 5,-40 59 2,-84-73 4,23-160-9,26 2-65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6577 6313 874,'98'18'-9,"2"39"7,-30 35 2,-98 17-1,141-32-1,-15-36 1,-70 76 0,-60 11-2,-47-14 2,-34-57 5,10-130-5,53-52-6,22 27-10,44 11-588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6936 5981 874,'91'83'-12,"23"58"1,-56-48 7,16 51-2,-26 0 3,-33-44 1,-11 4 2,-20 74-2,-17-70-2,-13 2-2,-8-9-3,-33 40-30,-1-42-31,4-83-241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7842 6600 874,'-99'-33'-11,"22"150"9,105-18 3,71-116-3,-19-114-5,-29 31 11,-23 227-7,-22-29-2,7 61 1,-5-44-1,-2-21 1,-7-6 1,-7 9 3,-13-13 3,-28 17 5,-62-97-2,34-109-8,24 22-11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8307 6739 874,'-113'50'-10,"4"22"5,26 38 6,192-145-3,-14-113-1,-50 45 7,-18 247-4,46-38 1,23-108 0,0-122-11,-35-33-4,-36 43 7,-3-8 3,-8 32 3,-4 3 5,-21-33 4,-48 223 0,47-9-10,3 61-3,14-57 2,6 2 4,18 46 2,41-28 3,49-80 1,-5-90-3,-46-36-1,-34-36-1,29 220 0,33-12-1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8785 6207 874,'-14'90'-5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8991 6087 874,'12'120'-7,"4"28"0,-3-17 1,6-4-7,18 21-7,13-34-25,1-18-79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9184 6813 874,'111'-43'-10,"3"-6"5,-14-5 5,-40-35 1,-172 22-2,17 120 1,45 72 2,123-16-2,30-73-2,12-54-4,-11-40-1,13-77 4,-78 39 9,-60 1 0,-76 67 1,17 180-7,92-8-7,58-20 5,15-58 3,30-83 1,-17-76-3,-30-35 1,-26 21 0,30 212 1,-51-16 1,36-225 1,22 43-1,13 96-4,10 151-5,-63-58-4,-35-8-280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9564 6041 874,'-60'120'-12,"11"-7"8,9-26-55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10610 6690 874,'-40'100'-18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 7082 874,'101'41'-9,"31"-38"6,-2 1 2,-32-1 0,9 2-1,2 2-2,-1-1 1,50 2 2,-28-4 3,-43-1-2,9 0 0,-7-3 1,74 1 0,-62 2 0,7-1-1,7 1 0,-22 0-1,-5-2 1,18 0-1,10 1 0,4-2 0,58 1-1,-62-1 2,12 1-2,11 2 0,-8 0 0,-30-2-1,23 0 0,17 2 0,11-2 1,-36 1-1,4-1 1,19 0 0,13 2 1,1 1 0,-43-1 0,26-1-1,20 2 1,16-1-1,-35-2 1,-5 1-1,24 0 1,16 2-1,9 0 0,-62-2 0,29 0 0,21 1 2,12-2-1,10-1 1,-15-1 0,-43 0 0,25 1 0,11 0 0,11 1 1,-45-1 0,5 3 0,21 1-1,14 1 0,2-2 0,-54-1-1,27 1 1,18-2 0,11 1 0,-32-1 0,-14-1 0,23 0 1,16-1 0,9-3-1,-61 1 0,24-2 0,16-2 1,12-2-1,-21 1 1,-24 0-1,19-3-4,13 0-4,5 1-9,-51 2-8,10 0-7,6-2-8,-2 0-8,-19 0-6,59-3-72,-23 6-9,-56 5-73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3498 8492 874,'-107'-76'-7,"-6"40"2,-29 59 4,0 54-1,57 11 0,55 26 2,53 7 0,33-29 0,51-40 2,22-104-2,-29-64-6,-53 13-1,-10-17 0,-12 33 4,-7-13-1,-8-16 1,-7-8 3,-4 12 1,-1 28 1,-3-7 2,4-6 5,11 194-8,-6 9-6,-1 1-1,-2-13 0,3 32-1,3 16-11,9 10-9,-7-54 3,-1 1-33,3-15-29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3627 7731 874,'31'114'-12,"-11"-21"7,-4 17 2,-2 61 1,-11-72 1,-3-2 2,-5 49 1,-1-62 1,8 42 2,36-37-2,119-49-4,-62-47-3,-10 3-6,1-9-4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4253 8570 874,'-12'92'-5,"39"36"3,74-36 2,43-91-1,-62-109-1,-181-25 2,17 44-2,-8 62-52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3478 7950 874,'97'9'-13,"-3"-2"1,16-1 2,11 0 2,51-5 0,-21-8-15,-59-8-3,9 1-34,-14-5-330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4044 7777 874,'138'29'-12,"-8"17"3,-33 28 12,-67 29-1,-61-6-3,-37-3 2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4845 7973 874,'-77'104'-11,"1"61"0,26-17 3,26-4 6,21-48-1,8 14-2,13 6-2,18 54-13,-4-84 0,4 14-33,5-13-675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4953 8324 874,'-18'152'-13,"4"-69"10,-1 8 3,2-5 1,10-169-16,14-40 7,12-35 12,2 67 2,26 194 1,-16-1 0,82-30-4,-2-224-9,-49 18-1,-16 50 6,-54 198-7,-34 46-1,15-59 1,6-15-4,-6 16-35,0-15-266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5572 8109 874,'-35'163'-20,"5"-64"11,-6 19 2,0 7 1,-14 63-1,10-20-17,11-14-30,13-67-24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5595 8536 874,'5'150'-14,"-7"11"10,-4-49 5,-57-227-8,64-13 3,21 2-1,36 7 5,29 26 6,36 53 0,-40 156-1,-154 0-3,-25-68-1,9 2 0,172 56-5,12-12-5,-11-17-6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5892 8094 874,'133'89'-18,"2"59"-1,-38 5 6,-30 18 7,-50-49 1,-24 3 3,-5-29 3,-83 53-1,31-64 4,-21-51-188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6645 9126 874,'-92'6'-13,"-6"-10"-1,-31-7-1,-24-3 2,25 3 3,5 0 0,0 2 7,17 0 1,-42 0-5,-24 1 4,-23 5 1,-18 7 1,41 1 0,4 5 0,-30 5-1,-8 4-22,6 0-10,66-5-8,-11-3-7,5-1-7,9-4-6,27 0-4,18-3-3,-9-2-1,3 2-91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3990 9437 874,'33'138'-15,"-18"-47"8,-4 15 1,-2-1 2,0 57 0,-2-30 3,-3-19 4,-116-102 5,-40-99-7,34 40 3,91 173-9,175 0-3,-53-82 7,51-7-2,1-117 3,-84-9-4,18-80-5,-51 42 4,-9-5 2,-7 23 1,-6 27 1,-1 169 16,1 9-18,11 74-7,2-51-12,11-3-11,-9-20-21,9 11-46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4089 9845 874,'89'12'-13,"18"1"-5,59 0-17,-70-5-11,4 1-26,-12 2-301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6752 8728 874,'-50'144'-18,"6"-42"5,-14 28 1,6-16 2,1-6 1,-4 8 2,7-15 2,-22 46-7,-10 20-23,-6 13-6,24-48-6,-1-4-5,-1-3-6,15-26-31,2-7-56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6504 9524 874,'-17'155'-19,"-5"-50"9,-8 14 2,3-14 3,5-21 1,-14 59 7,2-39 5,-21-220 4,53 24-17,16-30-2,16-9 1,-6 34 0,11 9 8,14 2 1,62-32 4,40 55-4,-19 54 7,-36 105-1,-165 1-12,-97-17-9,16-36 1,37 21 17,106 22-5,125 35-10,-17-54 4,11-10-8,-16-13-8,26-11-37,-34-17-72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7024 9014 874,'125'0'-12,"52"0"-1,-73 0-3,-18 4-274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7054 9286 874,'91'15'-13,"2"-8"-1,31-9 1,-36 4-8,12-4-10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8078 8840 874,'-68'108'-11,"3"30"7,27-23 3,52 33 4,52-41-5,83-88 1,-59-56-4,-7-23 0,21-42-3,-52-52 8,-48 14 2,-67 6 1,-54 41 1,-4 51-8,35 19-12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8568 8848 874,'-28'173'-14,"0"17"7,8-50 8,-2-236-58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8589 8728 874,'11'120'-10,"11"18"6,24-42 7,72-46-3,-31-134-2,-27-29-4,-4-1 7,16 25 4,-24 213-4,-45 48-11,-3-56 2,-1 6-5,1-19-5,-3 33-31,2-48-50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8126 8469 874,'136'0'-18,"-26"-2"6,35-3-1,24-3 0,10-1 1,-66 3-24,15-5-3,-42 5-1,13-1-68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8916 8214 874,'134'44'-15,"33"33"6,-45 32 11,-79-24 0,-79 52-3,-28-34 0,-1-15-113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9511 8985 874,'-40'94'-10,"-34"34"6,-5 11-1,25-42-6,5 3-35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9408 9014 874,'56'104'-10,"2"5"0,-5-2-5,-13-18-3,-5-2-79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9811 8977 874,'49'107'-9,"-5"27"4,-19-16 3,-25-22 4,-5-236-6,25 22 5,39 5-1,50 81 0,-20 154 0,-75 14 0,-19-279-8,63 15 10,60 20 0,-21 144 0,-44 53-1,-49 59-5,-20-23-10,-1-33-35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10868 8971 874,'-95'-17'-5,"-33"45"0,12 71 4,92-1 0,40-11-2,92-18 4,6-129-3,-34-32-2,-39-40 6,-25 47 1,-1 173-11,-6 38-3,-3-37 5,6 87-8,-8-47 8,-8 8 3,-3-29 4,-5-11 0,-11 3 4,-14-9 2,-71 8 6,23-108-2,41-127-10,56 37-4,28-1-1,57-44-6,-31 58-12,20 47-393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10391 8672 874,'133'0'-14,"-32"0"3,25 0 1,11-2 2,-9-5-7,-25 3-8,-2 0-9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10734 8471 874,'155'56'-18,"-70"-19"11,1 9 3,31 31 6,-80 40 2,-59-18-5,-94 10-3,30-61-64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11479 9163 874,'140'-36'-17,"-34"16"9,-19 4 3,73-5-13,-52 6-13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11702 8864 874,'6'133'-12,"3"49"3,-2-77 2,-1-3-1,-1-6-8,2-10-5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12227 9019 874,'-65'137'-11,"56"-16"10,69-25 0,55-35-1,12-72-1,-3-46 2,-30-86 1,-86 15 0,-50 17 0,-83 11 4,2 114-2,33 3 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12750 8954 874,'-19'120'-11,"-2"35"7,5-6 3,5-51 4,-2-12-856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12760 8939 874,'39'91'-5,"61"35"4,-6-90 0,26-101-3,-38-67-3,6 187 0,-76 119-3,-2-75 2,4 35-19,0-36-45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12372 8652 874,'118'25'-11,"-33"-8"4,17-1 2,11 1 0,2-4 2,42-1 1,-33-19 5,-36-57 10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12909 8471 874,'129'64'-13,"-2"45"7,-48 1-6,-44-6-5,-53 2-12,-9-20-73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13666 9105 874,'-49'131'-11,"-9"14"6,12-29-4,10-27-6,-1-5-122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13535 9090 874,'61'97'-11,"-1"24"-4,-5-5 2,-8-18-3,-7-10-73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14047 9161 874,'17'128'-12,"-8"35"8,-5-76 4,3 38 3,-4-35 0,-55-195-8,11-39-8,25 35 6,8-9 3,9 9 1,24-63 2,14 83 2,60-47 5,17 63 2,-1 62 0,-11 91-3,-56 31-6,-85 32-3,-58-45 1,-36-50 2,27-39 5,124 100-1,39 2-2,20 18-1,-6-40 0,42-22 2,-13-60-1,-10-83-1,-43-7-296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13922 8441 874,'166'33'-18,"-56"-17"8,22-4 1,5-4-4,-11-11-7,-25 3-9,-3-1-18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14310 8305 874,'166'92'-23,"-4"8"10,-73-4 21,-119 45-5,2-43 5,-61-35-857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12686 10417 874,'101'-87'-8,"26"-36"0,19-23-2,-16 13 2,7-10-1,-44 50 6,10-7 0,54-51 2,-56 59 1,15-15-2,-1-2 0,-31 31 0,24-25-1,15-13 0,6-4 1,7 0 1,0 5 2,-16 18 0,-31 26 2,6-3 2,-5 1 1,49-53 7,-67 13-1,-28 9 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14354 7912 874,'132'-29'-12,"-48"13"7,9 5 2,49 7 1,-46 19 4,-51 99-1,-121 25-7,17-44-8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15095 7643 874,'-77'97'-10,"15"-7"9,34 38 2,110-6-3,20-60-4,60-66 1,-46-37 5,-25-69 3,-113-9-2,-42 29 1,-69 19-5,44 46-2,-24-9-12,29 21-410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15456 7384 874,'-131'26'-11,"-38"6"2,29-7-6,47-10-10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15204 7279 874,'113'11'-10,"-14"10"7,11 44 5,-63 23-2,-95 31-3,-13-19-2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15749 8275 874,'-60'105'-12,"-31"77"-2,18-26 5,7 7 1,26-37 1,5 28-1,17 17 2,7-56 2,16 33-1,23 16-11,-1-42-9,13-6-7,14-5-8,46 7-48,-15-44-176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15836 9078 874,'44'111'-10,"-7"56"1,-26-75 4,-1 56 1,-7-22 3,-4-13 2,-66-283-6,50 71-2,4 13 1,-3-19 0,5-4 6,10 1 2,13-38 4,61 22 3,22 61 0,40 62-2,-2 55-7,-58 41 1,-93 37-1,-44-45-1,-93-27-3,11-33 0,34-22 4,120 81 7,73-4-10,35 28 2,-13-24 1,11-21 2,16-51 1,-46-11 4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15725 8668 874,'146'12'-14,"-52"-7"6,14 1 1,1-6-3,-25-2-1,19-32-26,-17-17-149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16068 8502 874,'99'48'-9,"15"5"6,-6 7 3,-40 53 1,-134-7-1,-21-58-440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16710 8864 874,'-36'145'-14,"12"-61"10,-4 11 0,-4 6 2,-12 48-1,6-9 2,9-8-7,19-18-6,5-28-65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16836 8970 874,'-50'117'-12,"2"51"4,27-68 6,-3 52-11,16-21-6,14-6-16,0-39-36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17106 9233 874,'-52'129'-11,"17"-3"7,33-15 6,39-17 0,68-74-3,1-74-2,-6-88-4,-81-15 5,-49 54 2,-103 9 3,6 83-1,39 10-1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17433 9230 874,'-8'128'-11,"-7"18"3,6-8 8,-4-296-19,24 64 16,7-42-2,91 250 10,-71 14 3,4-21 0,69-218-10,-62 15-2,-4 8 0,26-43-1,-11 44 7,21 208 1,-74-16-8,-1-9 1,-4-10-1,1 14-6,0-3-9,-11 25-36,-1-36-61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17905 8878 874,'-137'18'-13,"-41"5"6,77-9 5,-45 6 0,7-6-6,46-3-6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17469 8818 874,'132'25'-14,"-6"19"6,-46 16 12,-108 45-4,-104-74-3,48-31-5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17916 8607 874,'131'128'-27,"-53"-29"15,2 25 0,-8 15 4,-28-48 2,-6 26 2,1 66 0,-47-74 6,-23-2 2,-8-18 2,-60 52 5,-33-18-6,39-44-10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24067 4547 874,'-78'120'0,"-7"-21"0,-27-6-2,-7-7 1,5 0 0,7-4 0,12-2 1,2 6 0,-7 3 0,2-4 0,-1-9 0,-2-4 0,13-11 0,-11 2-2,-30 13 1,30-19 0,-17 9 2,-15-2-1,15-14 0,-48 16-1,31-14 1,20-10-3,-13 5 3,40-21 0,-12 2 1,-4 2-2,-3-2 1,-2 0 0,3 0 1,19-6-1,-69 16 0,16-6 1,-9-3-1,2-4 1,53-11-2,-60 4-1,62-10 2,-4-4 1,-8-2-1,-4-5 0,-48-2-4,65-2 2,-1-1 1,-50-5 2,-11-9-1,19 5 1,-4 1 0,-20-8 0,20 0-2,12-4 1,-11-12 0,-7-5-1,19 5 1,-38-16 0,35 12 0,-21-12 2,19 1-1,-23-21-2,43 16 0,-13-8-2,31 18-7,-22-17-8,27 11-15,1-7-755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21119 5939 874,'128'-91'-8,"-43"38"5,9-3 2,-8 4 1,45-26-1,21-8 0,-31 19 0,-20 13 1,-14 6 0,20-14 0,23-11 1,-11 8-1,26-10-1,-58 32 0,5-1 0,52-22 0,27-6 0,-73 30 1,46-19 0,-50 20-1,6-4 1,2-6-2,-1-1-3,-4-1-1,-8 2-2,15-8-16,-18 14-394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23026 4321 874,'134'2'-16,"-42"4"10,-5 6 5,33 19 3,-38 68 2,-133 12-6,-50-18-7,14-49-293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23532 4336 874,'21'108'-9,"21"45"4,-1-38 4,8-13 1,47 9 3,-12-115 1,-48-134-6,-42-31-5,-4 85 6,-14-28 0,111 38 2,32 91-4,10-22-8,-45-2-14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23443 4136 874,'140'-16'-8,"-40"5"-1,52-4-12,-20 1-2,-27-13-13,-17 6-69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23726 3898 874,'109'39'-10,"-13"6"5,-9 11 5,-33 44 2,-97 9-3,-10-25-52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18974 2359 874,'-39'88'-7,"89"23"6,19 5-2,8 1 2,-12-24 2,10 14-2,5 5 0,-7-11 1,12 25-1,-9-13 0,-3-5 2,17 24-1,-13-19 0,6 14 1,-9-13 0,18 21-3,2 14 1,-22-38 2,21 30 0,-14-19-2,-1-1 0,3-1 2,-5-9-1,10 19-1,-11-14 1,-2-1 1,8 13-1,-10-24-1,24 20 1,-19-28 0,13 18 0,-1 10 1,-24-32-1,13 22 1,-14-24-1,4 6 2,6 0 0,15-12-2,-8 2-857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20762 5423 874,'100'80'-10,"14"1"6,-17-22 6,-5-26-1,-4-14 8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21029 5287 874,'25'95'-6,"-12"1"1,-7-8 1,-13 20-2,0-22-15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20131 5260 874,'-10'107'-9,"0"21"6,13 14 4,3-48 2,5-252-15,-9 16 3,1 58 10,12-28 2,49 225-1,-28-17 7,38-11-4,9-203-8,-42-1-3,-9 14 4,29 193 4,-56 21-7,0-13-8,-1 7-13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1497 10524 874,'28'121'-14,"-15"-24"7,-1 7 0,3 78-5,-11-8 4,-7-42 5,3 10 1,-1-21 1,0-20 1,-1 8 3,1-16 2,2 43 6,88-80 6,33-85-14,-29 14-6,7 6-1,40-4-13,-22-10-5,-31 12-112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2218 11595 874,'-34'101'-5,"-8"31"4,26-23-2,29-17 0,62 8 1,14-50 1,33-88 0,-23-59-1,-47-23 1,-52-26 1,-38 40 0,-72 43 2,1 77-1,28 11 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2431 10979 874,'-87'-6'-9,"-8"3"-5,-31 0-2,-25 1 3,-12 0 3,59 1-22,-18 2-3,31 1-4,-1 1-14,-27 10-58,34-1-203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1854 10750 874,'136'11'-12,"31"31"6,-76-6 4,45 36 1,-51-10 2,-60 26 1,-123 23-1,-3-65-7,9-18-7,5-10-116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2972 10961 874,'-61'97'-11,"-22"49"4,37-48 2,-15 61-2,23 12 0,33-34 0,16 27-2,18 4 0,-6-47 2,22 18 0,14-18-17,-16-25-9,3-1-19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2904 11342 874,'18'87'-10,"-2"74"3,-7-54 2,5 65-4,1-12 4,-8-61-3,-2-5-1,0 10-13,-7-18-163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2882 11368 874,'80'114'-12,"-1"11"4,-12-23 13,38-53-2,-28-160-7,-27-12-3,-18 10 0,50 284-2,-85 6-2,-6-59-7,-4 3-7,2-21-11,3-5-55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3627 11339 874,'-37'140'-18,"13"-40"9,-4 21 1,-2 19 0,-2 13 1,5 11-8,5 5-6,5-22-12,9-23-7,0-26-17,1-3-47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3683 11882 874,'4'141'-13,"-5"-53"8,-5 11 1,-1 7 2,1-3 0,-3 35 1,5-38 6,-2-13-10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3612 11909 874,'101'-56'-10,"36"63"6,-22 44 1,-34 60 3,-134-21-1,-45-45-2,-44-39 5,131 96-1,122 24-7,-31-23 2,22 28-5,-35-46-5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3835 11383 874,'125'136'-27,"-54"-33"14,5 24 3,-2 21 1,-13 12 2,-19 7 4,-14-61 1,-15 26-1,-3-45 4,-21 21 0,-14 3-2,-18-8-1,-42 33-17,18-50-44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4357 11867 874,'89'3'-12,"76"16"-6,-36-2 0,-44-2-58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4342 12032 874,'148'53'-20,"-26"-27"6,-10 1-17,-28-10 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5128 11715 874,'-79'94'-11,"15"40"7,37 16 2,35-27 1,45 1-1,27-29 1,31-70 3,-15-77-1,-20-118-10,-63 63 4,-17-54-2,-27 72 6,-46-42 6,-35 80 0,25 144 12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5462 11702 874,'7'129'-11,"-3"-45"5,-1 20-1,-1-17 2,1 66 0,-3-25 5,-15-237-4,14-76-1,-3 19 0,0 69 10,-1 5-1,13-8 3,54 213 1,-39-26-10,10 47 2,9-24 5,63-99-1,-25-155-6,-57 61 0,10-48-3,54 243-3,-67 41-2,-11-67 4,2 17-7,-1-10-10,2 11-30,-2-16-231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5073 11354 874,'84'23'-9,"8"-5"-6,30 4 1,22-2 2,8-3 4,-48-6-19,0-7-4,41-14-53,-51-1-86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5698 11142 874,'107'61'-11,"44"47"-2,-35 1 5,-52-8 12,-61 19-4,-66 8 0,-9-25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6203 12002 874,'-30'121'-11,"-3"28"7,8-32 6,-4-32-1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6190 11957 874,'63'120'-16,"-20"-32"9,0 0 1,24 57-11,-21-39-14,-19-22-759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6458 11882 874,'69'92'-10,"-22"7"7,-11 15 0,-9-7 3,-12-16 0,-16-230-1,18 12 0,45 9 3,29 94-3,-1 164-2,-81-52 1,-7 44 1,-28-19 4,10-202-4,46-61-1,9 22 0,33 11 6,39 81-1,-22 65-2,-27 94-1,-46-2-1,-48 31-7,5-54-8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7210 12006 874,'29'-89'-9,"26"-14"11,43 71-2,-7 95-4,-30 41-5,-24 49-1,-15 0 6,4 14 5,19-48 6,58-127 1,-34-143-12,-30 12-1,-29 47 3,-7-1 1,-12-51 3,-33 15 2,-44 57 5,27 163-6,106 62-10,33-34-1,40-44-7,-35-27-15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7217 11398 874,'169'26'-20,"-60"-16"9,16-1 2,-5-8-5,18-17-34,-48 4-27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7591 11217 874,'106'65'-11,"28"43"2,-40-8 8,-47 4 4,-66 43-4,-2-49 6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7897 12233 874,'-22'134'-13,"13"-50"9,7 11 1,4 2 1,8 41 0,11-228-8,-12-85-1,-7 81 8,-4-57 0,1 42 7,71 234 9,-27-18-13,82-79 8,-34-163-16,-20 1 8,-29 250-12,-52-26 6,0 0-7,-7 79-38,7-74-23,-4-9-335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8476 12169 874,'-46'139'-19,"12"-36"9,0 20 3,0 10 2,10-26 1,8-13-5,0 65-27,17-31-22,2-44-57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8524 12659 874,'-11'153'-16,"7"-65"10,2 7 2,-2 41 0,-21-244 12,42-50-10,10 16 2,15 19 2,70 30 3,11 127-4,-33 61 3,-154 2-4,-42-65-1,-46-25 2,145 116-7,135 26-7,-20-26 7,4-28 12,-13-114 18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8961 12213 874,'128'20'-11,"40"-2"2,-68-9 2,5-10-16,-21-2-793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9065 12410 874,'112'36'-7,"3"-8"1,0-6 1,-30-4-10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9914 12809 874,'83'-92'-10,"-31"-1"2,-6-21 1,6-72-1,-24 70 4,-2-5 2,-6 17 2,4-68 4,-19 84 0,-24-61 4,-73 180-6,44 117-13,30-26 4,3 21 0,4 9 0,5-43 4,4 8 0,8 11 2,10-1 4,8-19 2,29 42 7,27-56 11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10406 12939 874,'97'-108'-13,"-60"8"11,-11-31 1,-18 46 0,0-6 0,0 5 0,1-42 3,-36 215-6,27-1 0,7 11 1,5-2 2,13 42 0,31-32 6,52-119 1,-28-114-7,-34-20 1,-23 25 1,-15 32 2,-59 221-6,43-38-2,4 56-2,23-7 11,103-121 1,-27-105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11007 12576 874,'6'118'-10,"-6"34"10,1-67 1,-5 4-1,-11-180-8,10 1 6,9-26 4,45-9 1,60 68-3,6 39 1,-3 11-5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10540 12017 874,'104'27'-9,"79"10"-2,-99-23 7,62 1-6,-39-22-7,-22 6-111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10853 11942 874,'113'37'-10,"15"14"3,-26 1 3,-16 46 8,-133 22-1,-38-36 3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11760 12379 874,'-64'101'-10,"-11"31"5,17-18 2,15-12 3,11 11 3,16-21 12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11643 12335 874,'36'105'-9,"4"27"3,-2-16-6,-1-12-5,4-2-9,-11-18-274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12106 13240 874,'96'-136'-11,"-40"20"7,-15 2 2,-6-40-1,-17 56 2,-7 9 0,2-66 2,-11 66-1,-6-2 1,-8-38 1,-23-2 1,-83 46-1,34 184-4,61 42-1,22 26-3,5-79 4,9 82-1,1-58 2,5 8 0,-5-33 1,6 8-1,7 7-2,9-6-1,29 15-9,-2-24-115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12623 12472 874,'-16'111'-6,"0"27"1,11-29 3,12 5 2,23-11 0,58-25 3,4-114-4,-14-58-2,-32-65 0,-41 65 1,-11-41 0,-41-19 2,-12 51 2,-35 36 2,-14 90-2,52 95-2,107-14-2,66-49-12,-24-47-184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12687 12032 874,'37'119'-1,"-32"-220"-3,-120 119 2,147 89 0,87-158 2,-142-61 1,-44 235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13029 12455 874,'11'100'-29,"1"-7"30,2 2 3,6 0-2,14-5 1,55-53 5,-31-122-9,-14-64-6,-20 9 2,-13 17 5,-30 231-2,41 66-9,1-86 0,25 27-19,-6-28-50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13501 12982 874,'-16'95'-5,"19"42"0,33-41 7,62-77-3,-37-113-3,-20-58 1,-29 27 2,-43 2 1,-13 31 1,-68 1 4,19 124-4,52 93-3,99-1-1,37-48 0,25-70-2,-25-12-12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13505 12178 874,'-131'22'-12,"-35"-14"4,41-14-5,36-20-2,2-10-190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13162 11972 874,'125'44'-11,"18"33"5,-42-5 6,-62 30 2,-94 8-2,-55-53 1,9-13-2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9497 12183 874,'39'140'-12,"-9"32"3,-18-78 6,-4 3 4,2 42 2,-8-46-1,5-223-7,2 46 4,8-37 1,17-13 3,58 116 4,-75 118-10,-17 51 0,-8-19 5,-5-41 1,13-223-8,6 48 3,9-50 1,10 12 5,11 31-1,53 108-8,-53 89 2,-16 82-8,-14-63 6,-2-27 1,-2 2 0,0-14-4,-2 1 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13967 12621 874,'126'14'-4,"0"-17"1,-37-3-3,-1 8-847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13997 12863 874,'113'-6'-7,"7"-7"6,0-13 3,-34 9-57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14489 12410 874,'30'128'-13,"-12"-38"8,9 55-1,-11-25 7,-16-11 2,-39-212-1,41-20-1,30-14 2,60 54-1,0 161-2,-51 48-2,-36-19 2,-25-242 1,71 18 1,77 105-4,-49 148 2,-60-47 2,-30 21 0,-4-24-2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15115 13232 874,'71'-94'-12,"0"-37"1,-17-6 4,-17-28 2,-30 62 3,-7 3 3,-11-45 2,-25 1 4,-1 49 1,-48 124-3,68 126-12,15 8-2,9-50 4,7 15-4,4 8-2,-1-26-5,-1-15-9,2 2-7,14 41-52,0-54-126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15278 11897 874,'109'4'-6,"13"24"1,-36 33 6,-46 64-1,-117 4-1,-13-10 3,134 0-1,54-69-3,-1-15-2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15704 12751 874,'-25'94'-3,"17"10"-5,29 24 3,25-15 7,69-25-1,-17-136-2,-28-68-3,-50 28 0,-11-8 1,-11 1 2,-12 4 1,-15-31 1,-44 18 4,-44 60 3,26 161-7,101-13-1,69-4-2,4-39-434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15825 12123 874,'-25'103'-3,"7"-15"-3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16173 13246 874,'48'-95'-6,"11"-54"-1,-34 64 6,7-45 0,-19 19 0,-14-15 2,-25 245-3,37 10-1,21 15 4,48-47-1,-23-183-4,-12-35 0,-22 38 2,-7-6 4,-9-24 1,-17 251-2,16-16-1,7-9 0,20 6 2,78-139 3,1-86 0,-25 81-5,13 133-1,-138 24 2,-66-46 0,208-31-5,-10-19-1,15 111 6,-81-24-1,-57-1 3,-46-33-2,-10-32-1,-29-49-2,67-104-1,136-39-9,-22 41-15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16678 12289 874,'-103'16'-6,"-59"2"1,39 3 2,38-10-57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16411 12169 874,'101'31'-9,"2"7"4,7 8 5,-27 48 3,-149 9-1,-21-40-295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17155 12425 874,'96'21'-6,"18"-9"4,-21-13 3,-5-5 4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17186 12683 874,'99'-4'-3,"15"5"-1,-22 15 3,3 47 0,-8 5-186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17453 12289 874,'130'84'-6,"-27"-18"4,8 48 2,-73-4 0,-54-9-2,-29-14 0,-46 16 3,-7-41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18667 12188 874,'-141'-19'-10,"12"105"-2,40 11 16,53 34-1,111-39-7,48-156 0,-38-46-2,-45 10-1,-4-20 3,-11 26 0,-4-8-1,0-19 2,-1-8 4,-3 7 1,-5 36 0,6-53 5,-80 315-10,40-31-7,7-5-1,5-30 3,10 10 4,14-10 10,47 14 7,-3-40 10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19007 11173 874,'-20'155'-15,"6"-59"9,4 17-1,0 14 1,4-10 2,2-26 1,0 9 1,-1 68 0,6-22 10,30-18 3,71-44-13,29-68 8,-41-10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19391 12013 874,'2'134'-7,"29"4"5,54-80 2,15-94-3,-49-57-1,-33-11 6,-54 9-1,-98 50-1,39 84 0,-2 26-1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18884 11022 874,'111'9'-9,"54"3"1,-75-5 2,44 0-10,-25-4-10,-25 0-40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19450 10825 874,'121'110'-8,"-61"33"4,-56-19 1,-31-30-4,-60-19-36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18482 12425 874,'117'18'-10,"29"2"5,-59-14 4,9-4 0,-2-5 0,60-7-2,-21-1-8,31 16-6,-58 1-18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19082 12910 874,'-104'10'-6,"-6"34"4,-4 50 0,55-8 0,15 57 3,45-37-1,122-83-1,-38-104-4,-13-81-5,-41 57 5,-3-3 4,-9 22 1,6-66 2,-65 298-9,19-31 1,-6 59-5,19-75 10,13-9 6,57 24 4,25-121 0,-14-88-4,-46-6-7,4 13-8,-15-10-14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19156 12666 874,'-15'160'-26,"6"-60"20,0 12 1,3 7 3,4-7 2,5-22 6,7 7 0,10-184 11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19033 13013 874,'96'-36'-6,"-9"4"0,3 5-1,-4 3-30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19974 11293 874,'-43'84'-12,"5"3"-1,-8 26 1,-2 20 2,7 10 4,12-2 3,11-51 1,10 10 3,11 45 5,61-42 4,21-44 20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20006 11655 874,'-19'141'-13,"4"-56"8,-5 7 2,-7 37 5,61-229-5,-32 14 1,6-26-7,-10 28-281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19972 11661 874,'125'8'-6,"-35"-76"2,-80 210-9,-50 42 5,19-30 11,88-257-173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20498 11383 874,'-42'138'-19,"7"-30"5,-13 28 1,-5 15 3,3-5-17,14-33-5,3 28-42,12-47-84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20511 11882 874,'-16'120'-13,"2"-36"9,-1 9 2,2 0 1,-3 45 4,27-226-8,10-75-6,0 58 7,4 6 2,20-43 4,34 10 5,-21 263 1,-99-38-7,-14-5 2,-52 2-1,240-7 5,-43-64-7,-1-29-625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3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20820 11383 874,'71'144'-15,"-44"-56"8,-7 18 0,-10 18 1,-12 11 3,-11 9 0,-6-6-4,7-39-5,-6 9-6,-5 29-41,0-54-155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21089 11846 874,'105'-12'-5,"21"-5"5,-39 6-7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21223 12114 874,'94'-28'-5,"-28"-67"3,-13 10-187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21705 11474 874,'-18'117'-11,"6"-32"7,0 7 2,1 0 1,-4 32 1,0-19 3,44-269-12,1 74 6,6 0 5,47-23 0,6 210-2,-90 55-1,-15-36 3,34-244-10,26-18 3,27 25 7,24 201-2,-76 47-3,-23-7 10,-17-17 3,-20-18-623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22102 12167 874,'60'-92'-7,"14"-70"-1,-38 65 5,-4-9 1,-6 12 1,10-56 1,-15 42-1,-15 19 6,-113 142 0,61 75-14,27-34 4,6-2 0,1 75-1,18-70 6,17 44 5,66-179 1,-50-50-9,-33-2-13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22415 11129 874,'3'-89'-5,"68"-6"4,18 91-1,-58 111-1,-42 0-4,-21-11 4,-2-3 5,166-61 0,-29-53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22880 11596 874,'-46'145'-13,"4"23"14,70-13 1,107-98-4,-6-123-2,-55-38-2,-19-11 6,-23-26 0,-22 17 3,-36 13 1,-118 37 2,25 173-5,81 15-1,178-86-5,-35-59-5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23065 11051 874,'-37'119'-5,"59"-30"5,1-4-185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23311 11036 874,'-58'117'-11,"13"-20"6,21 1-8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23487 11499 874,'-25'109'-9,"-10"44"7,26-1 4,96-102-4,21-165-8,-42 4 0,5-53 9,-32 55 5,-114 198 3,28 83-9,19-21-3,28-27 6,95-159 3,-21-67-2,59-5 6,-32 150-9,-55 102-2,-69-40 2,9-21-1,102-13 2,-14 13 1,-46 11 1,-36 1-1,-66-4 1,-52-98-2,50-83-2,66-64-7,37 66 1,1-28-20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23503 11280 874,'120'-23'-10,"15"-4"5,-16-1-6,-14 0-14,-16 7-278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23801 11022 874,'89'155'-94,"-51"-34"124,-10-14 24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20649 10480 874,'112'-9'-12,"-21"-1"5,25-2-1,25 0-2,20 1 1,19 1 1,15 5 0,10 5 2,-62-1-2,37 2-1,-50-1 3,34-1 0,35-3-1,25-4 2,-16-3 2,-44 2 1,33-10 2,19-4 0,-68 7 1,25-3 2,18 1 0,5 3 3,-4 3 2,-21 6 1,-49 0-1,9 5 1,-3 5 1,-8 8-1,-28-2-1,58 38 5,-28 53-6,-52 1-4,-4 80-4,-41-93-1,-4 0-2,3 31-1,-5 28-2,-4 30-2,-6-63 1,0 49-2,-1 35-2,0 15-1,-2-75-23,-4-49-8,2 40-5,-1-47 5,0 13-121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25512 12837 874,'-99'-22'-6,"-21"2"1,14 10 1,-11 5 2,33 4 1,-12 1 0,-50 1 0,46 3 0,-15 1 0,6 3-1,20-1-1,-23 4 1,-16 3-1,-7 4 0,36-6 1,-9 2 0,-17 2 1,-11 4 0,-7 4 1,-4 2 0,47-7-1,-22 5 1,-15 4-1,-9 2 0,24 0 0,16-4 1,-18 10 0,-12 8-1,-9 9 1,49-18-1,-19 13 0,-12 11 0,-5 8 1,19-7 1,20-10 0,-15 9 1,-7 7 0,-4 8 0,-58 45 0,72-45-1,-8 7-1,-7 0 0,3-9 0,-66 32 2,70-57-2,-5-4 2,21-12-1,6-4 1,-14 0 0,-9 2 0,-6 1-1,-59 13 0,69-20-1,-6-2 1,22-6-1,-85 9 1,77-19 0,1-8 0,-40-13 0,-11-66 1,44-38-3,59 29-3,5-35-2,8-26-3,13 42 0,3-27 0,7-33 1,4-24 0,5 6 0,1 37 1,7-42 0,8-29-1,11-16-1,-6 64 3,7-10-1,9-20 8,11-2 2,7 7 3,7 18 3,-18 62 0,19-3 1,14 6 2,16 12-1,67-39 8,-56 80-15,18 5-2,18 3-1,-48 21-3,33-3 0,25-2-2,-21 10-1,3 2-1,35-1 0,22 3-1,10 5-15,2 7-8,-56 4-7,6 1-8,6 1-6,-7 2-5,-51 1 5,1 1-97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1763 1571 874,'-81'96'-12,"4"28"10,24 1 1,29-5 0,19 24-1,13-61 3,66 11 1,59-135-6,-18-54-7,-5-76 5,-48 35 7,-35-10 2,-35 32 3,-44 12 1,-61 47-3,6 55-4,20 59-2,4 13-292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2066 1656 874,'-5'102'-18,"-2"2"3,-2 31 2,-2 18 2,3-57 5,-2 14 1,1-19 15,-2-213-5,15-55-11,3 39 18,-1 34-4,74 20 13,16 83-12,4-27-11,2-56-1,-14 4 1,-105 220-12,-4-44 6,-17 74-14,9-38-31,11-37-30,4-10-221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1854 1328 874,'137'-6'-16,"-33"0"7,58-5-4,1-5-10,-63 3 3,-3-4-11,12-1-51,-22 1-190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2376 1136 874,'113'-1'-10,"18"22"5,-16 59 6,-118 52-3,-35-48-3,-34 35-12,10-32-17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2917 1724 874,'-44'129'-14,"1"-39"7,-10 4 2,-7-2 3,-27 35 4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2778 1695 874,'46'84'-13,"-17"1"2,-10 16 3,-5-15 2,1 25 17,-3-25-6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3203 1792 874,'16'120'-11,"-21"-34"4,-9 14 2,-12 49 4,44-254-4,24-25-3,35 5 7,43 52 7,-24 169-1,-117 62-3,-32-34 5,63-267-19,50-11-1,53 9 21,-10 161-5,-62 83-5,-60 56-7,-1-52-16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4341 1604 874,'-116'56'-12,"-29"32"6,35-4 4,9 31 3,190-60 2,67-147-13,-45 1 3,-25 1 4,-71 204 12,-47 26-12,15-42 0,3 11 3,5 14-2,2-23 1,1 2 0,-8 17-1,-7 0 1,1-21 3,-45 15 7,-28-109-5,15-89-5,52-12-3,24-31-3,1 43-3,-6-26-24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3895 1467 874,'169'-16'-20,"-59"8"9,11 0 2,27-1-2,-37-2-7,-27 6-63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4357 1287 874,'106'12'-10,"14"36"7,-27 59 2,-131 20-1,-67-50-6,19-24-16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4908 1770 874,'124'-1'-8,"-3"21"5,-33-3-23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4864 2032 874,'88'-7'-11,"86"-10"-2,-78-4 6,-8 4-8,-4-4-20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5489 2384 874,'85'-84'-10,"14"-56"1,-17 5 0,-6 2 6,-31 46-1,5-15 1,-3-7 2,-14 25 1,16-84 5,-37 36 4,-97 60-1,-11 127-7,-4 114-11,56-17 0,48-47 6,22 10 1,17 6 0,12 3-4,10-6-1,-13-17-3,14 3-13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6271 1586 874,'-15'120'-6,"4"-18"4,30 31 3,102-47-2,6-188-8,-62 6-1,27-65-7,-45 30 24,-86 218-2,11 38-4,31 6 10,70-44-8,16-106-1,20 2 1,-38 126-5,-71 9-1,-12-10 6,-27-222-11,50-25 5,36 19 6,27 36 0,46 35-2,27 53 3,-49 5-3,-11 33-854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6369 1347 874,'147'-18'-10,"-41"4"-1,50-8-13,-14 0-9,-24-5-13,-32 10-65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6771 1136 874,'83'25'-7,"14"38"7,-25 26-2,-74 39 0,-79-44-54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7775 1574 874,'-84'109'-12,"-22"39"3,21-19-4,34-46-4,-6 4-429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7620 1604 874,'39'85'-8,"15"37"3,-13-34 0,11 11-12,-10-14-814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8103 1514 874,'11'113'-10,"-17"11"6,-6-9 6,-5-3 0,29-246 0,26-1-2,12 29 1,50 78-1,-72 118-1,-26 20 0,-20 1 1,85-233-7,24-5 8,34 45 0,-28 130-1,-60 51 0,-60 21-1,5-35-6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9164 1448 874,'-93'5'-23,"-31"34"26,26 29-1,30 20 0,46 6-1,170-110 0,-25-77-15,14-43 2,-54 52 12,-56 196 6,-58 67-10,17-65 0,7-14 4,2 77-1,5-74 3,-7 4 0,-15 43 5,-44-16 1,-59-90 1,52-138-11,58-64-7,44 60 3,-6-7-15,30 20-93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9479 1360 874,'-30'137'-12,"14"19"13,56-22 0,85-102-4,-34-131-1,-32-30-2,-20-34 4,-23 46 6,-81 255-2,55 31-12,27-41-12,1-35-22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10232 1559 874,'-94'138'-18,"-30"8"4,31-43-6,0-41-17,1-18-81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9855 1634 874,'93'104'-11,"16"17"1,-27-36-18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9333 1145 874,'146'0'-14,"-54"0"6,15-2 2,-17 0 0,-6-2 2,21-6-5,-14 2-8,9-5-9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9840 1031 874,'111'20'-7,"2"76"6,-99-3-1,-58-4 3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18720 3088 874,'96'-3'-3,"27"-13"-8,38-8 1,-60 13 6,1 2 1,80-6-1,-56 11 1,-36 1 1,22-1 0,28 2-2,23-1 0,-6-1-1,-34 1 1,31-4 1,26-2-1,19-1-1,-48 1 0,9 2 0,29-5 1,18 1 0,-6 6-17,-54 2-8,26 5-8,9 4-8,0 2-6,-45-2-6,-14-1-5,-1-7-5,-35 1-19,8-1-71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21837 2797 874,'96'25'-13,"-12"-3"3,9 6 4,39 18 4,-78 41 9,-106 15-9,-56-3-8,-31-25-3,53-31-18,-1-23-253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22503 2781 874,'-31'144'-14,"2"5"10,29-29 7,78-27-1,15-137-3,-17-61-3,-38 21 5,12-31-1,-63 219-6,1 18-6,22-16-3,-4-23-26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22925 3069 874,'-14'124'-6,"38"-17"5,103-141-1,-82 146-7,-88 4 2,-11 43-8,21-55-12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23021 2510 874,'-167'52'-22,"59"-27"12,-9-4 2,21-6 2,-27-11-11,38-1-23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22788 2374 874,'122'17'-11,"9"47"12,-73 79-2,-94-59-3,-46 43-9,25-27-14,-5-13-14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23134 3038 874,'-40'121'-8,"18"2"0,7-27-5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18765 3083 874,'-23'97'-3,"1"38"-7,11-25 6,10-2 3,14 64 0,1-10-1,-5-61 1,1 19-2,2 18-1,-3-46 0,2 28 0,-2 20 0,-3 11-4,-3-21-3,-2-23-7,-2 13-7,1 3-9,0 1-5,1-39-8,-1-1-6,-3 30-59,-3-28-231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18869 2907 874,'-105'12'-6,"3"49"0,28 48 5,48 9-2,30-2 5,39-14 0,75-40-3,20-69-3,-2-55-1,-19-33 3,-53-9 5,-44-1 0,-83-33-2,-40 45-6,-50 56-10,48 20-19,22 29-379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18762 3115 874,'-22'106'-4,"132"-127"-1,-86-82 6,-120 33-3,11 179 3,169-61-2,-45-159 3,-148 91-3,55 146 1,150-85-2,-9-82 0,-172 31 6,79 115-56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17754 2722 874,'-7'111'-10,"2"46"5,7-69 4,13 42-1,16-36 5,100-97-3,-36-105-4,-48 7-4,-8-14 1,-10 18 8,5-47 2,-74 260 6,24 27-12,19-6-9,1-44-15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18098 3145 874,'91'-106'-10,"21"86"10,-53 112-2,-78 4-3,-58 31-2,-26-43 7,212-138 8,-23 125-4,-56 26-6,-90 35-2,-88-39-2,20-86 1,31-16-6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17707 2569 874,'128'-16'-13,"-42"4"7,25-5-6,2-16-5,-5-9-29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18020 2329 874,'132'75'-15,"-31"36"3,-39 47 3,-24-52-9,-38-19-264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18556 4953 874,'53'109'-11,"11"32"7,-4-3 3,-9-27 3,52-27-1,-16-236-7,-41 17-2,10-12-9,0 32-4,-9 30-179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18599 5665 874,'-24'103'-10,"6"49"5,12-65 4,10 48-1,33-24 5,52-94-3,-3-81-1,-14-92-8,-38 55 5,-6 16 2,2 211-17,-31-27 15,7 37-8,-4-48-10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19173 6026 874,'-58'107'-11,"-20"23"7,2-5-1,25-33-12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18884 6132 874,'109'125'-11,"26"-31"4,-41-53-10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18526 5649 874,'97'33'-9,"43"18"4,-18-2 5,-29-33 3,-42-104 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18899 5559 874,'51'117'-12,"-18"-8"4,-21-22 2,5 11-11,-15-12-271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18749 3098 874,'89'75'-10,"15"29"5,-19-6 0,13 28 3,20 23-2,-43-57 2,2 0-1,58 69-2,-46-54 2,6 8 0,-22-26 1,0-1-1,15 13 2,9 8 1,-3-3 0,53 62 0,-57-64 1,7 9-1,-20-25-3,74 79-10,-63-71-10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20046 5022 874,'86'76'-7,"16"-14"4,1-44 4,2-83-1,-48-29-3,-50-74-3,-29 44-7,2 39-13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20541 5091 874,'17'103'-11,"6"42"8,6-23 5,27-25-1,47-91-3,-35-125-6,-28-47 3,-32 73 5,-4-22 4,-28 211-7,24 54-1,8-55 1,13 54 3,30-17 5,37-87 0,1-73 2,18 35-3,-81 107-7,-24 8 2,-96-242 2,86 17 2,66 6-4,47 36 0,40 26-5,-10 5-6,-44 11-13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20612 4999 874,'160'-15'-22,"-45"5"12,59-7-7,-71 7-11,-15 3-87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20895 4850 874,'87'43'-8,"12"61"4,-96 10 5,-15-20 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18660 3613 874,'135'-116'-13,"-43"37"0,5-2 5,3-3 5,53-40 1,-62 57 3,50-32 4,-48 37-4,13-8 0,-17 12 0,88-60-1,-66 44-2,10-9-1,62-43-2,-66 44 1,14-8 1,-14 7-1,-18 14 1,22-18 0,12-6-5,11-6-7,5 2-7,-53 33 2,2-2-32,-14 17-69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20597 1509 874,'109'-18'-6,"1"5"1,-11 10 3,1 31 4,-26 94-3,-98 1-2,-43-18-12,-17-34-601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21134 1231 874,'20'119'-10,"-3"-21"6,3-2 2,26 8 5,54-63-2,-37-161-4,-39 22-3,6-47-4,-20 33 14,-6 230-6,11 13 4,60-1 4,35-119-6,12-111 1,-73 204 5,3 5-9,66-98 2,-12-147-5,-66 4 5,-70 28 5,-55 45-2,-35 55-1,34 46 4,110 66-5,110-108-6,-35-9-11,-15-22-172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21029 1079 874,'122'-22'-11,"-36"4"4,12-6 0,-7-4 2,43-32-13,-47 20-12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21327 789 874,'125'28'-11,"1"18"6,-30 14 4,-41 35 1,-78 9-2,-21-19-102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18765 4163 874,'120'-43'-10,"-8"-8"0,7-10 2,40-24-7,-69 34-11,-4 7-259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19078 4273 874,'30'152'-13,"-7"-1"5,5-32 14,22-35-3,47-70-4,-8-64 1,-9-83 1,-48 11-3,-49-3 3,-83 25-1,-8 59-1,-24 76 2,73 75 1,175-55-6,-29-22-6,-2-33-178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18854 5316 874,'86'-61'-440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19212 5165 874,'82'-94'-7,"-7"9"-106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19584 4937 874,'93'-58'-7,"-8"6"-52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18675 3069 874,'105'116'-5,"10"25"3,-42-57 0,38 43-3,21 21 5,-33-34-1,13 22 0,-28-31 0,16 10 3,-11-16-2,1-1 0,-10-10 1,27 31 1,-4-9-3,-13-7 2,-11-11 2,29 32-3,-7-18 1,-15-20-57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19823 3808 874,'-78'112'-8,"38"-12"9,59 25-1,90-86-2,29-107-5,-50-4 2,-68 172 12,38-6-1,-20-198-7,-85-6 1,153 105-1,-7 96 0,-74 40 1,-17-44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20430 4020 874,'-60'103'-7,"28"6"6,60 8 1,108-60-3,0-131-2,-63-38 4,-62-9 1,-81-3 0,-75 46 2,19 69 1,33 85-3,76 47-2,85 0-2,-4-28-28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18606 5425 874,'-46'-108'-35,"9"23"-68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18126 4967 874,'-92'-116'-8,"39"25"6,9 7-186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17718 4401 874,'-59'-113'-39,"16"26"-75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7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18903 3235 874,'-123'20'0,"25"25"-3,-30 61-2,22-14-1,0 0-4,-54 36 4,75-66 6,-50 34 0,-9-1 5,6-10 1,-1 1-3,54-38-2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18887 3189 874,'-79'101'-10,"-5"-29"6,-65 50-1,6-5 3,13-13 1,-33 25 1,42-33 1,-23 12 1,27-25-1,-3-8 2,12-25-1,21-16-51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16440 3627 874,'93'0'-3,"23"0"1,-41 0 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17007 3340 874,'-100'45'-3,"38"42"1,128 25 0,23 18 2,-82-9-2,-106-34 0,2-28-5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17068 3491 874,'-7'117'-3,"3"29"-10,4-54-13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17212 3538 874,'-7'120'-3,"-12"33"0,-5-47 3,41-198-7,28-19-3,39-21 10,8 84 2,-25 141 2,-77 9 3,-20 1-1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17141 3235 874,'-3'87'-102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17637 3552 874,'-105'44'-7,"38"94"8,115-40-1,64-96-4,-13-62 1,-43-46 3,-52-42 1,-129 58-3,25 184 4,180 10-5,8-24-6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16396 3596 874,'105'20'-7,"20"-7"-4,-37-1-56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4834 3482 874,'118'-9'-6,"25"-4"-1,-34 16 11,-21 2 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4893 3740 874,'132'-25'-8,"-10"-1"-1,-38 8 2,28-6-13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5519 3579 874,'109'-15'-6,"-20"-5"2,1 2-4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5981 3310 874,'12'87'-9,"3"80"-4,-7-29 13,-16-50 6,30-180-17,9 0 3,12-33-1,25 33 11,26 89 0,-5 139-4,-75-20 1,-21-19 1,-28-189 12,69-64-11,12 46 5,44 56-1,20 116-2,-80 90-3,-16-45-2,-32-20-433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7074 3235 874,'-113'53'-13,"-13"31"6,34 10 8,39-8 2,60 5-1,78-123-1,2-52-3,0-33-6,2 9 9,-40 269-2,-42-57-4,-1 9-1,-4-4 4,-12 49 6,-37-9-1,-29-50 0,-51-95 2,38-16-3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7173 3810 874,'60'-91'-6,"8"-45"-2,-18 12 3,-11 2 4,-21 38 1,-2-11-1,-1-47 1,-25 19 3,-75 162-1,81 50-6,6 55-3,11-43 0,7 8-3,-1-19-2,28 55-34,-17-60-24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8037 3098 874,'-96'32'-9,"-20"35"5,29-3 3,66 31 3,135 7-6,20-61 6,-78 65 0,-205 0-14,43-110-3,18-12-42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8202 3174 874,'-18'132'-9,"1"-18"7,3-10-4,-1-17-18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8431 3265 874,'4'120'-10,"-12"4"6,-12-38 4,7-177-9,48 3 2,16-3 0,43-37 5,29 75 6,-30 99-1,-52 48 2,-42 41 1,-11-45-10,-13 0-188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8344 2932 874,'-15'104'-6,"-4"-16"-854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8953 3299 874,'-19'130'-11,"10"3"12,62-27 1,81-137-5,-33-119-3,-48 14-3,-43 54 6,-37-61 4,-29 46 2,-52 43 1,-17 77 1,29 78-1,209 3-6,-28-66-11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4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9562 3054 874,'-24'103'-6,"19"40"5,64-48-1,62-128-2,-13-114-3,-57 39 5,-96 232 6,43-12-1,74-28 0,43-95-13,-5-37 7,38-5 6,-30 41 0,-26 48-2,-74 53 3,-92 17-5,-38-36-1,211 14-3,-8 5-1,-48 59 5,-53-37 2,-88-20 1,12-74 0,-66-28-3,38-53-7,20 19-6,-15-32-26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9482 2848 874,'129'-12'-12,"-37"8"5,16 3 2,6-1 0,-20 1-4,21 0-8,-29 2-26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9929 2661 874,'112'44'-11,"-2"42"10,-52 39 0,-66-15 1,-3-25-8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813 4940 874,'0'101'-18,"-1"-1"5,-3 23 3,1 13 3,6 5 3,1-16 3,1-31 0,9 5 3,16 58 0,41-21 11,23-78-2,44-112-8,-37-36-6,-4-80-3,-43 30 8,-62 50 2,-113 92 1,22 113 1,103 4-6,69-17-3,96-54-4,-85-29-2,4-24-5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1863 5106 874,'-9'89'-10,"1"-5"0,0 17 1,1 6 4,7 0 2,2 37 5,4-27 1,-7-25 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1646 5063 874,'100'-8'-18,"0"6"5,24 3 1,8 0 3,-8 2-11,-17-1-14,0 1-19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2488 5180 874,'-18'136'-16,"4"-42"11,-6 8 4,-3-1 0,2-4 2,0-9 0,-7 28 3,9-28-51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2479 5142 874,'90'83'-10,"17"-17"-1,-12-30 9,23-58 6,-9-60-5,-17-24-3,-72 226 2,-44-34-3,-2 13-4,2-4-1,-3 54-36,12-54-25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2092 5633 874,'20'100'-5,"-2"-11"-437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3118 5589 874,'-32'122'-7,"12"-32"-5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3776 5242 874,'-93'52'-9,"-30"44"3,24-2 1,32-3 5,33 31 0,88-3 1,114-69-4,-62-71-2,-11 13-8,-3-28-10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4534 4850 874,'-34'117'-11,"-35"66"-2,5-26 5,-5 9-1,13-48 1,-5 13-9,0 4-6,21-45-9,-7 17-5,1 9-8,6 5-6,8-29-29,1-2-47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4267 5934 874,'58'-107'-11,"13"-47"4,-13 32 3,-2 22 2,-37 184 3,-31 30 0,6 8 1,23-15 3,70-83-3,15-168-10,-37-1-4,-20-5 15,-74 264 0,13 36 3,44-29-4,75-116-3,25-99 1,-32 30 5,-4 32-2,-6 97-2,-124 50-1,-54-3-3,-1-47 3,190-79 0,48 63 0,-78 72-1,-72-2-4,-89 19-2,-17-53 4,22-60 1,-21-23 0,-10-39-3,23 14-4,11-5-3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4372 5336 874,'153'-19'-21,"-41"5"9,18-2 4,-24 3 2,-14-2 1,-6 1-5,19-16-27,-18 12-111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4759 5106 874,'129'17'-8,"-6"13"4,-39 1 4,-16 88 1,-143-5-4,-8-19-2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5509 5391 874,'-10'124'-6,"0"-35"3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5519 5784 874,'29'106'-7,"-12"-18"-852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2822 7863 874,'23'-141'-8,"2"47"1,10-4 6,4 3 2,52-16 1,2 230-13,-84 22 0,-22 2 5,-10-25 1,4-263 17,42 57-14,10-5 0,10 5 7,62-27 0,-14 126-2,-44 75 1,-44 61-5,-17-53-1,-15 48 0,11-240-6,56-41-2,9 38 5,32-41-2,34 43 17,0 123 3,-79 105-8,-29 20-5,-9-54-3,0 9-18,-6-21-44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3717 8027 874,'59'-109'-8,"-18"25"1,4-12 2,-2-3 3,10-37 2,-16 7 1,-18 32-2,-4 10 0,6-86 0,-13 26 3,-53 58 2,-72 146-4,45 118-10,57-65 5,16 10 3,13-6 0,-2-30-4,14 16-2,12 6-2,5-1-5,4-10-8,5 13-35,-5-21-474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4074 6570 874,'118'-19'-5,"-26"41"3,-39 68 0,-50 1-1,-59 22-1,2-20 4,132 3-4,43-74-2,-25-10-10,-11-10-410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4694 7344 874,'-29'122'-11,"4"16"10,57-4 3,99-51-5,17-123-2,-35-37 4,-44-35 2,-50-60-1,-37 79-1,-25-32 1,-67 27 1,-1 54 0,-6 63 2,39 86-2,67 5-2,151-15 1,0-143-7,-42 8-9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4864 6811 874,'11'122'-6,"-3"-33"3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5112 6781 874,'-24'130'-9,"9"-39"3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5385 7312 874,'109'-9'-6,"37"7"0,-27 7-4,-30-1-10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5385 7579 874,'113'6'-10,"44"-12"4,-67-8 3,19-2-8,-22-2-419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5937 7477 874,'136'0'-13,"-47"-2"6,9-4 2,-5-14-4,3 4-10,-9-8-97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6532 7203 874,'31'92'-8,"-7"47"6,-23 4 3,57-242-10,14-7 7,51 46 5,-35 77-2,-37 94-3,-41 0 5,-3-260-2,88 38 0,36 119-4,-43 66-2,-61 50-7,-17-36-13,-42-3-783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7785 7203 874,'-100'-11'-9,"-25"46"5,8 40 3,59 43 3,158-71-4,21-72-3,-4-64-2,-33 78 6,-83 136 1,-4 46 2,-4-36 3,-41-6-1,-93-98-5,41-25-1,15-65-617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7888 7728 874,'84'-93'-11,"1"-35"7,-16-41 1,-32 37 3,-21 40-1,1-52 0,-30 6 4,-71 162-4,46 116-7,25 25 2,18-69 5,9 2 2,17 3 0,30 39 1,36-23 1,-18-30-20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8768 6992 874,'-136'23'-6,"15"38"5,94 60-2,109-33-2,14-14 6,-58 20 1,-131 1-2,-3-57-1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8891 7128 874,'-11'118'-8,"7"-22"10,5 7 1,-1-16-866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9110 7084 874,'12'114'-8,"-3"18"5,45-267-10,23 30 8,23 92 9,-9 131-1,-91 17 0,-4-39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8931 6781 874,'38'86'-304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9616 7137 874,'-30'119'-7,"23"20"6,70-22 1,76-99-3,-25-52-4,-26-31 3,-22-59 3,-45-3 1,-55-12 1,-74-9 0,2 57 1,-41 52 2,37 121-3,93 35-4,62-23-3,29 1-3,24-16-7,2 16-31,-13-50 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3075 9234 874,'-20'127'-13,"20"-39"8,11 4 1,12-5 3,50 53 2,14-71 3,17-50-4,29-118 2,-55-32-3,-58 23-4,-16-13-2,-16 14 2,-30-60 0,-56 25 9,-38 66 3,26 94 0,101 74-1,104 34-8,0-81-8,-9-11-64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3240 8577 874,'17'142'-7,"-5"-44"4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3448 8577 874,'-1'128'-11,"14"-20"7,-3-23-56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3984 9309 874,'133'4'-8,"-31"-5"-3,13 0 2,-1-10-2,-7 4-10,-18 0-1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4164 9060 874,'0'121'-7,"1"51"1,7-33-2,-2-51-6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5265 8715 874,'-32'-92'-6,"-68"22"3,-39 53 0,40 46 3,54 78-1,65-13-1,109-12 3,-12-132 0,-38-44-3,-37 9 4,28 208-11,-37 21 1,-26-50 5,-11 1 4,-19 44 3,-52-44 1,-15-100 0,54-98-1,101 2-9,20 55-613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5608 9303 874,'-96'0'-10,"-49"0"6,59-3 2,-7 2 1,0 2-2,-47 8-8,55-2-8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5013 10168 874,'93'-46'-9,"6"-42"3,-43-26 5,-41-25-1,-33 23 1,-36 12 4,-45 77 1,64 114-5,38 54-3,29 35-5,-4-66-1,4-2-1,19 56-28,-6-35-19,-14-43-61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5845 8924 874,'-98'16'-4,"-4"80"1,96-7 0,73 35-3,12-26 3,-8-10 6,-60 0 0,-106-33-2,3-23 2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5966 9090 874,'-1'110'-6,"2"19"0,3-16 1,1-22-7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6224 9186 874,'-4'121'-8,"-7"29"6,12-273-7,38 18 8,31 10 5,39 67 0,-18 137-4,-55 24-6,-29-42-8,-14-8-114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6079 8712 874,'-15'105'-7,"-4"-18"-852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6682 9157 874,'-16'140'-12,"19"-6"14,26-40-1,114-14-2,9-148-3,-61-56-2,-79-24-2,-67-4 6,-15 41 3,-53 7 3,17 43 0,-28 53 2,65 135-4,159-18-9,3-56 1,25-23 0,-26-1-9,31-9-7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7688 9094 874,'-109'-14'-9,"-31"18"4,27 2 2,20-2-7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7717 9271 874,'-103'12'-9,"-29"-6"5,5 7-1,42-4-4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7999 9044 874,'-84'78'-5,"21"64"2,67-17 0,85-21-1,37-57-1,0-65 2,-23-71 2,-53-9 2,-70-50-1,-33 37 1,-63 19-6,12 41-10,8 42-19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10352 8293 874,'31'123'-11,"1"51"5,-15-65 1,2 14 0,11 61-5,-15-98 3,4 19 0,6 30 2,0-11 1,-2-16 0,5 27 1,1 12 2,-1 5 1,-8-44 2,-1 1 1,-2 6 3,-3-5 1,-5-19 0,-5 57 7,-51-6-4,-41-59-5,-52-40-6,47-33-2,-65 0 1,60-5-1,-21 1 0,-17 0-1,48-1 1,-33-1-1,-28 1-2,-19-2 1,19-1-1,18 0 1,-30 0-1,-23 1 1,-18 0 0,65-2 1,-30-1 0,-25-1 1,-17 3 1,19 1 0,36-1 1,-37 3-1,-24 3 1,-17-4-2,61-1-1,-15-3 0,-29-3 2,-15-1-2,12 0 4,54 2 0,-34 0 0,-19 1 2,-14 0-1,54 1 1,-1 0 0,-26 0 1,-12 1-1,4 3 0,67-1 0,-22 2 0,-3 1 4,10 2 2,42-3 2,18-1-1,4-1 1,9-6 0,-36-43 3,66-58-6,38-68-13,15 79 0,-1-2 0,-2-6-1,2 12 0,-6-30 1,-5-15 2,5 43 1,-6-25 1,-3-22 2,-3-19 1,2-11-1,2 7 0,5 45 0,-1-20 1,2-2 2,-2 10 2,3 31 2,-13-54 7,15 48-2,29 20-2,66 34-4,14 32-7,72 29-5,-86-6 2,77 6 0,-54-8 3,16 0-1,-32-1 0,10 1-1,21 1 0,20 1-1,20-3 0,17 3-1,-60-4 0,37 1-2,27-1-1,18 1 1,-30-2 2,-20-1 1,28 2 1,20-2 1,13 0 0,-69 0 1,28 1 0,21 3 1,15 0 1,-23-1 0,-33 1-1,29-1 1,17 0 1,7-2-1,5 0 0,-45 0 0,-11-2 0,18 0 1,12 0-1,6 1 2,0-3 0,-59 2 0,6-2 0,11 3 2,5 0 0,-14 0 0,-31 0-1,14 1 0,2-1 0,-10 0 1,42 2 5,-14-1-2,-24 9-17,-32-1-25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1317 11463 874,'86'-81'-9,"-9"-28"9,17 160-10,-63 66-1,-22-23 3,-3 28-1,-5 18 4,-1-30 0,-1-2 1,-3 12 3,-3-2 5,2-22 1,1-2 5,24-201-3,1 6-6,-1 16 0,2-1 0,7-12 1,6-1-1,25-43 3,28 16 2,-19 16 0,-162 95 1,52 132-10,69 31 1,39-53 1,59-112-1,-31-65-4,-51-7-1,-7-19 1,-12 17 2,-8 5 1,-6-11 1,-10-5 4,-5 5 0,-4-36 4,-9 41 5,-12 259-15,32-50-4,7 16 1,6 0 0,-6-38 2,8 13 3,3 1 3,-1-21 3,30 13 7,41-133 3,-27-117-13,-21 5-5,-15 27 0,3 257 5,-23-46-6,7 2 3,14 44 5,57-73 4,-3-193-7,-47 17-6,-7-17 0,-9 35 1,-3-10 3,-8-7 1,-5-1 3,-4 17 1,-1-41 2,-66 295 4,59-53-16,4 19 0,2 4 4,8-8 3,10 43 3,36-73 6,55-167 1,-45-23-5,34 67-11,-80 147 5,-24-9-4,-48-6-25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2465 11263 874,'89'0'-7,"0"0"1,-14 0-3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2316 10841 874,'12'121'-6,"-5"-21"2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1913 11051 874,'100'33'-10,"2"-17"4,10-18 3,-25 1-3,1-7-835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3180 11541 874,'0'131'-11,"1"20"8,45-258-6,-12-18 6,33 27 7,30 205-9,-69 17 3,-18-1 4,26-295-11,-4 25 12,8 39 6,61 116-5,-56 105-2,-32 38-7,-13-67 3,8 38 6,120-147-2,-49-68-3,1-27 4,-25 227-3,2-9 4,48-59-4,14-103-1,-66-29 1,-85-73-1,-40 46 1,-34 52 1,3 107 1,116 80-3,137-42 1,-4-141 0,-44 16 1,-52 191-4,-7-18 4,50-94-2,16-137-4,-63-39 2,-30 41 5,-16 208-4,21 23-2,38-5 9,47-114-2,-30-137-6,-34 10 5,2 211-4,-22-2 0,28 48 4,59-47 2,-21-228-3,-79-21 1,-21 36 0,143 119-1,-25 24 1,-39-110 0,-152 96-4,50 113-3,39 12-1,68 17 3,61-49 3,-13-136 1,-33-46 0,-24-52 1,-30-6 1,34 253-10,-41 27 5,-8-23 5,-4-213-9,0-49 8,26 48 3,28 244-10,-50-14 3,44-242-1,-33-22 4,80 91 8,-68 147-9,-2 26 0,41-13 5,56-130-6,-23-105-8,-59-27 1,-66-10 11,-86 80 6,74 212-12,31-29-3,2-22 1,10-4 7,56 45 3,9-148-4,-10-122 0,13 212 6,-59 12-2,75-193-13,-65-25-1,-7 12 4,47 221 10,-19 53 1,52-170-6,-55-131-13,-36 24 5,-10-15 2,-10-3 2,-1 46 1,-6 3 1,-9-1 13,19 204-13,2-14-3,1-5 0,4 21-1,0-20 1,8 30 0,8 14 5,-4-20-1,-3-31 1,4 22 19,-50-241 3,12-31-24,14 54-5,4 0-7,10 16-10,-5 13-18,8-4-31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7806 11278 874,'-86'45'-3,"28"84"-6,66-43 4,23 4 0,41 46-3,14-26 4,-3 9 9,-107-18-1,-111-30 1,41-59-7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7978 11490 874,'9'101'-6,"2"55"-1,-5-6-4,4-47-11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8056 11113 874,'-17'86'-102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6985 11564 874,'-41'117'-8,"99"-9"3,6-18 7,-64-4-1,-98-49-4,-6-49-4,11-16-19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8205 11530 874,'-6'100'-6,"-1"40"1,3-35 5,28-210-13,-3 9 9,20-47 3,32 42 5,24 113 2,-79 117-3,-21-18-6,-7 14-6,2-41-7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8600 11602 874,'-44'138'-12,"37"22"5,63-20 8,31-70 1,17-84-4,4-130 0,-85 52-2,-12-12 0,-15-1 1,-14-42 2,-49 2 4,-7 46 1,-44 54 3,39 153-3,171 39-16,5-78 3,-4 10-22,-4-34 6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9080 11870 874,'3'-108'-6,"31"-28"4,74 64 1,-32 157-5,-20 12 1,39 2 6,10-170-4,-37-51-4,-34 34-21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9833 11523 874,'-50'91'-7,"24"46"4,41 16 0,43-24 5,57-78-3,-1-115-1,-46-40-2,-33-12 0,-33-36 1,-31 6 4,-26 20 1,-24 21 2,-39 40 0,3 106-1,82 75-6,72 20-4,42-25-6,-9-28-37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9720 8592 874,'136'49'-17,"-46"5"7,4 23 1,44 72 0,-78-49 4,-9 22 2,-14-37-2,-8 27 1,-10 23 2,-12-23 2,-9-6 0,-8 18 2,-7 7 0,-2 1 2,7-3 2,6-40 0,8 3-1,19 3 0,20-4-1,89 57 3,-35-56-2,-99 5-7,-25-12 3,9 74-7,24-43 0,10 1-1,1-22 1,18 32-2,13 21 3,7 11 0,-13-40 0,-2 1 1,-4 9 5,-10-5 4,-11-30 3,-18 56 7,-90-26-1,-13-50-4,23-45-6,-19 7 0,19-25-298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10660 10153 874,'137'-9'-11,"27"9"1,-31-12-3,-42 4-11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10689 10299 874,'92'-3'-14,"-6"-2"3,17-8 3,35-13-16,-36 5-11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10972 9951 874,'97'89'-11,"22"31"2,-32 0 9,-73-13 3,-41-2-1,-25-6 7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11821 10035 874,'-71'108'-8,"28"57"2,47-77 5,23 29-2,29-27 2,51-26-1,1-46 3,-2-65 1,-27-66-2,-54 28-2,-3-60-2,-42-21 4,-10 83 0,-28-31 1,-49 23 3,-12 65 1,22 118-2,113-2-4,92-13-1,-10-31-5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11882 9437 874,'3'113'-5,"13"-26"4,-2-3-185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12062 9422 874,'-4'134'-6,"-1"-38"2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12432 10298 874,'108'24'-7,"81"-33"5,-90 3-2,-12-3-102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12581 10132 874,'3'108'-6,"5"6"1,11 15 4,22-15 0,-17-30-57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13325 9578 874,'-93'-41'-6,"-49"70"4,68 114-2,83-57 1,42 32-3,42-60 7,6-130 0,-78-66 1,-18 23 2,34 216-9,-4 61-8,-16-55 9,-6-3 2,-10 42 1,-55-24 7,-53-100 1,22-121 5,156-1-10,13 60-188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13470 10357 874,'-90'-10'-5,"-69"10"3,72 1 1,2 2-186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13118 11206 874,'97'-35'-6,"-21"-71"2,-36-2 0,-28 0 1,-28-28 1,-15 31 4,-62 52 0,37 160-8,27 40-3,30-40 5,10 9 2,9 3 0,9-2 2,-4-26 1,38 62 5,85-85 1,-43-37 4,-20-55-198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13991 10012 874,'-106'-13'-6,"10"15"5,3 64 1,131 68-7,57-20-6,51-8 3,-43-24 16,-158 23-1,-55-72-1,-2-29-9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14071 10161 874,'5'120'-6,"19"33"7,-8-53 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14121 10098 874,'-127'-111'-6,"-20"103"4,38 77 0,46 83-7,60-52 3,24 53-2,58 4 7,2-43 3,5-44 5,36-72 4,-15-114-10,-46-11-2,-25 13 1,-15-13 1,-30 0-1,-24 18 2,-51 15-1,-65 43-2,26 51 1,18 77 1,65 71-3,47-32 1,40-16 3,59-31-1,19-56-1,10-61 1,-54-37-1,1 1-857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14006 9952 874,'-98'9'-3,"-27"46"-1,31 71 3,74-42 0,19 7 0,14 43 0,50 8 1,28-39 1,18-48 0,37-61-2,-36-64 0,-28-33 1,-33-42-1,-44 60 1,-18-2 0,-25-40 1,-65 11 0,-61 56-1,77 66 1,-51 80-1,92 55 0,67-34 0,103-24 0,47-67 0,-80-25 0,-4-4 0,40-22-4,-41 13-24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14444 10267 874,'119'17'-7,"-29"-3"6,20 2-3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14429 10474 874,'110'1'-7,"59"-21"0,-81 9-1,-1-2-283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15006 10285 874,'-40'88'-7,"30"46"6,30-28-1,51-12 2,33-65-1,-3-58 0,-22-88-1,-59-11-2,-66 0 2,-44 21-1,-10 45-7,-19 46-7,23 34-29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16758 12040 874,'-133'-4'-8,"39"3"3,-16 2-3,22 1 0,-1-2 2,3 1 1,-117 3-3,64-1 4,41-1 0,-37 4-1,-29 2 0,-21 2 1,25-1 0,14-1 0,-34 2 1,-22 0-1,-16 1 0,74-4 1,-30-1 1,-18 4 2,-5-3 1,28 1 2,31-1 0,-19-2 2,-7-2 1,0-2 0,51 1 1,-7-4-1,-2-6 2,2-5-2,32 1 0,-70-28 7,45-17-5,-4-81-7,33-7-8,20-19 10,27 24-2,20 53-1,-1-19-3,2-26-2,0-22-1,4 48 0,-5-28 0,-10-14-2,-11 2 2,2 26 6,7 27 1,-9-4 2,2 0 2,3-1 1,-7-43 5,18-17 1,22 41-5,62-14-4,102 27-9,9 52-6,-41 39 3,22 6 2,-26 3 0,1 3-1,28 0 1,21-2 1,14 0 1,-63 1 1,40 0 1,30 2 0,17 2 0,-34 0 0,-19 1 1,27 0 0,22-2 2,10 2-1,-73-2 1,27-1 3,18 3-1,3 1 1,-31 0 0,-35 0 1,6 2 2,-6 2 3,-7 1 1,-39-2-1,3-2-1,7 1-2,0 3 0,46 10 4,-6 46-2,-37 86-10,-43-1-5,-38-45 1,-3 14 2,-6-19 2,-3-2 0,-5 27-1,-3 20-2,3 17 0,-1-52 1,2 41-2,8 39-2,21 45-6,-13-83-14,-10-62-6,7 17 1,0-22-81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17036 9187 874,'-112'-110'-7,"-22"89"7,39 68-1,19 56 0,62 41 1,32-30 1,37 12-3,12-30 3,58-59-1,13-101-4,-40-39-1,-20-53 1,-46 58 2,7-57 1,-30-10 2,-27 42 3,-44 33 1,-30 60-3,-39 80-3,24 51-3,57 19 2,87 11 1,64-65-1,-17-25-4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17417 8882 874,'-132'140'-7,"117"13"5,112-7 1,-2 5 2,-88-10-3,-109-38-6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17741 8970 874,'-91'128'-14,"17"24"10,43 2 8,142-91-5,26-193-12,-69 41 8,20-36-4,-75 221 26,-5 3-8,93-147-7,-50-55-17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17919 8668 874,'-42'103'-6,"10"-16"-3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18279 8365 874,'-8'144'-14,"-2"-51"7,-4 16 1,0 11 1,1 1 1,-1-3 5,6-9 3,7-17-1,99-167-6,-55-31-27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18473 8395 874,'-19'145'-14,"6"-53"7,-3 17 0,-2 11 3,4 0 0,7-4 5,15-15 4,37 30-1,-21-44 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18887 8925 874,'-126'107'-19,"-35"55"12,74-34 14,180-171-10,15-89-5,-36 30 14,-8 198-2,-36 47 2,63-77-2,20-203-15,-59 6 1,-17 47-4,14-27-33,-23 24-728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19132 8350 874,'-10'173'-18,"7"-65"12,1 21-2,-1 12 1,-4 5 3,-1-4 4,0-14 5,4-22-1,-55-198-422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19018 9029 874,'96'-89'-9,"50"53"9,-17 113-3,-78 35-1,-38-9 0,-16 6 8,108-127-4,-30-80-8,-27 17 3,22-50-4,-99 256 15,13-11 3,109-43-4,-5-133-7,-43-46 5,-44-24 1,26 41-3,63 46-1,15 129 0,-102 53-6,-19-29 8,124-141-1,-8-105-9,-34 54 8,-35 178 3,-30 10 1,137-91 1,-42-94-14,28-17 8,-13 80 3,-67 143-8,-93 1-3,7-38-16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19471 8592 874,'-43'89'-7,"-2"-5"-23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21452 8561 874,'-125'73'-7,"27"18"6,123 18-1,26-6 0,14 43 3,-35 11 0,-124-78-9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21591 8833 874,'-22'153'-9,"0"-15"9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21884 8875 874,'-6'96'-10,"-2"40"11,1-47-1,51-223-15,-11 50 9,33-48-2,22 36 14,-2 83-1,-32 126 1,-64 28-5,-10-5 3,116-105-4,-18-141-8,-33 27 4,21-45 1,-55 227 6,-31 13 0,13-15 4,91-80-4,0-120-9,-33 16-1,24-55 5,-73 293 2,-26-19 9,143-67-7,-32-69-21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22988 8668 874,'-99'116'-7,"37"35"6,99-16 1,30-43-1,14 17 1,-89 1 0,-9-276-8,67 66-1,16 5 1,48-35 7,-15 87 6,-21 140-1,-83 31-1,-35 44 3,31-62-5,102-131-2,-14-84-3,-29-17 5,-66-20 2,-88 76-2,206 73-2,20-6 0,1 38 3,-52 105-1,-81-26 1,17-23 1,92-181-7,-46-1-63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23354 8592 874,'122'0'-11,"47"2"1,-80 4 7,23 0-10,-25 12-592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24075 8882 874,'-77'101'-12,"-51"34"7,23 6 9,93-42-3,147-137-7,-78-47-1,-5-24-1,17-65-8,-40 57 11,-3-4 4,-5 6 4,-4 22 0,-35 208 14,11-7-19,6 6 0,5-17 3,18 74 1,55-46 3,1-38 8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5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24489 8986 874,'-122'81'-8,"36"25"6,42-13 3,145-24-4,-15-143-2,8-70-3,-51 48 7,-71 213 3,19-4 3,31-1 0,94-102-3,4-180-16,-28-2-3,-43 47 8,-4-12 4,-8 20 3,-10 21 1,-3 12 3,-9-16 8,-121 188 6,71 5-18,-9 59-2,33-56 2,10 1 3,15 50 2,47-33 3,77-92 1,8-82-6,-44-51-3,-107 27 6,-94 88 1,50 84-1,76 31-2,65-10-2,-52 23-1,-121-4-7,21-44-11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21909 8411 874,'-70'104'-9,"15"-20"-3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17072 10248 874,'-86'-2'-8,"-25"72"3,-9 53 4,25 44 1,40-31-2,29-12 1,48 16 4,89-99-2,16-195-12,-74 57 2,-11 10 1,3-34 1,-3-21 0,-3-9 4,-13 46 1,0-5 1,-2 1 5,6-37 8,-57 256-4,-10 70-16,16-48 1,6-41 3,1 24-2,6 3 8,8-16 2,23 28 7,95-105 6,1-156-17,-32-22-6,-46 5 4,-150 123 7,28 140-6,43 24 5,54-22 1,91-59-3,-4-30 6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17513 10561 874,'72'-108'-11,"13"-40"2,2-8 9,-25 60 5,1 188-8,-67 28-4,-3-5-3,-2-3-1,-8 34-1,-6 16 2,0-2 4,9-55 3,-1 4 5,-2 33 12,45-240 6,8-60-26,-11 54 3,4 2 5,-3 17 0,20-35 6,46 11-1,59-17 1,-29 13-2,-26-23-4,-84 36-1,-105 140-3,1 124 3,86-75 0,50 23-1,78-124-7,-34-9-8,-1-47-815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18277 9724 874,'-82'158'-16,"26"-56"4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18407 10041 874,'12'126'-8,"-6"22"8,58-238-3,10-39 2,33 42 2,0 118-3,-80 102-1,-35 2 0,-20 22-9,20-67-4,-14-2-587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18757 9769 874,'-13'105'-7,"-7"-18"-852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18869 10238 874,'4'89'-5,"31"-6"5,63-82-2,-41-107 0,-68 12 2,-79 118-4,22 55 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19479 10154 874,'-100'102'-17,"-29"46"20,66-23-1,186-180-12,-49-62-1,-31 20 3,-2-25 1,-1-8 1,-5 3 5,-9 25 5,-3 2 6,-70 229-14,11-6 2,7 1 2,6-31 1,7 15 2,11-4 2,16-23-1,37 17 0,78-104 2,-6-72-5,-45-27 4,-163 143-3,180 27-2,7-57-12,-13-29-826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19623 10303 874,'106'-40'-7,"-23"-17"2,15-60 4,-69 28 3,-97 5-2,-39 125-2,4 67-5,45 9 3,51 2 6,82-10-1,79-33-6,-1-48 1,-56-13-11,-13-21-168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20784 9859 874,'0'125'-13,"-2"-38"7,-4 14 1,-1 12 1,-2-3 0,-7 68 0,0-28 4,3-32 9,-8-32-427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20388 9860 874,'104'-38'-10,"56"-5"3,-58 26 2,14 6 1,3 5-2,50 0-14,-38 12-22,-35 3-58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20821 10885 874,'4'90'-5,"28"26"4,72-57 0,-37-144-2,-32-32 2,-75 2 1,-78 90 2,30 13 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21178 10373 874,'113'9'-7,"-24"-5"6,18 1-2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21149 10647 874,'108'-19'-3,"16"-14"-16,-39 12-56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22214 9846 874,'-124'49'-6,"70"-145"0,75 5 1,56-23-1,18 37 7,17 75 1,-19 143-1,-97-53-6,-22 16 0,-20 9 1,-10-7-1,-41 44 0,-12-47 13,17-57-1,97 64 8,92-16-22,-11-9-115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22547 9799 874,'-24'131'-11,"-14"22"6,22-68 1,-4 53-8,8-36-19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22664 9845 874,'-2'117'-9,"-3"-8"-2,-6-13-4,0-1-2,-4-11-72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22490 9724 874,'120'8'-10,"41"28"-3,-68-15-3,-7 20-811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21626 10463 874,'116'0'-8,"-19"0"3,11 2-1,-20-1 2,9 2 1,-13-1 1,84 3 0,-66-3 3,8 0-1,56 3 2,-66-3 0,8-1-1,-12 0-1,73-1-6,-69-4-1,1-4-3,-16 2-7,5-2-10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21987 11588 874,'1'150'-21,"-2"-38"11,0 19 1,1 12 3,2 3 3,4-2 3,-1-28 2,0-27 0,10 53 4,56-272 6,-63 32-19,1-27-1,2-23 0,-3 23 2,1 7 0,4-22 3,6-13 1,7-7 1,3 2 4,-8 49-1,6-1 3,5 8 2,3 10 0,45-52 7,-10 60-5,49 15-3,32 22-5,-5 19-2,-50 15-1,10 4 1,6 9-3,-18-2-2,9 6-5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22692 10901 874,'-96'98'-6,"-11"56"2,72-67 4,25 31 2,123-188-11,-29-55-3,-7-32 14,-20 63 1,-27 193-7,-37 24 0,-8-25 1,-7 15-2,-6-2 5,-21 52 2,-13-41 7,-51-141 1,81-95-9,54-5-2,68 30 3,25 89-1,-26 12-2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22311 11815 874,'96'-42'-7,"57"8"3,-61 23 2,48 2-6,-34 4-12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22415 12456 874,'42'-121'-8,"-9"33"1,3-5 5,14-42 4,-7 16 2,-27 6-2,-110 138-3,26 133 1,59-68 0,12 42-2,51 20-1,8-32-2,11-25-13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24527 9435 874,'-125'-32'-8,"-53"7"-1,63 17 2,-20 4 0,-10 2 3,13 2-1,23 0-1,-7-3 2,-64-6 2,75-5 6,-65-5 4,52 8-4,-21 2-3,-5 5-4,34 2 1,-38 2-4,-23 4 0,-4 0 0,45 0 2,8-2 1,-1-2 9,6 0 0,-66 0 7,78 1-8,-3 11-1,22 4-1,-94 39 4,84-7-4,-36 37-3,16 63-2,69-51 0,10 3 1,10-16 0,1 36-3,-2 34-4,1 31-3,7-46 0,-1 24-1,-2 35-3,-1 25 0,4-9 4,7-52 1,2 31 6,5 12 4,6-2 5,4-55 1,4-10 2,12-2 5,13-10 1,7-23 1,32 35 7,50-26-7,-6-42-7,52-17-6,-64-33-3,12-1-1,67 6-2,-62-11 1,17 5-1,-6-2-1,-25-1 0,23 4 1,21 4 0,14-2 0,-44-5 1,11-2 0,20-5 1,19 0 0,-7-6 0,-41-3 1,32-5 0,18-4-1,12-3 1,-43 4 0,-3-1 0,19-3 2,10-6 0,-6-6 1,-49 7 1,15-15-6,-8-20-1,-27 14 0,-3 0-14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23640 9308 874,'6'116'-14,"-6"-15"2,-2 33-2,0 35 1,-2 36-7,-3 39-4,-3 36-5,3-93 5,-2 66-9,1-58 3,-1 42 0,-1 65 2,2-10 2,4-44 3,-4 52 5,-11 4-34,5-108 8,10-96-2,-1-7 6,-8 46-73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9227 12688 874,'-139'-37'-4,"29"52"-1,15 44 5,29 87 0,114-34 0,42-94-3,-5-91 3,-18-35-1,-25 12 1,8 183 2,1 11 0,-5-8-54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8812 12395 874,'30'89'-4,"58"13"1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9319 12154 874,'25'99'-9,"-5"62"1,-16-57 3,-1 7 2,-2 0 2,0-4 1,3-11 2,6 25 2,2-35-617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9274 12518 874,'99'24'-3,"63"-30"-2,-77 0 0,2-10-290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9646 12561 874,'118'0'5,"-33"1"-4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9676 12781 874,'92'-27'-3,"21"-15"0,-29 13-187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10131 12414 874,'9'125'-6,"54"-16"6,47-106-1,-46-121 0,-104 0 0,-73 103-1,-15 90-5,50 11-63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8901 13071 874,'112'-6'-7,"56"-2"1,-74 4 4,54-2 1,-19-4 0,-45 4 0,15-2-1,9-3 2,55-8-1,-68 4-2,44-15-8,-53 8-7,1-3-579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10866 12623 874,'0'112'-11,"1"40"7,26-14 4,89-140-3,-54-96-8,-15-42 0,-26 32 4,-7 9 4,-1-78 0,-19 85 7,-26-48 5,-27 44 3,-62 85 1,38 116-12,39 11 0,58 2-1,78-43-2,26-66-3,-33-9-6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11330 12425 874,'88'3'0,"3"7"-6,-7 7-294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11300 12684 874,'131'-5'-11,"-43"0"-9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11817 12311 874,'-16'142'-12,"8"-57"7,2 5 2,1 0 2,23 63 6,85-98-4,1-191-8,-56 9-5,-31 40 6,-10-11 6,-7-7 0,-10-49 3,-32 1 5,-62 69 5,9 156-9,54 15-2,94 10-3,39-65-3,2-32-5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12137 12735 874,'55'124'-4,"69"-278"3,-368 161-3,423 22-21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12328 12108 874,'142'134'-7,"-4"1"5,-66 5 2,-64-9-2,-43-6-2,-36-4 2,12-33 3,8 0 4,104-170-185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12821 12404 874,'-8'120'-5,"43"-13"4,79-131-3,-52-108 4,-61 28 1,-111 35 2,30 84-108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12215 12691 874,'-116'94'-4,"80"35"2,83-24 2,66-81-3,-13-109 2,-53-33 1,-89 23-1,-75 20-1,16 9-4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13932 12480 874,'-26'103'-5,"13"54"3,61-28 0,42-135-1,0-87-5,-45-13 3,-20-19 2,-28-18 5,-15 45 2,-102-2 2,25 132-2,36 69-2,60-10-2,91-18-2,8-56 1,-3-57-4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14074 11806 874,'-12'93'-5,"13"5"4,-2-11-109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14550 11897 874,'-54'107'-11,"-22"76"-4,35-63 7,6 8 3,10 0 2,13-6 5,13-8-1,20 29 4,55-49 7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14548 12259 874,'-8'119'-7,"29"2"6,78-73 0,-1-159-1,-102-2 3,-103 66 2,24 78-294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14861 11957 874,'39'95'-9,"-9"46"5,-18-49 1,-4 10 0,-2 9 1,-4 2 0,1-16 1,1 46 6,-1-59 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15084 12335 874,'105'-7'0,"1"19"-38,-21 4-174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15100 12534 874,'105'-20'-3,"7"-13"-8,-27 11-106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15559 12201 874,'-29'107'-10,"4"24"8,35 28 4,35-57-2,50-68-1,-3-132-2,-55-11-2,-41-56 6,-69 33 1,-48 104-1,39 15 3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16557 12455 874,'-86'89'-11,"9"32"8,11 42 1,42-75 1,7-1 1,-3 53 0,29 11 3,15-44-2,60-25 2,39-98-4,-38-40-2,-22-31 0,-21-18 0,-9-65-1,-21 67 3,-1-46 1,-14 61 2,-17-48 4,-83 50-1,-7 166-3,66 25-1,76 8-2,100-57-1,-3-8 0,-39-19-3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16956 12395 874,'-52'108'-8,"20"-24"1,-1 22-1,-4 20-1,7 9 1,4 1 7,10-9 1,12-11 3,17-29 0,36 7 3,32-46 9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17109 12470 874,'-49'131'-11,"8"52"0,27-84 8,6-2 5,7-5 1,9 50 0,32-50 0,56-138 3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16947 12891 874,'112'-33'-5,"-27"-5"1,19-7-4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17344 12349 874,'17'93'-5,"1"50"-1,-12-53 4,-2 12-1,-6 11 1,-6 5 0,-6 5 0,-3 1 0,1-23 1,-8 31 6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17573 12742 874,'101'4'-3,"18"7"3,-32 3-2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17587 13008 874,'112'-10'-6,"37"-40"4,-52 12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18167 12628 874,'-49'113'-12,"2"55"4,33-73 9,12-1 1,20-7 0,64 8-1,20-153-4,-21-106-5,-32 10 2,-29 50 3,-6-1 4,-7 2 0,-10 9 1,-19-34 4,-63 57 2,-25 135-6,63 76 1,120-30-4,25-54-3,2-18-4,-15-12-29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18358 13060 874,'-20'147'-6,"133"-95"2,-45-151 1,-46-1 2,-135 75 2,11 84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18822 12470 874,'-51'100'-10,"-11"58"1,32-59 10,11 1 1,19-5 0,62 29-1,46-144-4,10-117 1,-71 44 4,-55 267-18,2-71 18,12-7 2,20 17 2,69-169-6,-36-77-3,-21-2 5,-26-12 0,-29 39 1,-108 118 1,67 110-3,175-83-3,-5-90-4,1-9 8,-13 68 1,-40 129-5,-69-9 1,-32-41 0,-65-87 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19586 12516 874,'9'120'-7,"-18"60"-1,1-74 5,-6 53 1,-3-21 1,1-41-1,2 6-2,2-18 0,-5 52-11,7-43-21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19629 12484 874,'99'-40'-8,"2"8"4,45 4 5,-17 12 0,-14 31-9,-31 1-15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19969 12685 874,'-102'-8'-4,"32"129"3,155-98-5,-11-133 1,-1-9 5,-31 221-6,-58 96 3,-5-44 8,-11-32-2,-31-235 5,128 13-12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19778 13136 874,'120'-5'-4,"54"5"-1,-84 1-2,-3 12-288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19807 13827 874,'57'-91'-10,"16"-74"2,-40 71 9,-12 6 0,-6-12 2,-88 197-6,40 67 6,82-51-2,47-98-4,12-71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19406 13240 874,'82'148'-3,"-26"-55"3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19997 13661 874,'34'-115'-8,"-8"27"4,13-35 5,-31 34 0,-109 204-4,67 1 3,28 16 1,56-1-1,50-98 1,-19-18-8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20557 12651 874,'-29'118'-11,"11"-34"8,1 10 1,5-1 1,8 1 2,7 1 0,11 50 0,21-49 1,59-146-1,-40-55-9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20463 13015 874,'115'-28'-3,"-13"8"-1,9 0-7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19997 13752 874,'52'-105'-5,"11"-56"3,-37 70 2,-22-54 0,-84 122-3,5 130 1,36 25 3,33 26-2,42 1 2,24-56 2,27-157-2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22738 12584 874,'-92'-48'-4,"-53"-19"1,49 26 1,-7-2-1,-43-11-2,21 13 1,14 9 3,-26-3 2,12 6 1,37 11-1,-12 3-1,-62-11 0,63 12-2,-11-3 1,-2 1 0,-62-7-1,64 10 1,-9 3 1,19 3 0,8 3-1,-20 0 1,-12-1-1,-8 1 0,46 0 0,-22 1 0,-14 3-1,-12 3 1,18-1 0,15 0 0,-19 0 0,-14 1 0,-8 0 0,-4 1 1,-3 1 0,25-1-1,17-3 1,-14 2 1,-7-2 0,-4 1 1,45-1-1,-16-1 1,-10-1 0,-4-3 0,17 1 0,-78-4 1,78 6-2,-1 4 0,-43 2 1,-16 23 0,34 13-1,-8 35 0,8 22-2,15 13 0,-5 48 0,63-69 0,-22 51 0,37-44 1,2 8-2,10-13 2,-7 70-1,25-77 2,9 0 0,9 36 2,31 23-2,10-34 1,31-10-1,17-24-1,18-21-1,36-2 0,-16-9 0,-45-19 1,9-1-1,62 10-1,-59-17 1,15 3-1,5 0-1,-35-7 1,27 6-2,15 2 0,8-1 2,-29-6 0,-4-3 0,15-5 2,18-2 0,6 0 0,-46-2 0,29 0-2,17 4 0,14 0 0,-26 1 0,-15-2 1,16 2 0,11-6 1,7-5 1,-51 1 0,24-5 0,17 2-1,8 3 0,-18 1 1,-22 0-1,21-2 3,10-4-2,7-4 0,3-3-1,-38 3 0,-1-2 0,13 0 1,9-1 1,-2 4 0,-39 3-1,18 0 0,9 1 1,4-1 0,-25 1 0,-13 0 0,8-3 1,2 0-1,-4-5 0,39-15 1,-11-46-1,-28-6 2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21194 12320 874,'-15'131'-12,"4"-42"5,0 20 4,2 18-3,2 9-1,3-43 1,2 32 1,0-40-2,4 35 1,2 21-6,1 7-8,2-24-7,0-26-8,-2-8-6,1 6-56,-3-9-482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12028 12969 874,'-50'97'-7,"-37"50"1,10-31 5,-17-8 3,60 9-1,131 11-2,-13-25-3,-7-15 1,28 32 9,-15-137-7,-76-70-22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12246 13044 874,'-54'96'0,"-44"66"-8,19-39 4,-14-5 2,208-115 5,34 60-2,-24 83-1,-49-23 0,-48-39-625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12537 13438 874,'74'-92'-10,"21"-49"3,-28 36 7,32 12 4,-56 202-4,-42 17-5,-20 42-1,0-38 8,12-39 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25127 12696 874,'71'94'-11,"-19"-10"-844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9932 13404 874,'116'-4'-11,"39"4"12,-69 2-2,1 1 0,-3 1 0,85 5 0,-75-4 1,6 1-1,56 0 0,-22-2-1,46 1 1,-72-1 1,7 0-1,-28 0 0,2 0 1,16 1-1,10 2 0,8 0 1,2-1 0,3 2 0,-36-1 0,5-1 0,11 2 0,-13-1 0,86 7 1,-66-5-1,13 1-1,9-4-2,-33-2 1,2-3-1,12 1 1,13-4 1,9 2 0,12 0-1,-52-1 1,24 4-2,21-1 1,13 1-1,6-7 1,-14-2 0,-36-1 2,16-4-1,16 0 1,11-3 0,-33 5-1,1-1 1,26-2-2,16-3 0,-2-2 0,-49 7 0,21-6 3,14-5 0,13 0-1,24 1-1,-17 8-3,-30 6 1,19 11-1,-56-2-2,0-5-10,-17 15-42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1308 1016 874,'-100'101'-8,"12"30"10,127-16-6,101-44-1,-32-32 4,-13 74 3,-128-5-2,-32-20-2,-53-17-3,24-21-15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1556 1378 874,'9'113'-5,"-13"8"-2,-1-36-7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1630 1031 874,'-3'87'-102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2449 789 874,'-26'149'-17,"9"-52"9,-1 17 2,6-22 1,1-6 1,2 15 2,4-7 4,2 57 0,27-19 5,67-44 6,44-152-12,-25-29-8,6-65 7,-98 59 2,-112 110-5,4 61 7,48 21 0,125-15-4,66-75-6,-61 0 8,41 61 1,-117 68-6,-62-27-4,-30-9-18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3377 1343 874,'5'134'-12,"-9"20"13,-9-51-2,61-258-21,-10 71 14,51-65-4,26 77 20,-17 159-4,-89-3-3,-14 14-1,-18 39 2,-14-255-5,74-4-2,35-2 8,16 47 5,25 104-1,-44 91-3,-55 15-7,-8-34-14,-34-16-804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4029 1309 874,'19'129'-11,"2"15"7,-1-40 6,70-204-24,-56-14-5,0-5-7,10-42-56,-21 71-33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4387 758 874,'22'161'-15,"-16"-64"8,-1 10-1,-3 48 3,-3-22 7,1-5-1,0 7 3,-2-49 6,-5 1-293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4312 1306 874,'165'-67'-24,"-10"6"7,-58 24-13,-10 8-766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4838 1136 874,'-84'94'-6,"-10"44"6,117-36-1,62-13 0,-59 0-1,-118 9-5,5-73 1,-5-75-19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5162 1758 874,'73'-172'-29,"-5"24"6,-27 59-11,7 2-747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5728 1201 874,'-35'118'-6,"1"-24"4,35 4 3,86-70-2,-41-142-2,-95 5 1,44-4 4,132 53-3,9 73-3,-32 39 2,-50 60 1,-50-7 1,95-215-13,4-20 15,-8 69 4,-9 149-3,-62 41-7,-13-21-6,-7-20-43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6677 608 874,'-6'84'-11,"-2"1"3,-4 20 1,-2 14 0,2-18 2,1-13-5,-1 7-1,-6 63-37,15-64 12,-2 7-63,6-17-255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6518 1071 874,'117'-15'-12,"71"3"-1,-99 5 0,-2 2-4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5356 1317 874,'22'88'-5,"32"35"4,-1-12 0,-55-20-1,-106-57-2,52-144-5,17 24-11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7406 1351 874,'-102'29'-3,"-14"66"0,113-7 2,104-116-5,-9-61-6,-47-5 5,-5-27 0,-13 29 2,-2-14-2,-6-2 12,1-25 3,-77 254 6,46-36-16,3 59 0,19-49 1,11 2 1,32 40 2,71-75 1,8-87-1,-25-79-6,-34-20 6,-68 30 1,-116 125-4,44 62 3,45 7 1,100-14-1,7-62-293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8231 1583 874,'80'-127'-23,"7"-17"2,-35 56 12,49-85-1,-44 74 17,-14 10-4,-10-10 6,-113 182 0,18 45-9,32-28-2,10 18-3,10 10 1,4-41 0,9 20 2,9 5 3,5-6 2,-2-20 1,72-146 8,-59-80-13,-16 20 4,93 245 16,17-84-18,-28-103-1,-114-49 0,-68 67-1,-27 51 1,203-137-12,33 44 6,18 44 11,-50 122-3,-55 51 1,14-26 2,56-121-2,-20-8-28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9275 624 874,'15'168'-19,"-14"-64"11,-1 12 3,-3-12 2,-1 67-6,1-30-13,-8-38-54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9230 1076 874,'101'-82'-14,"77"24"0,-74 25-6,-16 26-266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9437 1372 874,'114'-109'-21,"-15"-9"18,-187 99 2,-13 150 4,106-16 0,86-89-3,27-84-6,36-71-6,-40 50 10,-29 123 9,-92 61-3,-37 13 2,-33-28-1,-20-84-11,13-20-61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10437 1120 874,'-112'43'-10,"-12"52"9,69-4 2,171-34-4,-38-144 1,-24-45-3,-23 42 3,20 220 9,38-82-4,-11-157-6,20 143 0,-40-137 2,30 48 3,-12 154 0,15-160-9,-57-21-610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10941 970 874,'6'132'-8,"-4"-6"-5,0 22 1,-4-45 4,-2 11-2,-8 5-3,-8 55-44,6-74 19,-2-6-8,-15 21-50,7-29-273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10809 1197 874,'141'-90'-17,"9"56"8,-41 32 7,-20 87 8,-121 28-7,-96-5 1,34-34-6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11225 1522 874,'84'-106'-11,"2"-31"3,-22 8 1,-9-7 2,-23 33 2,-6 8 4,2-51 4,-40 57 2,-74 105-3,-30 116-10,35 10-4,52-43 6,15 5 2,16 53 4,63-9 1,36-49 3,1-71 3,-7-64-4,-7-87-7,-31 5 2,-23 235 6,-28-31-5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6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11691 699 874,'-14'89'1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11960 608 874,'-6'160'-17,"-2"-67"10,-4 5 2,-1-9-3,-6 43-11,7-21-26,4-10-86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11807 1016 874,'135'-13'-6,"-13"87"5,-42 53 0,8-45-1,24-196-7,-64-6 1,52 180-45,-40 39 120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12800 940 874,'-85'53'-8,"-12"19"6,25 55 4,44-39 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12768 519 874,'-6'127'-7,"0"-42"4,-3 42-4,-2 5-2,10 28 14,64-39-3,32-101-2,27-101-4,-25-19-1,-87 15 11,-73 197-2,133-19 0,18-56-2,-43 67-3,-150-10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12847 1121 874,'-95'80'-5,"-22"-35"1,11-40 1,17-42-3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13752 935 874,'-41'112'-9,"2"-10"8,30 15 3,116-69-5,4-114-3,-8-81-5,-68 54 8,-3-45 2,-83 18 3,-79 64 2,5 109 3,125 78-4,117-28-13,-27-62-33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13988 1251 874,'0'124'-3,"99"-101"-1,-14-126 1,-188 17-4,5 56-614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14310 1263 874,'61'-135'-17,"17"26"14,42 30 7,-27 75-3,-45 152-5,-74-33 4,23-229-9,80 5 12,16 54 2,-3 153-3,-75 14-3,-15 17-9,-1-47-16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15019 624 874,'-21'154'-11,"3"-48"3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15070 1176 874,'110'-68'-10,"-21"6"6,17-29 7,-230 98-3,57 90 1,183-29-5,37-61 1,-7 27 6,-108 69-4,-120 4-5,-17-67-14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15676 668 874,'-21'90'-12,"-10"76"2,15-71 9,4 4 1,-2 41 3,7-47-1,34-232-1,9 30-2,25 12 4,29 44-1,16 21 3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16089 895 874,'22'127'-11,"-22"34"1,-10-13 2,-8-4 4,-8-8 6,-19-37 25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15919 1514 874,'91'-72'-21,"-6"5"6,16-15 4,6-13 3,52-51-3,-31 14 15,-1-26 3,-52 40 7,-93 20 5,-94 146-14,-4 58-15,11 49-1,66-57 9,14-11 3,7 74 1,35-77 1,82 18 5,10-95-3,-7-95-3,-34-46-5,-27 20 5,-39 238 4,106-67-4,-16-160-12,-16-21-6,-75 240 22,67-26 5,75-143-9,-25-15-7,4 33 8,-45 142-6,-87-6 4,-33-5 10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17440 789 874,'9'154'-12,"-12"15"9,-6-41 3,29-230-9,17-17 8,65 33 4,-21 218-3,-71 12 4,53-43 1,40-173-8,6-61-8,-27-1 10,-83 38 5,-96 151-1,33 98 7,96-61-10,96-79-6,-36-8-9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18045 578 874,'-61'108'-11,"-25"-1"1,12-20-183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18266 865 874,'-124'113'-17,"40"-33"14,24 22 8,152-135-13,28-77 1,-20 68 9,-63 170-9,-27 3 2,-7 6 1,-32 28 10,-23-51-1,-119-68-3,81-33 1,-12-27-21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18392 519 874,'0'117'-11,"7"51"6,-2-74 2,6 46-7,-4-23-8,20-30-17,17 0-750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18663 865 874,'11'109'-9,"-22"11"4,-35-25 11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18740 668 874,'-9'107'-7,"-4"-23"-4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19128 914 874,'-85'-50'-7,"-30"97"-1,19 68 5,72-27 4,132-66 0,-17-86-5,-10-30-3,8 117 4,-82 92-1,-6-26 4,2 4 1,1 54 4,-16 14-1,-24-20-1,-41-44 2,-27-119-3,68-112-8,77-38-6,10 77 6,9 5 5,48-54 3,3 18 3,-12 9 4,-56 25 0,-135 46-5,-12 114-6,65 76 0,111-12-2,32-73-1,15-93-1,-35 3-6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19554 880 874,'-106'108'-11,"35"-18"13,74 6-3,84-169-9,-28-19 5,29 141 9,34-9 1,-25-77-4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19706 458 874,'10'117'-10,"-17"55"0,-5-26 3,8-27 9,17 3 1,119-146 0,6-84 5,-46 79-6,-6 133-4,-116-12 1,-90-8-4,-18-66-3,42-8-8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20165 487 874,'-27'161'-16,"17"-69"9,2 7 2,4-7 2,1 35 3,18-4 5,48-32-1,19-81 0,29-82-7,4-41-5,-71 12 11,-135 84-3,-2 94 4,64 56 3,181-69-13,-36-26-10,-30-38-22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20880 940 874,'60'100'-10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3513 2989 874,'-75'85'-10,"2"24"7,12 21 2,25-17 0,20-4-1,46 20 4,37-47 0,76-56-3,32-90-9,-78-7 2,42-60-4,-47-20 16,-57 21 2,-69-26-1,-71 35 1,3 63-1,-48 60-3,30 37 0,41 62 0,73-8-1,141-18-2,-33-32-5,-16-39-102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3659 2510 874,'-4'129'-6,"-1"-37"3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3806 2510 874,'10'142'-24,"-3"-55"-15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4059 3382 874,'131'-23'-12,"28"11"6,-33 9-5,-27-4-2,-13 3-41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4245 3189 874,'4'117'-10,"-14"40"2,2-48 3,1-3-13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5238 2608 874,'-90'38'-10,"-26"37"7,6 38 1,51-23 3,70 7 0,113-79-2,-35-65-4,-2-34-2,-12-38 9,-40 215 0,-29 17-3,-1-3 2,1 7-1,-6-5 3,-37 20 0,-30-47 0,-35-93-1,108-112-4,74 15-8,27 47-1,-18 20-17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4759 3450 874,'137'-3'-13,"-45"-1"5,20 0 0,-20 0 2,-7 4 1,66 5-18,-26 12-22,-42-3-44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4804 4435 874,'127'-28'-11,"23"-69"-1,-38-11 6,-40 8 8,-28-27 0,-44-10 1,-44 43 3,-79 91-2,41 138-10,60-40 1,9 57-1,21-55 3,7 3 2,1-13 2,16 47 3,10-41 4,70-61 6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5995 3008 874,'-133'60'-11,"8"15"8,59 34 5,145-25-4,38-19-1,-20-10 7,-109 54-3,-86-72-2,2-15-1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6107 3159 874,'-39'96'-7,"4"4"6,25 6 1,9-19 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6055 2917 874,'14'105'-7,"-9"-17"-852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6339 3178 874,'-22'116'-11,"-13"15"11,27-217-6,69-18 8,48 50-1,-24 70-2,-35 91 2,-48-4-1,-24 3-5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6785 3159 874,'-45'92'-6,"-9"50"5,59-9 1,101-35-2,-2-143 0,7-108-4,-74 12 3,-42 18 5,-33 11-1,-43 22 1,-11 43 1,-25 65-1,68 69-2,78 4-3,96-8-4,-33-30-9,-9-28-275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7500 3162 874,'146'-17'-12,"27"-6"4,-31 2 0,-49 7-8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7545 3415 874,'141'-7'-19,"-16"-14"0,-12 4-26,-26 1-1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8413 3131 874,'-80'139'-35,"26"11"46,67-49-6,126-34-7,-48-81-5,11-25 4,51-42-5,-9-55 3,-73 22 11,-77 12 0,-85 26 1,-29 43-6,37 38-2,-67 26-9,49-4-13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10495 3520 874,'107'-84'-13,"30"-76"-4,-60 58 10,32-43-1,-49 54 8,27-50 2,-34 6 7,-48 30 1,-110 45 0,-12 136-12,-2 100-11,46-16 5,48-63 6,9 10 2,12-6 1,14 51 3,66-6 2,18-70 0,61-74-5,-56-38-5,48-39-4,-61 7 3,41-56 9,-79 16 1,-154 99 1,5 119-7,53 28-1,82-22 1,79-74-3,-24-16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11918 2968 874,'15'88'-11,"-7"89"-1,-13-80 9,-11 37 2,-24-228-11,50 6 2,29-79-4,23 29 14,28 48 11,12 107-1,-41 72 1,-51 53-7,-20-53-2,-12 44 0,37-311-8,16 91 0,48-25 14,22 127-7,-43 79-5,-44 50-3,-27-45-2,-12-13-123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12541 3012 874,'12'112'-14,"9"54"9,-7-43 4,103-220-11,-60-68-4,-27 70-16,-8 2-2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13065 2504 874,'-7'165'-23,"-2"-53"15,-3 12 3,-1 1 3,-1-4 3,-3 42 3,103-316-17,-8 50-15,-18 19-18,21-17-61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13461 3312 874,'134'-125'-13,"-20"-2"10,-30 31 5,-75 12-1,-126 117-4,20 25-4,9 27 10,191-24-4,36-75-9,-32-8 3,6 2 5,-18 12 2,37 22 3,-99 99-1,-63 7-6,-95 12-6,34-50-25,3-56-540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14184 2664 874,'-8'133'-13,"0"-46"11,-2 5-2,-2 0-1,0-2-2,-4 41-10,2-26-7,-1-18-276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14086 2950 874,'102'-34'-16,"7"-3"-4,0-1-22,-25 17-747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14548 3216 874,'92'-88'-11,"19"-38"5,-26 25 3,0 68 5,-76 178-12,-19-46 3,-8 22-1,0 13 3,6-44 2,-7 20-1,-4 7 3,-1-13 6,-14 35 5,30-279-1,21-5-8,-5 58 3,41-61 0,82 46-6,-10 45 3,24-3 2,-31-3-1,-22-16 0,-230 53 1,29 108-6,60 10 4,127 3-2,29-69-2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15335 2631 874,'-138'114'-22,"13"-22"7,41-33-14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15361 2983 874,'-8'129'-11,"-17"7"8,44-251-7,50 20 9,18 24 4,46 31 2,-41 15 4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15809 2917 874,'-44'89'-9,"-12"21"6,-5 0-3,8-23-433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15793 2691 874,'-37'84'-292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15830 3115 874,'116'63'-6,"-9"-68"3,8-65 2,-54-21 1,-96-9-3,-97 108 0,41 76-10,42 3-422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16576 2970 874,'-141'99'-18,"1"21"10,55-25 11,173-25-1,20-146-7,-2-67-8,-11-23-12,-48 49-1,-5 21-19,-2-14-32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16590 2464 874,'-2'153'-15,"-6"-64"9,-1 6 2,-4 3 1,-3 21 4,2 11 3,38-16 0,97-175-12,-21-47 7,-91 205 7,0 12 4,80-138-9,-2-5-110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16903 2631 874,'-70'120'-12,"18"-36"4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16887 3067 874,'99'-1'-6,"55"-62"-3,-36-11 6,-48-23 6,-186 30-8,1 113 4,16 58-1,47 42 1,44 18 0,21-54-1,2 2-3,5 38-11,-5-51-19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17355 2766 874,'-40'108'-10,"-1"20"9,137-72-3,17-156-7,-38-5 13,-60 212 7,71-25-6,40-89-6,-1-68-2,-21-38 10,-194 105-4,30 95 1,50 34-3,98-39-3,7-24-5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18503 2764 874,'-7'134'-11,"-9"6"12,59-231-17,18-9 4,11 10 13,24 64 4,-21 133 1,-65 10-5,-20-14 0,-40-241-8,64 31 8,39 11 6,80 84-4,-63 132-2,-40-9 1,-6-11 2,62-31 7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19496 2646 874,'-136'81'-16,"5"44"11,49-18 6,61-22 2,107-111-8,-2-81-2,-18-13-1,-9 9 9,-8 210 11,-46 0-5,85-35-3,-5-128-8,5-52-4,-25 20 6,-95 192 3,6 14 5,39-27-1,98-83-4,19-126-9,-5-11 2,-6 51 8,-15 70 1,-11 119 1,-121-8 2,-87-39-6,32-18-3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19784 2223 874,'-54'91'-10,"-39"10"1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18497 3173 874,'109'0'-21,"1"-2"4,24-1 5,20-1 2,8 0 2,-44 1 7,11 1 0,-17-1 0,11-2-4,38-7 1,-57 4-1,-13 3 6,-4-4-8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20344 3030 874,'40'-108'-11,"40"-43"2,24 17 7,-9 74 7,10 135-5,-87 20-2,-37 27 4,50-244-11,45 19 12,36 59 1,-53 169-4,-80-15-4,-17 5-21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21148 2644 874,'-58'91'-10,"-16"19"11,40-1 1,136-70-5,14-120 3,-86-17-2,-31-36 1,21 51 3,98 123-5,-32 96 1,-77-10 4,43-249-11,8 18 2,27 55 12,-27 134-4,-76 55-4,1-42-3,-23-13-827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22190 2419 874,'-129'90'-9,"78"10"10,66-7-3,75 43-1,-58-3 4,-157-31-5,27-110-1,10-12-64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22326 2555 874,'-22'117'-9,"-6"-12"7,30-12 5,14-6-51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22341 2298 874,'0'88'-8,"0"-25"3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22570 2776 874,'-8'92'-9,"-9"20"8,44-267-20,15 15 3,29 18 16,26 83 9,-16 151-2,-70 29 1,-15-32 5,96-131-3,-24-64-302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22987 2525 874,'-7'118'-10,"-4"12"10,11-41 3,100-75-6,-22-137-5,-21-13 4,-67 265-11,1-36-7,0-6-785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23577 2389 874,'-97'60'-6,"-15"9"0,8 32 10,132 12-6,74-24 0,-62 13 4,-153-73-6,12-55-3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23606 2577 874,'-39'90'-9,"4"21"9,70-17 0,62-121-4,-35-79 5,-72 20 0,20-10-1,110 30-1,17 105 0,-59 89 2,-82-31 0,40-14 0,95-68-3,-27-85-5,-16 5-62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23712 2287 874,'179'-9'-26,"-78"2"-8,-15 6-773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24343 2495 874,'-128'119'-12,"33"-6"11,58 25 3,161-87-5,-11-137-3,-23-2-13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24309 2193 874,'2'160'-17,"-6"-67"11,-3 5-2,-4 4-1,-7 48-13,8-36-18,3-28-52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24567 2540 874,'-116'130'-12,"27"-18"13,197-169-6,-47 153 4,36-99 1,-39-125-13,-28 10 4,-3 15-16,-5-7-5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24705 1997 874,'-14'124'-12,"4"-38"6,-2 18-1,-3 11 2,-1 1-3,-3 42-13,9-29-32,26-17-28,13-21-117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24725 2643 874,'98'-7'-3,"-10"-51"2,-211-12-3,64 172 2,146 12 0,6-5 4,-131-11-2,-39-6-9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24377 3061 874,'-195'19'-32,"44"-6"11,-34 1-6,-40 2-3,-49 2-5,105-8-16,74-3-13,-33 2 2,43-6 4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1902 3135 874,'-67'123'-12,"5"35"6,36-67 3,5 2 3,2 27 2,32 0-1,56-32 1,82-92-3,-53-45-6,50-63-8,-73 22 9,-6-17 0,-10-5 4,-17 3 4,0-41 3,-73 4 5,-77 48-1,-6 67-3,-45 74-6,35 30 2,69 56 1,145-49-4,30-105-7,-32 3-14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2190 2525 874,'-15'105'-7,"-4"-18"-852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2604 3355 874,'-88'109'-12,"-2"2"9,6-16-5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2345 3385 874,'40'104'-9,"-1"-13"7,32 13 2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3750 2176 874,'-152'24'-18,"59"-7"15,-1 6 3,9 6 1,-48 53 1,68 11 0,30 12-3,10 77-2,5-58-2,3-22-1,-3 2 0,-7 25 0,-6 22 0,-1 14 1,5 10 0,8-52 2,2 11 0,2 16 3,4 0 2,3-15 1,4-34 1,-2 11 2,-2-3 0,4-7 0,4-10 0,12 37 4,76-18-4,9-67-8,77 5-7,-17-36-3,-54-5-10,27 4-35,-42-6-337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8708 2337 874,'138'-28'-17,"-40"22"8,13 9 2,5 6 3,-8 13 4,-23 4 2,33 35 2,-41 74 1,-74-51-3,-15 70-1,-4-53-4,-7 24-2,-6 22-1,-7 19 0,8-41-1,-4 10 0,-5 20 1,-3 8 1,4-7 5,12-48 0,-2 12 3,4-1 3,2-19 2,-18 53 8,-18-35-2,-74-34-8,26-53-9,-16-10-2,-11-13-6,46-4 1,0 5-21,1-19-82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2735 5984 874,'-52'124'-12,"30"22"13,34-46 0,104-25-3,-4-108 0,6-90-8,-36-1 1,-40 34 7,-6-7 1,-12 1 2,-5-41 4,-94 36 1,-76 77-1,44 53 0,51 68-4,87 0-2,136-42-9,-81-33-3,14-22-8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3062 5226 874,'-10'87'-14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3483 5953 874,'-19'152'-13,"4"6"10,37-18 6,81-68-1,43-164-7,-48-31-5,-15-38 5,-49-9 7,-41 47 1,-67 15 1,-14 51 2,-56 70-3,53 87-2,78-8-2,102-9-2,30-91-1,-28-5-7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3701 5287 874,'0'88'-9,"0"-25"5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3905 5318 874,'-24'103'-7,"6"-16"-4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3121 6207 874,'0'106'-18,"-6"-20"-830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3616 5287 874,'-10'112'-8,"1"-22"-2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4223 6054 874,'161'-4'-23,"-45"2"18,4-5 0,-30 1 1,21-17-11,-26 10-30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4447 5875 874,'16'160'-17,"-13"-68"10,-3 49-6,2-53-10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5306 5362 874,'-125'37'-11,"4"43"8,59 43 5,124-29-3,59-118-4,-36-66-2,-20-11 4,-52 189 1,-23 50-6,2 2 2,-2-7 8,-37 3 6,-38-105 0,85-137 0,103 34-14,-23 20-22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4923 6202 874,'150'-6'-22,"-30"0"8,23-1 2,11-1 3,-58 3-7,-4 1-18,-4 1 11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5028 6907 874,'117'-64'-11,"27"-57"4,-48 6 9,-49-2 1,-50 19-3,-90 70 2,26 122-4,25 59-7,32 8 2,24-66 7,16-3 0,34 27 0,16-18 3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5942 6115 874,'-53'122'-11,"20"12"12,57-38 1,66-64-4,20-131-5,-26-22-3,-46 25 5,-12-9 1,-11-53 3,-68 19 5,-88 47 5,29 96-3,34 123-2,116-37-4,93-42-3,-37-16-4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6031 5333 874,'-9'119'-10,"-3"-32"0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6805 5649 874,'-100'44'-6,"-12"31"4,46 22 0,182 30-3,-4-56-2,-38 20 10,-128 38-3,-74-62-10,38-63-3,2-29-293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7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6969 5815 874,'-31'143'-12,"7"8"1,11-61-3,4-6-593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7121 5932 874,'-13'141'-12,"-3"-11"14,39-252-9,46-16 7,22 41 3,17 101-2,-34 141-4,-82-60-1,3 26-13,-35-26-590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7627 5988 874,'-53'87'-8,"11"14"8,84-9 1,83-98-5,-7-61-2,-8-62 0,-67-8 6,-55 53 0,-39-42 1,-61 37 0,1 54 2,10 44 1,31 115-3,223-27-6,-43-60-10,-13-27-100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8246 5801 874,'133'-6'-16,"-37"9"7,-5-2-8,-4 7-171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8246 6010 874,'85'-8'-10,"-1"-2"0,21-6-1,-6 1-13,-12 3-91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9103 5698 874,'-92'103'-8,"37"-4"7,39-9 0,78-5 0,44-30-2,28-48-1,-19-47 5,-36-44 0,-66-59-2,-67 14-3,-48 40 3,-39 67-2,45 15-1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3122 7992 874,'-41'109'-10,"15"32"6,42-1 2,28-38 1,84 14-1,-31-80 2,48-49 1,-25-40-2,-8-81-2,-70 37 0,1-60-3,-47 58 4,-23-6 0,-25 0 0,-15 11 0,-49-28 0,-51 42 6,40 55 4,37 102-2,108 99-7,48-35-9,30-52-9,-11-24-73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3485 7355 874,'-17'134'-7,"5"-38"4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3657 7238 874,'72'-90'-10,"51"42"6,3 69 5,-58 79-2,-100-14-1,-49 13 3,9-2 1,80 24-2,70-35-4,24-46-4,-18 1-10,16-14-13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4309 8502 874,'-140'24'-19,"31"-12"10,-23 0 0,33-4 2,-8 1 2,17-1 2,-5-1 1,-24 2-8,3 3-6,-53 10-36,68 11-17,16-7-333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3575 8991 874,'-86'-23'-5,"8"-66"3,121-14 0,83 107-1,-38 99 1,-118 42-3,-41-31-2,-56 16 4,35-32 5,48 8 3,115 14 0,84-63-10,-17-57-6,-42-9-17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7047 5543 874,'-31'85'-102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4447 8415 874,'153'-7'-17,"-54"-5"7,17-11 1,-16 5-13,-12-1 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5732 7642 874,'-149'-53'-10,"-4"112"9,63 22-1,52 72 0,114-57 3,33-132-1,-40-78-2,-43-24 3,41 248-10,-46-15 4,7 75-2,-18-17 1,-15-58 6,-18 44 7,-38-46 2,-57-131 0,82-59-7,100-29-2,10 27-2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5236 8395 874,'88'8'-12,"9"-3"-3,37 0-1,22 0 4,5-7 1,-61 2-12,-2 2-18,-11-5 8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5489 9161 874,'121'22'-8,"41"-76"-3,-33-35 4,-32-43 10,-84 31-1,-62-11 1,-41 44 2,-22 64-4,16 101-4,69-11-2,8 65-5,27-50 6,11 12 0,6 3-4,13 47-18,-3-37-18,-13-40-69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6505 8154 874,'-115'32'-7,"-6"60"2,56 21 4,59-23 0,94 17-3,11-69 2,63-47-2,-19-44 2,-15-34 0,-44 38 7,-90 165-6,44-3 4,59-49 1,-24-209-6,-122 9-2,-19 20 4,46 13 4,137 44-4,-19 74-5,-8 2-1,48 69 8,-66 43-1,-73 4-2,-40-27-3,-7-21-285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7448 8326 874,'-63'110'-10,"26"23"10,93-9 0,92-90-2,4-115-4,-67-21 2,-49-10 2,-37 7 0,-58-22 3,-7 36 1,-62 7 1,-20 46-2,45 59 2,72 106-2,175 1-11,-12-74 0,-31-6-14,-4-9-10,-6-20-740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8148 8182 874,'105'-1'-10,"42"0"11,-51-1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8112 8416 874,'148'1'-19,"-26"-10"2,-11 2-19,-26 1-1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9307 8048 874,'-99'-66'-5,"-19"27"0,17 29 2,-15 85 3,49 31-5,61 50 1,45-16 3,44-16-3,54-19-9,18-70-7,-68-20-14,-3-45-535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9474 8265 874,'92'0'-9,"35"-2"8,-12-9 3,-31 3-7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9453 8543 874,'110'-21'-6,"58"-22"-2,-81 19 1,0 6-284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10004 8343 874,'139'-15'-7,"-39"1"3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10778 7824 874,'-93'-60'-9,"-32"45"5,2 61 3,51 81 2,91-33-2,94-17 0,-8-58 2,-4-65 0,-37-90-1,-56 34 2,26 245-12,-8-52 4,-3-5 3,10 70-1,-27-66 7,-18-3-1,-40 25 3,-51-106 1,1-118-3,140-5-2,11 29-2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10436 8551 874,'168'-19'-20,"-60"8"9,11 0 4,-1-4-4,-19 3-10,4 0-7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10555 9107 874,'92'42'-5,"13"-75"2,-36-59 1,-40-32-1,-56-7 3,-44 41 1,-49 87-1,70 141-1,48-34-5,18 13 0,17 55-6,9-29 11,2-24 4,29-31 4,12-10-169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11235 8230 874,'-86'68'-11,"21"47"9,65 35 2,105-35 0,11-81-3,17-101 1,-54-28 2,-60-14-1,-71 221 3,75 10-3,31-30 3,32-124 0,-91-58-3,-42-26 2,16 7 2,85 13-4,39 56 0,18 98 2,-69 79-3,-42-15-2,-8-31-4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11951 8407 874,'-37'122'-6,"29"-33"5,18 3 0,73 24-1,40-128-1,-56-130-8,-46-4 1,-37 50 7,-16-5 2,-35-46 1,-54 10 3,6 52 5,20 62 1,67 174-9,95-34-9,23-51 2,13 21-25,-11-40-250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12186 8650 874,'40'91'-4,"51"-39"3,-2-166-4,-218 1 3,37 66 1,7 33-106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3575 10672 874,'-76'127'-6,"59"39"2,32-76 1,64 59 2,58-91 0,-23-71-2,-19-84 1,-41-16 2,-41 27-1,-16-10-2,-15-1 2,-37-47 0,-44 25 2,-34 54 4,13 124-2,67 40-2,90 50-6,39-61-7,11-81-6,-5-17-116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3761 10192 874,'12'117'-8,"-5"-29"2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3910 9972 874,'137'-26'-8,"-49"29"0,59 52 9,-111 57-1,-66-16-1,-48 15 4,49-9-1,199 3-7,-58-66-6,-29-28-50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4523 11219 874,'-120'-1'-12,"-44"-7"8,79 7 4,-3 3 0,-4 6-1,-8 6 1,-9 2 0,13-1-2,-57 8 1,68 12-12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3882 11620 874,'-102'28'-4,"78"-141"2,111 83-2,44 67-1,-45 67 5,-139 34 0,-38 10 0,80-40-3,161-15-11,-29-81 5,-18 7-17,14-22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4476 11098 874,'116'3'-4,"-14"7"4,3 1-3,-19 8-856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4461 11308 874,'144'16'-17,"-45"-9"11,12-9 0,-13 4-8,-14-5 5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5156 10428 874,'-40'91'-9,"40"31"10,91-19-2,2-76-1,19-105-2,-89-51 4,-39 5 2,46 292-14,10-24 1,-10-48 9,-5 4 2,1 45 3,-55-33 3,-70-93 1,29-110-2,59-6-4,69 3 0,30 9-621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5117 11211 874,'155'-13'-21,"-61"6"10,78-3-10,-17 6-22,-54 0-25,-15 8-211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5251 11877 874,'89'50'-7,"37"-53"3,-10-64 1,-48-36 2,-51-10 2,-68-40 0,-46 78 1,-3 151-4,80 97-8,26-8 3,9-62 3,12 9-4,6-4-1,3 10-22,22-19-41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5377 10530 874,'-51'-85'-4,"-70"13"2,28 24-1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6361 10374 874,'-125'3'-10,"-23"5"6,23 1 5,11 30 1,59 81-2,71-9 0,0-24-1,1 12-3,-3 0 1,7 71-5,-12-56 7,1 18-1,-4-28-1,-1 4 0,2 22-1,-4 11 1,-5-5 2,2-43 0,-1 8 3,2-4 2,5-8-1,10 32 5,38-19 1,45-31-4,31-34-4,1-32-3,-43-3-5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6390 10886 874,'-126'106'-9,"42"25"5,42-18 3,29-27 1,54 27 0,91-21 1,6-129-3,-40-38-1,-19-54 1,-41 16 5,-86 237-5,66 21 1,40-37 2,65-71 1,-26-121-2,-61-12-1,-67-42 0,-35 33 0,-41 40 2,11 87 2,201 64-4,0-51 0,42-37 2,19-18-1,-46 23-1,-22 72 3,-72 44-2,-46-29-2,-58 22-1,7-24-7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7233 11193 874,'-43'96'-8,"5"51"8,82 1 0,90-108-3,-24-80-1,-27-88-2,-41 27 2,-43-20 6,-46-15 0,-34 34 2,-72 68 0,70 126-3,147 44-11,106-50-7,-78-42-10,14-28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7725 11393 874,'95'-19'-10,"-12"11"-1,19 2 2,-4 1-12,-11 8-165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8602 11051 874,'-88'41'-6,"-15"45"1,27 35 5,53 10 0,63-4-2,47-33 1,50-62 0,6-68-2,-37-39 1,-33-9 1,-76 225 10,81-34-7,20-90-4,-27-120-1,-67 13-2,-25-1 0,-49-38-3,-70 53 5,11 59 5,42 49 5,201 63 3,59-111-6,-84-18-5,40-30-1,9-5 3,-35 66 2,-15 159-5,-80-73-1,-14-1-2,-28 46-12,-22-26-23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9436 11401 874,'-45'113'-8,"21"38"8,78-19 0,80-106-4,-23-140-2,-61-68 0,-42 85 4,-12-57 1,-17 66 1,-47-59 2,-25 64 3,-9 73 0,46 164-6,93-20-5,72-17-3,-10-33-15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9662 11610 874,'26'104'0,"107"-57"-4,-86-145 2,-120-6 2,-30 19 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9437 10539 874,'112'19'-11,"54"-5"6,-77-6 4,38 3 2,13-6 2,-51 49-3,-51 31-2,-25 91-6,-10-75 3,1 72-1,0-58 4,-1 12 1,1-26 0,1 0-1,4 19 2,5 12 0,2 1 0,-6-42 0,2 14 2,2 3 0,-5-13 2,0 53 4,-47 2-2,-20-58-3,-58-37-1,-1-32-3,-28-23-2,48-4 0,12-12-614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10445 10474 874,'-47'-114'-8,"-60"-49"-4,-9 41 9,23 49 5,-66 25 0,-2 33-2,65 26-2,7 13 2,-26 32 1,27 51 0,24 22-1,2-24 3,-58-29-1,4-48-2,-24-45-2,54-11 2,-52-26-2,50 9 0,-11-8-1,0-2 0,-50-27 1,-12 2 6,26 55 1,20 76-1,13 18-2,-48-7-3,60-49 1,-56-9-3,52-20 1,-13-8-1,-3-2-1,-65-18-1,68 24 5,1 7 1,-52 6 2,9 43 2,44 48 1,18 2-182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6979 9346 874,'97'64'-13,"80"38"-2,-30-20 6,-27-18 11,-28-3 1,-164 44 9,-45-33-11,30 14-9,0-12-609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7712 9522 874,'-42'82'-7,"19"8"5,48 25 2,78-33 0,-2-73-1,-16-104 0,-88-59 2,-94 54-2,3 26-54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16008 4351 874,'11'128'-12,"-7"45"5,-7-63 3,1 18 0,-1 17-1,2-33 0,-3 13-1,0-5-1,-1-3 0,-2 45 0,-2 36-2,-2 25-3,1 17-3,0 19 2,4-54 3,2-5-1,3 38 2,2 28 1,1 11-4,0-92 2,-1 46-1,-1 28-26,-3 13-6,1 0-7,4-35-8,1-59-3,8 8-4,12-20-2,-6-59 8,-11-20-75,15 1 72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15965 4200 874,'-12'113'-9,"-34"27"3,-6 5 9,42-42 0,3-15-18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15993 4261 874,'64'91'-9,"-14"-7"5,-4 6 2,25 54-2,-22-45-6,-16-15-827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16613 4261 874,'-94'76'-10,"2"48"10,65-39-1,26 4 0,39 35-1,77-49-1,16-121-1,-24-32 5,-8 83 2,3 80 0,-29-174-2,-100-23 0,173 43-7,-43 109 0,-33 69 5,-66 31-1,-7-45 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17389 4524 874,'-30'99'-9,"14"32"8,64 1 1,86-83 0,12-111-5,-58-37 1,-37-78 0,-50 83 3,-20-44 2,-47 34 3,-68 37-2,41 57-4,4 16 3,-27 29 2,100 66-3,160 22-11,-57-60-8,34-9-24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13639 7702 874,'116'0'-7,"-31"0"2,14 0 1,44 0 0,-3 0 1,-28 0 0,24-1-2,2-2-2,-31 2 2,34 2 0,24-1-2,21 1 2,-42 1-1,4 0 0,29 4 2,23 2 0,17 1 0,15 5-1,-76-6 2,30 4-2,26 3 2,17 1 1,12 3 1,10 2 0,5-2 0,-91-6-1,35 3 1,24 1 0,15 1 2,10 0-1,-14-3 1,-59-6-2,39 2-3,25-3 1,14-4-3,-90 1-15,-56-3 2,4 0-2,-28 2-228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15842 8184 874,'-103'38'-5,"-7"61"3,76 50-1,62-45 0,98-18-3,29-99 1,-45-25 4,-36-63 5,-66-1-2,-98-20-4,4 31-8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14891 7646 874,'28'-92'-3,"24"-57"-2,-19 64 3,34-69-2,-20 55 3,11-14 2,19-18 1,-25 38-1,11-15-1,-3 8 0,11-19 0,-10 18 0,22-20 0,-7 21 0,9 0 0,-2 7 1,36-21 0,21 18-1,-28 46 1,39 43 0,-8 56-1,-16 44 0,-12 20 0,-31-18 0,-13-2 0,5 26-1,-18-19 1,13 41 0,2 29 0,-34-77 0,2 4-1,0 0 1,-1-8 0,20 46 0,11-4 1,-20-34 0,-11-9-107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16917 7128 874,'11'125'-8,"-3"-40"-6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16947 7536 874,'15'89'1,"-7"-5"-868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16977 7792 874,'-2'87'-17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14912 7248 874,'-10'107'-7,"-4"-18"-20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14906 7580 874,'28'87'-292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14220 8441 874,'97'21'-8,"49"-19"2,-58-2-2,0 0-425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14776 8420 874,'-33'102'-9,"4"25"6,27 20 4,66-31 0,28-112-3,19-134-6,-75-37-3,-33 24 7,-56-14 6,-13 50 2,-22 39 3,-12 73 1,73 122-6,158 15-13,-36-47-18,-6-45-396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14906 8833 874,'-9'142'-8,"59"-4"7,73-57 1,-22-78 1,-48-90-3,-70-11 2,-50 13 1,-25 33-1,-1 10-106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16978 8301 874,'-34'95'-8,"3"55"8,35-58 0,22 0-1,51 32 1,10-63-2,-3-67 1,14-141-4,-83 26 2,-49-24 1,-27 11 2,-16 30 2,-29 41 1,23 66 0,56 92-3,58-11-2,103 10-5,-44-59 3,27 14-13,-32-32-407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17342 8767 874,'-13'131'-4,"122"-68"2,-43-164-1,-115 1 2,-47 57 1,3 17-55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18511 7777 874,'134'36'-12,"-45"-7"5,44 19 1,-36 3 9,-68 42-1,-100 36-3,-32-46-5,18-23-35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19122 8136 874,'-42'96'-6,"25"38"3,31-26 2,79-24 1,56-75-4,-26-60-2,-40-100-1,-74 59 4,-17-3 1,-25-50 2,-33 13 3,-27 35 4,5 65-1,17 158-3,161 20-13,-14-41-24,8-33-395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16426 8350 874,'28'-104'-3,"-7"-11"-11,-5 12 11,-2 10 5,-1-63-2,-9 71-1,0 1 1,1-55 3,-1 2-1,2-30-1,-4 22-1,0 58 0,-1-1-1,4-45 2,5-15 1,2-16-1,-6 46 0,0 11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16326 8130 874,'-33'93'-8,"-7"46"4,34 11 3,38-29 3,56-22-2,19-84 0,-16-124-2,-75-43-1,-20 27 2,-37-1 2,-9 41 1,-44 40 1,32 179-1,138-16-1,-18-34-3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16509 6338 874,'27'-97'0,"-131"34"-37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16213 6204 874,'-94'-4'-4,"-18"-6"3,7-5-9,239 8 4,-43 3 10,-214-8-4,253 30 0,-258-22-22,-13-4 19,276-1-2,-4 13 6,-40 0 15,-194 3-19,2-9 8,7 22-45,8-20-759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15874 6987 874,'92'-24'0,"-222"14"-11,234 37 2,9-22 9,17-37 1,-283 24 1,61-1 0,209 10 2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10958 10991 874,'159'16'-20,"-50"1"4,3 5 3,-11 2-6,44 11-35,-34-8-28,-27-8-108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10913 11404 874,'139'-15'-8,"-38"7"-3,16 2 5,7-1-4,-12-1 0,29-16-19,-50 7-21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11345 10871 874,'115'27'-10,"-14"9"4,-4 21 3,-1 65 2,-68-27-1,-27 22-3,-5-28 0,-22 17-2,-23 19-1,-15 3-11,13-21-13,1-17-11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12708 10982 874,'-36'98'-10,"-21"67"2,27-64 4,6 10 1,6 3 1,11-3 4,20-16 1,89-18-2,30-171-13,-29-53-5,-66 64 9,-1-34 1,-12-10 1,-5-54 3,-30 84 8,-10 6 2,-26-28 10,-57 64-2,2 63-5,18 135-1,158-20-13,61-69-5,-33-24-9,-16-38-269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12790 10176 874,'22'108'-6,"27"-7"0,-6-14-292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13341 11071 874,'100'-9'-6,"-11"2"5,18 10 2,-20 1-21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13356 11348 874,'112'-9'-6,"45"-8"0,-52 5-2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14341 10567 874,'-1'148'-9,"1"-48"0,0 15 1,0 12 1,0 12 1,3 11 3,-2 11 1,0-52-3,-1 31 0,0-35 0,0 23 1,2 32 0,-1 22 0,-1-5 1,1-43 0,2 24 1,1 12 1,4 5 3,-1-45 1,2-9 2,3 2 2,1-13 2,-3-23-1,14 5 6,28-212-4,-42-17-16,-8 25 0,-2-17-1,0 16 3,0 10 0,0-25 1,1-22 1,1-19-2,1 56 2,1-31-1,7-21-1,2-16 2,2 18 0,-3 30 0,4-28 1,2-12 0,2-7 1,2 3 2,-6 42 2,0 13 1,0-3 2,-2 2 0,0 11 0,7-44 5,3 33 0,33 18-1,51 85-9,0 43-2,64 25-2,-78-27 0,46 8 0,20-3 2,-31-6 0,23 0-2,-37-8 2,27-7 1,-7-2-2,14-2 0,-61 0 1,4-2 0,52-4-1,29-3 0,-75 5 1,53 0-1,-61 2 1,12-3-1,-8 0 1,65-1 0,-62 2 0,11 2-1,61-2 1,-60-1-1,16 0-2,15 0-1,-48 1-1,-5-1-6,1 6-50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15212 10914 874,'-131'-1'-4,"56"-101"0,58 0 1,84-19 4,39 80-3,6 137-2,-94 88-8,-46-1-2,-14-63 7,-32 49 1,-22-35 13,-25-65 4,14-95 1,219 69-4,-23 67-12,30-20 7,2-70-2,13-100-7,-44 19-9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15791 10791 874,'-98'-18'-5,"-34"72"1,24 49 4,64-16 1,137-46-4,7-107-3,12-85-4,-42 22 13,-40 44 1,-41 211-6,3-39 1,-3 17-1,-3 13-3,0-24 3,-4-1 0,-7 10 0,2-15 2,-24 38 7,-59-122 6,87-94-13,60-39 2,91 57-2,-35 66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15382 11519 874,'109'-3'-6,"33"-7"1,-35-5 2,-9 0-1,2-2-10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15429 12510 874,'94'-134'-10,"-36"-17"7,-19-15 1,-24 14 2,-8 33-1,-11 18 5,-108 124-3,60 91-4,22 27 0,21-51 2,5-5 0,0 71-1,8-57 2,7 3-2,8-18-1,43 23-9,22-31-26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16347 10493 874,'-74'114'-15,"23"-23"4,-9 26 0,2 21 1,8 10 3,11 9 3,15-48 2,3 21-2,8-23 1,5 7 1,9 29 1,10 14 1,9-7 2,-4-46 0,13 6 3,14-10 2,53 15 6,-5-104-4,-12-96-9,-15-3-112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16464 11098 874,'-91'149'-21,"47"-57"12,5 8 4,13-4 3,15-10 7,56 0 1,81-148-11,-38-53-1,0-28 8,-54 258-7,-47-30 7,11 1 5,117-80 1,-84-94-4,-65-22 4,7 23-6,36-13-4,55 15 2,45 62-1,-11 116-2,-89-6-1,-14 18-2,-11 6 1,-1-18-4,-4-6-20,-13 0-570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17083 11265 874,'-60'141'-17,"27"-55"12,7 4 3,13-3 4,49 40 3,64-138-6,-16-85-4,-34-28-1,-26-36 2,-31 69 6,-12 6 0,-28-41 3,-59 37 1,-2 113-1,55 113-5,86-29-6,52-21-13,7-39-589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17320 11478 874,'134'-10'-6,"-41"1"-3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17942 11069 874,'-113'37'-9,"36"84"5,41 38 3,76-16 2,44-80-2,4-70-1,25-87-3,-21-22-3,-15-16 0,-72 240 13,-18 42 3,34-51 0,73-136-6,-76-93 1,-40 24-1,6-10-2,78-5 0,33 93-1,8 96-2,-63 80-5,-46-63 2,-18 21-3,-13 4-6,9-19-12,-16 11-22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18581 11185 874,'-20'113'-11,"-6"27"8,24 4 3,105-64 1,16-202-7,-67 2-1,-30 26 4,-9-7 0,-11 2 3,-13 10 2,-21-29 3,-82 37 4,14 186-4,133 22-5,72-51-3,-15-24-3,-2-37-288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18849 11558 874,'33'96'-6,"93"-178"3,-109-30 4,-132 59-2,22 53 4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18943 10584 874,'48'83'-8,"25"69"-1,-30-56 6,-2 8 0,-7 8 2,-3 6 0,-7 13-1,-12 4 0,-5-43 1,-13 9 0,-23 54-8,9-67-3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17439 10186 874,'120'4'-8,"-11"-5"2,5-6 4,36-7 2,-64 7 0,8 2-1,57-2 1,-58 4 0,13-1-1,7-1 1,8 1-2,57-2 0,-65 1 0,8-1 1,-15 2-3,-17 0-2,15 1-2,11-2-2,1 0-5,-3 4-7,-28 0-9,70 2-52,-32 13-26,-39 1-112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13788 10220 874,'52'-111'-10,"22"8"5,6 18 4,27 31 4,-1 76-4,-40 69 1,-58-2-1,-23 20-4,-4-14-1,-41 77-6,21-86 15,9-2 1,12 4-1,12 14-2,-2-17 6,11 7-1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14146 10781 874,'20'101'-5,"5"-11"-51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8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13670 11263 874,'91'0'0,"35"7"-4,-12 2 2,15 11 0,-3 3-1,-26-4-6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21432 9587 874,'-98'-16'-6,"-55"-11"5,62 15 0,-44 2 0,-3 32 2,45 34-2,40 74-2,40-43 1,-3 63-2,11-49 1,-2 19 0,1 10-2,2-39 1,0 33-1,-3 26-1,0 20 0,1-30 0,0-9 1,1 24 0,0 13 3,2 5 1,0-1 2,3-51 2,-1 6 0,1 6 2,0 0 1,1-18 0,1-30 0,2 4 1,12 46 6,30-11-6,28-27-2,14-49-3,-3-1-1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21059 10509 874,'49'-108'-12,"10"-22"7,-10 23 4,-4 15 3,47 43 3,-66 145-6,-26-5-6,-10 29-2,-3 19-1,4-37 2,-1 14-1,-2 17 5,-1 4 4,1-20 1,3-29 2,-6 42 8,52-288 0,-13 52-16,4-11 0,4 1 1,3 6 7,-6 24-1,28-40 6,19 34 1,17 10 0,19-51-2,-70 13-5,-140 132-6,27 74-1,24 41 5,36-14 1,37 6-1,61-34 5,24-177-9,-30-36-3,-10 36 11,18 140-3,-88 84-5,95-225-6,-28-6 17,20 87 0,-63 136-7,-11-16 3,80-55-3,-7-85-1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22550 10254 874,'-108'136'-8,"34"-34"5,21 3 6,46-4-3,136-246-12,-81 42 0,-9 14 0,2-30 1,-1-12 7,-8 2 3,-10 38 4,-6 2 0,-6-1 2,-41 288-3,10-34-13,7-55 1,-3 26-1,4 3 11,11-19 7,34 8 7,72-139-5,16-87-9,-36 24-23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23088 10117 874,'-118'116'-10,"46"-24"9,12 27 3,157-75-5,4-138-4,-22 6 2,27 122 4,-67 86-11,-6-24-17,1 28-42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23324 10153 874,'12'102'-7,"-7"-14"5,-9 38 2,40-239-10,24-13 6,2 40 6,34 84 2,-70 133-2,-36 2-5,0-44-9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23872 9588 874,'-24'139'-14,"14"-46"6,-2 18 0,3 9 2,-2 4 5,2-3 1,1-6 3,1-19-2,-3 36 5,2-45 15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23712 10198 874,'96'-31'-7,"17"-4"5,-29 10-24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23086 10086 874,'1'112'-6,"20"50"-1,-9-65-3,-8-10-283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20987 10916 874,'-42'144'-15,"19"-55"9,1 13 1,4 6 2,5 2 2,6 3 2,7-7 1,3-15-2,27 45 4,63-69 1,-1-78-2,23-92-5,-47-9 0,-31 8 3,-136 199-5,47 72 0,31-50 6,100-30 2,3-115-4,16-70-4,-16 13-68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21685 11484 874,'61'-123'-16,"-21"33"8,4-13 3,-8 18 1,16-51 2,-14 26 7,-42 227-3,-26 36-8,14-62-1,0-1-4,-6 35-21,6-38-33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21566 11619 874,'117'-20'-4,"36"7"-10,-36 9 22,-31 4-23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21727 11761 874,'-42'106'-9,"4"7"5,12 0 6,23 12 0,136-97-2,-13-70 0,-36 10-2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21881 11836 874,'-19'124'-11,"-4"41"4,6-32 2,6-11-7,11 5-8,0-39-16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22611 11521 874,'-86'-7'-5,"-21"50"2,-4 63 4,107-9-2,104-74-3,13-149-7,-55 28 4,-11 3 1,25-79-3,-40 75 10,8-44 6,-75 240 7,11-2-20,-8 25-3,5 0 9,3 51 4,76-83 1,56-168-6,-17-54-2,-32-7 7,-174 175 2,72 97-7,57-10 6,95-102-6,-23-79-52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23144 11217 874,'-19'136'-12,"-6"44"3,10-72 8,-1 8-2,1 1 2,1-8 0,1-14 3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23056 11523 874,'136'80'-7,"-27"-68"2,-16-35 2,22-72 0,-48-18 3,-37 23 3,-131 208-1,78 39 0,119-101-3,5-162-11,-23 17-22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23727 10825 874,'-124'141'-14,"55"-19"6,19-34-13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23764 11160 874,'-7'136'-14,"1"-48"11,-4 6 2,1-5 1,33-175-3,39-63 8,14 64-2,8 89-2,-37 103-2,-38 23-2,-15-31-11,-10-9-191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24026 10947 874,'-6'118'-6,"12"-30"4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24219 11367 874,'-5'132'-7,"110"-82"4,-32-166 1,-37 22 3,-136 5-1,-14 168-1,21-6-27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24596 11192 874,'-73'83'-9,"7"45"10,73-13 0,93-158-6,-23-155-13,-48 59 7,-11 50-7,5 1-22,-13 3-2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24698 10554 874,'-14'128'-13,"1"-32"4,-3 21 0,2 12 1,4 1 6,9-9 3,12-16 4,33 35-1,66-104 4,-6-148-6,-40-16 2,-53 28-3,-95 184-3,67 43 0,52-21 1,75-68 1,-21-70 2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25203 10026 874,'44'111'-11,"-4"69"0,-24-54 4,-3 22-1,-2 20 0,-6 17 1,-2-22-2,-5-18 1,-4 7 2,0-39 0,-6 27 7,-5 0 2,-4-12 4,1-26 2,-8 36 7,20-51-11,-4 15 10,7-16-450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19661 12297 874,'-63'100'-8,"3"22"6,16 30-1,24-53 3,19 3 1,70-7 2,43-165-5,-21-35-6,-20-53 0,-43 63 8,5-49 0,-23 59 2,-16-51 3,-103 47 2,13 132-7,9 70-1,51-13 2,117 5 0,30-81 1,-15-13 2,-10-10-299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19422 12002 874,'-77'120'-12,"6"18"8,-12 9 3,-5-8 2,14-22-3,95-9 5,73 10-3,8-2 2,-24-31 0,-1 1 1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18642 12400 874,'-40'122'-11,"27"26"10,41 17 2,53-62 0,48-114-3,-56-80-2,-23-50 0,-37-20 4,-27 34 2,-29 23 2,-55 52-2,13 143 0,69-6-111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20243 12123 874,'-52'143'-14,"-22"26"3,-6-16 13,32-36 3,76-7-4,52 13 0,-6-5 1,-13-18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20364 12477 874,'-16'121'-11,"7"27"7,25 6 6,93-80-4,-14-208-3,-67-16 0,-23 19 4,-33-3 4,-61 38 4,0 151-4,42 31 0,60 1-1,83-43-4,-10-15-24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20687 12727 874,'24'109'-4,"89"-39"3,-66-200 0,-133 93-2,0 56-622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18437 13141 874,'105'8'-3,"34"6"-7,2 1 10,-46-7-1,3-2 0,57 2-2,-20-5 1,42-6 3,-73 7-2,51 1 1,-57-1 0,13 0 0,9-4-1,-2-1 0,-34-2 0,18-1 0,8-2-1,8-4 3,-26 3-1,-7-2 1,10-3-1,3-4 1,1-3 0,-2 1 0,39-3 2,-11 10 2,-15 0-2,-22 3 5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1142 651 874,'-65'144'-24,"-12"11"2,28-67 15,-43 80 0,48-72 9,12-3 1,19-4 0,18 40 8,57-23 2,34-77-4,15-97-7,-44-17-7,5-27-4,-3-17 0,-22 41 1,7-28 0,3-14 4,-1 4 3,-11 11 7,-24 30 0,-25-7 6,-102 116-6,-4 57-7,-15 97-6,74-67 2,-7 60 0,48-67 5,16 0 3,17-11 1,36 38 6,30-91 0,37-130-3,-36 5-5,-22 185-12,-52 36 1,-4-37 15,46-203-5,7-62 3,20 105 0,-16 189-19,-8-40-37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1964 1193 874,'-39'125'-12,"-9"17"10,26-41 5,134-11-4,2-112-4,34-105-6,-68 17 3,-22 24 1,1-20-2,2-20 2,-12 6 10,-15 37 1,-13-4 2,-45-33 5,-115 133 1,27 150-15,49-2-5,47-53 3,13 11 2,9-6 1,0-29 1,9 16 2,2 1 3,-4-16 1,77-230 1,-25 36-4,44 86 1,-53 150-4,29 1 8,14-94-3,32-114-11,-6-90-4,-57 34 7,-157 192-2,38 88-2,42-59 14,33 22 4,98-118-5,-26-104-1,-36 11 1,10-13-1,47 75-1,-27 163-4,-65 4 3,108-116-3,-32-85-5,2-31 5,-108 200-6,-37 21 11,100-20 2,91-166-15,-12-58-6,-72 36 10,-4-26-3,-7-12 4,-19 36 2,-8 3 0,-15 2 7,-35-42 8,-91 84 5,2 165-10,86-28-9,8 18-4,13 14-1,5-28 2,9 5 0,9 14 2,-1-17 1,11 48 4,73-272-3,-50 45-3,70-35 5,-4 134 6,-70 119-5,-4-16 6,57-70-2,24-113-13,-23-39-3,-3-45 7,-63 60 6,-127 98-2,1 80-1,25 40 0,57-16-1,109-44 0,11-88-6,-20 13-6,18-29-18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5361 1076 874,'-122'52'-12,"-6"37"2,18 16 2,31-7 13,167-87-5,31-128-5,-22 8 1,-10 145 10,-81 64-9,-4-14-5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4998 899 874,'149'-10'-17,"-36"6"4,-8 0-14,-22 4-16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5778 1178 874,'98'-28'-6,"-12"-11"1,30-42 5,-200 2-6,-35 113 5,28 43 5,82 8-4,118-16-4,-9-74-1,-16 10-7,12-23-11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6440 1016 874,'-74'105'-12,"-28"9"9,14-31 0,4-14-186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6130 1103 874,'109'90'-8,"10"-87"1,28-72-7,-44 14-14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6704 970 874,'-16'147'-14,"10"-49"7,0 22-2,2-17 2,-4-12 2,0 1-4,-8 74-29,-1-25-33,6-57-37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6503 1281 874,'142'-120'-24,"-5"49"26,4 65 2,-89 112-4,-80 12-8,-98 7-5,14-96-11,28-20-32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6973 1049 874,'29'162'-18,"-31"-67"10,-8 7 4,-15 39-2,-15-270-1,61-6 0,17-8 7,25 47 9,64 36-1,4 51-1,-33 10 0,-10 31-854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7471 970 874,'-15'145'-13,"-11"-3"10,-7-54-5,-11-4-112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7411 758 874,'14'103'-4,"-9"-16"-625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7669 1008 874,'9'117'-10,"-11"14"7,-11-14 2,23-283-13,39 34 7,61 64 13,-35 201-4,-61-9 0,-33-39 4,32-172-12,36-43 4,10 33 9,35 125-4,-72 70-5,-14 36 7,30-41-3,93-107-5,-3-67-9,-7-67 0,-44 15 17,-78 35-1,-102 109 2,19 107-5,42 1 2,79 7-1,71-87-1,-16-87-2,-4-66 4,-13 26 0,21 59-2,1 186 0,5-51-1,-8-39-4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9246 533 874,'20'149'-16,"-21"-52"8,-7 64-4,-9-16 5,14 16 10,40-32 3,66-58 0,-18-60-6,7-22-1,0-20 0,31-32 1,-18-49 1,-55 11 3,-137 109-3,-44 65-4,42 12 7,86 15 1,98-126-5,13-57-4,-17-11 5,29 205 3,-72-23 3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10152 1121 874,'92'-154'-28,"25"14"15,-21 71 22,-16 170-1,-95 21-9,-15 43-8,4-56 4,-18 68-3,16-66 9,6-10 3,66-244 15,42 20-14,64 35-4,-23 33-4,-17 13 2,-6-18 1,54-89-4,-51 12 6,-193 111-3,-45 99-6,20 53 12,79-14-1,145-54-7,-21-30-3,-5-49-108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11065 506 874,'-72'90'-12,"-23"19"5,11-24-430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11181 953 874,'-13'113'-10,"-4"7"6,-15-28 5,52-216-9,30 4-3,71-13-6,-35 47-20,-1 53-537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11551 926 874,'-37'125'-8,"6"-26"4,-11-2-6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11613 653 874,'-32'128'-9,"4"-35"3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11717 1101 874,'13'120'-5,"77"-54"2,38-130 0,-28-24-3,-40-37 4,-151 94 1,-24 62-1,18 21-3,12-3-62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12346 917 874,'-93'92'-11,"9"-7"10,7 36 3,89-30-2,76-106-4,11-66-4,-3-100-2,-41 26 3,-33 64 7,-4 1 0,3-20 7,-48 224 3,-5 24-10,17-49 2,12 66 0,96-35-2,14-102 0,44-129-10,-55 2 0,-188 114 7,-14 96-8,71-7-8,23-7-85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10407 1287 874,'-30'120'-10,"6"15"5,7-22 3,-7-7-4,-1-17-17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13283 585 874,'-2'104'-11,"-23"53"6,7-69 4,-5-1 1,-13 41 1,31-25 4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12969 519 874,'95'9'-10,"-7"-1"0,21 0 0,5 0 1,62 3-1,-39-3-15,-45-4-20,-6 7-703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13863 758 874,'-27'103'-5,"-5"-15"-51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13893 1046 874,'-49'66'-446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4427 2488 874,'-8'130'-7,"0"-40"2,-4 41 1,-1-12 5,8-16 3,134-67-4,-46-108-4,-3-70 0,-41 19 2,-31-43 2,-11 75 0,-12-38 2,-31 31 4,-48 63-5,-10 66 0,41 106 1,183-24-9,-30-40-11,-6-42-173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4380 2102 874,'-102'112'-18,"-42"33"2,31-33 15,11-13 5,14-10 2,43 23 0,90 32 0,57 5-6,-21-40 0,-13-10 2,-33-11-19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3117 2724 874,'-52'122'-9,"43"23"10,64-41-2,32-91-2,5-47-2,19-73 1,-46 2 5,-65-2 1,-133 16-1,-14 87 0,47 7-6,18 16-611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5521 2163 874,'-63'95'-10,"-52"30"2,19-35 1,7-11 8,8 37 1,65-16 2,96 29-3,22-35-6,15-27-10,-7-16-29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5682 2499 874,'-29'133'-11,"5"7"13,60-24-1,96-94-4,-13-110-3,-50-41-3,-29-41 8,-44 30 2,-48 31 3,-80 41 2,5 98-5,43 46 1,83 11-2,142 9-8,-23-63 0,-16 3-11,12-16-12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6086 2769 874,'101'112'-3,"18"-203"1,-236 24-5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5817 3249 874,'-11'102'-6,"1"-6"5,0 64-2,6-70 3,0-6 1,-8 19 2,2-18-185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5803 3174 874,'67'102'-7,"43"13"1,-19-71-8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5903 3189 874,'-63'109'-12,"-6"-8"0,-7-8-4,-2-7-31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5602 3974 874,'1'110'-5,"-7"-17"3,-11 57 2,12-17-2,49-2 2,82-91-2,-37-80-4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5519 4303 874,'130'-28'-13,"-31"-2"5,-9 5-10,-2 1-170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5966 4201 874,'106'-2'0,"19"-2"-17,-38 3-56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5937 4422 874,'124'-20'-11,"-32"-12"2,-7 6-9,-1-4-173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6485 4231 874,'-39'98'-3,"53"4"2,76-79-1,6-109 1,-112-14 0,-78 11-184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2951 3778 874,'-15'95'0,"-6"-4"-9,-5 13 5,1-4 2,-12 56 1,11-30 0,12 9 5,61-29-2,45-118-3,-6-40-4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2703 4184 874,'113'-18'-10,"15"-8"5,-40 10-9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3165 4219 874,'120'-11'-4,"-32"3"4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3150 4420 874,'141'-21'-15,"-45"3"-12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3690 3959 874,'-28'91'-3,"-14"27"2,-5 15 1,4-14-1,11-35-56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3418 3964 874,'127'0'-8,"-5"-2"-1,14-4 1,-50 2 1,54-1-10,-45 8-13,-11 8-185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3374 4541 874,'128'-7'-8,"0"2"-2,1 0-6,23-7-4,-64 7-13,0 2-375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3638 4744 874,'-123'129'-10,"30"-17"10,122-6-3,105-68-7,-4-62-5,-41 1-15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3736 4819 874,'-43'119'-11,"-16"19"6,14-51-2,-7 0-610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5589 4366 874,'-135'0'-7,"47"0"-4,-49 0 3,-16 0 6,50 0 0,2 0 2,0 0 0,14 2 1,-34 3 6,33-1 8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4786 4185 874,'-89'47'-9,"-26"11"5,-4 6 3,33-6 3,74 29-2,129 6-2,26-45 3,-55-20-1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1752 6393 874,'-30'110'-10,"-6"51"4,16-64 3,-6 41-1,12 16 4,28-41 3,98-75 1,-30-107-5,-4-93-4,-51 53 1,5-66-3,-24 61 4,-7-9 1,-2 15 1,-16-52 6,-29 59 3,-66 88-3,-15 76-4,64 35 2,63 37-3,44-29-2,64-21 2,-2-71 1,-24-12-7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1860 5680 874,'-10'116'-8,"-2"-27"2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2227 6584 874,'89'0'-6,"-7"0"0,-15 0-2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2212 6826 874,'123'0'-21,"-37"0"-20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2212 6591 874,'105'4'-15,"36"-15"-6,-46 3-11,-10 2-153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2778 6737 874,'128'-7'-8,"-3"-2"-5,45-12-7,-63 6-10,-23 2-383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3359 6605 874,'67'127'-9,"-39"-31"5,-10 59-1,-4 1 1,-8-39-1,2 21 0,-2-31 0,0 9 0,1 25 0,2 13 0,1-1 1,-2-45 2,-2 21 1,0 7 2,-2-2 3,0-32 1,-2-13 0,4-1 2,16 1 5,8-190-12,-25-3-5,0-29-2,-5-19-1,-1 20 0,-2 7 1,-1-27 1,0-18 1,2-11 2,-1 63 1,2-26 1,1-12 3,-2 31 1,1 3 0,0-23 1,1-13-1,0 0 0,0 53-1,1-16 0,2-2 2,1 4 2,2 13 0,0 21-1,18-41 6,37 26-3,95 42-3,-64 54-7,60 7-7,-59 3 5,16 0 2,15-1 0,12-2 0,-41-1-1,18 0 0,25-2-1,16 1 0,-10-1 1,-27 0 0,26 1 0,17 2-1,13-2 0,-42-1 2,4-1 0,17-1 2,-14 1 1,-26 0 0,19 1-4,7-1-2,-48 1 0,-6 0-5,0 1-53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4000 6468 874,'-108'-118'-7,"77"-15"4,73 43 2,78 23-2,6 119 2,-103 119-4,-63-26-7,-89 17 4,-27-59 11,69-90 4,207 82 6,-29-31-12,37-24-2,9-89 0,-46 6 3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4581 6132 874,'-97'8'-6,"-32"55"0,22 22 4,78 5 4,141-11-2,0-151-5,-14-54-3,-58 20 11,-52 226 0,35 29-7,-10-57 1,-3 3 3,-9 37 1,-49 1 2,-80-62 3,34-173-4,139-4-2,53 53-1,-12 19-2,2 46-432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4059 6872 874,'142'-4'-15,"-40"4"5,20 3 0,13 1 3,-22 2 2,-20-2-4,-8 0-12,2 2-8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4178 7553 874,'94'-31'-6,"9"-49"2,-22-11 3,-64-24 2,-81 0-2,-46 127 0,18 145-7,82-25 0,26-44 5,10 8 1,15-7-3,45 34-10,20-85-16,-18-28-44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5181 6072 874,'-141'9'-8,"26"6"7,-3 39 2,50 75-3,86 27-3,0-65 2,11 70-4,-18-57 4,-8 7 2,-2-22 0,-4-3 1,-3 17 0,-1 6 1,2-3 0,6 52 3,15-74-2,48 47 1,27-50-2,56-64-1,-45-14-2,-19-32-615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5310 6569 874,'-75'112'-11,"3"52"1,37-33 9,102-31 3,31-64-5,-14-52-2,54-41-4,-34-24 4,-42-11 13,-97 206 13,66-21-18,68-31-5,13-77 0,-37-93 2,-130 6-2,-56-13 4,112 26 1,84 73-4,39 68-5,-49 39 4,-67 26 0,-56 2-5,-7-25-12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6041 6766 874,'-28'112'-10,"19"24"11,67-29-1,67-89-2,-32-115 0,-60-20-4,-42-31-1,-51-2 6,-6 59 2,-46 41 4,26 58 0,119 136-2,63-50-12,26-35-1,-34-22-14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6369 6841 874,'172'11'-13,"-68"-4"3,-17 3-605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6901 6569 874,'-111'111'-10,"60"-28"9,72 10 2,80-33-3,7-78-1,9-47-4,-37-21 8,-90 170 1,8 25-2,46-7 4,85-52-2,-63-140-2,-109-23-3,-22 22 2,70 2 1,103 55-2,0 53 0,-23 49 6,-74 72-3,-15-43 5,-50-14-630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7610 6657 874,'-51'143'-12,"25"-22"11,35-8 3,76-27-1,1-126-3,-27-74-1,-48-49-1,-33 25 1,-54 0 3,-45 34 4,17 129 2,126 116-6,98-39-14,-34-31-20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7742 7038 874,'106'72'-3,"-36"-179"1,-158 0 2,-10 59-861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6.9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7560 6132 874,'129'9'-16,"-38"2"13,6 3 0,42 18 2,-36 42 6,-52 14-5,-36 12 1,-31 57-4,0-5-1,10-45 2,6 14-1,3-27 1,5 5-1,8 14 1,4 3 1,0-2 2,-5-11 2,-3 35 4,-38-31 0,-107-34-4,27-65-7,-57-30-7,59 2-16,18-41-782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5832 5618 874,'108'8'0,"-12"-2"-10,3-2 5,15-2 3,-28 1 1,18 1-1,12 0 0,9 3-1,-41-4 2,19 4-1,18-2-1,15 1 1,-11-1-1,-21 1 1,25 0-1,19 3 0,10-3 0,-45 0 0,4-3 1,13-1 2,6 0 3,-8-2 0,-31-2 0,22-4-2,-18 1 4,2-1-9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2012 8260 874,'-11'152'-15,"10"-62"9,2 13 2,5 8 1,-1 7 1,7 57 1,-1-18 0,-5-66 2,-3 1 1,-4 37 5,-34-41 1,-83-175-9,14-5-1,-20 3 1,13 50 2,58 130 2,110-6-7,108 6-6,-10-54 5,-71-45 3,5-27 1,-1-23-1,28-49 0,-30-63 4,-48 36 3,-70 289 0,30-55-10,6 54 6,40-3 4,43-76 0,33-150 0,-71-65-10,-36-24 4,-21 70-1,-21-52 2,-32 19 3,-11 43 3,-16 42-2,-8 86 0,143 62-6,90-11-3,-39-29-4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1690 9467 874,'151'32'-16,"-50"-22"6,20-1 1,10-3 1,-46-4-7,25 0-6,64-4-44,-83-11 19,15 1-84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2260 9618 874,'-16'129'-13,"10"-34"6,1 46 0,6-7 6,4-16 1,10 10 4,-83-264 4,-17 27-5,-30 57-1,10 71-2,44 118-3,68-13-1,97-3-2,8-63 5,24-78 0,-16-67 0,-35-50-2,-50 43 3,-9 5 0,6-55 2,-21 12 4,-32 268-8,12 17-6,9-63 3,4 6-3,9 53-19,-1-40-18,-5-23-260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2241 10063 874,'116'52'-11,"48"-46"1,-48-56 5,-16-26-9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2808 9271 874,'125'22'-12,"-39"-11"9,42 3-4,-40-4-6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2822 9527 874,'112'23'-7,"36"-5"1,-41-18 1,-21 7-183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3359 9502 874,'148'-3'-15,"-42"-3"5,-7 1-12,-11 0-94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3761 9202 874,'35'115'-7,"-14"-25"1,-2-3-1,15 82-7,2 12 1,-10-40 8,0 21-2,-7-32 2,0 6 0,2 31 0,2 22 0,-1 14 1,-8-70 1,3 31 1,0 19 2,1 3 1,-4-4 3,-2-29 2,-1-38 0,-2-18 2,15 20 10,28-284-17,-49 41-9,-4-28-1,-3 23 1,-3 0-1,-6-34 3,-3-28 0,-4-12 0,6 68 4,-2-32-1,-2-21 4,-5-10 1,2 34 1,2 24 1,-2-16 1,-1-7 1,2 1 1,7 59 0,2-21 0,-1-5 0,-2 3 0,0 26-1,-15-55 8,41 27-5,104 42-6,40 91-6,-63 10 2,67 14-3,-57-10 2,18 0-1,18-4-2,-46-3 0,24-4 1,21 2 0,12 0 1,-14-1 1,-22 0 0,23-2-1,18-1 1,5-1 1,-46-2 1,9 0 1,17 1 1,13-2 0,-5 1-2,-33 0 0,33 2-2,29 0-2,25-2-2,-45 0 0,7 1 0,32 2 0,21 1 1,12 0 0,-81-1-12,-46-1 0,-4 0 7,-12 3-371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4428 9278 874,'-85'-45'-9,"-6"-57"4,77-20 4,76 21-1,45 66-2,18 43 3,-56 116 4,-98-14-5,-61 32-5,-3-23 10,22-8 0,50-13 1,96 3-3,7-69-3,53-8-5,-50-49-1,12 6-18,-13-30-263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5109 9029 874,'-85'50'-6,"7"44"6,107 9-2,68-72-1,2-71-3,-7-96 5,-42 306-12,-33-66 6,1 54 5,-26-33 9,-76-62 2,-7-190-1,78 31-6,53 11-3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5704 9890 874,'-163'-20'-21,"55"8"11,-15 0 3,-8 3-5,33 1-3,2 7-8,10 2-4,-61 20-60,63-6-46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4848 10676 874,'84'-4'-5,"26"-68"-2,-28-51 5,-51 14 2,-31-7 1,-55-20 1,-36 88-1,2 125-3,67 65-4,36 10-1,15-52 0,12 5-2,25 45-17,27-6-29,-30-54-49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5978 9105 874,'-125'-1'-10,"-1"31"6,26 37 4,28 34-1,68 25 0,23 3-1,-1-31-2,5 16 0,-2 5-1,-7-30 1,-1 25 0,-2 14 1,-6 3 2,0-29 1,-1-8 1,4 7 1,10 1 2,13-13 0,33 18 3,39-85-2,-18-16-25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6009 9648 874,'-69'109'-10,"35"24"7,37-41 2,71-6 1,51-92-1,-27-44-1,-31-61 3,-41 230 1,27-28-2,-36-236-2,-20 12 4,99 84-5,-1 69-1,-24 93-8,-49 6-8,-48 1-25,-6-24-79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6550 9745 874,'-1'117'-9,"-2"2"4,6-33 6,39 10 1,65-56-2,-17-114-2,-43-32 1,-45-17-1,-53-1 2,-56 21 2,0 94 2,117 109-7,55 1-3,57-18-6,-34-28-13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6919 10003 874,'85'11'-8,"55"-25"0,-47-1-1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7335 9648 874,'-40'93'-8,"28"-1"2,24 4 2,74 9 5,67-80-2,-39-61 1,-19 151 4,1-34-1,-35-202-6,-82-11-5,-38 6 11,175 74-4,24 164-7,-53-1 9,-63 11 1,-55-3 1,-1-33 10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8042 9825 874,'-16'128'-11,"23"26"5,19-38 6,71-8 2,11-147-3,-60-116-5,-37 11-2,-58-18 5,-16 45 6,-33 29 2,-25 60 1,70 174 0,105-9-19,73-2-6,-34-45-21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8261 10225 874,'97'85'-3,"-2"-134"-1,-95-61 0,-92 15 4,-5 106 2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8082 9422 874,'129'27'-15,"-35"-1"10,41 14-2,-20 6 11,-10 51-1,-45 27-3,-30 30 1,-19-68-4,6 72-3,-5-54 2,-1 3 4,1 58 1,-11-80 0,-18 75 4,-15-54 0,-53-46 0,-12-104-5,12-25-294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7217 8652 874,'129'16'-13,"8"-3"2,1-1 6,-52 0 3,15 6 0,9 3 0,-24-1 2,63 22 5,-33 4 4,-16 25-3,-37 15-2,-13 48-5,-7-31-2,0-14-12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12941 1589 874,'14'144'-13,"-9"-49"5,-2 26-1,-6 31-1,-1-24 2,-1 8-1,-4 19-4,1-19-5,-7 61-7,-5 47-3,5-80 6,-2 58-1,-2 57 2,1 48-3,5-23-1,4-47 1,-4 67-1,-3 57 1,-3 40 1,6-117 6,-3 43-1,1 57 1,5 36 2,5 25 5,5-6 5,0-138 1,3 67 3,-1 43 0,4 29 1,0-82 0,1-30 1,3 59-2,-1 37 0,-1 24 1,-2-160-2,2 68 4,0 46-2,0 28 2,0-56 1,0-71 0,4 53 2,7 28 3,4 16 2,-5-120 1,-1 22 0,5 40-3,1 16-37,9-1-9,-12-133 4,-12-129-2,3 18-26,7 29-21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15550 2026 874,'-133'-26'-7,"35"79"3,13 29-2,10 35 3,36 10 5,82-16 0,77-87-3,-9-80-2,1-138-9,-75 104 5,-3-15-1,-5-25 1,-2-13 3,-7 12 2,-8 37 1,-5-2 7,-14-32 8,-17 253-12,21 33-8,10 21 0,2-66 2,6-2 6,11 46 4,20-14 7,55-82 2,7-199-16,-34 33-21,-36 18-98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15988 1747 874,'-7'96'-15,"3"-10"5,0 14 3,2 51 5,26-16 11,65-102-6,18-119-7,-26-41-1,-47 38 5,-12-6-1,-6-47 2,-38-16 2,-19 51 3,-50 44 1,-21 67-5,-1 55-4,52 27 4,53 10-2,96 15-2,-5-77-2,19 16-11,-16-42-277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14757 2344 874,'112'15'-6,"11"-4"0,-2-4 2,39-5 1,-42-2 0,13 1-2,-39-1 0,29 0-1,21 0 1,16 0 0,-27 0 2,-7 0-1,21 0 1,12 0 1,9 0 2,-1 0 0,-46 0 2,1 0 0,5 0 2,-3-2 2,-23 1-1,48-7 8,-59 3-2,-4 3-49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14459 3432 874,'8'101'-11,"5"63"5,-5-65 3,3 11 0,2 11 0,-1-8 1,-1-25 0,0 23-2,6 61-1,-4-63 5,6 53 3,-3-33 4,20-309-11,-33-3-9,-5 54 7,-2-16 1,3 15 2,0 20 1,3-25 0,4-15 3,3-3 0,-2 48 2,3-5 0,2-3 3,0 7 1,-1 21-1,8-44 4,2 33 1,48 3-1,88 67-17,-55 24 0,59 7-3,-64 3 8,7 2 1,-17-5 2,89 1 0,-64-3-1,10-3 2,12 3-2,-40-2 0,16 2-1,18-1-1,13 0-1,-8-1 0,-30 1 0,21 0 1,14-1 0,12 0 1,-37 1 0,1-4 1,14-2-4,6 1-3,-8 0-1,-36 0-9,13 2-9,4 0-7,-10-1-7,-11 1-37,-2 1-38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14325 2148 874,'116'14'-7,"-16"-4"6,0 0 3,-10-8-2,-3-5-53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15211 3673 874,'-92'-67'-6,"31"-62"4,70 12 2,77 30-2,4 79 1,-12 147-2,-90-12-6,-81 36-2,-19-39 8,-8-48 10,32-32-1,81 55 2,117 2-6,25-73-5,4-80-1,-39 2-2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15696 3174 874,'-94'81'-12,"-29"60"-1,39-25 11,194-188-1,-37-61 0,17 135 6,-86 105-9,-10 23 0,-4-40 4,-9 1 2,-22 39 5,-31-44 3,65-193-1,168-21-17,-45 42-25,-32 55-77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15233 4115 874,'109'-24'-7,"57"-7"1,-31 14 3,-13 11-3,-18 3-13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15259 4884 874,'38'-115'-7,"-4"6"1,0-5 3,7-43 2,-26 69 1,-1-38 0,-98 95 3,-1 192-14,27-1-1,33-57 8,8 10 2,6-25 4,11 84 4,35-51 2,96-109-2,-36-23-4,-12-43-297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16674 3281 874,'-158'-2'-16,"66"9"10,-5 4 8,9 6 0,-10 77-2,84-9-3,-4 73-6,5 11 2,-4-66 2,3-19-1,-19 34 0,-15 19-1,13-40 3,-7 13 0,1 6 5,10-7 5,8 32 9,151-76 1,-7-129-15,-34 7-16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16351 3688 874,'-45'130'-15,"15"-44"10,-11 48 4,46-26 6,93-107-7,18-132-8,-33 14 11,-58 216-1,-46 12 7,131-91 0,-91-155-6,-11-6-1,49 39-3,26 63 1,0 52 0,-9 132-4,-83-59 2,-19 34 2,-60-86 23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16952 3824 874,'-23'124'-12,"9"19"9,127-110 2,-52-145-6,-22-10 2,-15 0 4,-31 15 3,-64 16 6,-13 93-3,-8 102-1,117-2-6,65-54-1,-2-23-5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17260 3846 874,'130'4'-12,"-33"-14"3,-6 2-8,-7-1-99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17913 3491 874,'-79'124'-16,"-3"48"6,53-89 13,10 19 1,107-58-3,24-126-4,-14-18-2,6 170 12,2-40-2,-112-141-2,-58 4-5,83 22 1,70 24-2,40 49 0,-30 56 4,-65 85-2,-61 15-9,-24-41-7,-8-19-76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18489 3622 874,'-32'146'-12,"7"30"6,14-46 8,98-90-1,37-186-9,-78 40 3,-8-6 2,-10 12 1,-5-54 2,-42 46 5,-71 66 0,-12 64-1,2 71-1,55 14-2,117 9-3,37-29-4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18631 4029 874,'18'89'-4,"84"-17"2,19-179-1,-106-4 2,-124 72 1,17 41-107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18691 3223 874,'158'-14'-17,"-68"17"14,4 8 2,-5 10 1,51 61 1,-43 37-1,-82 22 0,-23-36-2,-6-2-1,-14 81-5,8-73 5,-6-2 4,-15 43 3,-5-41 3,-50-36-1,-14-47-3,25-51-5,-18 1-15,17-36-815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17230 2736 874,'117'17'-20,"-11"-5"4,8-3 10,4-4 5,58-3 1,-74-2 2,56-2 7,-56 1-6,13-1-2,-14 2 1,-11 0-1,22-1-1,15-2-2,9 0 0,-44 2-1,18 2 1,18 2-3,8 4-3,-14-1-1,-25-2-6,15 0-8,3 0-8,-19 2-6,60 1-60,-56-13-12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16858 2375 874,'105'-16'-9,"29"1"5,-28 8 1,0 5 3,66 0-2,-71 1 1,74-2-3,-55 1 0,14-2 0,-22 2 0,-10 0 1,16 0 1,10 2 2,7-1 0,-47 1 0,22 0 1,17-1 0,9 1 0,-20 0 0,-17-3-1,14 2-2,6 2-4,-18 0-4,2 1-11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19614 2178 874,'140'11'-5,"-43"-3"-2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19599 2419 874,'110'6'-7,"2"-8"-6,4-2-29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20592 2325 874,'-120'35'-10,"-22"42"5,56-1 4,36 32 2,137-27-1,13-91 0,18-105-6,-45-26-2,-46 41 4,-4-19 0,-3-7 0,-1 0 2,-6 35 3,-2 5 4,1-30 5,-35 212-9,9 14-7,0 11 0,5-28 1,0 26-2,2 8 2,5-17 8,2-25 1,54 41 5,31-105 0,38-131-13,-36 25-22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21018 1755 874,'-42'118'-12,"-7"49"5,25-73 4,2-6 2,-9 48 1,12-20 0,15-27 2,45-2 7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20791 2117 874,'89'10'-10,"97"-2"-9,-86-6-3,-13 0-93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15038 782 874,'-134'89'-9,"-26"62"-7,68-52 8,-1 12 1,12-9 4,-45 73-2,14 8 2,54-56 1,6 15 1,8 12 0,12-24 1,8-15 0,7 20 0,2 17 1,3 12-1,4-53-1,0 22 0,0 19 0,0 11 0,-1 6 1,1-7 1,1-45-1,-1 25 0,-4 12 0,-7 9 0,1-36 0,-4-7 1,-11 13 1,-7 2 1,-5-8 0,13-39 0,-14 8 1,-11 0 0,-10-8-1,-77 47 4,27-61-2,4-54-5,26-34-117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13582 4592 874,'-44'92'-11,"-25"60"7,33-65 2,3 4 1,5-3 3,13-2 0,67 33-1,83-115-6,-15-61-5,-20-32 1,-10-68 11,-40 27 0,-34-26 5,-97 23 0,-79 92-6,25 56-3,41 68 5,130 20-4,57-32-4,-3-45 1,19 11-14,-25-24-167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13788 5283 874,'6'97'-3,"122"-13"0,-39-119 2,-28-52 0,-57 1 1,-104 38-1,4 24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14721 679 874,'-18'95'-3,"2"-2"0,4-2 2,34 4 1,122-21-3,15-103 0,-25-70 3,-54-45 0,-60 21 0,-98 14 1,-35 56-2,-35 63-3,18 41 5,18 53-2,29-18-20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20862 1016 874,'-112'67'-16,"-7"27"1,-27 69 4,39-10 5,50-34 0,6 25 2,9-4 0,11-26 2,-1 34-1,0 20 0,4 14 1,9-50 0,6 13 1,8 23 1,9 13 0,10 10 0,8 5 0,2 2-7,-8-63-7,-2 12-9,-3 9-8,-8 1-7,-11-2-9,-12-3-6,-12-7-6,12-52-6,-18 7-3,-12 0 0,-15-7 2,-81 51-41,28-58 34,-2-38 29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19746 4593 874,'-99'109'-5,"84"6"4,108-30-1,77-72 0,-85-31 3,24-59-3,-83-11 3,-95-5-3,-36 50 1,-39 52-6,46 3-6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20803 744 874,'-3'117'-4,"-17"43"2,9-59 1,-2-14-186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20553 731 874,'117'-33'-11,"-31"17"6,8 2 2,49-8-4,-40-5-4,-19 10-112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21309 699 874,'-84'128'-13,"-10"6"10,5 0 3,28-35 2,-12 16 0,8-12 8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21194 970 874,'-51'107'-5,"26"5"5,147-16-4,-12-145 1,-15-9-1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21449 926 874,'-63'97'-9,"0"19"5,4 29 2,21-32 2,10-27-2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21536 2132 874,'116'4'-7,"50"4"1,-79-3-1,2 9-427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21492 2359 874,'124'3'-5,"-20"-1"2,-10 1-1,-8 1-53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22510 1649 874,'-2'102'-6,"-19"40"0,-4-23 3,-3-8 1,-1 15 2,1 3 0,1-25 3,-15-17 6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22162 1649 874,'128'-4'-8,"-30"7"-2,58 5-5,-19 9-6,-23 6-7,-28-5-43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23270 2073 874,'-102'95'-14,"-55"34"1,60-53 7,-10 4 2,-47 37 0,19-13-13,-11 16-15,34-33-29,25-21-84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22519 2736 874,'-63'87'-7,"9"28"6,80 0 1,58-59-4,26-45-3,-9-51-1,-6-27-14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22732 2722 874,'-41'121'-8,"-19"48"0,19-45 2,12-20-6,2 0-23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13958 6524 874,'-13'109'-10,"-3"45"6,5-57 1,0 12-1,1-17 2,2-6 0,2 8-5,2 72-10,10-64 5,-2-16-9,4 6-14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13579 6581 874,'138'-16'-17,"-31"3"6,22 3 2,12 3-4,3 10-6,-52-2 5,5-4-30,-10 14-76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14489 7082 874,'125'12'-11,"31"2"3,-64-5-4,-5 10-599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14474 7359 874,'181'-9'-40,"-70"2"-44,-23 4-659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15055 6690 874,'42'136'-4,"-2"6"1,0-2 1,-2-11 0,-3-16 2,-9-29 0,9 19 0,-3-15-1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15091 7041 874,'-84'-123'-2,"76"-18"-5,39 36 5,64 56 2,30 96-3,-70 44 1,-22 52 1,-22 38-1,-14-35 2,-27 6 1,-8-40 1,-58-45 3,202 28-2,-3-3-4,-14-75-1,29-107-14,-32 18-25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15547 6927 874,'15'89'-11,"2"78"4,-8-68 5,6 4 1,4-2 2,5-4 1,29 24-1,7-277-18,-51-17 8,-14 62 7,-10 3 1,-14-40 5,-18 9 4,11 36 4,63-3 0,130 86-13,-68 34-3,41 9-12,-34-4-16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15965 7168 874,'-95'-23'0,"63"-100"-5,130 52-1,16 72 1,-25 45 4,-46 82-1,-65-3 1,-55-16 0,-33-14 2,19-40 2,147 50-4,44-110-2,18 6-5,-32-21-58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16232 7179 874,'16'108'-10,"7"28"7,-7-52 2,0 9-1,4 9 1,10 58-2,2-6-1,-9-54 2,4 14 0,-2 3 0,8 53 1,-17-76 3,9 46 2,40-306-12,-66 37 1,-1 33 2,-3-12-1,-7-18 1,-5-9 3,-2 5 3,3 31 0,-4-22 1,-3-11 1,0-8-1,7 38 1,0 1 0,-1-4 2,2 5 1,5 11 0,31-62 1,95 44-5,-26 77-3,60-1-4,-38 29 1,15 7-1,4 2-4,-46-2 1,2 0-11,0 6-164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16664 7377 874,'110'-112'-9,"-56"20"5,-21 0 4,-22-6 2,-31-39-3,-24 30 3,-51 143-1,74 81-9,30 38-4,10-69 2,37 63-20,0-50-41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16634 7534 874,'122'-16'-11,"55"1"2,-78 9 2,34 1-10,-47 2-10,0 10-769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17038 7687 874,'-84'-8'-5,"-32"48"3,49 74 2,163-34-3,13-176 2,-28 102-2,-65 132 0,-5 10 0,-9-59 2,-6-3 1,-10 33 1,-40-23 2,-44-137-4,79-119-7,12 48-12,34 27-267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17052 6599 874,'4'96'0,"-1"24"-4,-3-33-56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18052 6026 874,'-81'92'-12,"-3"64"3,45-52 4,7 13 1,9 10 1,9-23 0,7-3-1,7-1 1,4-13 1,12 29 0,11 21-1,10 17 0,-9-43 1,7 12 0,6 21-1,3 14 2,-7-13 0,-9-31 1,-2 15 0,-9 4 4,-12-2 1,-2-32 0,-11-10 0,-16 7 1,-19 0-2,-55 44 3,-16-67-3,25-30-11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18206 8724 874,'-33'105'-6,"42"14"2,58-7 1,31-83 2,5-29 0,4-47 3,-44-91-3,-66 47-2,-29-35-8,-45 41-9,-18 53-13,6 15-122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18297 5984 874,'-30'143'-12,"14"6"8,33-22 4,96-41 2,-12-97-3,30-112-3,-47-5-4,-56 38 4,-17-5 4,-22 2 0,-36-48 1,-46 33 1,-28 41 3,0 47 0,13 40-1,25 65-2,72 23-3,117 13-4,-18-84 1,23 19-16,-24-50-268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18591 6274 874,'111'90'-4,"-10"-106"3,-150-89-1,-45 106 2,5 10-56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19397 7142 874,'-85'-25'-5,"1"26"-1,-25 46 7,61 56-1,122 4-3,42-115 2,-23-62 0,-30-83-3,-42 38-3,-6 11 1,-7 15 1,-4-14 3,-6 2 3,-7-43 3,-26 248 4,42 57-16,9-51 3,9 1 3,23 52 0,-12-79 4,34 30 7,25-79-1,-6-86-3,-11-71-6,-31-8 2,-34 25 1,-83 240 0,96-26-3,58-19 2,49-87-2,-37-62 0,-39-88-3,-53 53 2,-19 3 0,-48-55 2,-36 54 2,-9 42 1,5 75 2,74 126-4,173-7-13,-56-64-12,-1-37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21541 7399 874,'-144'20'-15,"49"-12"9,-24 0-2,-18 0 0,28-3 3,-2-1 0,0 0 1,10 0-3,-34 1 1,-27 2 1,56-3 1,-46 3 1,-33 1-1,-21 1 0,26-3-21,32-2-8,-16 0-7,4-1-7,19 0-7,32-3-6,2 0-73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19070 7897 874,'-108'21'-6,"6"27"1,6 43 3,77 10 3,39-16-3,90-11 3,49-80-1,-51-39-2,-16-46 0,-64 211 5,-18-16-2,103-43 2,-95-190-7,-74 5-3,2 28 10,77 7 0,78 80-4,30 69 3,-46 43-1,-60 53-2,-16-51 1,-38-18-621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19609 8039 874,'-26'111'-6,"7"34"2,26-26 2,99-21 3,10-132-3,-25-79-2,-67 25 0,-18-1 0,-24-40 2,-62 9 3,-10 43 3,-38 49 1,95 170-1,191-38-15,-65-46-11,-6-33-3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19972 8212 874,'88'-7'-10,"72"-18"-2,-55 4-4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20406 7913 874,'-89'121'-8,"99"8"7,121-47 0,-9-124-3,-17-7 5,-65 144-2,1-5 2,67-61 2,-104-132-8,-70-17 5,20 12 1,199 65-9,-35 85 0,-24 37 12,-54 29-1,-52-21-2,1 18 11,-32-18-451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21088 8046 874,'-24'116'-5,"22"-6"2,49 5 4,43-119-3,6-143-9,-86 58 6,-18-51 2,-55 4 4,-28 42 2,2 70 1,51 115 0,67 14-8,94 0-7,-34-33-17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21413 8288 874,'52'125'-2,"52"-131"-3,-95-107 3,-129 32 1,34 72-55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20762 7482 874,'113'-39'-9,"-29"27"5,11 5 2,41 2-2,-12-12-4,-37 10-58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21272 7384 874,'-97'0'-13,"5"0"1,-15 0 3,-2 3-3,9 2-3,14-1-10,2 2-9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18603 7672 874,'0'117'-7,"3"49"2,1-82 3,6 58-1,2-10 1,-2-36 1,2 50 0,0 7 2,-12-50 0,-94-119 1,8-75-4,15 6-60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18452 7707 874,'101'0'-6,"-7"0"1,8 0 3,60-4-1,-52 1 0,-11 0-1,1-1-1,29 0-1,22-2-1,14 1 0,-57 1 2,26 2 0,16 1 2,7 2 3,-21-1 0,-23 1 1,21-1 2,16-3 0,11 1-1,7-2-2,-40 1 0,-4-1 0,11-1 0,4 2 3,-11 2 1,-38 0 0,11 2-1,-1 1 2,-9-1-1,37 22 5,-56 46-2,-63-3-14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21492 7391 874,'114'-14'-10,"46"6"2,-65 5-3,-7 14-421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21551 7569 874,'173'-9'-34,"-69"2"-33,-19 6-699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22400 7037 874,'19'124'-11,"-1"36"6,-13-67 4,1 1 0,-1-4 1,3 27-1,-3-24 5,-3-6-45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22042 6947 874,'128'3'-25,"-6"3"6,20 5 5,10 3 4,-60-5-12,29 2-21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23052 6954 874,'-61'96'-12,"-21"71"3,46-61 5,10 17 0,16 9 0,11 11 1,4-29 0,6-3 0,12 10 0,9-7-3,-5-16-2,8-4-7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0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23166 7453 874,'-21'148'-12,"18"21"5,18-81 6,58 66 3,51-61-2,-2-73-1,9-106 1,-51-22-3,-57 19 0,-13-9-1,-13-54 2,-36 7 5,-23 28 1,-16 29 0,-56 25 2,33 77-4,20 128-4,111-17-1,104 5-9,-37-47-16,-14-40-259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23592 7993 874,'65'111'-6,"28"-58"5,14-81 1,-83-82-1,-115 49 0,0 31 2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23786 7082 874,'107'119'-18,"35"62"1,-62-64 11,-8 9 3,-11 4 1,-15-22 2,-18-15-2,-16-7 3,-24 62 5,-55-17 2,-46-34-2,14-30-2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24644 8415 874,'-132'-6'-15,"28"2"3,-32 0 0,-27 3 0,-17-2 2,60 3 3,-23 0 4,44 2-1,-33 1 0,-16 5-8,-10 3-7,6-1-7,41-1-6,-20-1-7,-6-5-8,48-2 6,5 3-90,0-9-120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15213 5692 874,'-168'3'-22,"53"-1"12,-18-2 2,-20-1 1,-28-2-2,-30 1 0,-25 3-5,-4 7-1,33-2 0,58 4 2,21 7 25,35 17 1,6 56 9,82 39-4,18-43-9,2 5 0,14 71 6,-8-41-18,0 22-3,-4-25 0,-1 8-1,3 36-2,-1 27 0,-5 21-1,-10 14 1,-2-71 1,-7 27 2,-9 24 0,-5 18 4,-1 5 0,0-20 3,5-59 1,-1 13 3,-1 1 4,0-12 2,7-38 0,0-18 0,3-7-1,5 36 7,56-29-4,91-35-9,47-31-16,-57-18 2,11 2-11,4 3-7,0-1-8,-34-3-8,-14-1-6,3 1-6,-9-5-5,31-3-62,-43-3-106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23438 5821 874,'122'8'-13,"-26"-8"4,23-3 2,18-2 0,-37 1 1,11 1 1,-16 1 2,5 2-3,22-3 3,5 2 3,-27-1 5,56 2 9,-50 7-1,-3 83 1,-90 46-12,-14 0-6,1-31 0,5 19-1,3 18-1,0-16 0,0-14 0,7 28 0,2 25-1,1 20 1,0 16 0,-4-48 0,-2 6 1,0 29 0,-1 16 1,1 8 2,1 7 2,-5-78 0,3 22 1,2 12 2,0 0 1,-2-30 2,-2-24 0,2 4 2,3-1 0,2-9 0,8 36 6,-8-18-2,-31-42-6,-93-10-5,-42-31-10,15-30-1,-36-4-3,36-6 1,-22-2-4,-43-2-6,-31 1 2,-3 4-28,68-5-5,-33 5-7,-14 5-3,2 0-3,12 2-3,39-2-2,35-4 3,6 2 7,22-5 6,-21 10-15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1332 1092 874,'11'118'-5,"-6"28"0,-6-5 5,-6-34 1,8-246-14,15 53 9,24-49 7,40 41-1,21 75-1,-17 139 4,-65-9-4,-12-26-4,-10 1-61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1810 1136 874,'-21'113'-7,"3"-12"3,1-4 4,26 14 2,100-92-2,-40-140 1,-115-8-3,18 8 3,111 78 0,14 126-2,-43 81 0,-40-75-1,-2-4-621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2058 714 874,'-16'132'-11,"3"28"4,7-31 3,2-10 3,0 34 0,2-21 6,88-72 8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1929 1046 874,'92'0'-7,"34"5"5,-25-2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2245 1227 874,'17'100'-8,"-14"-4"1,-32-11-12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2376 1000 874,'-60'100'4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2518 1220 874,'-33'97'-7,"25"15"7,76-30-1,61-106-1,-65-66 1,-133-13 0,-32 79-2,50-62-11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2778 1106 874,'6'106'-9,"-2"-3"7,-10 23 3,36-212-12,17-22 8,51 14 7,7 96-2,-34 149-1,-53-58-3,-33-9-290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4119 645 874,'-89'-9'-13,"-13"3"-3,-26 2 2,-11 3 4,42 0 4,-11 1 0,16 0 7,-3 2 0,-33 4 0,-19 2-2,-12 1 0,57-3 2,-26 4 0,-16-1 1,26-1-1,6 0 1,-19 4 1,-5 1 0,4-1 0,44-4 0,-7 2 2,5 6 1,-42 21 5,17 43-4,37 28-5,17 39-3,32-55 0,-10 56-1,16-11 5,31 10-1,40-4-3,15-49 0,54-26 1,-6-37-1,67-24-1,-70-12-1,75-7-3,-57 0 2,17 0-1,-26 3 0,-6 1 1,16 3 1,9 3 2,1 2 2,-47 0 0,22 3 2,13-3-1,7-3 0,3 1 1,-15-1 0,-29 2 0,6-1-1,-1 2 1,-2 3-1,38 0 3,-9-39 0,-27-17 6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3416 653 874,'-11'128'-11,"-1"42"2,-1-32 3,4-12 7,9-34-2,6 17 0,4 11 0,-4-32-1,-2 32-1,-10 24-2,0-51-2,4 28-17,-18-34-774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3523 3239 874,'99'-80'-23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17528 8616 874,'89'-20'-5,"34"3"-2,-14 6 4,41 3 0,-34 6-3,21-1 0,23 1-2,22 0-1,18-3 0,-9 1 1,-43 0 1,33 1-1,23 3 1,11-2 3,-54 2 1,-1-3 1,16 3 3,1 3 3,-2 1 3,-13 0 2,-55-2 0,1 0 0,-4-1 1,-9 0-1,19-14 6,-28-4-52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19867 8321 874,'12'115'-10,"-1"-5"0,0-20 5,7 64-3,-8-56 6,-2 18 0,-1 13-1,-5 4 1,-2-27-1,-1-12-3,-3 5-2,-3 45-23,3-49-53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19853 8380 874,'95'94'-11,"15"4"4,-19-34-9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19908 8380 874,'-45'126'-16,"-15"-2"3,4-37 7,-6 13-18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19748 9648 874,'23'128'-12,"-10"-36"5,4 45 0,-3-43 5,6 47 3,-3-26-1,-41-239 3,17 28-7,3-59-2,8 70 6,11-50 5,36 48 1,68 75 1,-15 123-2,-127-26-6,-82-9-1,10-46 2,-4-22 3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20195 9588 874,'19'102'-9,"-7"10"4,-3-2 3,-1-19 3,-5-6 1,-34-182-2,47-35-1,51 2 3,52 67-2,-12 79 0,-26 127 2,-55 3-3,31-29-1,40-48 0,2-61 3,5-100 0,-99-48-3,-57 26 1,-41 54 2,4 57-1,45 102 0,28-7-1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21031 9902 874,'-86'5'-7,"1"50"3,51 50 2,45-6 0,30-13 1,62-33 2,1-147-3,-47-39-8,-40 14 1,-9 21 2,-5-2 1,-7-17 0,-5-3 5,-1 24 4,-10-61 8,4 65 2,4 204-1,12 36-21,6-37 1,7 21 1,6-1 1,-5-38 1,9 15 3,6-2 6,9-19 0,79-76 7,-69-114-11,-30 17 0,-6-5 4,-5-29 0,-14 232-1,41 53-3,4-38 1,73-86 5,-38-184-10,-29 9-3,-45 263 8,24-18-3,78-48 5,-19-193-4,-55 15 0,-16 30 10,-11 169-11,9 3-2,10 3 6,25 37 3,48-67-4,3-118-3,-45-36-6,-12-31-1,-11 39 1,-10-35-1,-10-14 2,-10 0 4,-1 23 4,-2 27 4,-5-24 7,6 199-5,6 10-7,4 81-2,-1-45-2,-1-25 0,0-2-1,-2-16 1,2-5 2,-5 52 8,14-284 0,28-9-1,3 68 1,80-38 3,-4 91-6,-33 20 4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21581 9422 874,'14'90'-5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19972 11015 874,'79'-128'-17,"-25"44"8,29-45 2,-10 17 10,12 1 1,25 179-3,-84 18-5,14 75-4,-22-55 3,-10-1 4,-18 39 6,-76-88 0,-25-110 0,44-33-437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20753 10569 874,'-114'83'-15,"43"2"6,15 14 4,33 33 3,43-29 3,71-23 7,-5-44-296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20964 11067 874,'-106'-7'-3,"0"51"1,214-3 0,-6-54 0,-48 118-2,-20-2 4,77-43 0,-8-130-4,-7-79-7,-50 36 3,-9-15 1,-13-5 3,-8 44 2,-11-17 1,-12-2 3,-7 13 2,-31-40 6,-85 83 5,52 185-17,61-41-4,19 105-9,30-65 6,19 4-10,-13-40-9,13-1-7,30 28-55,6-23-124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21756 10829 874,'-120'-17'-7,"6"29"2,29 50 6,67 56-2,117-33-1,-11-134 2,-20-44-1,-25-11 1,-48 187-2,17 26 3,46-25 0,45-131-2,-22-73-6,-36-28 5,-32 35 7,-63 233-7,74 35-3,14-48 4,73-64 5,-31-149-4,-43 21-4,16-52 6,0 38 4,15 212-8,-57 2 1,19 27 5,26-55-1,74-80-4,-24-47-1,-6-67 1,-42-4 0,-47-14 1,-73 34 4,-48 116-2,78 106-5,43-5-2,51-18-9,24-27-75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21870 10403 874,'-84'42'-866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23014 9441 874,'-36'95'-11,"-27"91"-6,26-52 8,3 23-1,9-21 2,11-9 1,8 17 1,2-27-3,15 44 1,21 27 1,17 6-20,-16-69-7,39 60-54,-34-101 20,14 10-86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23145 10161 874,'12'109'-20,"5"-2"5,7 23 3,4 14-11,0-7-6,-9-47-4,3 17-44,-4-17-29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23171 10101 874,'101'14'-10,"-5"47"6,-56 35 4,-62 25-1,-114-61 0,56-130 1,23-14-183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23458 10141 874,'32'110'-10,"-1"18"4,-7-22 6,-30-209 2,12-1-3,54-9 2,29 71 0,-2 25-108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23791 10222 874,'-26'156'-8,"139"-63"7,-24-211-2,-115 6 4,-72 96 5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24062 9980 874,'32'140'-19,"-14"-26"7,-5-28 4,-1 14 1,-3-6 2,-2-1 1,-2 3 2,-1-5-2,-5 17 1,-10 1 6,-24 36 12,-61-112-3,-7-149-16,33 28-20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23998 9648 874,'-14'87'-17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24144 10279 874,'105'15'-6,"29"-55"4,-67-88 2,-184 50-2,28 182-4,85 41 0,48-23 4,102-53 5,-26-87 4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24526 10238 874,'-78'138'-13,"58"-32"5,29-13 9,113-10 0,-4-217-5,-98 25-3,-22-26-2,2 47-3,3-29-28,-15 33-736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24564 9664 874,'-13'139'-16,"12"-40"7,5 21 1,4 12 1,-1-41 2,6 14 1,11 69 0,4-16-11,-7-24-18,-10-39-69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24561 10237 874,'98'17'-6,"3"69"1,-35 6 2,-28 3 1,-16-3 1,-112-20-283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24896 10455 874,'-29'98'-4,"18"-8"2,27 0 2,38-214-5,-75-23 0,14 47 4,119 143-9,-29 53 0,-29 17 15,-32-1 1,-31-215-4,54-3-7,40 117 8,-62 119-5,-10-6 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25112 9814 874,'59'140'-22,"-18"-21"8,-3 6 3,-9-22 1,5 34 0,-12-40 2,3 47-2,-6 29-28,-10-42-7,-11 2-6,-20 6-4,-20-14-5,-18-33-4,14-6-76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25335 10916 874,'-119'1'-20,"-8"6"-1,-50 4-13,-47 3-4,49-3 9,-25 1-1,-11 1 4,21-1 2,-94 9-17,100-6-24,67-7-22,9 0 38,20 0 3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9988 12349 874,'-103'31'-3,"-56"-11"-14,22-10 8,9-2 6,37-4 3,-17 0 0,-10-1 0,6-2 0,19 0 0,-26-2-1,-18-2-1,-14-1-2,39 2 1,-11-1 0,-19 2 0,-16 2 0,8 2 0,36-1 1,-27 2 0,-20 3 0,-17-2 1,40-1-1,-6 2 0,-27-1-1,-15 0 0,-9 2 0,-2 2 2,65-3 0,-18 3 2,-14 3 0,-12-2 1,18-2 0,27 0 0,-26-1-1,-19-2-1,-12 2-1,55-2 1,-15 2-1,-22 1 0,-10 3 2,15-1-1,37-2 0,-25 3 0,-15-1 0,-11 1 1,-5-2-6,31-2-5,25-3-9,-13-1-8,10-2-9,38 0-7,-7-1-7,6 0-6,-39 4-73,49-2-110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21591 5668 874,'104'19'-5,"21"15"3,-30 27 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17364 3747 874,'54'129'-3,"-24"-20"3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16932 3808 874,'8'85'0,"2"17"-2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17320 3778 874,'33'145'-3,"-17"-59"-1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8"/>
    </inkml:context>
    <inkml:brush xml:id="br0">
      <inkml:brushProperty name="width" value="0.02646" units="cm"/>
      <inkml:brushProperty name="height" value="0.02646" units="cm"/>
      <inkml:brushProperty name="color" value="#0000FF"/>
      <inkml:brushProperty name="fitToCurve" value="1"/>
    </inkml:brush>
  </inkml:definitions>
  <inkml:trace contextRef="#ctx0" brushRef="#br0">23421 3661 874,'-96'38'0,"-24"8"-4,27-15-56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49"/>
    </inkml:context>
    <inkml:brush xml:id="br0">
      <inkml:brushProperty name="width" value="0.02646" units="cm"/>
      <inkml:brushProperty name="height" value="0.02646" units="cm"/>
      <inkml:brushProperty name="color" value="#0000FF"/>
      <inkml:brushProperty name="fitToCurve" value="1"/>
    </inkml:brush>
  </inkml:definitions>
  <inkml:trace contextRef="#ctx0" brushRef="#br0">10560 8194 874,'-94'39'-4,"1"-11"-5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0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23184 3695 874,'98'-30'-5,"-208"102"2,23-37-25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1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23040 3581 874,'101'114'-83,"-6"-25"86,-7-1-169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16992 3978 874,'94'-15'-3,"61"11"-6,-21 6 9,-33-15 1,-192-34-8,-46 21 2,-4 5 8,271 30-8,-46 0 5,13 3 3,2 3 0,25 3-1,-276-13-12,58-7 5,10-1 0,-51-2 4,273 30 1,-32-12-4,-14 0 4,47 5 11,-237-55-7,-67 15-13,50 11 3,-3-1 2,22 2 4,233 1 2,-45 13 0,-7 0 4,56 8 3,-56-1-3,-202-15-3,-18-8-9,50 4 3,-45-3 2,255 42 2,-11-14-3,-13-3 4,-223-16 3,33-5-6,-48-6-1,42 5 3,226 24-9,-30-4 4,-11-2 1,37 6 5,-242-21-10,-12-8 3,-5-2 8,259 8 4,2 14 0,-41 0 3,-197-27-10,7 5 3,20-47-2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17066 3983 874,'108'-15'-7,"-11"-2"2,10-5 1,59-12 3,-64 11 0,57-10-2,-53 12 2,11 2-1,-10 4 0,-20 3 1,21 0-3,11-1-3,5 0-1,-38 4-2,10-1-7,12-3-8,6 0-8,0-5-7,-17 5-34,5-3-37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18213 3581 874,'161'0'-21,"-42"3"12,-20-2 1,-5 6 2,-1 5 3,69 20 3,-55 51 6,-137 9-2,-164-1-17,69-75-14,25 4-14,3-8-33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18958 3636 874,'20'-102'-10,"44"4"9,43 52 3,-31 140-4,-54 57 2,40-66 0,44-137-10,-62-41 10,-30-39 2,-65-14-1,-44 86 1,25 146 2,152 29-8,81-110-4,-66-42 2,-7 10-10,-6-18-3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18943 3117 874,'101'-8'-13,"-5"-4"0,31-12-1,-36 9-8,11-5-11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19272 2888 874,'92'20'-10,"73"36"-4,-44 0 14,-59 40 4,-103 26-5,-30-24-3,-16-18-33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19626 3467 874,'-32'121'-10,"-13"-8"6,16-29 5,41-175-5,13-22 3,69 91 6,-6 59-5,7-84-1,10-58 3,-104 250-14,-26-12-4,7-47-16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20224 3426 874,'-77'127'-22,"11"-41"15,-7 3 2,-48 57-12,48-56-8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20142 3663 874,'-46'142'-15,"-13"-10"6,14-39 9,58-225 1,18 46-5,26-44 0,47 20 9,10 55-2,-12 63 2,-129 112 2,-86-57-13,-22-23 3,40-1 5,188 38-2,21-12-2,-29-16-8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17945 6104 874,'87'-10'-102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11296 4951 874,'-144'24'-12,"57"-14"6,-16-1 0,-57-1-3,47-8 6,4-3 0,11 2-1,-33-1-2,-28-1 1,-20 2-1,49-1 1,-21 1 0,-30 1 7,-24-1-3,-16 3-3,-5 1-8,70 0 0,-37 2-5,-23 1 3,-11 2 7,41-3 14,19 0-1,-22 1-5,-15-1 2,-1 2 2,0-1 4,57-2 0,4-1 2,-7-1 0,0-2 0,17-1-4,38 0-1,-9-3 1,-2-5-1,16-4 0,-56-28 5,2-79-6,91 31-5,15-8-2,14 15 0,5-62 0,33-9 3,9 47-1,19-10 4,6 33 1,41 5-4,35 27-2,-35 31 0,51-3-3,-47 14 1,11 1 0,-14 3 1,92-1 2,-66 2-1,10-3-2,-38 2 2,19-1-2,16 0 2,16-1-2,-12 2 2,-26 1-1,24-1-1,16-3 1,10-2 0,-39 4 1,9-2 0,20-1-1,15 0 1,8 2-1,5-1 1,-57 3 1,25 0-1,18 0 1,13 1-1,-25 0 0,-17 1 0,22 1 0,15 1 0,3 1 1,-52 0 0,17 1 1,17 1 0,10 4 0,-16-3 1,-26 0-1,21 2-1,7-1 2,-1 0 0,-27-2 2,-24 5 3,-1 7-1,36 19 4,-35 33-4,-59 68-2,-51-43-6,-29 52-7,-1-36 1,-12 28 0,-9 38-1,24-62-5,1-11-15,10-8 12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13648 5754 874,'-37'86'-8,"-8"21"5,5-1 1,6-18-26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13401 5875 874,'84'72'-14,"9"-8"-1,3-6-4,28 8-13,-39-20-40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23355 3506 874,'-46'99'-3,"-10"15"-7,-22 10-3,14-26-13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22996 3612 874,'109'56'-11,"44"21"0,8-4-1,-74-33-7,-2-5-2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12105 12108 874,'44'136'-4,"3"-8"0,-3-31 3,54 31-1,-3-27-1,60 9-2,-55-57 4,1-3 0,74 23-4,-61-29 2,14 0 0,-25-12 0,0-1 1,22 1-1,19 0 1,15 0-2,11 0 0,-51-9 0,18 1 1,18 2 0,10-4 1,-13-4 2,-31-8-1,27-2 1,18-4 0,12-4-1,12-4 0,-38-2 0,-12-2 0,17-7 1,4-6 0,-5-6 3,-52 8-1,6-6 3,-5-5 1,36-15 8,-55 9-1,2-8-47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12694 12208 874,'-119'-48'-11,"-43"0"3,75 28 4,-47-6 3,21 12 1,8 45 3,70 62-3,55 70-7,8-53 2,-8-19-10,13 18-13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15472 13105 874,'127'9'-8,"25"-30"4,-30-18 1,-26-17 1,7-65 0,-35 0 1,-22-48 1,-37 74 0,-8-37 0,-53 13 4,-83 72-2,32 124-4,42 76-7,49-31 2,15 8-2,1-38 2,10 20 1,10 0 5,4-19 5,38 31 6,31-75-1,32-95-1,-18-66-8,-70 14 5,-105 184-2,95 60-6,33-45 4,59-79 0,-51-118-3,-53-25 0,-62-29 0,-11 56 3,-52 49 4,71 139-4,49 13-3,24 6-19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16415 12712 874,'-20'118'-11,"15"41"2,49-49-3,-19-22-109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16396 12379 874,'5'150'-9,"-1"-38"-1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17138 13249 874,'-91'-73'-3,"10"192"-1,121-30 0,70-92-2,-35-82-6,-34-14 2,-2-33 0,-9-14-1,-10 46 3,-5-27 2,-10-6 4,-9 6 4,-1 25 4,-14-41 10,-13 275 6,28-23-25,0 21-2,0-34-1,3 9 0,5 19 3,7 5 2,6-13 3,-4-32 1,14 0 1,44 32 8,14-81-2,10-106-5,-36-25-5,-30-71-3,-32 33 1,-27 28 3,-67 93 1,60 109-7,34-4-2,20 25-1,35 65-38,-23-93-2,16 6-39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18184 12348 874,'-108'-91'-6,"24"145"3,24 67-6,41-20-1,9 45-4,10 31-5,8-8 2,0-33 2,4 23 9,-4 2 5,-11-16 7,0-41 2,-18 19 12,-80-188 17,53-23-60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17707 12908 874,'108'-33'-7,"22"24"2,-21 25 2,-9 97 6,-80-16-4,-22 19 2,24 20 1,71-169-4,-94-76-7,-23-19 0,-12-11 9,15 35 6,80 16 1,63 128-7,-6 34-3,-14 41 0,-39-6 4,-30 12 3,-2-32 1,57-56 5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18678 12682 874,'-37'97'-9,"7"52"2,27-25 2,25-8 4,18-9-1,38-19 6,24-60-1,26-92-2,-33-41-5,-35-58 1,-45 46 3,-42 25 4,-106 95-1,63 86-5,49 5-3,21 20-3,29-1 1,-11-19-12,5-8-2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19790 13455 874,'-102'11'-13,"10"-2"4,-32 4-3,-30 2-1,-5-3 2,30-3-2,-43-3-4,46-2 3,-78-1-13,-57 1-4,58-1 3,-34 1-2,-68 5 1,-50 9-2,-38 15 1,138-10-26,147-16 3,-32 3 16,45-1 12,2 5-12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9257 5920 874,'-60'101'-5,"-54"29"0,24-50 3,-65 2 2,24-40-1,35-30 1,-2-12 0,-1-15-1,7-6 1,-41-23 0,3-29 2,37-4 0,17-20 0,20 9-7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9408 5966 874,'87'47'-3,"64"19"-2,-25-21 0,32-11 3,-22-21 0,3-14 2,-7-13 1,-17-7 0,12-15 1,-10-7 0,23-8 0,-49 20 3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16868 7333 874,'63'-19'-12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16887 7294 874,'85'26'-632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15393 1000 874,'-28'89'-10,"-3"-4"-1,-8 19 0,5-15 3,-22 84-2,35-86 15,4 55 0,49 0 1,53-71 3,-1-19-101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15591 1317 874,'4'145'-12,"1"5"11,37-63 2,11-190-5,-4 13 5,10 178 0,75-46-1,-30-117-5,-22-43 2,-37 21 6,-149 242-6,84-13 7,28-25-4,93-93 0,-26-104-6,-15-2-1,36 33 13,-68 155-8,-26 25 4,13-30 6,81-191-11,-43-17-4,-15 30-17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16461 955 874,'-15'133'-15,"2"-36"7,-7 46-2,1-7 8,1 25 6,17-44 1,51-18 7,35-155-10,-16-37-8,-32-27-8,-11 32-18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16589 1348 874,'-8'151'-11,"4"8"7,61-276-213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16704 1136 874,'-40'100'-6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16336 1273 874,'109'10'-9,"-2"2"5,1-3 0,-20 2-26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16876 1401 874,'-62'89'-11,"-3"31"14,69-20-2,129-155-7,-36 13-11,-10-22-418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17202 1475 874,'-121'51'-10,"4"19"6,50 38 6,170-117-3,-13-100-5,-11 2 5,-57 203-2,-44 2 7,120-45 2,3-190-13,-46 30 0,-5 13-14,-4-7-7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17427 804 874,'-17'144'-16,"5"-43"8,-9 59-7,9-20-8,6-7-28,16 13-33,0-56-69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17501 1510 874,'71'-87'-6,"-57"-17"7,-102 114-5,38 77 3,37 8 1,102-17-2,-1-83-2,18 11-8,-22-38-177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17842 955 874,'62'129'-12,"-22"54"0,-28-25 4,-25-14 7,-14-51 0,-12 10-1,-16 6 0,12-20 1,-14 9-3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8923 10478 874,'-12'-93'-4,"-106"-15"2,-20 63 2,-30 5-1,75 28 0,-5 12 1,-2 12-1,5 13 1,6 12-1,-47 46 2,28 32-2,39-3 2,28 1 0,23-2-1,15 15 0,20 0-1,14-10 0,39 32 2,9-34-2,39-11 1,43-40 1,-23-47-2,-47-35 0,2-17 0,44-37-3,-23-43 2,-33-10 1,-17-20 1,-32 55-1,-3-9 1,-1-5 0,0 3 0,-9 13-1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18005 2875 874,'85'-50'-4,"47"-22"1,-45-16 2,-82-16-3,-114-6-2,22 39-9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19301 5132 874,'76'92'-7,"37"-9"5,-3-153 1,-50-85-2,-23 53 1,-6 11-57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21938 5030 874,'101'-7'0,"-2"59"-6,-63 61 1,-45 8 2,-26 4 4,-8-36-437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17021 3069 874,'87'23'-3,"53"15"0,-52-12 2,12 3 0,-16-5-2,69 13 0,-65-18 1,0 0 1,37 11 1,25 12 0,11 7 1,-36-14 0,34-1-1,-67-19 0,56 6-1,18-1 0,-75-11 1,44 6 0,30 2 0,-72-7 0,3-1 0,51 4 0,-58-2 0,10 0-1,4-1 1,-11 1 0,69 8-1,-68-6 1,48 6 0,-47-6 0,6 2 0,-15-2 0,72 8 0,-63-7 0,3-1 0,8 6 0,59 11 0,-66-11 0,6-2-1,6 1 1,5-2 0,54 9 0,-62-10-1,9-2 1,-13-2-1,-17-1 0,16 2 1,8 3 0,6 2 0,1 2 0,-27-4 0,-4-2 0,12 3 1,8 3-1,6-2 1,6 3-1,51 8 1,-69-8-1,4-2 0,-12-2 0,73 11 0,-71-11 1,52 8-1,-52-7 0,7 5 0,2 2 0,-10-3 0,56 16 0,22 5 1,-41-14 0,24-2 0,-8-2 0,-23-9-3,-6-8-6,-31-3-20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17015 3144 874,'21'111'-9,"0"62"1,-16-14 0,-11-40 4,-9 67-4,2-54 3,-3 10 0,7-10 3,3-35 0,13 10 3,17 0 3,18-6 0,40 34 3,79-15-2,-52-68-5,10 1-1,60 25-3,-73-24 2,5 16 1,-18 2 0,50 75 0,-81-35-1,-17 22 0,-17-33 0,-15 20-2,-17 28-1,-18 19-1,-12 11 0,-3 0 2,12-59 1,-1 16 3,6 3 3,15-12 4,10-30 0,43 47 7,108-69-5,-35-69-11,-26-6 0,15-6-4,27-5 0,-12 7 0,-20 3 1,20 19 2,4 24 2,-8 30 1,39 67 1,-89-14-3,-13 31-2,-13 24 0,-6 14 0,-3 4 1,-11-63 1,7 15 1,9 3 3,13-8 2,9-15 4,7-25 0,53 33 8,-34-84-10,17-12-1,-20-17-1,5-10-2,20-21-3,18-28-3,14-33-2,7-37-3,-47 32 0,15-43-4,18-37-5,11-29-2,-10 8 3,-22 31 1,26-34 3,21-16 2,12-2 4,-48 59 6,9-1 2,16 0 8,8 9 5,2 19 2,-6 26 2,-54 27-1,5 18 0,-14 18 0,66 14 9,-63 9-16,68-6 1,-55-20-13,5-24-3,2-19-1,-21 4 3,72-92-5,-79 48 4,-6-2 2,24-41 4,-32 7 10,-34 10-1,-23 39-9,1-9-1,4-6-2,3-2 2,4-2 0,-4 8-1,14-70-2,-16 63 1,1-6-1,-5 28 2,18-85 3,-9 30 2,4-13-3,6 41-1,31 26-1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1674 11956 874,'-28'-91'-33,"1"7"-136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1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1711 11459 874,'5'115'-7,"-21"45"3,1-66 1,-7 59-4,10-51 4,-3 67 0,8-60 2,-4 7 0,-5-10 1,-24 41 3,-50-64 3,3-163-2,109-31-4,35 13 0,54 46 2,-8 55-3,13 66 0,-20 8 1,-1-22 3,19-57-1,-82-121 0,-92 28-4,-51 56-1,17 83 0,56 60-1,56-19-1,32 10-2,57 34-4,-1-86 5,3 16-17,-20-47 16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2271 12856 874,'87'-71'-6,"-11"-31"-5,-26-7 10,-11-52-4,-25 55 2,-2-8-1,3-69-1,-12 75 6,-1 14 0,1-29 4,20 221-8,-15-5-5,0 1 0,-3 42-2,-4 23-1,-1 8 4,0-55 2,-1 6 11,1-15 0,27-19 9,78-247 4,-41 23-13,-7 29 0,33 80-1,-48 159-3,-33 25-7,9-13 3,32-34 4,34-117-1,2-57-1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2345 11912 874,'181'10'-23,"-22"2"-19,-74-4-9,46 1-57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3305 12265 874,'-93'40'-9,"-38"38"9,77 42-1,118-13-1,45-85-3,7-96-3,-28-64 0,-49 24 13,-63 226 3,33 20-7,22-24 0,81-85 1,-35-129-5,-42 17-3,13-57-4,17 244 12,-44 10-2,12-8 6,59-63 1,-57-156-5,-26 5-1,-16 0-3,52 22 3,113 85-9,-38 40-18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4219 12595 874,'-98'-51'-6,"-18"70"0,45 78 6,79-7-1,117-24 0,-26-156-3,-43-28-3,-36-14 8,-21 243-5,2 38 3,38-9 8,56-125-6,17-139-6,-65-28 10,-29 239-9,0 27-2,19-2 4,47-12 3,4-65 2,46-110-4,-67-9-3,-8-18-1,20-72-5,-49 60 8,-13-10 0,-5 21 4,-7 11-1,-7-10 2,-10-2 1,-14 8 1,-25-24 5,-57 77-3,23 88-5,32 129-13,49-37 1,3-37 1,17 25-1,18 22-20,-12-51-8,22 16-7,-12-24-20,15 16-78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4223 12017 874,'65'104'-10,"14"-20"-289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5430 12622 874,'-107'-28'-5,"31"112"-1,80 45 2,95-54 3,11-146-1,-28-40-5,-42 12 2,-4-22-2,-7-6 1,-8 36 0,-4-18 3,-5-4 4,-4 17 2,-12-16 5,-50 241-5,42-31-10,6-3 0,7 32-1,12 17 0,13-3 5,-6-45 1,14-1 3,74 33 11,10-128 2,-11-119-1,-77-17-8,-37 10-2,-41 30 0,-65 86-1,10 106-6,75 52-4,67-42 0,33-3 0,31-24-14,0 18-30,-18-59-2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6279 12266 874,'25'123'-11,"-11"-36"4,-1 15 0,4 44-2,-5-21 12,-30-211 2,30-17-9,8 8 3,20-45-2,22 55 5,29 221-4,-88-44 0,-11 41 5,4-288-10,28 58 1,0 8 2,33-32 7,35 121 4,-49 134-11,-31 33-4,-2-49-16,-8-34-50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7245 12364 874,'-103'-1'-6,"-24"26"1,37 90 5,122-10 0,80-125-1,-10-108 0,-11 160-9,-83 72-1,3 102-11,-8-50 12,-3 19 0,-3-38 5,-4-8 1,-14 5 4,-14-18 7,-47 17 12,-18-119-3,23-102-9,53-46-6,46 34-3,26-5-3,40-43-15,27 32-17,-23 35-56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6830 11972 874,'93'20'-11,"6"1"-4,23 6 2,10-6 3,-11-17-11,-17 4-13,-1-8-21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7217 11730 874,'106'114'-21,"-38"-24"4,21 45-19,-39-12-23,-66 12-27,-63-44-21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8144 12765 874,'119'-106'-6,"-77"-10"3,-49 17 0,-106 42 2,-1 122-2,89 58 1,50-14 0,50-12 3,33-48 0,18-67 0,-33-33 0,19-25 1,-6 52-2,-9 137-2,-116-15-1,-82 5-7,9-57-9,-3-26-28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8649 11927 874,'0'89'-10,"-3"-2"-1,2 23 1,1 18 0,0-35 4,3 12 0,-2-15 5,6 3 0,2 20-8,-2-25-2,11 46-34,-3-43-59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8544 12379 874,'105'3'-21,"-5"2"7,23 0 2,-34-1-9,10 0-6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9455 12364 874,'-128'33'-12,"-2"51"8,45 36 2,58 5 0,64 22-5,86 3 1,-13-76 4,33-85 5,-39-44 0,-23-57 4,-38 212 4,25-9-11,13-203-6,-94-24 3,-3 35 4,101 57 1,25 88-1,-3 23 2,-23 48-2,5-100 0,-42-107-7,10-12 6,39 31 1,-22 234-5,-47-36-7,0-16-20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10592 12395 874,'-90'80'-7,"72"5"3,26 15 0,24 6 0,22 58 0,-38-37 7,-91-24 1,-17-155-4,120-51-1,57-4-3,25 34 4,23-1 2,-33-5 1,-25-21 4,-186 107-8,41 119-7,26 15 3,44 9 5,77-45 3,71-113-2,-10-78-5,-23-30 0,-34 10 5,11 111 6,-81 88-6,-6 9 0,14 35 2,87-125-2,-56-126-7,-16 26-14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11315 12617 874,'11'108'-6,"7"38"-1,9-22 4,10-15 2,40-9 2,34-163-1,-81-33-3,-30-59 2,-12 31 2,116 144 2,39 13-2,-26-48-1,-11-75-2,-48 2 2,-56-25 4,-104 122-2,29 99-6,31 31 0,42-2 2,40-6 2,43-47 2,51-45-1,-7-102-3,-41 10-7,-27-34-828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12126 11988 874,'-68'88'-10,"-12"32"1,20-36-27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13726 13215 874,'-123'-4'-7,"-10"13"2,-1 3-3,-42 0-1,42-7 3,-24-2-2,56-2 2,-38-3-1,-28-1 0,-24-1 0,17 0 1,25 0 0,-44 0 0,-30-1-3,-25 1-3,74 1 1,-33 0-1,-36 3 0,-22-1 0,20 2 4,53-1-1,-36 4 6,-21 2 4,-8 0 5,69-3 3,-7-2-2,-19-6 3,-4-4 1,11-7 2,40-1 0,51 4 0,1-8 19,273 7-61,-71 10-22,12-1-80,-14 9-66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12348 12878 874,'-83'83'-8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12566 12713 874,'156'-7'-12,"-48"8"3,-9 6 5,45 4 0,-48 1 11,4 2 3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12626 12935 874,'157'0'-13,"-44"-2"3,39-6-6,-26-13-7,-39 3-19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12984 12501 874,'132'115'-23,"-54"-30"16,25 47 7,-70 31 5,-45-49-3,-29 8 1,31-29 5,3-6-109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13550 13040 874,'88'-62'-18,"84"-82"-7,-82 47 18,-20 6 1,23-70 5,-43 8 3,-42 60 1,-13 2 1,-18-34 9,-60 169 5,53 109-36,20-9-1,4 24-4,2-44 2,4 43 4,0 25 3,2 8 12,-5-44 3,-1-19 2,-11-7 8,-15-21 4,-29 9 19,-38-128-8,22-132-11,79 54-15,22-16-4,23-9-1,-11 28 1,13-1-1,10 0 4,37-41 9,-5 82 3,-87 168-5,-19 10-1,28-7-4,90-35-1,-17-156-1,-47-33-2,-53-32 0,-26 25 3,-48 5 4,196 64-1,47 29-2,-65 50-2,-75 50-2,-41 24-2,0-8 1,25-9 8,115-22-2,17-149-4,-43 14-7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14675 12637 874,'-55'111'-10,"0"28"5,23-24 3,29-21 3,71 5-1,16-51 0,41-77-1,-26-38 0,-19-48 1,-47-40 3,-52 45-1,-82 59-2,16 80-2,36 97-2,56 13-4,60-20 5,26-51 6,31-77 0,-17-45 0,-19-19 4,18 24-1,-105 179-10,-70-4-5,-40-87-19,24-76-790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15795 12576 874,'-114'0'-10,"-3"55"10,42 29-2,41 27 0,47 51-7,35-37 9,63-63 2,2-62-2,20-72-2,-14-33 4,-62 200-5,-67 25-3,22 21 6,74-81 6,-18-208-9,-70 61 0,-10 2 5,-16-49 0,21 10 2,123 138 0,-52 73-3,-27 7 3,66-128-5,-8-74-2,15 47 6,-55 190-3,-42 9-11,2-50 2,-4-2-12,5 0-27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16872 12666 874,'-93'-3'-3,"-16"54"0,69 83-3,76-35 1,29 2-3,60 44 0,-35-34 11,-130-4 4,-83-110 1,133-112-5,104 59-9,36-8-2,-3-30 8,-55-13 2,-52-17 0,-57 7 3,-86 69 1,5 191-12,89-45-1,13-6 1,25 47 3,53-51 6,18-89-1,7-109-3,-39-3 2,-20-2-1,27 227-5,-71 39 2,-3-61 6,30 29 5,72-143-5,-15-105-8,-29-6 9,-28 36-1,5 249-7,-9-55-2,7-5 6,35 33 3,16-95-1,-23-123-1,-45 11-5,-2-61 5,-29-3 5,41 32-3,132 94-6,-29 81-11,-27-4-28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18401 13126 874,'-103'-38'-5,"-9"55"3,55 95 0,170-81-1,-19-95 0,-9-39 0,-82 203 2,-9 6-4,13 16-1,44-18 9,77-134-3,-67-59-7,-9-15-1,-14 15 0,-4-36 1,-10-17 1,-10 1 2,-4 41 3,-8 7 2,-4 2 6,-13-46 9,-22 278-8,18 62-27,8-50 6,7 14 5,4-38 3,4-11 2,10 0 10,11-21 0,66-37 10,-6-147-5,-32-41-7,-31 37-3,3-59-1,-26 65 4,6 224 0,24-9-6,57-5 5,27-135-4,-2-153-9,-79 31 6,-27 276-4,18-16 4,1-25 2,57-17 12,8-199-4,-69 16-11,-4-52-4,-20 65 12,-4-32 1,96 193 0,32-21-1,-17-53 2,-5-49-4,-24-51-1,-81-16 0,-96 101-1,39 185-11,56-60 0,6-21 1,19 20 0,11-8-15,32-5-35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19092 12455 874,'10'127'-8,"-1"-33"-5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18896 12606 874,'-115'24'-10,"-8"-7"6,36 1-3,2 2-63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20068 13164 874,'-87'39'-451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2430 578 874,'0'156'-14,"0"-60"6,0 63-3,-2-5 5,-1-40 3,0 31-4,3 28-1,1 28-1,1-35 1,-2-1-2,-2 46-1,0 31-6,-2 17 0,0-83 2,0 49-1,-1 35 2,1 25 2,1-42 3,1-24 0,1 50 0,-3 35 0,-2 24-1,-3 14 0,0 9-32,-1 0-7,3-53-5,2-55-6,-1 34-4,1 19 0,0 5 1,1-89 8,0 7 6,4 9 6,2-7 16,2-33 6,0-49 6,5-6 6,-4-48 4,-1 9 3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2473 472 874,'-40'126'-10,"-18"18"2,1-24 9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2435 472 874,'23'137'-11,"-7"0"6,-6-49-3,-3-1-288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1735 457 874,'113'-57'-7,"0"74"7,-54 82-4,-102 24-4,-26-9 3,34-20 9,153-30-4,10-15-3,-46 84 7,-77 11-10,-41-54-2,-95 34 5,115-306-20,41 88-27,38-1-20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2503 5000 874,'-59'95'-9,"-4"10"0,-29-13-21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2271 5015 874,'59'98'-9,"0"-6"5,15-6-2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1861 5056 874,'-72'122'-11,"35"27"12,130-58-2,22-200-1,-121-47 4,-92 82-3,15 25-6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4803 2838 874,'-37'-201'-6,"63"445"0,-57-453 7,18 380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4468 2344 874,'-28'109'-10,"-32"46"3,3-26 2,5-30 6,-18-194-15,87 11-179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4298 2344 874,'48'92'-8,"-12"9"3,-13 2-3,-13 23-5,-20-28-7,-9-12-115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4178 2554 874,'202'-62'-68,"-113"33"-23,-3 1-30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4164 3070 874,'17'-150'-15,"3"60"7,6-8 3,-3 14 1,11-41 4,-2 9 5,3-25-1,3 33 3,47 160-2,-75 32-11,-2 89-9,-9-59 3,-2 1-7,0-29-8,3 75-50,0-66-42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4164 2627 874,'112'-83'-17,"-15"29"4,-9 2-13,0 11-166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4790 3321 874,'27'-101'-30,"10"0"32,19-15-5,12-5-1,-14 34 3,13-10-1,-5 8 0,58-78 5,-39 59-4,14-12-2,-26 34 0,16-13 0,20-12-1,18 0 0,12 1 0,4 13 2,-46 32 1,23-1 1,11 2 1,16 1 1,-20 12 0,-7 7 0,33 3-3,27 10-2,15 15-1,2 15-1,-50 2 3,-7 12-1,1 15 4,-2 14 3,-12 4 2,-34-8-1,13 18 1,14 11-1,9 12-3,-29-15 0,1 3-2,10 17 0,-4 10-1,-11 9 1,-23 5 2,7 50 2,-65-56-2,-18 8-1,-9-11 0,-34 86 0,6-69-2,-5 4 0,-1 4 0,17-31 1,6-1 1,10 9 0,13 4 1,9-2 0,14 57 2,1-64-2,5 5-1,3-1 1,-4-16-2,20 60 2,-16-60-2,4 5 1,4 3-1,18 44 0,-7 18 0,-26-30 2,-29 31 0,-5-68-2,-18 48-2,-22 12 1,-11-16 1,-11-14-1,-31 15 1,3-24 1,-25 1-2,43-53 1,-59 26-2,59-44 1,-12-4 1,-8-2-1,-52 10 1,54-28-1,-13-4 1,15-5-1,13-2 0,-17-7-1,-7-6 2,1-4 0,-53-18 1,68 1 0,-8-6 0,-6-9-1,4 0 0,-43-27 2,27-3 4,-8-24-3,-20 26-1,63 69-1,-9 16-1,5 6 0,-61 12-1,65-21 1,-43-13-1,4-63 1,34-15 0,0-54 0,13-9-4,41 60 1,5 2 2,-15-51 2,14 9 1,2-19-1,10 29 1,3-12 2,2-14-5,8 56-1,-2 1 2,-1 1 1,-4-5 0,1 0-1,-7-47-1,3 12 2,-3-8 1,2 29-3,-2-18 1,16 34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3791 2671 874,'153'-23'5,"-49"6"-3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3776 2821 874,'131'-19'-8,"-23"-2"1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3761 3017 874,'125'-22'-6,"-31"5"2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3253 2615 874,'-13'121'-11,"-8"35"7,9-68 0,2 39-7,26-36-5,6-3-188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3173 2785 874,'53'-117'-11,"44"32"8,15 34 2,-19 82 1,-46 122-2,-136 2-5,0-55 0,208-48 16,-30 100-3,-120-29-11,-61-10 2,-48-49 6,24-97-1,31-53-46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2479 7294 874,'57'140'-15,"-22"-20"6,-6 20 1,-16-48 4,-1 13 0,-5 0 3,-6 38 6,61-277 10,-7-6-20,23-11 4,-12 52 4,30 178 0,-77 103-9,-10-79 3,8 53-2,13-10 8,27-43 6,45-205-3,-47-32-11,-34 46-3,-5-13-2,-11-7-2,-6-55-36,-10 69 12,-1-1-6,-1-9-78,2 18-207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3291 8182 874,'-37'87'-6,"-14"19"5,60-206-14,58-50 9,6 3 10,-18 57 1,30 212 2,-76 41-11,2-32-10,5-4-4,-4-39-16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3165 8154 874,'89'3'-10,"80"6"-5,-81-4-2,-3 6-273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3583 8262 874,'126'-4'-6,"-6"-18"7,-146-72-2,134 87-2,-104 133 4,-50-21 3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4062 8094 874,'-37'102'-6,"10"-6"5,19 57 0,7-34 2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3963 8050 874,'128'-55'-6,"-31"42"5,-47 121-1,-150-12-7,-4-38 8,234 7 2,-12-5 3,-90 60-2,-125-51-4,-21-31-1,0-68-2,21-24-10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4616 7264 874,'-49'124'-12,"25"-37"6,0 18-2,9-10 2,1-9 0,5 2 4,1 108-4,12-63 2,9 7-4,1-36-1,3-2-7,17-4-7,-7-8-16,9-6-41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4808 7762 874,'25'133'-12,"-5"35"2,-11-34 5,-11-29 6,-37-14 5,6-179-4,31-29-6,24 29 0,29-50 6,5 51 0,68 84 0,-60 131 1,-61-8-3,-23-10 1,-18-260 1,128 30 0,38 130-3,-33 119-2,-69-6 7,60-69 4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5735 7940 874,'-106'-46'-10,"-18"38"6,17 40 5,37 79 0,194-6-5,10-118 0,-13-60 0,-46-34 7,-40 202-20,-37 10 15,-2 21-1,0-18 1,-1-7-1,-3 18 1,-4 5 2,-6-6 2,-13 34 10,-46-56-2,-24-99-4,-39-177-17,76 85-11,9-23-19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5266 7668 874,'108'-7'-17,"-12"3"4,12-1 5,-15-6-3,24-23-24,-23-15-63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5534 7430 874,'115'44'-10,"-16"16"6,2 48 2,-97 15 2,-47-35 6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5847 7369 874,'75'88'-10,"36"75"-6,-49-52 8,22 69-5,-22 6 2,-38-53-4,-14 15-7,-14-7-8,-2-38-6,-23 14-7,-21 1-6,-20-16-7,-18-41-5,-6 22-118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1686 1710 874,'0'148'-19,"0"-35"7,0 33-1,-2 32-2,-2 5-1,1-48 2,-5 25 5,3-36 2,-5 41 0,2 20-22,5 2-7,7-18-6,0-34-6,1-50-5,-1 1-50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1437 3069 874,'39'129'-12,"14"42"6,-1-33 4,29-12 7,15-77-5,29-139-7,-49-13-2,-7-25-2,-9 29-23,-9 0-11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1053 2736 874,'-79'136'-16,"5"34"4,27-44 15,148-200-7,-43-59-7,-4-19 4,-9 243 2,-44-6 0,-1 42 1,0 10-1,-1-30 0,0 28-1,1-41 1,-4 34 1,-3 16 3,-1-37 5,-4-5 1,-9-6 0,-67-167 10,100-125-25,26 63-20,-13 45 3,-8 4-38,23-1-80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826 2543 874,'124'-6'-10,"9"-4"3,-31-1 0,-5-14-3,-7 3-67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1065 2374 874,'108'7'-10,"6"53"6,-30 49 1,-76 1-4,-10-23-12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6338 7973 874,'129'6'-13,"-39"-2"6,23 2-1,-5-4-3,-21 1-21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6458 8170 874,'167'6'-23,"-29"-8"4,-41 0-17,17 0-21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7188 7879 874,'73'92'-11,"3"38"3,-29-13 2,-30-16 4,-57-270-4,59 73 2,22-42 7,59 57 3,-8 134-2,-16 99 2,-80-13-4,15-260-14,85 6 11,22 90 4,-18 127-3,-89 23-4,-7-42-9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8385 7844 874,'-144'-37'-13,"-6"47"10,32 32 3,86 84 1,120-26 0,30-148 0,-42-47-5,-28-14-2,37 153 3,-69 46-3,3 27-2,0 14 1,-7-46 0,-1 23 3,-7 1 4,-10-15 5,-19 32 6,-97-103 4,18-148-17,32 32-21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9057 7233 874,'-123'76'-17,"-5"30"4,27 17 7,16 53 1,52-44-1,11 17-1,9-48 1,13 35 1,9 21 1,13 7-15,0-32-8,2-16-7,12 4-8,12-15-7,-8-11-44,8-8-35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9005 7716 874,'85'-81'-7,"28"53"3,-4 45 2,-78 84 2,-110 32 0,50-33 1,168-53-7,-31-2-1,0 37 6,-66 36 3,-66 4 0,-81-36 1,-25-115-1,98-79-9,19 21-19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9817 8230 874,'-55'105'-11,"-41"17"7,13-20 2,-6 7 3,116-266-9,2 72-11,3 1-8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9811 8154 874,'4'118'-11,"-4"57"2,-1-74 6,1-17-3,-3 24-6,1-23-36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9527 8441 874,'144'45'-43,"-31"-9"-71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6905 1542 874,'84'-63'-4,"75"-17"1,-68 39 2,47-54 0,-93-15 0,-53 3-1,-26 1-1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5022 4298 874,'-44'93'-6,"28"40"6,37-44 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5042 4262 874,'104'30'-7,"33"-20"1,-18-34-4,-32 6-13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9880 8124 874,'-115'114'-16,"-11"-1"12,42-34 8,7 13 2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10094 8063 874,'140'-21'-10,"-16"3"0,9-3-33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10406 7829 874,'124'-107'-11,"21"69"8,-28 30 2,-14 46 3,-89 58-1,-87-5 0,34 26 0,62-16-3,126 34-9,6-24 1,-66 4 14,-98 12-2,-59-41-2,-57-29 3,9-39 4,18-55-4,13-14-180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11180 8406 874,'-1'128'-6,"-14"-18"6,-14-229-16,46-7 4,47-38 8,4 64 9,18 51 2,5 95 3,-142 72-4,-35-27-6,46 4 1,106 17-4,42 4 1,-245-27-7,53-110 2,-29 5-19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11300 7550 874,'89'57'-13,"75"92"-11,-78-43 16,-9 17 2,-26-36 2,-9 20 2,10 78-1,-46-64 0,-14-8-2,-3-25-1,-14 10-8,-11-4-8,-35 23-35,-4-33-363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11866 8119 874,'132'-30'-15,"-43"28"10,15 14-3,-12-5-6,-7 7-1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11896 8346 874,'109'0'-19,"-4"-4"4,31-11 0,-39 5-14,12-2-11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12628 7945 874,'-92'139'-12,"58"-2"10,32-26 1,37-20 0,59-11 1,10-41 0,39-69-1,-20-42-2,-43-52 1,-82-25 1,-58 29-2,-79 14-4,22 64-9,29 21-17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8270 4889 874,'-7'110'-11,"3"57"1,4-74 3,0 6-1,-2 52-11,-14-12-14,6-47-39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7992 5355 874,'92'-18'-10,"-7"6"2,19-1-2,7 1 3,-20 4 2,51 18 15,-43 49-5,-56 78-2,-45-10 4,-56-301-4,163 22-4,-2 38 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9023 5204 874,'-128'38'-11,"7"23"10,215-57-4,-3-80 6,-5 178 3,23-66-2,-42-135-6,-17-21 2,-10 22 4,-8 209-4,-8 7-2,-10-22 0,-6 16 0,-9-18 2,-7-6-2,-17 11 3,-16-2 1,-46 38 2,-26-107 2,20-30 7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9288 4910 874,'-59'89'-20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9406 5521 874,'97'-76'-7,"-67"-33"6,-125 107-3,11 81 1,116 13 2,55-30-2,70-76 3,-17-142-4,-90 53-1,8-80-6,-40 93 11,-9-28 4,-25 216-2,14 12-6,0-3 1,4 87 0,-2-29 9,-11-60 1,27-249 8,87 1-28,18 61-7,-35 30-19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8813 5589 874,'-32'126'-11,"-18"53"2,24-72 6,4 6 1,5-21 2,-3 79 0,9-17 0,1 14 4,-45-286 7,175-8-14,-5 44-1,10 4 4,-222 144 1,119 48-1,94-54-1,-5-73 0,-13-75 0,-12-56 0,-22 32 2,28 78 3,-7 153-3,-96 28 2,3-42 0,107-189-8,-14-33-10,-9 10 1,15 98 21,-74 151-2,-35-18 5,68-233-10,49 54 1,-59 175 0,13-209-2,45-1 6,-10 223-5,-39 11 3,51-74-1,-8-74-5,29-83-3,-37-37 3,-59 22 6,-126 29 2,5 206-4,96-27-3,99 8-5,31-53 1,-6-111-1,-30-14-9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10537 5683 874,'-82'88'-13,"-34"7"-9,29-28-177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8767 6274 874,'131'-158'-4,"-127"43"3,-88 227-4,92-14-108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8923 5604 874,'-63'107'-11,"3"7"7,12-5 1,7 15 2,22-35 0,7 11 0,8 11 0,3-24 1,2-1-1,0 11 1,-6 1 0,-11 40 3,-51-53 0,-17-93-1,0-37-438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8589 6244 874,'182'-44'-27,"-83"17"-9,-15 11-768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4387 2797 874,'98'10'-5,"2"-10"6,-13 3-108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5013 2789 874,'88'-8'-5,"3"-3"0,8 0-1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5519 2726 874,'100'3'-3,"-4"-8"3,-10-1 1,1 3-186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29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6235 2756 874,'122'-9'-5,"-35"-2"-3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6756 2693 874,'92'-2'-3,"16"-3"3,-23 4-108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7382 2661 874,'87'15'-3,"-1"-16"-3,9-2-9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7888 2654 874,'99'-7'-5,"6"-8"4,-20 6-55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8424 2592 874,'106'-2'-5,"27"-11"4,-34 2 1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9139 2555 874,'129'14'-6,"-17"-9"5,0-9 1,-27 3-6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10049 2555 874,'86'3'-102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2256 2812 874,'118'1'-4,"-33"-2"-2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3060 2797 874,'121'24'-5,"-29"-19"3,18-16 0,-13 4 0,-10-4 1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3850 2800 874,'125'-6'-6,"41"-5"4,-75 11 1,21-3-1,-28 13-436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0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4576 2815 874,'124'10'-4,"-39"-4"-3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2361 2375 874,'125'-22'-34,"-21"1"38,55 7 5,-60 33-4,-42 87-6,-42 4 2,-43 30-10,0-16-10,20-26-67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8313 2540 874,'-87'62'-9,"0"-6"6,-37 9 4,17-29 0,6-13 2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7903 2570 874,'117'110'-4,"-20"-20"3,-30-6-296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8932 2057 874,'-7'134'-9,"-12"13"6,-1-39 1,3-24-108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8663 2078 874,'89'0'-10,"82"0"-2,-77 0 8,35-2 6,-10-10 4,-31 2 4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8693 2444 874,'121'-10'-7,"-34"0"3,42-1-6,0 22-2,-39-4-15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6935 427 874,'28'112'-7,"-8"42"-1,-4-16 7,24-46 2,24-186-9,-16-5 6,22-2 5,17 252-7,-78-62 8,17 48 3,55-225-9,-51-13-5,-2 10 0,15-40-26,-12 32-47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7414 889 874,'-20'126'-5,"-22"-32"3,54-215-9,33 15 9,5 20 4,49 22 0,-12 67-1,-30 94 1,-39 17-1,-13-26-3,-29-3-850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7293 911 874,'137'-14'-11,"24"-8"3,-66 7-4,-11 3-418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1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7694 853 874,'122'-6'-4,"4"1"3,-6 5-1,-31 2-7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7858 758 874,'132'53'-4,"-108"55"4,-32-7 1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8318 714 874,'-8'125'-7,"-6"-28"6,4-6-4,-6-6-102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8141 731 874,'108'-12'-9,"40"17"5,-60-1-3,-4 9-427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8126 1122 874,'109'8'-7,"60"-52"-3,-81 17-4,-3-9-280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8801 453 874,'-32'123'-15,"9"-36"10,-1 11-3,7-1 0,9-3-1,8 41-17,20-31-30,16-4-76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9036 668 874,'35'137'-12,"-17"12"11,-17-18 3,-23-261-5,78-26 4,18 65 0,13 72 0,-4 144 0,-94 6-2,-20-240-12,96-8 15,44 51 1,-8 117-1,-92 54 1,-48 15-2,4-32-7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9985 593 874,'-111'52'-10,"9"5"1,-12 38 9,124-4 4,98-142-4,-1-47-3,-30 13 2,-35 172-3,-49 35-3,-3-26 3,-11 50 3,7-58 1,-5-1 2,-12 38 3,-39-24 2,-37-90-2,33-142-7,143-38-8,-33 85-7,28 1-9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9631 468 874,'157'-24'-14,"-71"18"8,39-1-12,-33 3-8,-8 11-777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9974 321 874,'105'31'-6,"-9"56"6,-127 12-2,-65-18-294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2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10191 321 874,'78'92'-10,"-9"29"5,-32-8 3,-29 18 1,-12-45 0,-8 7-1,-11 41 3,-38 33-1,-11-27 1,-21-36-1,6-25-107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10600 974 874,'137'-16'-12,"28"0"1,-78 1 4,20-1-14,-23 3-576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10766 744 874,'4'146'-14,"-13"-60"9,-6 4 2,-9 45-5,9-47-9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11241 600 874,'9'114'-10,"-15"36"7,3 2 6,103-212-15,-36-40 14,35 14 0,-36 210-3,-42-5 5,7 0-1,65-157-11,-9-105-2,-45 48 2,-19 4-3,9-16-21,-28 21-153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11705 1136 874,'-1'121'-5,"-3"47"-14,1-70-18,-4-10-562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11539 1154 874,'113'-17'-10,"-1"18"9,-10 23 4,-18-1-21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11553 1574 874,'129'-26'-17,"-41"7"9,17-9-1,-13 4-9,-5 0-1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12015 1365 874,'132'-6'-11,"17"-20"4,-61 9-3,-4-4-603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12165 1212 874,'129'80'-4,"-77"28"3,-64-7-1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12553 1220 874,'-3'102'-9,"-15"43"7,-6-45 0,1-12-293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3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12477 1166 874,'138'-60'-5,"-67"170"1,-123-6-2,-37-16 4,206-76 4,-18 69 3,-157 15-5,-42-58-1,11-19-23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12805 1310 874,'105'-17'-9,"25"8"5,-35 5-3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12746 1473 874,'122'-10'-11,"0"3"7,-33 6-26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12730 1643 874,'116'-36'-10,"-29"11"3,20-7-12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13147 1729 874,'29'-124'-12,"25"-31"8,3 31 3,10 28 3,19 108-2,-73 75-1,-30 59-2,-1-12-6,4-44-11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13103 1454 874,'91'-15'-11,"-8"5"1,21-5 0,-5 2-13,-15 4-91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12746 427 874,'-20'160'-18,"4"-67"12,2 6 4,3-5 2,7-4 2,16 28 1,74-62-3,-2-33 7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13029 580 874,'32'109'-10,"-8"-10"6,-7-3 2,24-201-11,6 4 9,58 16 10,-11 80-2,-38 102-1,-52 20 5,51-230-5,45 73-3,-13 139-3,-53-1-4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13966 548 874,'-114'63'-11,"-7"24"12,208-117-7,16-74 3,-36 214 1,-53-21-3,4 73-4,-20-52 5,-4 9 4,-4-26 2,-2-9-2,-9 1 1,-56 39 6,-49-154 1,30-85-22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13670 435 874,'125'-11'-7,"-34"0"3,2-2-4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4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13863 306 874,'109'50'-6,"-15"62"2,-133-7 3,-1-20-25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14194 336 874,'63'85'-10,"-10"60"4,-26-11 0,-20 1 0,-13-37-2,-6 8-2,-2-13-1,-21 65-34,-36-48-30,-14-55-178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14518 748 874,'130'-34'-15,"11"13"0,-53 11-7,0 18-792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14489 947 874,'139'-19'-14,"-29"-6"2,-10 3-12,-13 5-48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15132 721 874,'-32'88'-5,"46"21"4,96-55 0,29-111-1,-112-69-1,-84 40 0,-28 53-3,-17-10-9,77-39-599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5809 3096 874,'-70'-125'-3,"-57"41"0,-44 57 1,85 39 1,-35 20-2,-16 56-1,33-1 3,6 10 1,16 27 1,29-19 1,16 36-2,18-13-1,22-5 1,16-6 1,13-16 0,17 2 1,33-9-1,55-48 0,-6-57-2,4-65-1,-11-48 0,-47 27 0,-1-31 2,-20 24 1,-1-12 0,-18-44 2,-25 66-4,-8 2 0,-9-37-7,-46 37-4,-13 5-429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5233 4336 874,'-116'0'-7,"7"101"7,226-81-4,-14-150 4,-44 45 2,-83 185-8,-8-7-1,6 13 10,77-17 1,82-141-3,-19-82-5,-34 14-2,2-42 5,-26 28 3,-52 17 2,-117 157-2,45 93-9,23 13 5,27-14 5,61-5 1,81-91-2,3-92-4,-23-57-3,-22-52 6,-46 35 1,-44 24 2,-89 79 1,30 124-4,29 26-4,31 19 4,24-17 1,29-32-1,49-67-2,25-84-1,-32-18 1,-42 165 3,-13 7 2,46-216-4,-70-6 1,108 70-3,-11 164 2,-88-7 0,9-205-7,26 6 6,51 29 5,-40 182 0,-46-26-22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6538 4383 874,'124'-120'-12,"-74"35"12,-127-2-4,-42 135 4,86 88 0,65-4-4,63 36-4,-55-83 9,-5 44 2,-94-7-2,-78-30 4,66-198 0,128-23-14,37-7 0,21-1 8,-21 32 3,-3-9 4,-199 202 5,85-2-8,131-33-4,14-142 3,-19 82-4,-90 134 1,92-226 2,-15 87 3,4 27-7,-41 107 4,74-56-1,-30-130-4,-10-32 2,-52-11 4,-140 74-2,54 119 1,57 5 0,120-7-2,-6-112 0,-32-35 2,5 142 2,4-95-3,-20-95-4,-32 225 5,15-29 2,23-181-6,-50-36-5,-15-38-1,-10 23 11,-1 59 3,-33 225-3,18-10-5,20 17 3,7-39 4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6636 4301 874,'125'-26'-3,"-10"-39"1,-232 28-3,-1 118-1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4836 3559 874,'-64'170'-23,"22"-70"6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5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4625 3180 874,'75'-132'-14,"27"-30"4,-6 21 4,33-28-3,-36 49-12,-22 32-22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4555 2706 874,'7'136'-11,"-14"-13"6,-9-21 3,139-75-6,13-100-9,-41 18-24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5206 2193 874,'9'144'-12,"5"11"11,-14-48 3,10-227-12,52-16 12,79 49-1,-40 33 7,-15 62-303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5838 2245 874,'-115'21'-7,"22"12"3,-22 44 6,115 17-2,113-131-4,-9-80 0,-41 23 3,-42 201 5,91-50 1,-25-152-7,-16 178-7,-71 2-7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5955 2073 874,'-14'89'-6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6349 2178 874,'-95'71'-11,"3"-6"10,-3 31 3,94 3-2,119-126-4,-32 4-4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6332 1876 874,'-18'133'-12,"-5"-10"10,13 47 5,72-44-2,66-91-5,-39-85 0,11-70-2,-70 7 10,-128 57 1,40 163-1,55 5-2,83-20-2,31-118-2,-19-103 1,-109 227 4,103-45-2,8-160-5,21 209 4,-16-139 0,2-78 0,-6 79 3,-23 139-3,-34-8-2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4015 5181 874,'111'24'-7,"6"-14"2,-2-5 1,35-5-1,-43-2 3,11-1-2,12 2 2,-44 1-1,22 1 1,23 0-1,18 1 0,21 0-1,20 1-3,18 0 0,15 2-2,-81-1-12,-40-3-4,-8 2 4,-8 5-362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2797 7028 874,'-128'-1'-12,"19"4"1,-18 2 5,-53-5 3,83-3 3,-42-5 2,29-5 3,26 3-96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3935 7007 874,'-87'72'-9,"-13"-19"2,-12-10 2,-46-9 2,69-23 2,-40-1 3,20 1 3,18 36 8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1644 1427 874,'-77'94'-10,"1"16"4,27-24 4,17 9 4,145-99-10,-10-164-4,-50 23 4,-74-14 14,-62 21-3,-14-1 0,38 0 5,61 39-2,94 20-7,78 43-4,-88 21 0,0 13-6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1834 1061 874,'-37'126'-12,"-3"36"7,14-32 4,29-23 4,92-158-10,-20-86-3,-12 9 3,22 201 15,-82 41-3,7-26 2,73-185-19,-15-59-2,-26 51 0,-6 20-14,3-17-21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2614 639 874,'-34'137'-15,"4"-41"6,-9 19 1,0-1 2,9-29 0,-4 23 1,-1 11 3,-8 59 2,28-76 3,12-6 1,23 31 8,68-57 5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2794 1182 874,'-15'126'-12,"-14"30"8,8-33 5,-9-18 3,-2-17 1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2570 1133 874,'117'-6'-7,"-29"6"1,43 0-9,-8-1-3,14-21-10,-46 3-38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2718 887 874,'136'0'-13,"-51"-2"8,42-3-4,-15-7-7,-25 0-16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3031 758 874,'101'13'-6,"-15"8"5,-11 99-1,-126-17-2,-41-35-3,2-39-839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3452 729 874,'78'104'-11,"-12"29"3,-26-1 3,-22 16 1,-22-40 0,-19 9 0,2-27 1,-13 0 1,-22 10 1,-5-12 0,-70 52-3,-9-66-8,47-30-13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3701 1273 874,'140'7'-14,"13"3"5,-56 3-3,-11 2-64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3717 1553 874,'144'-9'-15,"1"-5"1,-56 4-8,-1 2-793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4576 1000 874,'8'110'-10,"-5"39"6,-5-61 2,-3 42 1,-4-13-7,-12 6-7,-1-26-24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4298 975 874,'124'7'-11,"-35"-2"4,62 1-5,-2-6 2,-60-4 3,3-8-6,9 1-19,-15-2-154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4372 668 874,'105'0'-12,"-39"0"5,-1 0 1,46 0-2,-17 0-7,-14 0-25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4774 549 874,'87'-4'-10,"69"15"0,-37 18 8,-40 59 6,-81 11-5,-59 20 1,10-35-2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5073 1423 874,'-25'65'-102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4536 781 874,'111'-53'-12,"-10"47"7,31 4-3,-48-4 0,53-8-12,-47 3-17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5696 1356 874,'-105'24'-16,"17"64"5,13 6 8,51-2 7,131-111-5,2-106-9,-20-69 0,-54 67 4,-10 13 2,-7 23 2,2-53 3,-51 248 19,18 15-23,2-13-1,6-12-1,7 6-10,-2-12-15,7-1-24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5908 1019 874,'-7'88'-9,"-12"73"-2,10-34 9,43-35 7,52-95-5,-10-106-3,-38-41-2,-43 16 4,-96 51 3,17 95 0,-8 27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6278 1016 874,'-17'146'-15,"1"-55"10,-4 2 3,-12 39 4,-2-219 0,45 2-850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6249 1045 874,'127'101'-7,"-36"-77"4,49-94-2,-45-41 3,-72 260-7,-44-62 2,4 1-2,5 29-21,8-21-60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6011 763 874,'100'-21'-20,"10"6"4,32 0 2,16 4 4,6 1-21,-42 4-4,-14-3-3,-13-10-3,-11 4-37,4-3-71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6458 548 874,'140'15'-13,"-47"2"5,10 7 1,22 5-1,-20 24 16,-49 34-5,-139 45-5,12-45-2,-19-39-188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3612 2822 874,'111'-2'-6,"6"-7"0,-8-3 0,-16 2-3,-7 3-65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3597 3085 874,'146'-20'-16,"-3"-1"1,-54 7-12,-2 5-781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4238 2902 874,'128'-16'-7,"44"-7"1,-83 10-1,-5 4-283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4819 3111 874,'37'-91'-6,"10"-44"0,-8 12 1,-3 6 4,1-48-1,-18 32 2,-19 0 4,-36 234-6,40-8-3,5 19-1,-2-18 1,-1-2 0,-2 16 6,-5 6-1,-6 0 3,-3-16-1,68-240 0,9 25-7,15 14 6,49 26 4,-130 202 5,-111-37-17,2-26 0,208 42 15,9-72-11,-22 3-289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5370 2589 874,'92'-62'-10,"14"47"7,1 43 2,-60 61 2,-51 32-3,-69 22-6,-26-56-8,-10-25-29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5869 2495 874,'-82'66'-10,"-25"24"3,30-3 10,66 37-2,93-62-2,44-29-3,7-33-5,-43-4-14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6511 2926 874,'-122'-37'-4,"5"120"1,81 53 3,137-64-4,16-166-4,-53-30-2,-36 20 5,-7-19 0,-3-15 1,-4 24 1,-4 15 2,-2-4 0,-6-15 5,-38 317-2,24-65-6,1-18-4,5-19-8,3 9-7,10-11-9,-3 18-60,10-23-560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6562 2529 874,'151'-37'-10,"-11"53"8,-69 127 1,-134-14-8,-40-28-5,-1-57-6,19-18-43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3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7044 2464 874,'-134'133'-9,"50"-55"9,39 15 1,162-2-8,4-102-3,-36 0-18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2247 3009 874,'-47'98'-10,"-3"49"5,27-60 3,-2 37 1,15-23 1,108-42 4,-36-153-7,-19-39-3,-31 44 1,-14-10 1,-14-41 0,-20 28 6,-37-11 2,15 15 2,47-33 0,75-11-5,33 61-3,-13 30-28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2459 2766 874,'-14'120'-14,"-5"48"10,12-82 6,9 54 1,99-199-13,-45-88-1,-13 31 9,-19 238 7,-33 9-9,17-27 6,74-234-5,-38 0-4,2-6-3,-13 44-18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2998 2480 874,'-24'127'-12,"-25"47"2,27-81 6,-12 71-2,12-7 4,16-54 3,10-15 3,33 4 12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3070 2888 874,'-2'107'-10,"-6"27"7,-5 7-2,-2-46-22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2927 2897 874,'107'-12'-6,"-8"2"1,5 1-1,-17 1-5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2986 2703 874,'86'-6'-7,"9"-6"8,0-72 0,11 164-1,-49 8-295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3502 2464 874,'15'85'-9,"2"70"-1,-10-71 7,-1 49 0,-8-12 3,-14-24-1,-34 67-1,-13-65-1,4 7-5,-19-20-286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1933 2148 874,'-10'149'-15,"6"-48"6,3 25 0,-3 19 0,1-20 2,-2-10 1,-5 11 1,2-23-2,-7 33 2,-5 17 2,0 3 3,4-36 3,3-15 1,7-1 4,7 28 11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1750 2154 874,'163'-27'-18,"-56"15"7,-14 3 3,1 4 0,18 2 1,-22 1 1,45 0 1,36 2-3,-52 0 0,35-1 2,31-3 1,26 1 1,-16 0 1,-34 0 0,40 0-1,31 1-4,27-2-3,-69 1 2,22-1-2,37-2 0,26-2 1,-12-1 1,-62 2 0,50-5 0,32-1 0,24 2-1,-74 3 3,1 1 0,25 3 9,7 3 6,-18 1 8,-77 1-1,21 2 2,0 2 2,-6 2 1,-46 2 1,-21 0-1,-4 7-1,-14 7-3,30 31 5,-50 66-10,-50 13-8,-32-43-6,-15 20-2,-10 15-1,8-40 2,-10 24-2,-8 15 2,-1 6 1,3 4 2,6-12 3,8-33-1,-2 12 3,1 1 0,4-19 0,-9 56 6,-39-28-4,-103-63-11,-2-36-5,35-15 1,-26-1 1,17 0 0,11 2 0,-36 0 0,-30 2 0,-21 0 1,69 0 2,-37 2-4,-35 0 1,-24 2-2,20 0 1,39 0-1,-42 3 1,-28 3-1,-17 4 0,78-3 4,-21-1 0,-30 1 6,-19 1-1,14-1 3,64 0 0,-39-1-27,-22-1-8,-8 1-7,65-4-8,7-1-7,-9-3-5,6-4-5,18 1-2,55 1 1,-6-1 6,9 2 15,18 3 8,-40 9-14,48-1 16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2241 4351 874,'25'116'-10,"-3"50"1,-16-60 5,1 51 0,-3-17 1,9 21 7,5-73 2,34-235-12,-18-7-6,-7 47 5,5 1 5,-4 16 2,22-15 7,13 196 5,-60 47-14,-9-37-2,1 3 3,-3 47 0,92-292-8,-48 53 8,22-73-6,-18 18-18,-16 55-17,-6 3-514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3095 4231 874,'-44'113'-11,"-28"70"-4,29-67 9,-16 57-3,17-10 3,29-60 6,11-1 2,11-10 1,26 31 6,52-46 10,-4-63-309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3293 4684 874,'11'136'-12,"-14"35"3,0-44 4,-1-15 8,-9-20 1,-73-85-176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3046 4626 874,'99'30'-9,"67"-11"0,-62-15 3,58-5-8,-25-20-11,-51 6-18,-2-15-718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3180 4451 874,'107'0'-9,"21"0"4,-7-12-4,-34 1-6,-3-1-813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3418 4321 874,'127'120'-3,"-66"-27"2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3702 4306 874,'83'115'-12,"-8"50"3,-45-77 5,6 65-1,-23-4 2,-21-49-3,-11 3 0,-28 50-14,-45-25-25,16-40-67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4118 4835 874,'132'-8'-12,"-35"11"4,-7-1-7,-2 9-172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4104 5131 874,'164'-28'-20,"-48"-1"8,-8 4-15,-20 4-43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5306 3928 874,'-103'52'-11,"-26"57"3,5 55 3,53-29 2,30 0 2,34-42 1,9 16-1,7 4 0,-1-27 0,8 24-2,7 21-1,3 8 1,-4-27 0,-4-11 1,2 14 3,0 5 2,-1 4-1,1 54 2,-20-77-4,-14-1-3,-27 43-8,-60-38-20,-22-65-24,38-18-56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4879 6175 874,'97'-32'-9,"-2"20"4,-5 21 5,4 84 0,-119 26-2,-92 4-3,16-82-8,8-57-18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5414 6057 874,'-118'67'-12,"-5"27"13,81 29-1,127-22-3,17-60-3,15-26-12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5484 6328 874,'-18'108'-6,"5"-3"1,5-17-3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5504 3747 874,'46'88'-6,"-43"35"1,-29-18 3,-34-5 2,-24-93 8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5719 3793 874,'-97'56'-8,"-7"26"8,83 32-1,107-51-4,27-70-4,-28-1-13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5776 4121 874,'-24'-105'-4,"127"41"2,-113 175-4,-41-4 6,52-21 1,121-21-3,-35-22-3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5340 5069 874,'162'-7'-23,"-38"-6"13,-9 3-16,-30 1 5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5966 5301 874,'32'-141'-13,"4"-34"5,-9 46 4,-9 19 8,-15 2-1,-46 258-6,45-54-1,-1 11-1,-1-14 3,-1 71 0,-11-5 8,100-284 0,-6 32-9,21 5-2,2 22 5,-246 176 3,26-40 2,109 40 0,111-75-8,32-20-4,-42-6-21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6547 4850 874,'127'-14'-7,"-42"40"5,-37 86 1,-99 12-3,-51-21-14,15-63-65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6936 4819 874,'-125'80'-7,"63"35"7,73-22-1,113-38-6,-36-48-7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7318 5045 874,'-92'44'-5,"-27"40"5,145 16-2,91-119-3,5-103-7,-72 10 5,-25-44 5,-31 14 5,-14 14 4,-2 35 0,10 195-4,16-10-4,3 52-9,2-51 2,5-1-2,0 10-20,1-14-155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7468 4744 874,'96'65'-6,"-44"26"4,-32 2-2,-53 16 2,-69-14 1,17-65-2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7777 4759 874,'-111'64'-6,"24"50"5,75 8-1,109-13-3,9-80-3,14-49-1,-32 0-11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8126 4834 874,'142'7'-13,"-57"-2"7,20 2-10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8141 5020 874,'129'-2'-11,"-31"-6"1,-7 3-8,-7 1-99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8648 4959 874,'151'-8'-18,"-30"3"4,-10 1-16,-23 3-14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9274 5088 874,'53'-118'-11,"7"-39"3,-33 69 4,6-48 3,-16 20 2,-26-9 3,-42 24 0,-28 241-12,77-36 0,6 21 0,1-28 3,1-1 0,2 10 3,1 0 4,7 48 7,-12-46 2,41-224 0,51-17-15,4 33 3,-2 44 4,-131 175 4,-75-68-8,71 77-4,137-24-3,-15-21-31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9840 4562 874,'111'-11'-7,"1"43"3,-38 66 4,-100 32-2,-30-29 1,-34-42 2,-1-19-105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10205 4503 874,'-93'85'-11,"23"28"12,69 15 0,82-57-4,11-77-8,-12-10-34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10138 4110 874,'104'-8'-5,"-12"69"4,-80 46-2,-47-6 5,70 0-3,71-45-2,-8-22-4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9765 5089 874,'121'-24'-12,"56"3"1,-69 17 8,56 1-12,-25 7-12,-54 0-17,-1 11-711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9875 5520 874,'-21'-94'-5,"152"-18"2,-42 107 4,-68 90-4,-101 32-5,-19-29 4,-8 6 5,95-4 2,94-60-2,59-26 3,-44-26-3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9291 3854 874,'-116'108'-11,"16"-12"8,-1 16 2,23 9-1,33-37 1,-27 66-1,36-62 0,-1 14 0,1 8 0,-13 59 1,26-65 2,6 8-1,6-2 0,4 73 0,11-72 1,10 3-3,-1-26-2,4-1-3,11 8-2,5-1-2,3-7-8,19 37-43,15 0-28,-17-33-104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10563 3898 874,'73'95'-11,"20"42"5,-43-50 3,-2 9 1,18 60 0,-39-68 0,7 74 0,-23-46 0,-10 16-1,-2-28 0,-5 1 1,-7 18-1,-8 10 1,-6 2 2,9-44-1,-13 17 1,-8 7 1,-7 0 1,7-24 2,-41 66 2,-2-24 2,17-47-1,-20-18-182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10950 5513 874,'95'44'-9,"7"35"5,-37 58 5,-130 4-3,-33-46-3,-41-83-7,45-14-13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11328 5528 874,'-115'41'-11,"8"31"10,74 49 2,66-24-3,92-17-5,-34-33-7,-8-39-416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11485 5740 874,'-18'124'-10,"16"9"9,7-36 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10872 3711 874,'133'-5'-10,"-35"57"9,-56 67 2,-69-5-2,-61-39-1,8-30-1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11289 3627 874,'-100'132'-9,"12"-5"10,101-26-1,75-49-3,6-22-4,-8-30-841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11404 3991 874,'-25'-111'-4,"151"34"1,-79 183 0,-97-14-2,-37 4 5,20 16 2,126-18 1,54-81-1,-25-7-1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4372 7662 874,'153'8'-15,"-64"-9"9,3-3-3,33-11-8,-37 9-32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4357 7958 874,'105'-7'-18,"3"-1"1,44-10-5,-64 7-12,6 2-19,-7 1-482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5280 7779 874,'109'-53'-11,"11"-30"8,-3-31 1,-38 10 2,-25 0-2,-24-22 3,-36 9 0,-36 22 1,-56 34-1,-7 86-1,23 105-4,54 23-5,37-40 2,15 15 2,-7-31 0,5 7 0,-5 14 3,-6-2 3,-7-16 2,-10 32 5,48-290 5,2 72-18,35-41 5,-132 227 13,124-5-9,26-41-6,-4-42-7,-6-10-65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5355 7976 874,'144'-1'-16,"-43"-2"8,55 1-6,-27-3-7,-31-1-30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5370 8269 874,'88'-121'-4,"31"77"2,-20 125 1,-119 9-3,-61 7-3,-39-4 2,35 7 8,198-15-7,-8-50 0,4-18-9,-18-10-27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6380 7053 874,'-111'136'-12,"24"33"4,49-61 3,-4 69-3,19 8-3,25-47 4,4 18 2,6-10-9,-2-34-7,10 13-7,14 1-8,11-15-6,42 25-64,-15-50-114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6518 7731 874,'120'20'-10,"11"36"6,-46 16 2,-42 54 1,-92-37 0,-37-31-1,-17-30-4,15-16-31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6963 7687 874,'-89'86'-8,"15"38"7,50-20 0,48-18-1,72-9-2,13-72 2,-23-10-8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7160 7973 874,'-2'137'-6,"0"-47"5,-2 18-1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6905 7388 874,'96'-50'-9,"17"23"5,-15 52 6,-73 66-2,-78 30 0,53-6 2,101-20-5,16-72-3,-29-11-8,-1-9-596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7426 7947 874,'113'-8'-7,"4"3"1,-1 3 2,-4-1-4,-24 3-15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7874 7627 874,'95'-17'-9,"39"39"5,-12 42 1,-75 27 5,-57 6-3,-44-3 0,-51-5-3,17-27-9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8394 7611 874,'-107'56'-10,"8"34"10,68 46 0,94-15-3,34-58-2,20-27-6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8567 8098 874,'-95'-127'-4,"123"30"2,86 79 0,-41 119-1,-111-4 2,-66 30 1,41-27 0,198-26-8,-41-62-13,-8-31-171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8380 7412 874,'-5'-95'0,"124"18"-4,-58 205-1,-103-34 2,-13 9 4,128-10-2,15-79-1,-5 5-1,6-16-8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8856 7184 874,'135'113'-14,"-8"55"2,-68-57 6,-10 14 1,-16-30 2,-14 10 0,-10-7-2,-10-2 1,-23 24 0,-25 12 1,-25 5 0,-36-6 0,39-47-2,10 4-3,-25-24-98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2479 7309 874,'31'137'-16,"-13"-37"8,8 67-3,-8-11 6,-9-66 4,-1 13 0,-2-15 2,0 31 7,54-229-8,-24-20-8,15-16-1,-17 62 5,8-1 7,46-24 7,19 216-2,-77 30-8,-20 3-1,-6-10-3,4-26 12,80-202 5,-67-38-18,-11 41-4,-2-9-2,-2-5-2,0 18-12,-2-9-9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3430 7233 874,'-44'129'-12,"7"-41"4,-5 20 0,1 17 1,10-2 1,10-35-4,10 20-5,10 57-44,16-65 19,9 1-7,16 48-63,-10-35-9,-8-30-250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3601 7792 874,'0'119'-11,"-6"22"8,-1 13 5,8-67-294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3314 7791 874,'139'-11'-14,"-45"6"6,50-3-4,-7-1 6,-51 0-1,12-1-15,-12 1-163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3478 7557 874,'121'-8'-7,"-12"3"6,11-4 3,-32 2-5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3597 7414 874,'123'4'-7,"-30"8"2,-5 12 6,-43 62 2,-59 0 3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3955 7369 874,'72'96'-7,"8"38"-2,-16 4-4,-31 26 4,-30-54 7,-20 74-4,-32-75 3,15-17-2,-21 7-1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2096 6912 874,'20'172'-27,"-8"-43"15,0 25 0,-2 21 1,-2 20 3,-6 10 2,-2-39 2,-2-12 0,-3 6-25,0-30-7,0 31-5,2 12-7,-1-57-5,6 7-6,-2-29-37,0-8-43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 6962 874,'99'0'-27,"-7"3"31,10 0-3,66 5 0,-10-4-2,-58-3 0,18-1 2,11-3-4,-39 1 0,21 1 0,21-1-1,16 0 0,-10-1 0,-24 0 0,30-1 0,23-4-1,19 0-1,-50 3 2,15 0 0,24 1 0,18 1 1,-9-1 1,-48 1 0,33 1 1,24-2 1,21-2-2,-48 0 1,10 1-2,34-1-3,21 0-4,15-2 0,7-1 8,-85 4 0,26-1 3,24 2 0,20 1 0,-23 2-1,-37 2 0,38 1-2,27-2-4,15 2 2,-73-2 0,13 3-1,22-1 6,9 3 3,-12 0 0,-60-1 1,35 0 0,19 0 0,13 0 1,-48-2-1,-16 3 0,9-1 2,-6 1 1,-20 3 2,-48-3-1,-3 5 1,39 17 7,-36 36-3,-43 29-6,-33 42-8,-18-39-3,-2-2-1,-1-13 0,2 27-1,2 24-1,4 18-1,0-43 2,2 19-1,4 23 1,2 14 1,2 8 2,0-10 1,-4-46 0,2 14 3,-2 1 2,3-3 2,-2-30 0,-1-12 0,3-2 0,6 45 7,-32-25-4,-92-34-8,9-53-6,-3-8-2,-96-4-6,63-8 6,-18-1 3,39-1 1,-18-2-2,-30-1 0,-29-1 0,-20-2-1,-10 0 1,67 4 0,-39-2-3,-31-1 0,-23 1-1,33 0 0,21 0 0,-41 0-2,-26-2 1,-18 2 1,92 3 2,-42 1 1,-35-4 0,-27 1-1,30 1 1,41 2 1,-44-2-2,-31-3 2,-17 3-1,87 3 1,-20 0 0,-31 4 5,-19 4 3,23 0 2,62 1 0,-39-2 1,-26-2-1,-13-1 0,68 0 1,4 1 1,-13-1 5,1 1 2,30 1 2,58-1-1,5 1 3,14 1 2,26 0-3,-8-10 31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7116 7883 874,'-8'93'-3,"-40"52"1,-14-9 0,51-44-3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7099 7943 874,'31'89'-3,"-22"36"1,-6 19 1,0-54 0,-6-6-295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7099 7913 874,'15'134'-2,"-11"-37"2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 9739 874,'18'129'-11,"1"26"7,-8-62 2,-1 10 1,-1 8-1,6 55-9,-5-31-7,-4-45-16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1452 9693 874,'137'16'-14,"-31"-3"4,19 2 0,15-1 3,-20-2-6,-15-2-6,2 1-6,-17-2-11,14-1-8,-1 0-56,-19-1-8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1481 9432 874,'141'-26'-14,"-47"22"6,15 4 1,2 4 0,79 7-1,1-1 1,-8-2-13,-69-17 1,-19 3-8,8-5-36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2390 9241 874,'130'39'-17,"-46"-5"15,62 71 5,-88-2-2,-118 23-3,8-42 1,-35-38-434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2718 10397 874,'116'-36'-10,"-15"-7"9,-36-66 3,-187 82-7,21 96 5,67 81 1,162-46-3,40-149-3,-28-27-4,17-20 11,-39 49 2,-20 79-1,-66 66-1,-71 53-6,-35-49-11,-24-86-24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3463 9664 874,'30'128'-11,"-17"-31"1,0 29-3,-4 16 2,-3 9-13,-2-39-5,-3-8-4,-1-8-14,-11 29-63,-5-39-136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3418 10100 874,'120'-21'-26,"-3"8"6,42 3-7,-69 4-13,10-2-23,-14 9-451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4495 9935 874,'-117'111'-18,"-18"50"5,40-20 13,66 20 5,61-59-3,134-100-7,-10-66-6,-69-8 5,-2-15 1,31-48-3,-89 258 22,-22 1-4,52-34 2,46-133-7,-74-97-5,-28 17 3,-8 9-1,139 50-2,5 126-7,-40 33 0,-54 7 10,47-229 3,24 44-6,-13 58 1,-14 89-2,-51 27 1,-40 24-1,-4-31-8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5746 9905 874,'-105'68'-7,"16"45"7,90-20-2,39-7-1,28 1 0,-11 28 6,78-163-20,36-41 1,-75 36 12,43-31 7,-74-19 4,-154 23 6,-1 123-6,23 71-5,43-1-6,32-4 5,59-18 2,28-70-1,20-94-5,-26-16 2,-1-6 3,7 185-4,-81 48-3,8-17 10,110-117-3,-63-109-10,-38 19 3,10-57 6,-5 51 3,29 201 0,-13 41 3,4-63-3,50-116-6,-66-89 1,-25-51 3,9 84-3,45-20-1,63 87-1,-3 68-7,-39-10-16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7560 10294 874,'-139'-69'-11,"5"89"8,35 26 2,30 56-1,43 4 1,37-6 0,88-8 2,23-87-2,28-118-9,-78 17 2,21-52 1,-46 43 15,-49 228-7,8-31-3,10 54 6,49-53 3,54-163-10,-21-57-8,-40 9 2,-6-21 4,-15 18 1,-9 18-1,-5-9 4,-10 3 5,-5 20 1,-13-26 7,-47 218-1,38 14-17,5-13-1,2 4-2,6 25 0,8 11 5,9-3 3,8-14 4,-6-39 2,57 25 9,46-133 4,-42-145-18,-46 57-3,-8 15-1,-5-7 3,-5 257-3,4-23 0,11-12 11,56-37 3,47-149-8,-86-25-6,11-67 3,-44 35 6,-4 227-9,48 58 2,4-47 5,40-70 3,-58-156-5,-40 21-3,-10-55 3,12 30 3,100 77-6,24 76 2,-17-12 6,8-71-5,-26-73 0,-140 15 1,-70 118-5,24 49-1,31 84-2,58-52 2,20 5 0,32 43 0,63-65-8,-18-42-13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8546 9754 874,'-10'87'-12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8244 9829 874,'-173'46'-15,"80"-21"4,9-8-829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11693 10898 874,'-151'-18'-15,"56"7"9,-19 2-1,-21-1 0,-20-2-1,-18 0 2,4 2 0,33 2-3,-31 1 1,51 3 1,-52-3 0,-35 2-2,-30-1-3,30 0 1,17-1 0,-49-3-2,-36-3-3,-26-5-1,-20 2 0,-13 4 1,66 3 3,20 7 8,-37 0 2,-27 1-3,-23 1-2,-18-1-1,109-1 0,-38 1-1,-40 1 2,-22 1-35,-10 5-7,22 1-8,100-3-4,-24 2-1,-12 1 1,0 0 7,55-4 6,28-1 5,-5-3 5,26-10 16,59 6 7,-7 1-5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2236 10744 874,'-99'-39'-17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15624 2303 874,'-35'115'-11,"-52"28"8,20-6 6,122-47-3,68-142-4,-9-68-2,-39 0 3,-70-8 6,-55 18-2,-55-19 0,33 3 4,89 20-3,88 25-4,-8 66-293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15863 2027 874,'0'85'-11,"-1"74"4,-1-73 6,4 35 2,38-25 2,65-113-5,-52-116-3,-28 51 4,13-32-1,52 123 7,-82 115-2,4-15 1,56-19-3,37-101-2,-20-55-2,-10-77 4,-50 26 2,-14 28 5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16754 2178 874,'110'1'-5,"19"4"2,-41 0-9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16664 2408 874,'133'-7'-12,"-36"2"5,-8 1-8,-1 3-173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17530 2057 874,'10'87'-9,"-15"67"-5,-6-35-3,14-17-1,-3-15-41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17304 2042 874,'146'-2'-18,"-10"1"4,9-3-7,-43-3 4,6-8-6,-14 1-25,9-3-30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17290 1760 874,'143'-15'-16,"-45"9"7,21-4 1,10 3 2,-20-1-5,-21 1-3,55-6-40,-43 1-76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17767 1559 874,'119'4'-12,"49"28"4,-42 9 7,-50 53 4,-89 43-5,-41-24 0,-17-11-9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4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18066 2314 874,'0'87'-5,"-6"1"-623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18778 2332 874,'-93'-11'-8,"-26"38"5,33 12 3,34 69 1,140-82-2,12-57-1,37-143-13,-80 71 6,-10 11 0,-5-15 11,-12 8 0,-28 4 3,-35 190-1,14 85 0,15-95-4,35 37-16,20-28-25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19080 2045 874,'-57'98'-10,"-3"13"6,44 6 8,100-101-6,35-96-4,-41-14 3,-45 1 5,-107-4 0,-35 70-1,23 12-9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19412 2063 874,'-33'94'-10,"-15"43"9,17-53 2,63-216-16,5 13 9,-3 19 6,55 190 13,11-66-8,16-74-7,22-70-5,-55 35 10,-102 170-3,-18 17 0,6 45 4,32-42 0,7-20-18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19928 1604 874,'-135'21'-13,"43"-8"6,-17 4 1,16-2 1,-65 9-6,46-6-8,28-7-63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19510 1484 874,'121'-7'-11,"49"29"3,-47 9 7,-46 108 4,-118-52-4,-46-17-4,-45-31-4,39-15-14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15382 2738 874,'109'7'-10,"53"3"4,-74-8 2,70 0-2,7-6-1,-39 0 2,20-2 1,-20 3-1,-8-1 0,30 0 1,28-1-2,23-1 0,18-3 0,-58 4 0,15-4 1,29 0-1,22-3 0,-5 1 1,-55 1 1,41 2-1,28 3-2,21 1 0,-58 1 1,-1 2 0,31 1 4,14 0 2,-6 1 4,-73 0 0,28 1-24,9-4-7,-3-6-7,-69 3 4,-39 3-34,35-7-20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11673 4598 874,'23'-108'-10,"15"-54"2,-15 57 4,10-58-4,-16 52 5,-4 4 0,-1 10-1,-1-28 0,1-20 0,-2-12 0,-2 48 1,1-12 1,6-11 2,1 5 4,-3 23 1,11-57 8,32 2-2,18 47-5,93 19-7,-48 58-4,72-5-7,-47 30 4,24 3 0,24 2-1,-2 1 1,-40 1 0,39 0-2,26 3 0,12 0 3,-56 2 3,-4 2 2,10 6 5,-8 9 4,-21 7 4,-24 8 1,23 26 10,-58 67-2,-55 13-9,-29-51-9,-5 21-4,-4 17-2,2-40 0,-1 21 1,2 21-1,2-20 1,3-6 0,3 18 1,2 9 2,2 0 1,-3-5 3,-2-37 0,-2-3 0,-1 2 1,-10-2 0,-83 66 1,-47-61-7,18-64-6,-39-6-6,-35-8-6,64-4 2,-52-3-1,-46 2-7,-30 2-1,22 2-28,43-2-6,-40 5-4,-24 2-4,-8 2-1,13-1 1,64-3-1,30-5 5,27 0 9,38-5 7,-15-6-9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14499 3608 874,'105'45'-12,"75"31"-1,-65-25 7,14 3 0,-30-11 2,3-2 0,21 10 1,3 1-7,-30-13-3,22 9-9,10 2-7,0 4-6,-30-13-8,-11-5-6,-2 0-7,34 20-61,-35-12-210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14926 3461 874,'-122'41'-7,"28"-13"5,-6 11 1,-24 66 0,108-10-2,80 18-5,38-45 7,-3-1 5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16339 3845 874,'-21'104'-11,"-8"74"0,8-69 7,-2 5 1,2-3 2,-5 48 1,21-69 1,14 34 3,100-25 3,7-127-6,14-52-4,-4-13-1,-1-8 8,-254 98-4,-19 127-10,50-14 12,88-17 2,91-131-3,36-69-5,-23-1 3,0-7 5,-40 236-9,-58-1-7,7-29-8,-3-5-120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17052 4639 874,'62'-118'-14,"22"-42"10,-17 17 4,21 158-6,-86 113-4,-3-30 3,-3 30-1,-1 14 0,0 7 4,-1-17 1,2-30 2,-2 12 4,-6-4 3,1-24 2,36-253-19,-15 46 13,-3-14 0,4 10-2,0 22 0,14-18-1,15-2 1,-1 29 4,45-29 19,13 127-14,-83 147-7,-18-2-6,0-24-1,31-17 10,83-87-3,5-132-6,-16-25-2,-19-15 6,-39 50 4,-49 201 0,-4 18-1,41 5 0,60-132-8,13-125-4,-28 5 10,-66 224 3,-21 35 2,49-22-1,96-110-7,-25-94-4,-16-31-1,-24-16 11,-161 283 2,79-18 1,68-17-7,50-80-2,20-90-3,-1-68-1,-44 13 3,-16-15 6,0 46 2,24 171-2,-54 25-4,-18 14-3,-17-2 2,-24 13 3,-30-34 6,48-213-12,65-21-6,60-24 2,-14 44 4,-17 28 8,21 148 15,-62 53-15,-23 23 2,-39-35-2,-73-55-4,5-25-53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18432 3989 874,'-21'118'-10,"0"-30"-1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19810 4397 874,'-96'26'-8,"-23"13"-9,10 7 17,21 30 5,76 15-4,112-75 3,1-105-6,-13-42-7,-18 14 11,-38 206 2,-52 27-5,37-14 3,68-133-5,38-119-9,-50 41 14,12 133 0,-54 91-9,-22-26 10,-6 39 5,22-264-24,46-30 5,29 31 10,-5 58 4,6 81 5,-10 146 8,-45-17-7,-12-49-1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20601 4170 874,'-49'116'-11,"16"19"12,82-12-1,90-77-4,-9-55-3,-4-40 0,-16-21 0,-17-12 11,-40-17 3,-98 3 0,-65 108-4,-14 82-5,75 45 0,60-16 1,107-20-2,-26-40-4,-4-39-179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21447 4220 874,'154'-15'-17,"-59"13"9,6 0-2,-11 1-9,-4 2-7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21417 4376 874,'100'-14'-16,"-5"5"4,24 3 0,-32 0-8,8 1-9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21372 4648 874,'102'-27'-15,"24"-5"-13,-37 10-25,-5 2-8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22251 4170 874,'31'122'-12,"-2"44"8,-6-79 6,42 29 1,47-147-5,-37-75-6,-9-4-3,-2 11 3,30 59 17,-33 126-6,-28 15 1,25-14-8,10-4-196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22699 3838 874,'-63'63'-8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23072 3703 874,'16'160'-16,"-12"-59"8,-2 14 2,-2-2 1,2-28 1,-5 22 0,-4 73-2,2-82 8,-1 61 6,12-321-1,-6-5-12,5 69 4,14-48 5,56 39 1,55 71 2,-29 23 0,-13 37-301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23234 4519 874,'92'-52'-7,"-5"-4"2,33-37 2,-53-2 7,-209 61-6,49 75-1,11 68 1,54-3 1,70 13 0,79-17 3,-18-125 0,21-140-6,-91 76 5,21-56 2,58 147-4,-43 82-4,-14 5 0,-22 13 8,-30-3 1,-99-93 6,92-116-11,40-54 0,33 23 2,53 115-1,-42 141-3,-28 10-2,-20 2 3,-35-27 5,-103-77 0,118-123-2,116-24-7,-11 54 7,3-4 1,-32-29 1,-134 11-1,-42 104 0,19 103-5,76-20-1,53 8-6,-20-9-11,32-3-16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17127 5819 874,'-80'91'-12,"-15"50"7,22 8 4,52-41 4,156-124-7,-34-52-11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17164 5460 874,'-9'113'-12,"1"-22"4,0 15 2,3 13 0,2-17 3,2-15 0,3 6-3,12 80-15,-7-87-1,4 0-14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17493 5536 874,'-34'105'-12,"-18"55"7,16-55-2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17498 6406 874,'106'-104'-12,"-14"-17"9,-34 20 1,-18-24 5,-146 84 0,6 136-6,49 15 3,76 33-1,52-45-2,38-68-1,-28-12-5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18285 5830 874,'-93'136'-17,"-31"23"9,8-11-7,42-49-11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17930 5800 874,'44'102'-10,"32"33"5,5-22 0,3-37-7,8-40-6,-8-12-114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18303 6199 874,'96'-51'-7,"-3"-11"2,-7-4 3,7-47 4,-214 123-6,23 60 1,28 49 4,72-2 0,90-62-2,2-73-3,18 6-9,-25-24-177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5513 874,'-103'76'-12,"-5"14"6,20-20-108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18873 5860 874,'-65'101'-10,"4"23"7,33-28 3,93-12 1,43-119-2,13-70-6,-25-15-3,-7 76 12,-73 128 1,5 16 4,93-83 0,-2-141-17,-53 19 8,-6 225 5,17-8-5,-13-27-11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19758 5813 874,'-110'17'0,"65"-127"-30,46 14-296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19678 5423 874,'0'89'-17,"-4"-4"10,-5 19 1,-3 14 1,-1 7-4,2-21-1,2-19-5,-4 59-38,5-40-77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19435 6013 874,'178'-114'-35,"-54"76"23,-36 13 3,8 11 2,52 16 3,-40 69 14,-68 15-3,-84 42-4,5-43-2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20196 5863 874,'-71'114'-12,"35"11"14,146-44-2,1-110-3,-77-70 4,-31-9 0,16 6-1,118 43-1,-24 87-4,-13 47 0,17-14 7,-20-97 0,-3 32 3,-7 125-4,-91-37-4,-7 2-435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20031 5513 874,'12'89'-17,"-4"-3"-34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21676 5855 874,'-112'63'-13,"9"-6"5,8 4 9,22 45 3,141-17-5,85-136-7,-32-38 1,-11-92-1,-54 53 4,26-61-2,-42 87 11,7-23 8,-50 217-6,-12-4-10,-19 95-10,9-73-2,6-17-8,15 2-62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22091 5226 874,'-39'129'-12,"-23"49"3,26-75 2,7-20-4,-3 8-7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22192 5841 874,'63'-86'-9,"47"-66"-6,8 18 4,-22 41 7,-8 129 7,-90 75-8,-18-6 1,-2 18 0,2-17-9,8-16-8,-7 22-39,8-28-665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22296 5983 874,'157'-49'-24,"-20"35"10,44 14-9,-70 1-12,22-6-32,-46 18-311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18426 6675 874,'-16'141'-15,"4"-40"5,-4 25 0,-1 16 1,1-22 3,0-12 0,1-7-9,4-16-11,-1 52-38,5-51-60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18035 7338 874,'107'-58'-25,"0"10"9,23 5 5,6 13 6,-22 21 3,-27 6 2,53 39 5,-46 35 0,-59 62 1,-46-10 5,-87-154-5,75-101-12,40 35 4,30 1 0,53-32-4,-12 85 3,5-13-5,-6 47-47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19319 6977 874,'-121'99'-15,"-16"29"7,41-25 9,77-19 3,120-113-8,33-110-10,-41 8 11,-26 229-2,-66-11 2,6 12 4,19 41 11,117-138-10,-57-77-5,-16-26 2,3 16 11,-1 170-6,-3 24 1,27-39-1,10-87-5,-19-116-4,-81-6 0,-27 36 9,14 21 1,140 21-8,-32 70-3,-14-5-10,8 13-15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20561 7178 874,'-84'30'-12,"-76"50"-3,28 1 18,57 5 3,226-95-10,-61-51-4,40-41-5,-29 27 22,-118 161-6,6 32 8,96-80-3,29-80-16,26-85 1,-48 26 10,-67 213-4,-36 15 4,34-30 1,123-85-6,17-195-14,-48-9-3,-59 50 7,-3-11 5,-10 24 4,-11 28 2,-3 16 1,-37 272 31,-12-63-29,4-19-1,5-16 0,6 6 4,12-2-4,22-11 1,47 14 5,15-71-7,34-36-5,-29 10-4,-7-9-16,-3-19-775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20657 6750 874,'52'120'-13,"-3"-35"-2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22083 7218 874,'-44'104'-24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5052 7919 874,'-117'-26'-7,"33"7"2,-48-10 0,7 6 3,-30 1 2,70 11-1,-46-4 4,7 15 1,19 81-4,79 62-1,17-52 0,-12 65-3,-1-56 1,-6 15-1,-1 13 1,11-44-1,-3 22 1,1 10 2,5-1 2,5-20 0,7 60 5,16-42 2,127-25 0,-16-80-10,-32-13-2,7-2-3,50-1-16,-33-8-22,-31 4-84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8292 7596 874,'119'21'-14,"-20"-10"4,22 2 1,-22-3 2,-3-1 2,-5 0 2,98 9-3,-63-9 6,9 0 1,-40-1 1,13-1 1,8 2 1,-18-2 0,43 9 9,-48 56-1,-107 57-11,-7-16-1,10 66-3,14-94 2,14 83-2,1-64 2,5 4 0,12 47 1,-18-71 1,4 49 3,-43-2 0,-36-39-2,-109-28-8,50-51-1,26-5 0,-38-9-3,-26-5 0,-12 2-17,-5 4-6,31 0-8,22 3-7,-7 4-6,3 2-5,25 0-4,-38 5-73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4003 12812 874,'-19'-100'-6,"10"6"1,3-8 2,2-64 1,4 59 0,-2-18-1,2 33-1,-1-13 1,-2-22-1,1-12 0,-1 6 0,2 36 1,1-22 2,1-10 0,-2-7 2,-1 31 1,1 2 1,-4-12-2,-6-1 2,-2 11 1,-11-40 2,36 17-2,97 59 0,15 46-2,-26 22-4,8 2-1,55-1-2,-69 0 3,8 0 3,8 1-1,5 1 0,56-1 1,-62-2-1,12-1-1,-8 2 1,-20 0-1,25 2-1,13 3-1,-44-2 1,28 2-1,23 3-1,16 1 1,11 1-1,-11-4 0,-38 0 2,25-1 0,15-2 1,8-2 1,-34 0-1,-4 2 1,18 0 0,15-3 1,1 0 0,-50-2-1,26 2 1,14-1-1,10-2 1,2-1-1,-17 0 2,-29 3-1,18 0 0,11 1 1,7 2-1,-42 2 0,6 0 0,13 4 1,7 2 0,-11-1 1,-32-2-2,16 2 2,10 3-1,1 4 1,1-1-1,-21-3 0,69 4 1,-80-12 0,-1-2 0,0 0 0,62 22 1,-50 89-7,-50 9-2,-23 45 0,-18-71 4,-2 48 0,-4-49 1,2 13 1,-2-14-1,2 85 0,1-70 0,3 6 0,2 55 0,-5-72 1,-3 0-1,-2-11 1,-4 55 1,-17 24 2,-7-26 0,-17-22-2,-8-30-1,-68 17-1,-12-49-2,16-21-1,-37-10 1,63-14 1,-49 2-1,47-5 1,-9 0 1,9-1-1,-84 4 0,64-5 0,-12 0-1,37-2 0,-14-2 0,-19 2 0,-13 2-1,7-2 0,25-3 1,-29-1-2,-18-3 0,-15-5 0,44 0 0,-10-1 1,-22-3 0,-16 0 1,-10-1 0,-4 2 1,62 3-1,-30 0 2,-17-1-1,-15-1 1,25 5-1,22 1 0,-24 3 0,-12 2 1,-7 3 1,59-1 0,-19 3 0,-16 4 1,-12-1-1,20-1 1,28-1 0,-23-1 0,-7 1 0,-4-2 0,45 1 1,-3 0 0,-6 1 2,1 0 0,20-3-1,-65 0 6,34-14-2,107-75-203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9795 11398 874,'129'27'-11,"13"-7"11,-42-8 3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9885 11681 874,'116'-2'-11,"53"-15"3,-69 5-5,-13 0-278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10679 10327 874,'-83'84'-11,"19"47"7,39-42 3,-2 53-3,14 12-2,13-46 1,7 22 1,7 13-1,5 9 1,-5-47 1,7 15 1,6 16 0,4 12 1,0-11 0,-6-30 1,5 19 0,1 16 1,-4 0 1,-8-7 1,-10-31 1,-8-16 1,-10-4-1,-44 57 4,-23-44-2,-18-25-1,-19-19-4,15-27-3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10481 13177 874,'67'-98'-12,"8"-27"4,-4-12 6,-20 17 3,-1-13 1,51 89 4,-59 171-8,-17-1-3,-1 25-7,-9-52-12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10585 12712 874,'121'21'-13,"-20"-7"2,-10 1-11,-4 1-96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10771 10176 874,'-2'130'-7,"-14"-8"2,1-31-2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10689 10087 874,'104'-15'-10,"43"26"5,-6 39 7,-161 73-1,-88-56 0,151 55-4,71-53-5,-19-1 12,-117 25-3,-72-63 0,0-12 3,10 16-187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11107 11434 874,'8'129'-11,"13"14"6,-6-26 2,-3-11 3,1 46 0,-10-47 4,-23-219-8,4 0 0,-3 28 2,-4-7 0,-1 2 2,-8-44 3,57 20 2,106 50-3,15 52-8,-11 22-3,-25 4-9,-24 3-39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11062 11625 874,'131'9'-13,"-14"-9"6,4-1 4,11-4-5,-38 2-12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11032 11098 874,'119'1'-11,"59"7"2,-75-4 5,-19-2-5,8 2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11359 10901 874,'129'76'-13,"-1"37"5,-50-10 8,-78 33 4,-40-29-4,-28-8 5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11842 11836 874,'-40'94'-3,"-1"-10"-50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12381 12148 874,'-62'-107'-6,"-51"31"5,1 119-1,67 67-3,45-12 1,53-8 2,70-64 3,-35-129-5,-38-53-4,-38 39 2,-9-14 0,-7-3 3,0 36 1,-3 4 1,1-2 4,-4-44 6,37 268 1,-24 36-19,-2-48-3,3 5-8,1-21-8,29 57-50,-14-64-43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12588 11709 874,'-42'91'-8,"9"13"3,21-3 3,33 7 1,16-18 1,69-42 2,-12-183-3,-84 48-3,-13-3 0,-23-56-2,-41-4 5,-12 62 6,-20 100 1,122 97-4,12-13-11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12889 11709 874,'-14'150'-14,"1"2"6,9-46 10,6-209-6,-6-28 0,-1 42 6,9-51 3,80 256-11,-52-17 6,34 0 2,52-88 0,-33-113 0,-27 0 0,-14 5 0,43 36 2,-59 157-5,-21 38-3,-11 53-4,1-96 0,-1 45-11,1-45-16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13293 11202 874,'-127'0'-7,"41"0"2,-50 3 1,8 5 2,-26 23-5,50-7-7,16 5-813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12775 11036 874,'142'42'-14,"1"17"4,-29 3 4,-26 10 13,-56 42-2,-117-37-2,-20-10-1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14176 10759 874,'29'-112'-7,"-9"21"-3,15-58-2,-10 36 5,5 1 1,-6 22 2,14-20 0,12-10 0,3 12 5,27-29 8,15 94 6,-70 171-12,-22-8-8,-5 26-3,1-16-1,1-18 0,3 13-18,5-1-7,6-20-7,-3 1-49,8-18-76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14295 10041 874,'125'-21'-8,"-6"5"3,11 1 2,-42 6-3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14966 10036 874,'124'-30'-8,"-8"17"7,-13 49 1,-17 12-4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14921 10305 874,'93'14'-6,"74"-28"-4,-33-11 0,-48-6 3,24-2-16,-26 1-397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15722 9693 874,'-2'150'-12,"-2"-59"6,0 13 3,-2 5 0,-2-4 3,-5 33 0,7-239-31,9 8-44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15725 9757 874,'88'58'-5,"-1"-24"2,34-54-1,-21-50 1,8-76-6,-38 35 5,-60 202 1,-35 54-8,-8 28 0,6-1 1,12-20-26,27-26-19,-2-42-59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16687 9286 874,'-54'141'-22,"12"-37"10,-9 19 2,4 14 3,7 11-11,8 7-5,12-46-6,4 12-12,5-25-7,6-1-6,9 3-4,24 38-60,-5-50-84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16738 10273 874,'58'-108'-7,"-15"1"-3,0-13 4,-20 34 4,1-12 1,10-53-1,-8 15 5,-62 249-8,16-16-1,-2 21 0,3-1 1,6-31 0,5 16 7,8-1 0,13-10 1,24 23 6,51-96 0,6-106 0,-68 0-628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16813 9870 874,'108'17'-9,"-7"-14"4,11-30 3,-25 7-10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17280 10111 874,'-34'101'-11,"-22"33"9,13-42 0,104-220-11,8-3 2,10 4 15,11 162 5,-104 121-11,-9-21-11,8-47-17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17186 10193 874,'107'7'-23,"-24"-23"26,3-26-2,-2-16-2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17607 9527 874,'67'139'-14,"-46"-50"7,-8 24-1,-10 22 0,-3-42 3,-15 20 0,-30 80-4,19-96-8,-12-3 4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14545 11293 874,'-11'166'-18,"4"-64"10,-2 16 1,1 6 3,0-21 2,5 32 12,20-226 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14552 11300 874,'92'-119'-6,"26"82"3,-10 102 1,-75 31 0,-58 67-9,-10-76 7,-37 31 7,-23-103 2,197-100 2,19 145-8,-39 69-1,-47-15-1,-46 20 4,-25-42 1,-70-55 1,5-121-4,24-28-4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15159 11524 874,'96'-24'-4,"-7"38"4,-2 24-628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15189 11791 874,'108'-17'-6,"-23"-6"3,2 1-4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15791 11390 874,'0'125'-11,"-2"30"6,-3-35 2,-12-242-7,14-4 4,5-5 6,17-7 7,87 110 5,-31 133-6,21-66-3,-1-191-13,-41 12 7,2 45 6,-17 206-16,-43-22 4,-10 40-1,-5 19 2,2-19-18,6-25-10,-1 7-42,-3-24-303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16610 10825 874,'-30'95'-14,"2"2"-1,-8 25 1,0 21 4,5 14 2,11 10 3,8-45 3,8 5 1,3-15-2,7-11 2,14-1 6,30 15 11,48-221-4,-55 21-20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16948 10960 874,'-43'121'-13,"17"-36"8,5 13 2,8 7 1,7 0 1,5-18 2,20 42 3,78-109-2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16783 11363 874,'133'-16'-8,"-37"10"5,27-3-4,-36 12-841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17098 11732 874,'-6'137'-6,"37"-272"-15,-9 10 11,28-31 3,4 45 5,38 61 16,-67 153-9,-37 11-5,-60 27 5,169-135 5,12 118-11,-116 11-4,-34-28 4,-78-143 1,40-80-5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17487 10886 874,'114'141'-15,"-72"-53"9,-8 18 0,-8 19 0,-15 7 1,-5-43 1,-11 26 1,-11 63-22,1-79 3,3 14-34,0-27-97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14150 9621 874,'-17'100'-27,"-3"36"2,-4 39 1,-1 30-1,1 27 2,3 22 4,5 18 3,8 10 6,5-34 6,2-39-10,5 12-24,0-58-5,4 46-6,1 24-3,2 5-5,-2-57-3,2-21-2,6-2-2,8-14 3,10-28 6,-11-32-3,4 14-20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8129 11972 874,'123'-126'-12,"-50"32"7,-15-21 4,-26 18 2,-19-36-2,-20-28 2,-7 32 0,-36-25-1,-4 40 1,-18 27 2,-48 39-2,-30 73-3,37 32-1,0 55 2,27 19 0,31 5 0,36-42 1,11 11-1,10 7 0,11 0 0,12-5 1,-1-18 0,45 46 4,46-33-1,-23-55 4,-3-39-865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9159 11634 874,'-98'-16'-26,"-3"-1"26,-23-3-4,19 3-2,14 2-2,-5 1-11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9160 11835 874,'-112'-35'-12,"17"6"1,-69-24 11,78 24-6,-13-5 5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14408 865 874,'-93'53'-9,"-41"22"3,-26 21 2,39-13 2,21-3 0,-15 49 3,25 0 0,2 28 0,53-70 0,7 1-1,-7 49 2,8 35-2,19-82 0,2 45 0,10 24 1,2-20 0,-2-35 2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13252 2341 874,'45'88'-4,"13"27"2,57-122 1,-21-108 0,-31 14 0,-13 16-23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14176 683 874,'48'120'-11,"0"23"7,-9-23 6,-1-19 0,70-65-3,-41-178 3,-72 27-1,-10-28-2,54 35 2,65 57-2,-3 42-2,-13-4-5,7 15-6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14919 682 874,'-99'65'-9,"-21"39"5,36-11 2,39 13 4,184-101-3,-33-114-2,-46 1 4,-27 214 3,54-50-1,12-213-10,-50 27 5,0 44 5,39 162-2,-72 64-2,-8-22-1,111-113-4,-25-152-7,-28 9 12,-18 277 17,-38-44-7,80-124-4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15308 472 874,'14'104'-2,"-7"-20"-628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15733 639 874,'-70'105'-11,"-9"17"9,135-212-4,9-14 10,-29 205-12,-43 26 13,93-95 4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16023 306 874,'24'146'-15,"-17"-59"11,-2 10 0,-2 1-2,1 46-9,0-47-6,-4-9-277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15919 808 874,'114'-95'-13,"27"46"8,-19 44 7,-24 41-2,-26 77-2,-109-16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5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16345 458 874,'-14'86'-6,"-7"-2"-854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16555 746 874,'-44'107'-10,"5"20"13,126-71-5,10-177 2,-90-14-2,-15 12 3,106 48-2,-14 118-2,6 87 3,-57-34 2,73-146-7,-20 0 9,11 94-2,-54 54-9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15630 668 874,'-41'92'-7,"35"27"7,148-41-5,-48-56-4,-2-33-180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14272 1348 874,'112'-15'-12,"-21"6"6,25-2-3,22 2-1,22-2 1,22-5 1,-53 6 1,22-6 1,-19 2-3,9 0 2,42-4-3,26-2 0,19 3 4,-82 5 1,44-1 2,30-6 2,-42 2 2,-4-4-2,20-21-24,-68 16 3,-34 11 0,24-18-63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17582 834 874,'-21'101'-22,"2"-16"-18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4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935 12859 874,'-30'124'-7,"5"-36"-11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5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11923 14198 874,'-17'-103'0,"87"201"-4,-23-14-26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6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12196 14263 874,'73'4'-7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7"/>
    </inkml:context>
    <inkml:brush xml:id="br0">
      <inkml:brushProperty name="width" value="0.02646" units="cm"/>
      <inkml:brushProperty name="height" value="0.02646" units="cm"/>
      <inkml:brushProperty name="fitToCurve" value="1"/>
    </inkml:brush>
  </inkml:definitions>
  <inkml:trace contextRef="#ctx0" brushRef="#br0">16440 11810 874,'96'110'-5,"-60"-6"4,-40-16 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1921 9757 874,'-113'9'-10,"-22"-10"6,25-3 4,6 4 3,-20 17-3,19 29 1,13 72-2,50 13-2,35 33-1,14-57 2,1 15-1,-3 3-1,0-30 0,-1 30-1,-3 23-1,1 18 0,-2-37 1,-2 4-1,0 27 2,2 18 0,0 11 0,0 8 2,0-67 0,1 24 2,-1 21 0,0 5 0,1 3 2,-1-21 1,0-46 0,0 5 2,0-6 3,0-10-1,0 42 8,4-38-2,28-16-5,102 24-5,-52-78-6,44 11-4,31-9 5,-42-14 3,-22-1 3,10 28 2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1271 766 874,'-8'92'-9,"-9"46"5,5-54 2,-7 54 1,5 36-2,7-29-9,3-53 4,-5 52-15,-16-41-47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1183 774 874,'109'10'-6,"-13"-5"1,-7-2 2,12-3-4,-14 3-29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1154 1151 874,'124'29'-11,"13"0"-3,-13-50-4,-13-16-26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1228 458 874,'120'36'-11,"33"-14"7,-24-7 2,-23-11 2,-5-15-2,-14 2-51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1571 397 874,'110'8'-6,"-10"1"4,30 38 3,-47 65-3,-160 3-4,-38-28-9,30-31-17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 1544 874,'-55'143'-12,"-20"-23"3,-10-33-9,-3-35-809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1950 1242 874,'-28'87'-6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3798 1250 874,'8'98'-11,"-8"71"4,-4-63 2,1-16 2,-9 47 8,11-236-6,21 11-4,18-44-1,29-10 9,-7 55 2,25 78-1,-21 139-1,-60-36-8,-9-2-1,-9 38-4,-19-239 8,56-12-5,13 5 1,-1 24 10,45-12 5,33 109-2,-67 140-3,-42 5-4,-23-64-9,1 12-19,-24-12-391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4869 1134 874,'-107'103'-15,"27"-3"2,5 12 7,20 27 12,63-48-3,82-83 0,21-70-3,-9-68-4,-58 29 0,-15-22-1,2 25-7,-12 10 4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4957 519 874,'-8'141'-15,"-1"-46"9,-6 18-2,-13 55-2,-2-9 4,13-54-4,3 3-2,4-18-7,5 38-42,2-38-81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5141 880 874,'-2'94'-13,"-3"-1"2,-3 18 1,-4 50-3,2-20 16,35 9 7,97-132-3,-46-117-6,-39 6-4,-5-10 2,5-51-6,-31 68 9,-11-3 1,-19-34 2,88 227 11,54-56-19,-32-65 1,23 7-7,-25-35-425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5849 519 874,'-108'27'-10,"-52"10"3,25-7-1,17-21-4,34-2-15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5505 384 874,'114'-14'-11,"5"24"9,3 40 4,-39 93-3,-151-25-1,5-32-10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4416 1754 874,'140'-15'-14,"-44"2"5,20-4 1,-4 0 0,-28 3-3,18 0-7,66-11-41,-56 9 16,8 0-5,-20 4-7,-12 4-4,12 3-5,-15 0-64,2 2-2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4926 2377 874,'-89'93'-14,"-37"56"8,62-65 4,-22 41 3,58-5 3,144-111-2,-39-138-10,-18-63-7,-35 64 9,-3-10 2,-1 13 2,-5 33 0,2 1 7,12-14 5,-25 192-7,-17 22-9,-5 31-2,4-18 0,-1-6 1,2 15 0,5-5 12,16-21 1,56-15 4,22-140-2,-32-43-12,-4-28 0,-14 34-18,-7-21-7,-1 17-32,-6-9-49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5126 1982 874,'-15'124'-12,"2"-37"6,-5 17-1,2 9 2,-5 52-1,10-26 5,12-24 6,88-31 18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4953 2493 874,'160'-18'-18,"-60"-11"8,20-21 1,-16 10-14,-12-2 1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5921 1485 874,'134'0'-6,"-38"-4"3,-7 1-3,0 3-181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5937 1769 874,'85'-16'-9,"6"-3"3,0 0-7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6773 985 874,'9'142'-19,"-15"0"8,-11 8 4,-1-38 2,1 4-5,0-3-9,4-22-8,-2 19-35,-1-23-176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966 874,'137'-16'-17,"-37"7"8,17 1 1,-13 2-4,49 1-23,-55 8-20,-12 3-260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1391 874,'100'-11'-15,"-1"-6"0,18-8 4,-17 1 2,-12-7 2,11 1-21,-16-6-248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7560 548 874,'-91'11'-13,"-5"1"-1,-25 6 1,17-2 3,9-2-13,6 0-5,-58-12-41,55 0-62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7054 445 874,'95'-5'-12,"-9"8"3,50 8 5,-43 67 9,-83 18-4,-63 14-4,-23-6-3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8024 382 874,'74'136'-27,"-11"33"23,-37-75 3,10 64-1,-8-2 0,-17-32-1,-5-20 1,-6 4-1,-5 25 0,-8 17-1,-6 5 1,6-51 0,-8 22-4,-9 15-6,-1 10-9,-9-1-6,4-24-8,5-29-8,-7 3-6,-8-6-6,-38 29-72,-1-48-257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3654 830 874,'-84'141'-30,"12"-21"11,-13 30-1,-8 20 2,0 17 5,30-59-26,2 20-3,6 21-2,13-14-17,11-21-5,11 22-1,15 8-1,17-1-1,-1-50 2,14 5 5,13 4 15,12 2 9,0-17 7,41 53-10,-34-65 19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8445 1483 874,'-44'104'-8,"4"-18"-3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8633 1375 874,'65'-98'-8,"46"57"8,-26 74-2,-46 105-5,-43-40 0,-10 54 3,1-11 9,53-34-1,88-123-2,-9-136-12,-42 8-1,-48 56 10,1-40 3,-34-14 3,-18 41 3,-63 50 4,26 188-9,199-37-9,-53-100 1,45-60-6,-40 15-11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9726 804 874,'-90'3'-11,"1"3"0,-22 2 0,-10 3 4,-47 4-2,37 2-13,47 2-25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9378 639 874,'143'32'-11,"-54"-7"4,27 11-1,-16 24 15,-86 58-5,-149-16-6,37-36-3,10-35-283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6055 3823 874,'114'5'-5,"53"-3"2,-68 0-1,-10 4-434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6086 4156 874,'138'-7'-12,"23"-18"5,-66 9-2,-12-2-421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7436 3174 874,'0'129'-13,"-10"-34"6,-2-11 1,-16 72 0,-9-8 3,5-44 1,-22 56 2,16-59-1,-8-2-2,9-15 1,-6 4-12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6932 3716 874,'-1'-112'-12,"46"-56"6,2 76 4,48-46-2,-2 41 5,42 10-2,-51 55 1,62-3 2,-61 33-2,11 11 1,-2 15-1,33 28 0,-46 47 2,-70-1-1,-87 14-3,-55-3-4,17-30-6,28-23-21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8344 3219 874,'-144'116'-23,"-24"50"8,83-66 10,-36 52-1,15 8 3,53-47 1,12 10 1,19-15 3,10-23 1,19 9 1,20-1 0,38 31 6,26-75-2,-5-22-50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8157 3778 874,'-16'144'-16,"3"-49"13,-7 40 1,4-19 4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8052 3671 874,'89'-35'-11,"94"-7"-7,-87 29 12,39 0-14,-34 23-9,-15-2-184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8141 3942 874,'92'-11'-11,"-3"-3"-2,19-6 3,7-8 2,-10 4-14,-18 2 6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8216 3425 874,'97'-13'-14,"-9"2"4,10-3 3,-3-10-3,-6 6-10,-1-6-48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8455 3219 874,'93'41'-7,"11"29"7,-66 20-3,-56 1-1,-61 11-9,-7-52-826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8786 3249 874,'112'81'-12,"-11"68"2,-48-14 2,-34 6 4,-28-38 1,-20 20-1,-12 11-2,8-36 2,-29 42-3,22-49-1,4-6-10,-14 3-92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2465 4119 874,'52'138'-10,"-36"-43"7,-12-6 3,-11 15 2,2-213-13,48-64 2,42 26 13,26 113-1,-25 140-3,-53 39-4,-35-3-1,-53-295-4,67 68 3,19-7 11,33-30 6,52 138-6,-91 101-3,-21-32-3,-1 58-13,-3-48-22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3225 3951 874,'9'114'-9,"-9"40"4,3-26 4,9-25 5,91-74-4,-2-181-10,-41 13 0,-35-36 14,-66 36 0,171 163 6,-23-10-13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3091 3691 874,'91'-15'-12,"-5"6"2,16-2 2,3 1 2,27-3 0,-39 0-6,-7 6-179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3418 3506 874,'125'-3'-10,"3"21"5,-40 31 7,-69 90-1,-45-42 2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4377 4112 874,'-86'-9'-5,"-42"35"0,37 9 3,-14 54 0,73 43 3,123-51-2,17-55-2,23-77 1,-15-122 2,-84 50-5,-2-17-3,-5 20 0,-6 25 2,-1-3 10,1-10 4,-39 235-12,4 22 1,11 2 5,10 3-6,34-10 11,44-116 1,32-143-3,-52-29-5,-21 17 3,10 235-3,-46 33 1,39-9 0,55-119-3,1-127-4,-37-9 0,-39-33 11,-43 62 0,143 187 6,-8-117-15,-30 2-6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5293 3476 874,'-88'8'-9,"-92"5"-9,79-8 8,7-4 0,-6 2-15,15-8-91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5019 3352 874,'108'1'-11,"21"34"13,-68 73-2,-164-14-6,4-18-14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3940 4472 874,'147'-33'-17,"-38"13"5,24-4 1,-36 5 2,17 0 2,-10 3 3,-2 3 0,34-2-4,15 4-13,-2 6-7,-47 2-6,-11 7-7,8-1-52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4637 4764 874,'-123'46'-12,"-27"17"3,34 1 8,20 3 1,-4 45 3,125 3 3,85-85-6,26-85-4,-9-94-7,-40-9 1,-48 51 7,-6 1 2,11-43 6,-13 53 3,-25 224-1,-24 6-12,2-39 2,0 6 0,-2 52 4,32-3 3,76-67 4,42-208-13,-76 35-2,20-79-8,-52 64 13,-8 3 3,-1-41 4,-78 242 14,39 18-22,8-3-1,16 28 6,39-41 3,87-85 1,-40-71-4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4670 4744 874,'116'3'-20,"12"3"5,-37-1-3,-5 1-3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4150 6256 874,'-96'-25'-8,"-8"25"4,13 21 2,0 44 3,37 26-1,69 61-2,34-41 1,45-47 3,34-88-3,-19-90-6,-42-48-3,-41 44 5,-3-10 1,-6 0 2,-7 39 2,-2-3 1,-5-2 2,-5 8 1,-4-33 6,-24 226-5,26-11-11,1 21 0,3-21 0,1 1 0,3 20-4,4 8-5,4 0-8,-1-18-13,-2-22-15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3627 6677 874,'95'-9'-12,"-6"1"1,23-2 1,20-1 0,14 3 2,-50 2-11,20 2-7,-25 1-4,3 2-13,5-2-54,-12 7-259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4206 6811 874,'-6'129'-12,"1"-43"7,0 15 0,1 7 1,0 50 3,2-26 5,-47-41 0,-46-112 0,-40-18-3,5 32 0,46 33 0,75 59-1,113 3-3,52-84-2,-32-36 0,1-79 4,-48-10 1,-47 34-1,-4-18 0,-4 15 0,9-52 4,-38 276-9,0-43 2,3 15-1,5-5 5,7 52 2,-1-43 4,-108-218 13,247 14-28,-43 58-21,-19 30-44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5078 5793 874,'-145'-36'-13,"-5"28"15,45 90-2,75 106-7,28-63-1,4-37 1,3 24 0,1-22 4,1 18-2,0-8 0,-3 4 0,-7 34 0,-1 14 1,0-46 1,-1 29 2,-3 10 2,0 0 3,1-31 1,2-18 0,5 2 2,9-8 0,43 40 5,103-59-6,-18-81-13,-47 0-4,27 8-25,-32-24-543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5191 6303 874,'65'-117'-12,"-5"0"9,6 23 8,-53 200-8,-11 56-4,7-66 1,14 41-14,16-33-9,-5-19-274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5147 6690 874,'165'7'-22,"-54"-2"10,-17-1 3,-3-2-6,6 1-20,-13 0-155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5308 7121 874,'-15'-86'-3,"71"-14"1,32 85 1,-61 124-5,-99 14 0,-20-21 6,5-8 3,70-9-1,101-32-2,55-47-6,-37-43-2,-7 11-13,-4-16-6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5743 6535 874,'65'121'-8,"-43"-12"9,-16-25-1,32-214-7,7 33 7,40 63-1,5 122-3,-43 20 4,-41-21 2,-45-187-4,38-23-1,31-10 5,61 48 1,20 209-5,-63 0-4,-18-21-10,4-15-120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6384 6417 874,'1'112'-10,"11"-6"9,14-8 0,41 29 1,37-100 0,-14-102-2,-53-57-4,-76-33 4,-6 58 2,32 7 4,127 87-6,-29 20 1,23 1-13,-21 12-414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6845 6164 874,'4'-127'-4,"116"60"-1,-29 116 5,-85 76-1,-77 32 1,87-28 0,72-63-2,4-25-5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6875 5757 874,'140'-35'-17,"-38"14"8,-14 5 4,74-8-1,-19 10 9,-19 35 1,-91 86 3,-70 36-3,15-46-4,8-6 0,-2 98-7,15-61 2,6 7 1,-1-39 1,3 10 0,-2 12 2,1 9 2,0-15 1,-2-22 0,0 14 0,-2 7 1,-6-1 0,-6 45 4,-41 4 0,-77-37-6,-12-65-4,54-52-1,-4-21-3,-8 7-12,13-36-273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7725 6484 874,'136'-11'-9,"-49"8"8,20-2-2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7754 6709 874,'201'-41'-60,"-111"21"-23,-4 2-24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8508 6116 874,'8'100'-11,"-4"-3"-5,-3 25 5,-3 17-4,-8 6-6,0-30-6,-1-19-5,1-9-3,-21 27-61,4-27-387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8166 6359 874,'-11'-144'-16,"23"49"12,25-3-1,29 2 0,29 11 0,71-21-4,-76 70 4,2 14-2,24 15 3,-4 15 2,45 27 4,-49 70 9,-80 0-1,-105 48-7,3-63-4,-10-1-6,-46 28-22,24-31-50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9418 6041 874,'-113'61'-13,"-37"82"-4,67-36 9,20-20 1,8 2 2,7-4 1,8 1-2,4 23 4,12 4 3,5 56 5,34-71-1,21-6 1,92 11 4,-37-47 3,-3-77-629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9344 6678 874,'7'127'-11,"2"36"7,-2-78 4,5 34 1,-51-265-18,19 7 8,8 5 4,4-16 9,21 3 6,26 47 0,63 47-4,40 52-6,-8 31-8,-43-5-12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9319 6615 874,'97'0'-16,"0"3"1,1-2 5,66-1-28,-66-1-10,-11-1-148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9378 6166 874,'96'0'-14,"-11"-2"4,24-4 0,-7 0-14,-14 2-89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9542 6011 874,'141'39'-13,"-45"10"17,-69 61-4,-64-16-5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9907 6052 874,'85'61'-11,"42"74"0,-62-41 6,-10 13 0,-14-15 2,-15-9 1,-12 5 0,-10 87-2,-28-68 3,-17 3 1,-42 44 2,-76-41-7,68-56-4,5-43-58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12496 5296 874,'-131'-32'-15,"27"16"4,-34 0-2,-29-1 1,56 6 2,-40-1-2,30 4 2,-28-3-5,-40-3 1,-39-1 1,-20-1-3,72 4 3,-66-3-6,-57 0-5,-43 3-6,54 4 4,13 2-1,-57 4 2,-33 4 3,-21 2 6,136-2 4,-62 5 5,-37 6 7,-24 9 5,59-1 3,40 1 0,-45 6-1,-18 5 2,6-2 5,108-10 0,-13 1 6,-1-3 11,14-5 1,45-4 0,45-4-1,6-3-2,14-2-1,16 10-3,13 20-5,-30 61 7,39 106-31,45-47-5,2 34-2,7-23-1,1-5-3,-3 42-2,-5 34-3,-1 23 1,11-82 2,-4 36 2,3 29 7,3 12 6,5-33 7,3-46 2,13 12 3,19-10 5,25-23 4,31-27-1,-10-31-4,15-28-3,42-17-5,38-18-7,35-18-9,-66-4 1,58-15-9,47-10-6,34-7-3,-31 1 2,-23 3 1,55-3 1,39 0 1,25 1 4,-114 8 6,58-2 2,37-1 3,31 1 2,-41 2 1,-49 5-1,52 1 12,32 3-5,19 6-3,15 4-1,-92 2-4,2 0 3,40 5-2,26 1 0,1 3 6,-115-6 0,42 0-39,12-2-5,-13-10-6,-38-21-5,-87 8 7,-72 14-38,6-5 11,-6-15 27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10529 5203 874,'33'116'-14,"-19"-17"7,-2 26-6,-5 25 3,-6 25 1,-6 20 0,1-54 2,-3 20-2,-1 0-7,1-13 0,-5 49 2,-4 39-3,-6 29 3,6-81 2,-9 36 4,-10 31 1,-3 14 0,13-93-16,10-58 7,-3 2 1,1-30-212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 8917 874,'-137'-7'-20,"44"1"15,-7-1 4,-45-5 1,48 12 3,62 121-2,63 19-6,-12-51 0,-3 21 0,-7 13 4,-4-25-1,-3 1 1,-6 17-1,1 6 2,-1-7 2,4 52 4,13-79-1,29 57 2,110-52 0,-38-81-6,39-62-3,-53 9-4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1369 9517 874,'108'0'-12,"-20"0"5,17-2 0,9-4 2,-10 0-9,-17 1 2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2109 10043 874,'-92'-22'-5,"-19"34"-1,11 119 6,96 28-4,38-39 0,31-28 3,21-37 0,56-56-1,-47-10 1,-8-25-613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2698 9256 874,'-117'132'-12,"31"30"6,53-66 3,-3 71-4,27-2-1,25-42 3,9 14 1,1-19-5,1-18-4,13 5-8,4-18-7,53 4-157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2720 9684 874,'8'127'-12,"-7"38"7,-5-69 3,-1 1 1,-5 47 3,-5-45-1,-13-218-5,21 31 1,-1-52-1,8 54 3,3-2 2,9-43 1,25 35 3,51 180-2,-54 13-3,6 31 2,49-130-3,-48-132-2,-14 14 3,9 7 2,46 234-4,-81-25-2,-1 6-4,0 53-16,4-68 1,14 24-33,-2-26-97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3436 9498 874,'-11'111'-10,"-34"59"0,12-55 3,-2 5 0,10-30 2,-3 30-1,8-36-1,-5 35 4,-4 16 0,2-17-4,6-30-2,-19 28-21,6-29-172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3445 10188 874,'12'130'-12,"-8"-41"5,-1 17 1,-3 6 2,-2-18 1,-6 53 10,-59-242-5,39-87-9,8 16-3,17 70 10,11 0 1,23-42 3,44 45 3,65 58-2,-15 44-1,-36 55-1,-126 36-3,-55-33-3,-43-33 2,29-7 4,150 110-5,51-31-5,37 26-4,-39-61-11,-9-24-33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3686 9664 874,'87'93'-13,"28"79"-3,-54-53 8,-11-5 1,-10-18 2,-9 16-8,-5-22-11,-9 31-8,-16 22-6,-19 7-7,-2-31-6,-15-14-5,-20-2-5,-75 27-64,39-48-77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4149 9966 874,'148'16'-18,"-43"-8"12,16-3-2,-14 1-10,-12-2 3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4253 10252 874,'100'16'-15,"-5"-13"3,23-11 0,-31 5-8,9-5-7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4983 9962 874,'25'-114'-11,"6"-50"4,-11 67 4,4 1 2,12-29 0,34 251-1,-65-24-3,2 8 1,5 59-17,0-74 3,8-9-8,0 12-42,7-12-458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4923 10161 874,'137'3'-13,"-47"2"6,12 5 0,40 7-1,-25-3-7,-30-5-18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5179 10664 874,'-102'10'-6,"17"-52"2,33-43 4,98-27 0,65 81-3,-2 60 3,-15 32-1,-66 67 1,-72-16-5,-95 12-4,10-24 8,44 4 6,136 14-4,64-54-6,5-72-3,-13 13-13,6-26-18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5594 9951 874,'30'128'-13,"-8"-43"7,10 47-1,-5-14 9,-12-10 0,-31-210-3,35-24-2,49-15 7,52 61 0,-24 211-3,-82 6-4,-24-3 3,-10-48 2,-1-251-9,43 33 8,49 4 3,50 115-4,-36 118-2,-56 24-7,-17-32-17,-36-12-783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6487 9916 874,'0'111'-6,"9"31"0,9-29 4,11-14 1,33 13 1,67-29 3,-42-91-3,7-98-2,-38-20-3,-26-41 1,-26 75 3,-8-38 2,-45 3 3,-42 63 2,93 170-5,99 5-9,11-68-9,-28-20-16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6369 9437 874,'168'8'-20,"-56"1"9,16 2 2,2-3 2,-22-1-7,25-9-23,-39 1-52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6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6816 9241 874,'93'37'-16,"-2"-1"3,11 11 4,-8 2 13,8 27 3,-91 28-3,-74-12-5,-22-17-284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7010 10467 874,'1'113'-10,"17"30"8,3-50 3,-30-227-11,-1 26 5,6-6 5,18 4 3,80 182 1,12 9 2,1-215-9,-63 35 4,19 271-10,-73-28 2,-11 11-9,9-69-8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7698 10298 874,'-38'119'-11,"4"-34"3,-10 20 3,-5 15-2,-2 4 0,15-36 2,-5 23-1,-18 70-32,17-21-29,26-73 24,-4 9-85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7604 10871 874,'-6'116'-10,"-2"19"3,5-7 1,0 3 5,-4-30 5,-59-196 0,40 11-13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7500 10867 874,'110'-35'-13,"5"27"3,-1 32 6,-22 49 8,-111 30-2,-113-49-4,45-2 6,104 55-6,81 25-10,-3-30-3,-2-19-29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7728 9220 874,'-103'-32'-3,"7"-42"1,119-30 0,100 90-1,9 84 2,-77 30 0,-107 69-5,-28-44 1,-11-28 10,19 12-2,142-18-3,76-38-7,9-32-5,-36-15-13,-26-16-29,-2-6-529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10252 8773 874,'-92'-16'-10,"-63"1"5,52 8 1,-16 2-1,-15 0-1,26 0 2,-4 0-1,-2-2-1,9 2 0,-36-8 0,-31 0-1,-22-2 0,53 5 1,-23-1 0,-30 4 0,-26 2-1,1-1 0,53 3-1,-44-1 1,-31-1-2,-23 2-2,59 0 3,-3 0-1,-38-4 0,-28-1 1,-7 1 0,87 0 0,-51 3 0,-32 1 1,-22 1 0,52 1 3,24 2 0,-37 2 5,-19-2 1,-10-2 3,101 1 0,-35 1 3,-21 2 5,-6-1 1,5 1 2,39-2 0,54-1-1,3 0 2,18-1 1,19-2-1,-39 2 12,24 16-10,28 46-9,19 61-8,30 25-8,23-40 0,-3 17 1,-5 20-2,11-35 1,-5 14-1,-3 28 0,-1 16 0,6-6 3,8-40 0,6 23 2,10 9 2,13 0 2,3-37 1,10-10 1,19 4 1,23-7 1,17-14-2,67 29 2,-34-60-7,20-7-1,-21-11 0,-5-9-1,28 0 0,23-3-1,24-5-1,-65-7 1,40 1-2,30-1 0,24 1 0,17 2 0,-8 1 0,-55-6 0,35 5 1,24 3 1,16 1-1,-50-4 1,-3-1 1,36 7 0,24 4-2,2 1 1,-75-8-1,46 6-1,28 3 0,18 0 0,-47-5 2,-25-3 1,31 5 3,16 3 4,9 2 4,-90-9 0,36 1-1,23 4 1,17-1-2,-31-4 1,-34-3-2,25 3 0,10 3-1,-1 2 0,-64-10 1,14 3 0,18-1 0,17-6 0,18-12-3,-74-1-3,-47 3 7,0-5-11,0-2-403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8146 8731 874,'44'92'-11,"16"75"2,-29-57 3,0 17 1,0 17-1,2 17 0,-6-17 1,-3-14-3,0 12 2,-9-35 0,3 34 1,2 22 2,-3 12 2,-4-40 1,-4-5 2,-1 15 2,-5 7 0,-3 0 2,-2-3 0,1-46 0,-5 4 0,-1 6 0,-8 0-2,0-14 0,-18 54 3,-21 3-3,-1-45-1,-83-22-3,21-77-5,26-6-1,-63-44-9,53 13-14,11 12-20,6-22-5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13613 1574 874,'-91'59'-10,"-2"40"7,7 51 2,20 8-1,25-25 3,45-22 2,82-63-3,54-134-7,-46 17-13,-34-20-588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13505 1076 874,'12'143'-12,"-6"-57"7,1 17 0,-2 16 1,-1-31 0,-4 10 1,-1-14 1,-3 11-2,-6 22 0,2-9-3,0 49-16,4-63-10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14706 1046 874,'-149'58'-19,"50"-27"10,-14-3 3,4-6 9,-45-6 1,48-15 1,145 133 1,-3-14-7,-28-26-1,-13 15-2,-17 10 0,1-24 1,-8-6-1,-13 5 2,0-4 3,-19 35 5,58-36 1,113-57-3,28-39-4,3-15-6,-30-12-7,-23 6-37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13848 1629 874,'125'-22'-11,"42"10"4,-37 9 2,-4 1-3,-38 1-12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14732 1831 874,'-106'43'-3,"4"13"-7,10 10 4,-9 45 6,61-21 2,50 9 1,124-14-1,-49-91-4,50-31-6,-32 1-15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15174 1653 874,'128'-6'-4,"0"1"-11,-13 1 3,-26 0-14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15189 1885 874,'91'-9'-3,"46"-4"0,-11 2 2,-39 6-3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16723 1061 874,'-38'99'-6,"-22"42"0,30-55 4,3 1 0,-12 57 0,12-11 0,11-41 1,-8 49 1,-24 14 2,-17-41 0,-53-50-1,17-29-1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16322 1636 874,'-109'5'-4,"46"-119"1,55 27 0,22-4-1,15 2 1,24-34-2,15 26 4,85-23 1,-15 50 1,-54 39-3,11 1 1,0 10 2,42-1 0,10 41 4,-43 27-2,-18 59-1,-48 10-1,-65 24-2,-18-42-1,-63 9 1,-7-22-1,-53-8 0,59-57 0,20-1-2,-15-7-3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16914 1755 874,'-22'90'-7,"-2"-5"-22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17763 1620 874,'-116'23'-7,"-26"38"1,50-8 4,-1 89 5,72-35-4,49-20 4,62-48-2,23-74-3,23-94-7,-48 10 2,-2-62 6,-28 21-4,-34 72-1,6-11-2,-7 11-283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17896 1023 874,'-17'95'-9,"-8"57"4,14-58 3,2 6 0,-6 51 1,0-25 0,-10 20 3,13-14 3,141-126-4,-28-98-12,14-72-6,-74 73 1,10-10-26,-23 17-146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18248 1061 874,'-32'109'-9,"-20"54"4,13-32 2,14-21 2,0 27 0,7-26 4,13 16 1,65-21-2,104-100-6,-49-13-9,-27-34-281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18065 1345 874,'115'0'-11,"5"-3"-3,5-12 4,-29 2-13,-12-2-568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18705 1672 874,'102'-15'-3,"19"8"0,-24 5 2,-3 2 0,-9 9-857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18675 1936 874,'87'-16'-9,"75"-13"-4,-69 23 9,-7-1-7,-2 7-19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19594 1963 874,'-88'82'-12,"-33"21"11,39-2 5,174-28-7,31-128-1,-23-18 4,-39-57 0,-50 18-1,-64-37 0,-23 30 1,-26-10 0,9 5-1,43-5 4,56 6-1,69 12-3,69 32 0,-50 41-2,-8 29-5,-1 12-186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19771 1242 874,'-20'139'-12,"10"15"8,8-7 4,7-33 0,4-2 0,5-22 3,84-96-3,-39-143-7,-26 60 5,22-54 0,-15 19 5,32 246-6,-50 41 2,-2-35 6,28-36-4,70-221-2,-62-7-4,-28 51-1,-2-8-3,3-10-12,-6 18-94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23254 747 874,'-148'-28'-20,"42"14"11,-21 1 0,-22-2 1,-18 2 1,-17 2 0,62 3 2,-29 0 0,27 1-2,-15 0 1,-35-1 1,-26-3 2,-10 1 0,62 3 1,-44-2-2,-32 1-3,-31 2-4,45 1 1,8 1-2,-41 1 0,-24 2 0,-10 0 3,95-1 1,-44 1 4,-26 1 5,-19 3 2,40 2 1,31 0-1,-38 7 1,-26 2-2,-16 2-3,-5-2 2,72-5 0,4-4 0,-20 2 3,-10-2 4,13 0 2,64-2-1,-29 0 0,-16-1 1,-10 1-1,51-1-1,11 1-1,-14-3 0,2-3 1,12-2 0,50 3-2,-8-4 2,0 3 0,7 1-1,-42 9 5,21 31-2,3 74-3,55 60-11,47-76-1,-13 88-3,15-52 2,-2 18-1,-3 16 0,2-31 1,2-8 0,-3 23 2,-3 14 2,-1 6 1,2-3 2,7-54 0,2 1 2,5-6 4,9-13 2,17 42 6,68-14-6,12-54-4,68-27-4,-70-29-2,71 4-4,-51-14 2,15-1 0,-25-2 0,5-3-1,27-2 0,21-2-1,8 1-1,-50 1 1,35-1 0,22 0 0,15 1 1,-32 0 1,-9 1 1,28-4-1,22-4 1,17 0 0,-74 4 0,38-2-1,27-2 0,14-1 0,-28 0 1,-25 1 0,33-1 0,27 0 0,19 2-2,-76 3 1,29 0-2,26-2 2,14-1 3,-26 2 2,-40 1-2,31-1 3,15-4-1,13-1 0,-65 5 0,13-2 0,26-1 1,17 1-2,-10 0 0,-53 5-1,32 2-18,15 4-9,4 2-8,-52 1-7,-3-3-8,11-1-6,7-2-6,0 0-4,-4 2-3,-56 0-1,5 0 8,0 2 10,-8 1 9,-21 1 8,17 4-13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20938 729 874,'-28'160'-18,"4"-63"12,-6 15 1,-2 9 1,0 9 0,3 3 2,10-43 1,-5 34-3,-14 73-1,8-53 2,4-24 0,1-5 0,-11 15 1,-3-3 4,-1-12 2,-12 28 8,5-31-1,10-26 5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13374 4198 874,'38'-99'-11,"13"-37"8,11-2 4,44 54 1,13 230-5,-76-59 3,4 4-1,23 43-2,-17-35 4,-6 12 2,-72-11-2,-100-23-2,11-45-2,-54-8-8,81-18 3,-27 0-19,27-15-776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13385 4034 874,'-15'129'-10,"-19"15"5,1-39-3,-3-1-17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14516 3612 874,'-107'28'-7,"-36"-4"1,11 7 8,29 30-3,62 24-1,54 53 0,5-23 1,-10 49 0,-18-74 0,-15 54 1,14-9 4,93-32-3,95-71-6,-30-39-13,-51-2-12,-8-12-390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13922 4100 874,'130'-12'-15,"-25"8"3,-8 0-11,-13 5-47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14792 4492 874,'-84'-22'-10,"-19"22"7,-6 38 4,18 25-1,39 72-1,60-26 0,85-28 0,27-48-2,22-60-3,-46 3-6,-12-20-818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15264 4219 874,'121'-10'-11,"57"5"0,-94 2-1,0 3-7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15249 4557 874,'123'-28'-8,"-34"9"2,15-2-1,-1 1-10,-20 7-96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16232 3805 874,'43'106'-9,"-17"-22"2,1 13 2,-3 7 3,7 49-1,-15-25 3,4 15 3,68-243-7,-68-19-1,-7 2 5,-1-45 5,33 40 1,49 138-1,-30 108-6,-10 15-3,7 26 1,-25-76 3,18 42 2,3-47 3,16-192-5,-55 17-3,-1-11-1,10-53-2,-11 62 5,8-6 2,0 11 0,21-54 1,-17 55 6,15 2-855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19598 3252 874,'-156'-8'-20,"40"-1"7,-34-6 0,-30-1-3,-27-1-1,30 1 3,12 5 1,3 0-4,1 2 9,-55 0-8,-43 1-4,-33 5-3,64 2 1,-7 1 3,-44 5 2,-28 3 6,8-1 13,84-1 1,-40 2-4,-19 6 8,-9 2 6,61-3 3,19 2 1,-17 5 4,-1 0 1,10-2 0,70-6-7,-14 0 1,2 3 1,8 1-1,34-3-3,21-2-1,5 2-2,-62 34 6,46 49-8,56 5-6,26 57-4,16-54 0,-1 62-4,0-51 2,-5 20 0,-3 13-1,0-4 0,3-36 1,-4 19 0,-1 9 2,6-2 3,6-6 2,3-25 1,18 62 4,48-13 1,9-56-3,73-20-4,-64-49-3,82 5-3,-52-20 0,17-5-1,16-6 0,-22-1 1,-6-3-1,27-3 0,21-2 0,16-2-1,-64 4 1,37 0 1,23-2 0,19 2 0,-26 0 1,-25 2 0,30 2 1,17-1 1,11 2 0,-64-1 1,24 1 0,26-2 0,21 3 0,-18 0-1,-39 2 0,35-2-1,22 2-1,15 2 1,-61 0 1,13 0-1,29 2 1,19 0-1,15 2-1,6 3 2,-84-3 0,32 5-24,14 6-7,-4 0-9,-23-5-6,-65-4 4,-26-2-67,8 0 35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17470 3725 874,'-84'93'-13,"-38"62"4,61-58 5,10 7 2,15 4 1,16 3 2,6 53-2,27-18 2,31-13-6,43-35-11,-1-46-801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17451 4155 874,'0'135'-10,"0"23"7,0-20 4,0-30 0,-44-205-47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17379 4095 874,'89'3'-9,"73"12"-5,-77 1 6,14 0-12,-11 12-795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17424 4295 874,'117'0'-11,"54"-8"1,-72 2-5,-13 1-274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17424 3944 874,'156'19'-16,"-71"-8"11,47-4-6,-29-5-18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17678 3898 874,'128'17'-9,"-13"39"5,-72 41-6,-78-13-833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18020 3838 874,'101'148'-12,"-23"17"7,-50-73 5,-1 44-1,-23-8-2,-53 24 1,-39-52-5,2-29-112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17707 3238 874,'130'-6'-15,"-31"3"5,21 3 1,-33 1 2,13 2 2,-13 2 0,0 3 2,22 10 0,2 10 4,-9 10 2,-13 11 1,17 39 7,-49 64-2,-48-64-6,-15 84-2,-15-47-5,-10 24-3,-6 16-1,4-28 1,2-11 0,-9 22-10,-4 11-8,-3 0-7,19-54-8,-8 14-6,0 3-6,-3 0-5,6-27-6,-32 60-73,26-67-49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1986 2073 874,'-11'117'-10,"11"62"-1,0-71 5,-4 66-2,-4-51 4,1-26 1,1 11-1,-2 20-4,-3-7-1,-17 21-28,1-46-54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1817 2413 874,'37'-91'-10,"45"-24"8,36 80 3,-25 163-6,-96 1-8,-48 26-1,1-55 6,2-13 1,-34-12 21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2414 1982 874,'-95'161'-25,"47"-60"15,0 14 2,6 10 3,10 4 6,9 2 0,7-25 2,4-13-2,5-6 0,3 66 6,12-42 4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2063 2793 874,'103'-83'-12,"42"6"2,-60 32-5,3 21-592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2047 2888 874,'26'87'-102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2361 2736 874,'11'90'-6,"-3"-4"-23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2658 2581 874,'-56'108'-8,"-18"39"7,26-7 3,157-305-17,-85 81 9,4-77-4,-19 19 6,-9 14 9,15 286 0,-7-34-9,2 7-7,4-22-6,-1-20-9,11-5-8,0 20-57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3269 3659 874,'82'-86'-10,"14"-58"4,-51 57 4,-9-11 1,-10 6 0,6-70-1,-18 7-1,-18 48 3,-16-65 0,-8 58-3,-13-7-1,-18 2 1,-14 10 1,-53-33 0,25 80 2,-23 11-3,10 18 0,10 10 0,-25 19-1,-18 20 1,-8 23 0,-4 23 0,41-11 0,6 17 0,-5 25 1,3 21 0,18 4 3,30-31-1,4 21 2,14 17 2,17 11 0,15-25 0,11-6-2,16 22 0,17 10-1,14 0 0,15-8 0,-16-41 2,96 71 1,-36-96-2,-3-18-1,93 4-1,-57-47-3,19-18 0,13-18-3,-2-16-9,-12-17-9,-53 23 3,8 4-35,-22-13-323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13693 5746 874,'-4'136'-13,"1"-51"10,1 8 2,-1 2-2,0 0-1,-4-4-2,-1 13-8,-8-18-175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13509 6409 874,'88'-99'-16,"85"-80"-10,-67 71 18,50-51-2,-32 30 9,-3-14 7,-74 33 7,-182 77 8,38 117-18,21 68-9,51-43 2,10 13 0,8-8 1,4-25 1,9 15 1,3 4 4,5-18 0,73-64 4,48-138 2,-24 95-5,-19 173-7,-67-60-1,-43-5-430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15063 6358 874,'-124'14'-7,"-29"42"1,55-2 5,19 43 2,184-87-3,-1-65-4,49-90-5,-38-3 3,-62 56 6,-3-13 1,-8-7 2,-7 19 1,4-56 8,-121 273-9,60-23-5,6 12 0,10-1 2,12 36 2,68-42 6,33-70 0,26-74-3,-12-48 0,-39-7-1,-205 41-1,15 127-8,48 58 5,117 6 1,-7-49 2,34-47-614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15874 6871 874,'90'-162'-25,"-39"57"14,4-16 2,-2-10 3,-7-1 6,-7 4 2,-14 41 1,-5-6 0,-1-39 2,-39 17 7,-57 279-9,81 11-15,14-43 4,6 12 1,-5-36 2,-2-5 2,-1-6 0,9 14 16,49-198-618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16538 5604 874,'-25'133'-12,"3"-43"5,2-6-8,-6 3-278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17173 5785 874,'-100'-44'-12,"-57"-4"7,4 39 9,55 95-3,82 11-4,24-11-1,8 13 0,11 59 0,-14-73 3,-2 1 3,3 0 0,68 40-1,40-87-3,-37-55-1,23 1-19,-25-18-403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16664 6111 874,'137'-10'-17,"-41"5"8,19-4 1,-15 1-10,-12 1 1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17522 6267 874,'-106'21'-6,"-15"11"1,33 12 8,61 49-4,126 17-6,-7-83 2,17-20-1,-10 5-12,1-16-3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13654 6645 874,'140'21'-16,"-35"-9"8,18-2 1,16-2 0,-2-2 2,-37-2 0,31 0 1,30-1-1,-47-2 0,28 1 0,28-1 1,21 0 0,-3 2 0,-45-2 0,30 1 1,-54-1-1,47 0 2,33 2-1,-41-2 0,8 2 1,34-1-1,21 4 1,11 0-23,0 1-7,-77-3-9,15 1-6,6 2-7,-3-2-6,-27 1-5,-33-2-3,4 0-2,-5 0 1,-8 0 14,35 1-28,-48-2-7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8842 10552 874,'105'-53'-11,"31"-36"6,2-32 3,-52-22 3,-59 35 0,-90 24 1,-23 84-1,10 108-5,53-13-2,15 14 0,15 4 1,9-8 4,18 43 3,42-46 4,14-81-1,26-116-4,-24-39-1,-28 22 2,34 99-1,-78 148-3,-13-8 0,80-236-4,-57-1 2,5 24 9,76 95 3,-35 147-6,-52-71-3,14 46 0,29-14 4,64-114-2,-17-158-12,-74 47 6,2-52-3,-42 65 6,-11 3 5,-50-28 2,-47 165 1,76 111-8,41-52 0,18 2-2,31 45 5,26-55 4,26-88 0,3-111-3,-37-10 0,-16 17 2,3 204-11,-59-8-1,1-13-6,-6 9-11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10683 10693 874,'93'-93'-13,"-19"-36"10,-59-11 3,-64 18 1,-45 54 1,56 163-2,53 63-11,19-30 0,4 12 2,-12-39 1,-2 2 1,-13 0 9,-23-10 1,-45 33 5,-67-59-2,-6-117-1,47 3-13,59-39-594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10883 10161 874,'19'121'-10,"-3"48"6,-4-81 3,58 59 3,80-100-4,-5-126-1,-70-23 4,-67-43 1,-108 116-3,48 152-1,43 5-2,78-1 3,55-84-1,-36-17 1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9285 9339 874,'-55'118'-16,"16"-33"12,-3 14-1,0-3-9,1-11-275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9424 11157 874,'-92'103'-12,"17"41"6,59-54 4,20 12 0,26 4 0,21 0-2,19-8 4,88 14 4,-40-104-1,-12-120-5,-21-33 1,1 210 1,-53 66 2,25-24 8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9751 11188 874,'31'85'-112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10052 11736 874,'15'128'-13,"-17"26"13,41-263-10,15-40 7,58 54 5,1 179 0,-65 72 0,-21-36-1,13-16 2,83-53 1,-11-129-7,-39-31-2,-54-50 2,-47 49 4,-59 88 1,26 122-2,55 18-1,85 22-5,36-80-7,-27-23-15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10729 11217 874,'-121'75'-8,"23"-10"3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10927 11202 874,'12'136'-14,"-7"-38"4,2 24 1,0 15 0,3 9-6,1 3-8,-3-41-4,-1 0-13,-2-21-18,2 9-65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10913 11715 874,'105'-12'-9,"22"46"8,-44 19 0,-5 85-1,-80-18 2,-6-33-2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11225 11474 874,'64'108'-20,"-8"-16"-23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11405 12151 874,'135'-14'-12,"12"-77"3,-55-57 7,-90-14 2,-65 13 2,-36 114 1,6 150-6,77 52-15,17-71 8,12 45-5,7 29-3,0 8-23,-5-5-7,-4-45-6,-5-27-6,-8 5-59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11764 11640 874,'0'141'-13,"0"-56"8,1 4 1,7 1 2,33 42 7,42-140-5,-4-120-7,-37-14 7,9 284 2,-16-47 0,75 16-1,27-110 0,-31-59-2,-33-66-2,-55 40 2,-15-2 1,-18-47 1,-46 39 1,-32 120 0,77 161-14,53-59 3,-15-28-12,5-4-10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11944 12606 874,'-143'12'-10,"31"-9"-1,-19-4 1,-14 1 3,-7 1 2,-4 4 3,53-1 0,-15 4 4,-21 4-4,-12 0 1,-1-7 0,10-17-1,51 4 0,-6 6 0,10-30-283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11159 11067 874,'-124'4'-17,"16"-8"4,-24-3 1,-20-3 2,-13 1 3,-7-2-15,0 2-5,3 2-5,-3 2-13,3-3-6,8-3-6,14-6-4,53 6 7,-9 3-97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10847 9754 874,'-36'113'-10,"58"4"4,-6-30-26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3865 5585 874,'95'35'-15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11092 6569 874,'-43'64'-440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3002 2422 874,'97'0'-6,"-1"0"1,39 3 3,-46 1 1,17 0 0,-10-1-2,-7-1 0,26 1-2,22-2-1,18 1 0,15-1 0,-39-1 1,8 1 0,31 1-1,22-1-1,7-2 0,-58-1 1,39-3-1,26 0 2,18 1 2,10-1 1,-27 4-1,-35 0 1,29-1 0,21 4 1,10 2 1,8 0 1,-55-1 1,-6-2-1,30-1 0,19 1-1,2 1-1,-72-1 0,37-1 1,21 1 0,13-2 0,5-2 1,-32-2 1,-39 1-1,20-2 2,9 0 0,-2 0 2,-3 5 2,-12 2 1,-38 1 0,-29 0 1,-16 1-2,31 4 7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10494 7227 874,'-18'-98'-3,"1"-31"1,4 44 0,-1-6 0,-7-43-2,-1-9 3,4 33 3,-3-36-1,12 2 1,47 33 0,96 22-4,23 55-1,-32 11 0,38 3 2,-78 11 0,61-3 0,-49 10 0,12-1 1,-23 0-1,4 2 0,19-2-1,14 3-1,11 0 0,11 3 0,-48-2 1,21 1-1,16 0 0,12 1 0,-13 1 1,-26 0 1,22 0-1,14 1 2,7 2 0,5-2 0,-31 0 0,-9-5 1,15-1 0,-8 0 1,-30-2-1,13 0 1,1 3 2,-19 0-1,47 14 7,-25 39-3,-54 78-3,-45-41-4,-7 58-4,-7-54 1,-1 4 0,-2 53 3,6 16 0,6-80 1,6 33 2,8 25 3,-1 7-3,-28-45-1,-76-35-2,-4-51-2,-77 0-9,50-21 2,-22-5-1,-18-4 4,54 2 0,-37-4 0,-24-1 0,-21-2 0,23 1 1,19 2 1,-31-1 1,-20-1 1,-13-3-16,67 5-9,-23-2-8,-14 0-7,-5-2-7,23 2-7,34 4-5,-15-4-4,-5 1-4,3 1-1,42 3 7,1 2 8,-1 2 10,13 1 8,-27-1-15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9635 8576 874,'-140'-118'-8,"20"55"2,-40 23-3,33 27-8,-30 33-12,38 15-29,5 22-28,15 5-26,13-4-17,-1-16-160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8592 7949 874,'-102'88'-7,"65"-4"8,58 16-2,66-61 0,0-115-2,-6-98-8,-52 74 6,-1-42 3,-23-1 6,-30 267 1,10 41-8,12-27 4,37-9 3,62-26 1,-10-122-2,-6-88-3,-52 6-1,-132 45 2,92 177-2,100 2 1,0-36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8589 7837 874,'85'18'-9,"76"-1"-1,-31-19 0,-30-8-17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8440 7490 874,'124'9'-7,"-16"-2"1,0-5 0,-20 0-9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8707 7355 874,'122'53'-11,"-29"-4"3,-14 72-14,-76-33-21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5712 9113 874,'101'-12'-8,"-2"8"1,14 5 1,-24 2 4,10 0-1,49 2 1,-12-6 7,-286-19-1,50 20-7,14-1 0,-76-3-1,31 0 4,225-8-3,-5 16-5,7 3-1,20 3 0,4 3 7,-23-6 5,-14-1 1,37-4 6,-218-37 10,-48 24-25,36 10-2,-17 2-1,2 4 4,34-2 1,-12 2 6,8 0 0,235-3-8,1 6 1,-4 1 3,-27-2 0,15 2 1,0-3 7,-22-3-3,-9-4 4,-257-10-9,65 10-4,6 1-1,-28 3 0,-12 1 0,-1 0 4,23 0 4,27-2 4,-15-6 6,239-19-4,-14 22-15,21 6-1,-5 3 3,-35-1-1,15 1 0,-1-1 7,-21-2 3,-13-4 5,-182-19 3,0 8-14,-25-1-1,1 4 0,20 1-2,-23 3-1,-9 4 4,20 1 2,24 2 1,-32-4 12,239-20-3,0 20-16,-5 1-1,-18 2-1,19 0 4,1-1 9,-20-3-1,-259-13-1,75 13-6,-15 3 1,-75 6-6,29 4 4,21 2 14,262-11 2,-49 1-15,35 3 1,19 1 1,2 1 3,-49-3-1,10-2 2,-16-1-2,19-6 7,-209-16 2,15 17-14,-23 1-1,-15 4-1,-9 3-6,45-3-8,-14 5-8,-5 0-8,8 2-6,18-3-8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11841 7897 874,'-42'112'-7,"-25"33"1,8-28-1,10-18-5,1-8-7,-5-5-285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11450 8199 874,'4'111'-7,"9"1"6,83-37-3,-9-80 1,9-30 0,0-45-1,-10 2-184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11508 7457 874,'36'104'-7,"-5"-15"2,5 2 4,30 9 3,31-70-3,-69-144-1,-32 6-2,-16 1 7,23 18 0,172 44-5,-86 41-1,-5 17-4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12254 7514 874,'-133'-11'-7,"33"20"4,8 60 3,60 21-1,69 24-2,50-55 0,17-146 1,-60-27 1,-28 22 4,-5 182-2,6 31 1,44 3 1,55-105-3,-57-111-1,-38-65 0,-10 12 2,2 53 1,76 209-3,-63 8 0,-5 14 1,7-39 1,65-71 0,1-134-6,-26-12-3,-30-14 9,-28 246-1,0-13 3,9-7 1,40-5-2,17-3-180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12737 7264 874,'-44'89'-7,"0"-5"-22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13203 7823 874,'-121'-14'-6,"-11"57"5,103 52 0,143-54-3,-26-111 2,-48-45 1,-36 201 1,27 25-5,34-14 8,65-115-3,-58-85-4,-36 8-2,-4-25-2,-4-8 4,-8 6 1,-3-40 5,-27 72 4,2 194-12,9-18 4,12 90-18,-1-67-2,1-21-8,11 33-56,-2-38-99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13238 7550 874,'147'-4'-16,"-54"16"8,1 14 1,33 26-12,-40 14-17,-35 19-36,-39 25-26,-10-21-154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13634 7369 874,'-39'100'-7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13889 7652 874,'-45'85'-5,"61"32"3,67-127-3,-115-124 2,69 51 3,51 67-5,43 83-1,-40 14 7,-66 40 2,-41-257 3,121 78-5,6 120-6,-83 52-2,-12-27-8,-32-1-588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7808 874,'116'-2'-10,"21"-15"11,-27-58 0,-122-28-2,-92 72 0,37 132 1,126 47-5,30-54-3,60-87-8,-47-14-14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14578 7328 874,'133'-24'-15,"-34"12"5,23-5 0,-16 3-13,-10 1-1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15269 7143 874,'-15'88'-9,"-4"75"-4,7-71 10,3 2 1,-3 41 5,4-16-2,20 19 2,18-47 2,59-34-1,22-57-5,14-61-3,-35-70 7,-222 61-3,46 118-1,74 65 0,86-2-5,60-57-4,-34-24-12,-17-36-262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15584 7324 874,'-84'56'-9,"20"58"10,61-27-106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15696 7838 874,'29'119'-8,"-10"7"8,36-224-7,-3-13 9,52 54-1,-46 198-1,-64-52 2,23-199-6,28 26 4,43 69 2,-13 129-2,-4-12 1,54-51 0,-4-103-4,-37-61 2,-74 15 0,-57 4 2,-50 84 0,47 122-3,57 10-3,50-3 7,73-52 1,-42-132-4,-18-56 1,30 58 2,-20 212-4,-53-46 5,45-234-6,-19 34 3,37 182-4,-49 8 2,-8-6 4,73-136-9,-64-134-5,-24 51 5,-12-8 2,-2 23 2,-6 25 7,-2 2-1,9-13 7,22 267-8,-21-54-6,0 17 0,3 4 0,-2-45 1,3 13 3,6-3 3,12 32 4,-77-254 7,21 29-16,11-1 0,6-52 0,56 10 4,71 43 5,-30 68-51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17501 7761 874,'-105'15'-6,"-7"54"5,81 25 2,130-223-10,-67 18 7,-6 214 1,5 4 3,66-98-6,-66-102 1,-17-4 1,-14 193 6,44 26 0,59-127-4,-53-96-5,-15-51 3,-8 43 0,59 214 8,-8 32-1,43-105-2,-29-111 0,-92 204-7,40-18-11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17484 7355 874,'0'89'-11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13860 9052 874,'-87'36'-3,"-68"10"-2,25-18-1,3-12-1,-39-14 5,71-5 2,-4-4 0,-49-7 1,60 0 0,-5-2 0,-4-4 1,-7 1 1,0 1-1,-45-4 1,42 7 0,19 3-8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16475 9123 874,'-116'90'-9,"17"-48"5,-10-13 1,-25-20 0,29-11-2,-18-9 0,23-1 1,6 1 1,-20-8 0,-6 0 2,3-1 3,10-2 0,-37-13 5,27 5 2,29 34-17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14992 8909 874,'-28'97'-6,"-7"-11"2,-27 51-1,0-5 0,24-43 3,-5 15 0,-22 61-1,25-59 2,-3 15-2,2 4 0,12-37 1,-6 27-1,-6 18 0,-4 15 0,-2 8 0,5-20-4,8-27-3,-4 13-7,-2-1-8,4-20-8,-27 60-54,26-67-54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14727 8909 874,'106'91'-2,"-3"2"-2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14756 8894 874,'-51'88'-6,"-37"47"5,-5-1 1,31-43 1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12920 10667 874,'-32'102'-12,"3"62"6,17-71 6,3 0-1,8 2 1,10 38 2,24-13-1,74-19 1,-20-101-2,19 13-1,-22-49-293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12805 10579 874,'127'-18'-12,"40"4"3,-69 8-4,-12 7-415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12805 10856 874,'96'52'-10,"38"-29"7,-11-39 1,-34 4-3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13207 11177 874,'11'99'-10,"13"35"6,69-79 3,-34-180-3,-28 26-5,-7-26-8,-8 16-27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13570 11441 874,'-31'101'-7,"10"-8"8,37 3 0,73-119-4,-77-90-1,-47-8 1,-39 12 3,127 198-2,31-49 6,24-75-4,-17-91-4,-46-2-1,-34 43 4,-10-66-1,-11 65 1,-11-8 1,-8 2 0,-24-35 3,-34 40 4,-1 206-8,91 47-11,20-37 3,8 14 1,-8-45 2,7 13 0,8 5 5,3-4 4,-5-23 1,31 33 8,37-84 7,-28-142-14,-34-20-7,-25 31 0,6 202 2,-1 15 0,12-27 5,57-102-3,-39-91-3,-18-27 2,12 213-6,-24 5 3,20-9 5,60-141-3,-46-110-11,-35 46 3,-8-7 4,-7 9 1,0 33 1,-5-11 4,-1 2 1,-4-27 5,-2 243-9,16 39-9,13 22-3,6-3 0,-11-70-4,-2-18-7,-11 7-33,-1-16-173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14354 11188 874,'152'1'-7,"1"71"6,-52 68 0,-46-40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14656 10976 874,'-75'105'-8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14868 11349 874,'-89'127'-6,"109"-10"4,73-124-1,-66-125-3,-37-18 6,120 88-2,-4 180-5,-70-2 11,-43-17 1,-17-214 0,95 11-3,20 78-2,-6 153-3,-61-26-1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15601 11036 874,'-83'89'-8,"73"1"3,39 29 0,13-9 6,-26-3 1,-117-95 2,48-99-10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15749 11128 874,'-2'91'-9,"-2"-1"-5,-3 24 2,1 16 2,3-44 4,1 23 5,0 65 1,-1-56-3,-3-5 5,1-22 1,-34-215 14,39-46-23,3 52 2,1-8 0,1 23 4,-2 15 1,5-3 1,40-48 8,51 129 4,-88 108-9,-33 4-5,-23-14-12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16010 11448 874,'-85'43'-9,"-18"78"8,101-21 0,65-8 0,22-215-3,-72 11 6,43 18 1,44 182-4,-72 18 0,32-212-2,-3 11 7,7 192-8,-38 46 1,4-35 4,56-283-16,-67 90 7,0-19 0,-4-26 2,-7-11 0,-8 12 5,0 37 0,-7 5 0,-6-22 17,1 237-3,20 0-19,0-17-1,0-1-2,4 19 6,2 5 0,-3-21 3,-7 30 6,-52-294 14,36 10-20,32-16-13,35 48-20,36 44-54,-5 58-611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16659 11278 874,'-94'63'-9,"3"56"6,125-34 3,83-99-3,-45-89 3,-35 11 1,-29 221-5,0-1 2,19-35 6,60-140-4,-47-68-4,-17 10-1,51 194 4,-53 47 0,67-241 7,-64 5-4,58 211-8,-63 0 3,5-21 7,-1-189-9,-6-37 10,23 44 2,50 178-11,-52 77-2,-23-41 2,-11-239 10,11 29-3,92 23 0,-59 167-1,21 47 2,36-93-3,-17-126-2,-50-26 1,-60-30 2,-80 148-3,75 103-3,45-4-2,50-27 7,30-60 0,-12-58 0,8-87 0,-65-22-1,-32 27 2,-55 21 1,-40 158-3,95 56-4,60 15-12,-12-53-15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17725 11173 874,'-104'48'-10,"19"-15"-9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12843 12138 874,'107'-109'-11,"-65"13"13,-121 0-3,-10 121-3,27 96 1,54-10 0,79 11 0,23-52 4,42-64 0,-24-42 1,-19 7 2,-53 114-2,-91 22-2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13238 11723 874,'1'97'-10,"15"67"3,-4-64 4,-2 2 1,-2-7 2,4 29 0,-9-33 7,-10-1-624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13118 12032 874,'85'3'-10,"-1"1"0,21 2-1,-5-2-12,-14 4-93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13639 11988 874,'19'139'-12,"10"30"3,4-32 8,26-9 6,26-169-6,-77-47 2,-17-8-1,-17-3-1,141 102 3,-10 45-1,12-45 0,-19-98 0,-112-36 1,-102 122-4,74 125-6,38 58-2,27-36 12,40-44 5,45-195-3,-48 1-3,-4 14 3,6 197-10,-44 1 5,-15-18 4,19-226-1,30 29 1,18-2 2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14626 12048 874,'-91'12'-5,"5"96"-3,104 16 4,36-2-3,-3-31 11,-72 18 1,38-25-99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15011 11670 874,'0'119'-7,"0"-12"1,0 16 0,0 63 1,1-72 0,1-26-3,2-4-2,21 59-22,-4-45-45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15153 12372 874,'101'-121'-5,"-88"9"4,-98 90-4,28 174 3,57-27 4,105-48-2,-4-126-1,10-49 1,-11 70 1,-54 154-1,-142-17 1,15-69-108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15710 12343 874,'56'-89'-10,"25"-9"9,23 54 2,-27 138-2,-138 22-1,134-30 0,85-44 3,-28 30-1,-39 57-5,-59 7 4,-74-25 3,-49-36-2,-50-66 0,24-63 1,36-104-8,33 46-12,50 26-169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16318 12202 874,'-95'124'-8,"76"15"5,33-42 1,83-84-5,-81-141 4,-38-6 3,-15 6 2,147 105 2,-8 127 0,-54 29-3,-33-40-2,-33 1 4,25-201-4,24 1-1,22 18 3,32 68-2,-55 113-1,-26 18 4,98-166 0,-88 145-2,111-44-2,-30-166-4,-72 1 8,-46-1 0,-92 55-1,-1 141-3,26 60-2,49-23 2,48 23 2,25-33 2,72-25 2,-3-62-2,24-94-4,-38-22-3,-17-31 7,-24 18 0,-2 12 1,41 167 1,-73 45-10,-42 27-8,-27-18-7,-36-21-36,8-52-702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13443 13172 874,'-101'48'-25,"6"48"28,64 26 1,47-19-1,99-50-1,-28-199-10,-56 35 0,6-89-9,-30 68 11,-10-5 3,1 28 3,-5 17 5,-12-6 3,1 226-4,14-13-7,1 23-1,3-45 0,4 24-1,15 60-33,-8-86 0,7-2-31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13797 12651 874,'-40'104'-11,"-13"53"5,22-63-3,-1-8-423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14253 12899 874,'-115'-31'-8,"-34"38"6,42 51 0,43 97-5,52-51 1,10 44-3,28-2 14,18-53 0,80-32-2,-10-61-1,-29-93-2,-21 7-64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13773 13104 874,'88'37'-17,"1"-6"5,29-1 0,-33-9-8,11 2-9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14175 13433 874,'3'172'-24,"1"-65"16,3 4 3,0-6 6,-4 28 2,-65-241-3,48-20 0,15-2 0,29-6 2,21 24 1,40 11 1,11 40 2,22 66-2,-102 98-1,-139-69-4,-8-53-4,36-48-190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14806 13339 874,'91'-73'-5,"-6"-20"0,-27 6 3,-34-58 3,-48 24-1,-68 132-1,44 106-6,34-24 0,10 31-2,14 23-1,2-29 2,5 3 0,8 22 2,1 2 4,-12-17 4,-4-43 1,-10 28 13,-111-75 9,44-149-20,34 5-6,38-53-12,23 35-6,28 23-43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15293 13278 874,'-110'-75'-9,"-11"50"10,54 112-2,67 8-1,109-16 2,-4-148-4,-37-66 3,-50 257-21,33 15 29,37-81-2,28-133-1,-69-11 6,-53 210-11,41-29 4,20-5-859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15367 12923 874,'13'105'-6,"31"-2"-1,-8-15-291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15716 12878 874,'-34'117'-13,"18"-26"8,7 12 1,1 43 4,29-23 3,103-102 2,-3 4-1,-105 79-4,-99-45 0,7-188-3,117-1-5,40-5 3,7 9 6,-19 13 1,-16 12 0,-47 241-6,-15-24-4,3 8 2,4-18 1,6-23 8,49 70 4,83-100-4,-25-67 1,-10-85 2,-55-1-1,-64 0-4,-71 107 1,49 118-5,46-33-2,26 40-4,68-59 11,6-43 13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13587 874,'-2'85'-49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15112 8586 874,'-69'-104'-13,"-24"35"12,-35 32 4,26 36-3,-2 45 2,17 59-2,32 25 0,38 40-2,32-14 1,42 11-2,29-12 5,6-36-1,18-34 1,2-47-1,34-76-1,-23-70-2,-50 0 2,-47 25-1,-14-9-1,-11-59-2,-17 52 0,-20-26-1,10 24-5,-14-14-7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13267 9090 874,'17'111'-6,"-8"33"0,-6-11 3,-5-44 2,-3 43-1,1-45-2,-4 45-10,7-32-15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13296 9120 874,'74'125'-13,"2"-26"5,-10-14-111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13201 9094 874,'-74'141'-12,"15"-32"9,9-21-107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12805 9724 874,'12'133'-11,"-6"42"1,-3-81 7,0 34 4,0-24 3,-26-190-7,-5-93 0,16 38 6,33 23 0,79 68-1,8 78-1,-77 88 2,-132-51-5,3-22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12999 9889 874,'4'115'-5,"72"-5"4,8-227-6,-170-30 4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13273 9724 874,'-128'8'-5,"61"98"1,147 14-4,21-17-4,13-13 12,-71 8 6,-176-96-10,36-7 1,7-37-610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13383 9905 874,'-25'101'-9,"10"13"6,47-19-5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13359 9679 874,'-14'89'-5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13565 9573 874,'-16'109'-10,"2"43"6,12-58 1,4 56-3,-17-14-8,-2-38-19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13386 9982 874,'129'-47'-11,"-16"30"7,-16 41 6,-46 71-1,-33 41-1,-10-45 4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13784 9920 874,'-38'84'-3,"20"6"1,61 6 0,14-207-2,-50-3 4,84 69-2,-15 166 1,-64-32 2,11-197-2,66 87 3,-83 137-3,-1-31 2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13744 9633 874,'29'105'-7,"-12"-17"-852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14004 10268 874,'-116'10'-11,"32"-12"5,-19-3 0,-5-5 1,18 1-3,-45-8-10,14 6-30,14 1-81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13916 10441 874,'-103'-48'-13,"15"12"4,-21 1 0,-15-1 2,20 8 2,10 6-4,-19-8-17,26 8-256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1642 789 874,'11'119'-10,"-19"47"0,-13-23 2,-11-13 5,5-37 1,-5 6 1,6-2 3,8-8-1,7 45 5,67-19 0,36-61-3,63-62-6,-66-19 1,-1-14-4,12-1-11,-15-11-274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1571 847 874,'120'-34'-11,"15"22"5,-39 7-6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1466 1339 874,'133'-54'-14,"-44"13"5,19-10-16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 1447 874,'19'138'-13,"-13"33"9,-11-34 4,44-224-5,26-37 7,9 22 2,37 50-2,-17 85-1,-42 71 1,6 5-1,56-88-4,-21-126-1,-30-17 1,-30-2 6,-58 32 1,-71 147-4,48 64 2,97 20-2,43-68 0,7-101 0,12-99 0,-35 42 0,23 57 1,-6 159-3,-38-28-1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3394 1348 874,'-86'77'-9,"-23"34"8,225-170-7,-56-30 4,35 97 5,-74 128-9,-23 45 0,-13-62 5,-3-8 2,2-21-2,-13 16 2,-19 2 1,-16-13 2,-48 10 5,-16-114-1,40-6 2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3540 1273 874,'-17'147'-13,"10"2"15,75-54-1,48-99-4,0-59-7,-10-30-1,-21-14 14,-60 23 1,-136 156 1,69 23 1,82 10-6,115-61-3,-40-98-3,-28 4-16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3553 985 874,'0'90'-15,"-2"-4"-33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5178 850 874,'-106'3'-15,"9"3"2,-11 5 15,6 10-1,-29 78 3,85 11-7,41 18-6,13 4 7,-13 22 3,10 0 6,61-53-2,132-79-12,-95-17-9,16-26-29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4521 1357 874,'140'-67'-20,"-15"30"2,-12 1-21,-25 15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5163 1531 874,'-40'126'-12,"12"50"8,26-76 3,6-2 0,6 41 0,6-20 1,3-209-312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5091 1692 874,'73'-119'-15,"80"20"4,-16 56 10,-22 89 6,-153 92-8,-51-79-4,-25-5-2,14-13-13,8-21-7,-4 9-41,10-31-94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6100 1559 874,'84'-102'-13,"29"-42"4,-14 31 7,16 54 8,-70 188-11,-37 37-6,-23-28 0,-5 17 0,3-15 4,4-28 0,4 18 5,4 3 4,-2-7 3,3-37 1,-8 3 10,-2-197 9,18 17-873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6338 1502 874,'71'-84'-11,"56"11"10,-13 57 1,-13 86-1,-69 56-1,-21-25 4,87-57 1,-10-100-4,19 2 3,-22 85-2,24 13 2,-4-145-10,-15-18 3,-74 32 7,-151 94-6,1 70-11,32 8-3,17-11-126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7358 699 874,'8'92'-14,"-8"-2"3,-4 28 0,-4 19 2,1-20 2,1-12-10,-1 4-6,2-23-6,5 20-12,5-5-7,22 14-51,-10-31-200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7217 1223 874,'87'-34'-12,"-2"4"0,28-9-1,-8 4-17,-19 8-40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7488 1598 874,'97'-94'-16,"3"-18"6,-4-18 15,-197 102-6,-9 108-8,0 82 3,68-35 8,149-25 2,23-129-5,7-75 2,-49 12 1,11 77 8,4 34-4,-29-144-7,10 154 3,-13 73-3,-11-17 1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8275 699 874,'12'152'-17,"-7"-51"8,2 19 1,-2 13 2,-1-31-5,0-1-5,-3-10-6,14 73-52,6-75-14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8275 1339 874,'108'-95'-14,"37"42"11,-48 49 2,-11 67 1,-62 28-2,-26 34-1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8546 910 874,'-10'87'0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8762 1400 874,'84'-52'-5,"14"-42"4,-77-19-1,-117 81-1,-4 112 2,62 15 0,110 31 0,81-97-5,-45-18-7,-26-61-596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9143 684 874,'11'149'-15,"-15"-49"6,-3 4 1,-5 65-3,8-16-11,8-54-2,16-14-8,-3 11-51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9344 699 874,'-9'156'-18,"-2"-57"11,-2 8 2,5-15 2,4 61 1,17-24 3,37 6 4,81-40 5,-13-108-8,-1-64-3,-15-50 4,-213 63-3,-23 118-5,44 62 4,134-24 0,101-50-6,-33-20-10,-28-24-51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10049 1533 874,'83'-90'-10,"32"-42"10,-79 41 0,-121 45-3,-20 122 5,130 35-3,85-93-2,54-36-3,-37 19 8,-39 93-1,-85 39-5,-88 0-6,-1-31-20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10612 758 874,'-7'105'-20,"-1"-4"7,-4 20 5,3 10 3,3-4 4,2-35 1,2-5 1,3 51 4,0-6 4,31-297-10,30 49-8,-13 12-27,13-2-5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11135 1189 874,'-17'113'-13,"2"-22"5,3 7 4,2 44 4,113-97 5,29-220-20,-79 86 7,-8 5 2,-15-1 0,-92 242 3,41 4 19,49-71-1,64-130-10,16-86-15,-39 27 2,-16 192 13,-60 11 0,-2-18 5,49-214-8,16-6 3,43 79-3,6 142-5,-70 49 4,35-44 1,51-99-4,-34-77 0,-32-13 1,-24-38 0,-31 23 2,-134 74 0,39 80-4,12 70 5,87 45-3,53-30-1,34-48-2,-8-19-56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12432 1620 874,'95'0'-8,"39"-76"0,-26-2 2,-20-2 5,-8-29 4,-57-25-1,-158 66 0,34 113-6,17 71 2,55 47 1,43-40 2,74-19 1,16-63 1,11-76-3,-14-77-4,-30-4 2,34 125 3,-65 98-3,-7 15 8,4-268-8,-18-1-8,38 56 8,46 227 2,-46-27 4,40-26 4,25-86-5,6-100-9,-50-10 5,-41-6 6,-75 22-3,-77 119-1,39 113-6,50 10 0,84-9 6,88-116-2,-15-90-6,16-112 4,-80 89 5,37 23 3,-42 206-12,-54-20 10,92-48 6,-13-88 1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14602 1061 874,'-93'75'-21,"-77"78"-4,45-33 28,221-106 3,17-107-14,-6-21 2,-25 12 8,-126 192 5,6 52-5,25-42-1,7 20-1,7 12 1,-1-42-1,1 20-3,-7 14 2,-14 2 1,-8-22 2,-46 45 3,-59-107 1,36-102-7,71-59-7,-8 23-17,25-26-23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14726 1046 874,'-16'114'-10,"-24"32"8,21-39 3,67-12 0,52-70-3,-14-63-3,12-31-4,48-54-8,-40 8 11,-123 23 15,-70 125-5,-15 56 2,71 12 3,91-3-7,116-77-11,-79-15-6,13-27-20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14892 684 874,'0'89'-6,"-2"-3"-24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13197 684 874,'-39'102'-21,"-2"-9"8,-22 20 1,6-4-20,1-22-152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15925 1297 874,'-99'74'-12,"-6"37"12,50-3 1,125-24-1,50-158-8,5-79-10,-66 53 1,-5 2 1,-4 2 0,1-20 12,-14 25 5,13-75 16,-28 55 1,8 235 10,-18 26-30,-10-56-1,2 6 1,2-6 2,13 41 4,121-82 3,-28-106-7,23-72-7,-56 10 11,-172 63-1,-5 109-2,42 59 4,60-20-5,108-26-2,-6-28-1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16962 1000 874,'15'164'-17,"-16"-58"8,-1 22 0,-2-21 3,2-3 0,2 1 1,2-15-7,2 14-10,9 74-44,-6-75-34,0-17-249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1281 874,'96'-76'-11,"36"58"8,-34 46 1,-9 61 1,-77 39 0,-90-13 1,2-28-3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17385 1315 874,'-55'91'-6,"5"9"6,164-92-4,-6-72-1,-3-53 8,-199 60-4,-7 23-2,12 31-847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17942 895 874,'-101'99'-9,"18"15"10,68-30-2,91 19-3,23 9 5,-187-18-3,-6-24-2,11-58-844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18160 1031 874,'-4'107'-10,"-18"18"9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18172 729 874,'-14'86'-17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18538 548 874,'15'116'-11,"-15"46"5,-7-71 3,-9 53 0,0-12 1,9-46 2,9 1 0,-2 24 5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18407 1084 874,'100'-53'-12,"62"15"13,-20 89 0,-79 80-5,-67-17-4,-10-24-15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18830 774 874,'-21'87'-14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18990 1085 874,'-5'123'-10,"0"11"11,58-41 0,67-100-3,-92-114 2,-74 22-1,-12-37 0,51 33 1,121 56-1,18 117-2,-26 84 2,-113-59 2,82-211-9,22 12 6,6 58 6,-20 152-3,-93 10-1,-47 4-15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20009 458 874,'0'89'-10,"-12"85"-4,2-75 10,-1 50-12,16-37-9,23-26-24,9 1-524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20035 1287 874,'-16'86'-207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20330 458 874,'17'135'-14,"-11"-42"9,0 41 2,-6-18 3,5-5-2,-1-27-7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8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20419 1317 874,'14'90'-5,"-7"-7"-856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2390 11629 874,'99'-80'-6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2905 7474 874,'3'-108'-10,"-10"-7"2,-2 19 5,-10-61-3,3 37 0,1-32-3,3-23 0,8-14 0,1 64 2,6-33 0,3-14 4,4-1 2,-3 36 2,0 23 3,-2 3 4,-2 9 0,1 10 1,4-30 9,19 28-5,63 35-6,25 39-7,-16 27-5,24 6-4,20 3 0,22-3 1,18-1 0,-54-4 0,26-2 1,32 1-1,27 1-1,-6 0-3,-46-3 2,45 2-2,31-1 1,25-2-2,-63-2 2,13-1 0,33-2 0,24 2 1,-6 0 4,-76 2 2,45-1 4,28 1 1,26 0-2,-51-2-1,-13 0-2,45 1-1,28-2-2,16 2 0,5 1 4,-94 0 3,16-1-2,24 2 4,18 0 3,-12 2 3,-64-1-1,51 4-4,34 2-5,-92-3 0,30 3-3,21 4 12,0 0 7,-10 0 1,-19-1 1,-67-4-2,22 1-1,8-2 2,-53-1 0,3-3 0,-18 1-1,-26-4-5,50 34 9,-95 89-9,-45 4-6,-10-35-4,5 13-1,3-16 4,2-5-1,5 20-2,4 15-1,1 7 0,-4-44 1,2 19 0,-3 8 2,-3 4 2,-1-21 0,-6 67 0,0-75 0,1 3 1,-2-5-1,-15 44 2,-46-14-4,-53-41-3,24-51-3,-21-11-1,-15-7-1,45-2 2,-33-3-1,-31-3-1,-24-2 0,17 0-1,14 1 1,-41-4-1,-30-3-3,-24-4-2,74 7 0,-35-5-1,-31-3 2,-24 0 1,21 1 4,42 3 0,-43 0 2,-31 0-5,-22-2 1,78 6 3,-23 0 0,-39-2 2,-27 0-1,16 3 1,68 3-2,-43 3 1,-25 3 0,-14 3 6,73 0 3,-5 4 2,-33 1 2,-21 3-1,8-3-2,78-1-2,-42 3 0,-25 1-30,-14 1-8,-4 0-9,43-2-8,42-2-6,-21 0-6,-6 2-3,2-2 1,61-3 4,5-2 7,-6-1 15,10-4 8,32-1 7,31 0 7,-31-9-2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13744 2435 874,'12'104'0,"1"40"-4,2-57 3,9-1 0,23 38-1,26-13 1,59-18 0,-2-48 0,-40-39 0,4-13-1,-1-13 0,-9-5 1,39-25 0,21-39 1,-11-21 0,-32 10 0,-9-30 4,5-32-3,-31 54 2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14542 3235 874,'-133'11'-13,"20"-1"10,-8 9 6,22 59-4,27 89 1,44-66 1,18 3 1,28-10-3,71 22-4,68-88-5,-67-56 2,-4 12-12,-1-29-9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13982 3631 874,'164'-32'-19,"-57"14"8,-5 0-13,-13 5-93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14510 3839 874,'-3'96'-10,"-11"61"5,2-66 4,-6 49 0,9-36 2,-22-216-4,36-55 0,8 32 5,35-17 0,16 39-1,68 20-1,7 52 2,-27 60 0,-129 79-2,-137-15-12,49-47 1,-6 6-19,22-22-4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1833 668 874,'-40'120'-11,"13"-32"3,-21 68-6,14-47 7,-9 19 2,15-44 1,-10 29-3,-6 7-5,5-25-8,-14-1-42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 774 874,'20'112'-11,"-2"2"3,1 13 2,-11-39 3,0 13-2,1 8-4,3 47-16,5-13-27,-2-43-70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1518 1223 874,'99'-61'-11,"42"14"10,-32 54 2,-13 103-3,-68 27-4,-14-4 9,13-44 0,76-102-3,-25-145-7,-26 11 4,-27 284-2,-15-34 6,31 24 8,48-151-12,2-58-13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2365 684 874,'-7'166'-19,"4"-65"10,1 12 2,-1 54 4,6-21 6,2-47-4,4 0 2,7 40 6,51-266-2,-38 26-10,19-41-2,9 34 4,29 104 9,-58 149-8,-26-50 5,8 44 5,20-38-1,82-107-6,0-114-7,-48 33 0,26-44-1,-30 27 7,-166 99 5,39 94 3,89 36-3,71-55-6,28-48-9,-5-42-5,-32 0-20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 1000 874,'163'-30'-20,"-57"12"9,10-10 2,-13 5-13,-15 2 4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3612 1521 874,'48'-148'-18,"-15"36"5,9-23 1,-4 17 3,-7 21 1,5-10 8,-6 18 1,-76 236-8,23-33 2,3 36-1,6 19 0,7-8 6,2-44-1,7 23 2,4 16 0,-1 9 3,-2-40 2,-1-10 0,-4-17 0,-5-12 10,7-209-20,11-3-2,2 3-1,-2 20 2,-2-17 1,-9-3 4,-13 8 6,-27-39 4,-62 40 4,236 77 2,-9 89-14,-51 41-1,-59 65-1,-10-14 3,102-112 2,-70-128-5,-62-4 1,-64-20-2,50-1 0,74 32 1,91 36-3,-2 110 3,-67 97-4,-43-17-9,46-41-16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4437 1092 874,'-17'94'-11,"-2"-5"2,-2 17 1,-7 48 5,57-30 10,102-80-6,-30-92-3,-7-41-2,6-89-2,-40 33 9,-79 52 4,-68 149-3,-1 59-2,44-9 0,79 15-3,116-36-2,-58-102-2,22 4-11,-31-22-274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5338 1071 874,'-117'127'-13,"46"-18"12,23-7-1,49 10 3,136-89-6,-44-87-3,6-33-2,47-60 5,-54 56 13,-110 242-7,-23-5 3,32-27 4,122-88-7,-33-118 5,-104 1-2,-23-14-3,66 19-1,66 22-2,35 34 1,6 87 0,-58 91-5,-66 21-4,-27-64 15,27-185-14,60-61-5,28 20 24,14 92-3,-25 149-3,-87-29-4,5 21-3,-33-18-428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6516 910 874,'-94'99'-9,"16"15"10,67-20-1,76 14-4,15 14 6,-92-24-3,-84-9-2,7-58 4,141-131-4,113 5-9,-18 16 11,-59 31 0,3-13 1,-5-7 0,21-29 1,-246 59-1,10 129 0,59 5 4,91 33-3,141-54-2,-59-91-3,-1-33-2,-17 17-11,14-28-12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7088 1082 874,'0'109'-10,"-6"38"6,-5-28 5,44-212-21,16-50 9,-9 49 0,2-9-17,5 17-156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7367 987 874,'36'128'-11,"-15"48"2,-10-40 8,82-158 1,-44-100-9,-9-13-6,-4 13-23,-5 14-75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7952 985 874,'-106'93'-9,"-10"16"6,80-12 5,138-177-7,-40-8 5,-21 201 3,83-95-3,-39-54-5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8095 548 874,'-6'132'-12,"0"-45"8,-4 16-2,1 3 2,-6 49 0,8-29 4,32-9 5,102-103 1,-28-53-6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8353 865 874,'-38'124'-10,"20"-1"9,48-36-57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8477 578 874,'-31'85'-102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7932 753 874,'94'-4'-12,"-2"-4"-1,30-2-1,-33 2-8,11-1-11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1780 1976 874,'108'0'-9,"53"-2"2,-14-3 0,-3-2 4,-36 1-1,19-2-2,13-2 1,-36 4 2,10-2-1,24 0 2,19 1 0,15-1 0,11 1-3,-65 3 2,36-2-1,19-4 1,18 0 0,-26 2 1,-21 1 0,28 2 0,23-1-1,18 0 1,-66 3 0,29-1-1,30-1 0,21-2-1,-19 2 0,-40-1-1,37-2 2,23 0 1,14-2-1,-67 2 1,13 0 1,30-3 2,19-1 0,-9 0-1,-57 4 0,38-2-2,23-2-2,15 0 2,-61 4 2,-2 0 1,23-4 3,12-2-1,-7 1 1,-66 4 0,29-2 1,16 0 0,5 2 2,-43 2-1,-12 2-1,18 0 0,5-3 0,-4 0 0,-55 2-1,15 0-4,0-2-3,-8 1-3,-28 0-6,26 2-29,-26 5-178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8558 977 874,'13'118'-5,"76"-97"-4,3-152-11,-24 29-21,0 12-751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8827 1071 874,'112'-24'-4,"-14"-37"-2,-8-57 7,-177 107-8,-17 93-4,20 45 13,128-30-2,41-55-281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3014 2500 874,'-98'-97'-7,"-23"105"2,21 69 1,4 82-5,43 3 0,44-42 4,10 15 0,3-25 2,4-7-1,7 16 4,-1-10 2,9 64 6,-20-38 4,-95-82 1,5-83-445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2361 3270 874,'152'-119'-25,"-58"71"17,56-10 5,-17 91 11,-64 107-4,-26-32 0,60-75 6,-79-141-9,-97 0-2,60 0 0,137 47-7,14 92-1,-43 49-9,-29 13-16,-20-1-55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3355 2902 874,'-41'117'-10,"23"32"10,52-42 1,84-78-3,2-53-5,-9-46-3,-10-51 5,-75 32 6,-156 143 8,119 86-5,77-54-4,31-82-4,14 14-15,-23-36-46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4407 2997 874,'-116'110'-12,"19"10"8,49-1 6,178-167-5,-68-38-6,23-64-7,-48 42 12,-9-6 1,-8 22 3,3-64 2,-15 60 9,-51 227-1,27 50-19,21-73 6,17 50 3,42-26 4,59-74 5,-20-114-4,-22-43-4,-26-8-1,-70 17 3,-71 163-6,19 33 0,96-6 5,60-25-51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5579 2646 874,'-107'49'-11,"11"14"3,8 15 5,19 34 7,173-126-6,7-114-8,-35 28 3,-47 218 7,-57 45-8,11-50 5,-1 12 1,4-6 3,4-34-2,4 15 2,-2 4 2,-7-7 2,-16 30 6,-58-206-2,90-38-16,11 10-3,8 2-1,24-21 2,18-4 1,6 13 4,2 19 8,30-25 7,-14 70 4,5 181 3,-75 5-19,-32 20 3,8-264-9,40-20 1,21 9 0,14 33-14,25 40-16,-8 20-124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6234 2640 874,'-85'74'-10,"-18"29"5,37-16 3,23 29 4,130-110-4,40-151-12,-55 25 7,-46 240 13,-21 32-3,27-65 5,60-89-8,16-105-1,-67-3 5,-25-14-1,24 277 1,-1-32-1,54-92-3,-13-148-5,-44-14 2,-7 23 5,3 25 0,75 54 3,-39 135-4,-39-3-3,-4-18 1,61-19-22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6703 2329 874,'-29'90'-6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6994 2163 874,'8'84'-11,"-5"0"2,-3 21 0,-3 14 3,2-5 2,-2 52 2,3-30 7,1-36 2,-3-242-10,39-10-3,17 62-2,99-42-26,-65 60-19,0 56-142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7469 2505 874,'-108'87'-12,"8"11"8,19 7 4,193-133 2,-54-106-4,-28 46 3,-16 192 3,24 1-2,48-53-3,31-109-4,-36-53-4,-25 21-13,-26 3-579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7596 2117 874,'6'118'-11,"-10"62"1,-3-72 6,0 47-12,11-29-12,1-25-42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7500 2571 874,'99'-34'-15,"-12"14"4,9 11 7,-7 14 4,23 24 4,-37 80 1,-42 10-4,-18-35 8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7784 2268 874,'34'65'-292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8082 2449 874,'3'84'-60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8148 2329 874,'-33'95'-9,"1"10"5,12-9 2,28 5 4,53 11-1,67-79 1,-19-159-5,-105-22 2,-94 45 1,-9 69-1,6 92 3,192 45-5,28-110 3,27-74 2,-59 34-1,-70 141 0,-27 11 0,65-17-1,20-190-11,-7-15 2,44 96 14,-61 159-7,-42-20 0,-7-30-12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10668 3008 874,'-159'0'-23,"36"0"8,-81 0-2,-9 1 5,41 3 6,-34 2-8,-21 2 3,10 1 0,50-1 5,-41 4-2,-27 2 0,-23 0 0,54-2 0,-2 1 0,-38 1-1,-27 5 1,-8 2 0,88-6 2,-46 5-1,-28 7 3,-18 1 2,48-4 3,26-2 0,-35 5 1,-17 2 4,-6 2 2,91-11 0,-29 4 4,-12 2 1,-3 0 0,38-3 0,34-4-1,-10 1 1,1 0 0,5 0 1,8 3-3,33-7 0,18-4-4,1-1 2,5-4-2,-41-11 5,40 0-55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1927 3234 874,'-49'114'-5,"63"-19"4,89-157-4,-65-55 4,-130 27 0,-3 103-3,8 36 1,0 63 2,82-7 4,98-28 1,7-122 0,-63-51-2,-141 116-3,15 52-856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13814 2676 874,'-71'101'-10,"-10"29"5,12-27 1,-27 5-12,10-46-815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13490 2706 874,'50'113'-22,"21"-4"24,14-34-4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13644 3338 874,'-80'84'-6,"23"45"5,49-45 0,75 63 1,31-78-2,34-85-2,-37-35 1,1-62 4,-66 21 2,-40-11-2,-53 6-1,-87 38-1,43 26-5,24 34-178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12874 2025 874,'0'119'-11,"-3"46"4,1-71 6,-4 37 0,-3-17 2,-10-270-6,21 57 1,2 1 3,4-48 4,21 53 1,56 177 1,-51 41-3,-12-21-2,50-246-16,-41 38 9,0 12 6,25-60 4,-10 60 2,12 180 3,-57 1-9,-4 14-4,-3 55-16,-1-62 1,2-1-8,-7 42-50,1-44-25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13238 1649 874,'90'126'-5,"44"-42"4,2-8 1,-66 48-2,-113 1-2,-31-14-4,-8-10-7,10-17-33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13476 1725 874,'132'93'-5,"-4"-3"4,-79 35-1,-87-2-2,-27-39-4,-26-48-34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13833 1605 874,'45'102'-9,"-7"15"5,-17 1 4,-7-224-12,16 1 15,84 28 3,-38 183-3,-40-11 1,-19-185-12,26-60 6,67 60 3,13 229-3,-65-16-2,-20-32-59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17709 1184 874,'118'9'-5,"-56"81"3,-101 23 2,-48-74-1,-15-80 0,73-102 0,138 68 0,-11 75 1,-40 85-1,-68 29-1,-99-27 1,17-103 1,41-79 2,91-3 1,46 117-2,-45 73 0,-109 3-2,-2-204 2,151 87 0,-26 108-291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17979 1612 874,'-5'136'-9,"-6"-15"10,3-218-11,62-48 10,48 47 2,-6 135-2,-47 50 1,-10-230-8,79 51 8,-3 72 0,-17 105-1,-53 15 0,-44 6-6,-9-18-34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18526 1741 874,'-61'-64'-20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18478 1302 874,'-92'29'-3,"-52"19"-5,32-5 4,-19 10 3,-1 2 0,-10 3 0,54-20 1,-7 3 0,2-1 0,-59 24-1,55-24 1,-7 2-1,20-10 0,-98 34 0,74-31 1,-1 1 0,-56 19 0,64-22 0,-5 5 0,2 2 0,14-7 1,-58 24 0,-15 0 3,75-37-2,-22 8 6,23-26-635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16051 1695 874,'-63'92'-9,"-34"16"2,-16-10 3,-36 17 2,16-19 2,6-4 3,98 14 0,186-92-7,-66-23 0,4 1-3,0 1-2,39 3-18,-50 1-17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16068 2736 874,'-4'141'-13,"4"-56"10,2 13-1,0 8 1,1-22 1,1 71 0,1-10 2,0 22 6,-15-69 1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16023 2781 874,'136'-1'-8,"-31"3"4,8 5 1,46-1-6,-54 0-8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16038 3250 874,'140'-5'-13,"7"10"-4,-49-5 10,18 1-22,-28 2-251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15934 2575 874,'160'-19'-18,"-60"7"11,15 1 1,8 2 1,3 1-3,-34 1-2,-8 2-4,28-2-31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16529 2389 874,'118'12'-10,"-18"13"6,11 39 4,-70 21 1,-67 45-2,-58-7-6,19-37-10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16783 3182 874,'130'-7'-12,"-43"1"4,46-7-9,-48 4-10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16798 3409 874,'157'-9'-18,"-39"-3"3,-9 2-14,-22 2-16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17364 3254 874,'106'-11'-9,"46"6"3,-35 3 2,12 1-4,-38 1-12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18623 2676 874,'-131'17'-8,"42"13"0,-42 24-2,15 13 7,17 22 8,58 52-5,83-10 2,80-28-6,-32-66 1,65 0-1,1-46 8,-111-118-1,-158 21 1,230 96 1,-60 128-5,-50-15-1,-57 31-2,10-46-4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18825 2862 874,'27'88'-5,"-12"8"0,-17 21 6,-23-205-20,90-62 13,15 43 10,12 78 1,-28 115-1,-38 53-2,-32-32 2,-9-227-15,65-19 7,34 35 9,21 66-1,-7 138-1,-89 34-4,-12-39-14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19596 2544 874,'-1'86'-9,"-21"70"-1,-14-4 8,8-32 6,-4-257-25,54-10 9,7 15 11,-2 38 9,76 134 21,-60 102-24,1-48-4,62-141-3,11-126-9,-64 88 9,40 34 3,-85 147-10,-20 44-1,6-42 3,10-3-7,-4 13-26,9-24-83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18616 3366 874,'131'-35'-8,"-2"8"-5,-40 12 5,80-9-3,-42 11 6,10 2 2,-20 5-1,-7 0 0,20 2 3,13 0 1,2 1 2,-49 0 1,16 0-4,2 1-2,-16 0-3,48 1-23,-55-7-34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17544 641 874,'42'124'-11,"-8"13"8,-10-24 1,-8-11 2,-1 22 1,-41-216-2,1-16 0,-15-37 0,4 2 1,28 21 2,45-11-1,18 40 0,53 7-1,0 40 1,10 39 0,-14 58 0,-49 98-1,-93-30-3,-54-18-3,-52-14-9,32-39-8,6-16-36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19170 3924 874,'-90'122'-8,"67"1"9,181-42-5,-34-117-3,0-73 0,-61-1 8,-88-12 1,-112 14-1,1 90-3,27 35-14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19634 3715 874,'-33'107'-10,"-7"28"6,8-3 2,14-19 2,3 4 1,-8-207-10,30-15 12,33-62 0,25 26-4,22 45 4,16 41-3,8 58 1,-65 97-1,-126 7-2,-66-28-8,38-28-11,9-38-404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19807 3540 874,'145'-86'-5,"-22"94"4,-103 103-2,-126-7-2,26-16 6,194-53-6,-21-28 7,-5 43 8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20344 3113 874,'-5'90'-4,"101"-95"2,-97-82 1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21026 2661 874,'-66'100'-11,"-24"41"6,37-38 4,29-17 2,48 7-1,120-34 1,-5-87-5,-8-48 1,-50-22 6,-67-64-3,-78 22-2,-40 71 5,-18 60-1,39 13-2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21413 2694 874,'-21'124'-11,"2"35"4,11-40 5,7-17 3,5 4-1,-23-205-4,6-37-3,1-29 7,16 34 3,45 4 0,67 28 1,-5 57 0,-6 54-1,-26 116-3,-129-32-1,-104-18-7,5-59-1,49-11-9,13-35-165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21869 2239 874,'-159'20'-19,"62"-7"13,-11 6 2,-6 2-4,19-2-1,-54 8-17,42-14-26,22-6-258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21447 2073 874,'125'5'-12,"23"29"4,-38 16 11,-46 70-1,-124 3-4,-39-32-2,14-27-31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20762 3289 874,'136'-19'-11,"-43"7"2,24 0 0,17-1 0,-49 4 4,26-1 2,62-3-3,-63 6-2,-15 3-1,13 3-22,-21 2-105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20917 3714 874,'17'127'-6,"47"-24"3,45-45-1,7-52 4,1-63-2,-23-77 2,-109 37 0,-101 18-3,26 57-1,-52 6-2,3 34 10,40 48 2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21288 3526 874,'18'107'-9,"2"34"4,-9-31 5,4 49 2,4-43-1,-34-262-11,-9 31 4,-1-42 9,26 20 1,56 28-2,35 55 2,19 71 0,-38 103-5,-117-25-1,-100-18-4,43-31-10,16-49-413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21581 3649 874,'29'-89'-14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16872 4828 874,'145'-8'-9,"-1"0"0,-57 2 7,56-3-10,-49 2-7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5095 874,'151'-1'-16,"-31"-4"3,23 0 1,-36 1-8,8 0-9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17602 5069 874,'144'-16'-15,"-36"7"3,-9 0-12,-13 5-46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18781 4508 874,'-135'-50'-11,"-24"97"3,33 15 1,30 7 3,33 53 6,62-16 0,91 13-1,-5-65-3,20-12-1,63 7-2,-64-42 3,-4-7 4,40-11 4,-180-85 7,-61 52-10,41-57-2,187 140-2,-65 120 0,-67-21-3,-9-30-5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19092 4713 874,'14'149'-17,"-2"8"12,-8-49 5,-13-225 0,54-8 3,24 36 0,41 99-1,-63 81-2,-42 63-5,-74-250-7,117-49 17,9 60 1,57 118-3,-72 112-4,-40-55-3,5 29-16,-32-33-584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19766 4653 874,'-8'132'-11,"-15"23"6,0-29 7,6-19 0,14-206-11,15-45-4,2 48 6,0 3 10,21-16 1,21 234 3,-8-33 3,41-129-3,-28-102-15,-5 1 4,6 15 6,-6 234-7,-60 43-4,3-63 5,5 3-5,6-8-4,0 12-21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19033 5214 874,'141'-18'-17,"-31"6"5,28 0-1,22 0 2,-34 5 4,0 0 2,-14 3 2,3 0-4,26 4-12,11 3-8,-8 3-6,-48-2-6,-10 4-7,6 0-68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19496 5598 874,'-1'87'-10,"-2"78"1,4-73 8,1 0 3,-13 26 1,-33-215-8,36-6 3,13 2 2,42-23 4,34 28-2,61 31-4,-31 58-6,-23 12-37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19982 5645 874,'-63'-103'-3,"106"1"0,90 34-1,-37 82 3,-96 129-2,-82-52-3,-53-4 3,39 9 5,167-2-7,114-96-4,-93 0-4,3-18-3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20597 5230 874,'100'-54'-9,"25"-14"4,-10 4 7,-31-14 0,-72-16-2,-114 80-2,-17 44-2,8 42 0,47 46 4,61-8 0,66 3 0,70-7 4,-26-89-1,-5-67-3,-18-18-1,12 30 5,-78 129-6,-21 18 2,-18 20 1,6-251-9,75 6 8,72 17 0,-12 52-2,-20 24-1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20672 4698 874,'144'-18'-18,"-40"8"9,12-3-2,-14 3-10,-12 1 0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20985 4518 874,'148'53'-13,"-5"5"6,-90 79 12,-66-43-2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13476 2797 874,'96'106'-4,"-8"4"3,8-29-1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13688 2766 874,'-51'98'-6,"-33"40"3,23-39-1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2930 5254 874,'-108'107'-8,"9"21"7,46-13 1,38 50-2,88-38 3,41-99-2,-12-82-2,-25-64 0,-39 11 2,-48-22 2,-35 23 0,-71-19-1,-4 24-1,22 12 1,18-19 2,47-16-1,39 29-1,73-10 0,22 37-3,18 13-7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3120 4804 874,'11'137'-12,"-9"20"7,1-73 4,1 44 1,-3-15 0,5 29 3,84-194-10,-49-69-1,2 9 1,5 18 11,52 230 0,-78 1-5,-7-18 4,17 12 0,69-143 2,-62-110-5,-23 14-5,5-48-10,-2 40-7,11-19-28,-8 48-45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3940 5198 874,'117'-5'-7,"-30"4"6,18-2-4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3880 5448 874,'121'-8'-6,"40"-4"-1,-31-1-1,-46 6-6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4744 4834 874,'2'97'-10,"2"-8"-2,2 18 3,-1 13 2,-2 2 2,-3-20 7,-3 60 3,0-26-2,5-36 22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4685 4819 874,'128'0'-8,"-35"1"1,17 5 1,41 2-5,-13 3-6,-16 15-9,-36-5-28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4670 5236 874,'85'0'-10,"4"-4"-1,26-6-1,-20 2 2,-6-4 3,20-11-11,-23 5-9,20-7-29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7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4759 4539 874,'86'0'-10,"1"0"-1,23 0 1,14 0 2,0-3-5,-15-9-5,-20 3-10,-2 1-13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5206 4336 874,'112'0'-11,"39"43"7,-27 30 2,-78 23 4,-58 33-5,-36-20 2,-6-22-57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5638 5423 874,'11'87'-17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6449 5443 874,'-100'-26'-6,"-41"42"0,35 23 3,-14 64 2,84-12 1,85 15 0,44-33-1,30-55 3,-23-53-2,-19-87-3,-53 22-1,4-67-4,-24 57 3,-8-8 2,-5 13 2,-9-57 3,8 73 2,3-10 4,15 234-13,-5-46 1,1 21 0,2 10-5,-2-36-5,4 11-8,9 3-8,14-10-7,0 12-64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6788 5049 874,'-32'94'-8,"-5"42"3,17-5 2,12-35 3,39 17 2,75-71-2,-2-64-1,0-82-3,-46-10 3,-50-10 0,-50 4 2,-38 25 0,-48 26-1,-9 42-7,40 15-7,14 15-591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7106 5088 874,'22'97'-9,"-8"50"4,-7-57 2,1 52 0,-6-19 1,-2-19 2,-55-249-5,33-19-8,18 60 7,9-1 5,8 11 3,19-43 3,45 22 2,56 42 6,-6 97-8,-22 68-4,-140 34-2,-112-61-4,53-61 2,9 8-5,-4-22-2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7560 4562 874,'-152'12'-14,"59"-7"8,-11 1 0,-7 1-2,20-1-1,-40 7-9,38-2-26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7084 4427 874,'152'-1'-19,"-56"14"13,-3 10 9,24 22 0,-61 63-1,-134-4-5,-25-24 0,-9-9-20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13550 3579 874,'3'-120'-7,"2"14"2,0-8 1,-1 27 1,2-25-1,3-22-1,3-26-2,-3 36-1,2-12 1,1-32-1,-3-19 1,-2-5-16,-5 10-7,1 64-7,-6-8-6,2-4-8,5 0-4,19 1-7,-9 29-40,0 5-31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13639 2857 874,'171'42'-21,"-53"-26"8,-5-6 2,-11-3 1,16-3 2,-16 0 1,43-6 2,31 0-3,6 2-21,-7-2-6,-26 4-6,-53-2 6,15 0-76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14832 2781 874,'85'51'-9,"24"43"3,-49 55 6,-90-32-1,-100-61-12,36-20-16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13825 2872 874,'-107'163'-29,"25"-65"15,-20 11 5,2-6 1,-71 66-2,12-13-44,58-52 15,1-7-6,5-5-56,10-10-31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13490 1240 874,'66'-138'-16,"36"-11"14,3 81 6,-38 227-11,-50-59-8,-32-15-177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12760 3543 874,'-8'87'-9,"18"2"8,165-70-26,-72-25-38,1-16-36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9933 5204 874,'-122'21'-7,"-15"60"1,48-8 2,6 66 5,92-35-1,95-32 1,27-61-2,9-81-3,-48-45 0,-47-45 1,-31 58 1,-6-6 1,-4 8 2,0-49 2,-6 18 3,-7 284-8,8-49-2,1 73-4,2-63 0,-2-12-2,0 52-27,0-62-18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10316 5136 874,'-89'148'-13,"31"-6"13,63-14 2,103-100-3,27-112-6,-51-24 6,-70-30 2,-73 33-2,-61 33-1,22 53-3,13 9-62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10667 5179 874,'3'105'-11,"-11"56"8,7-68 1,3 2 1,4 40 0,-39-264-19,32-22 14,14 45 5,8 8 2,30-54 3,37 18 8,20 62-5,3 87 0,-110 77-5,-159 22-10,54-66-13,15-39-167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11159 4653 874,'-145'27'-15,"53"-9"9,-12 2 1,-2-1-4,-45 4-10,27-21-16,38 0-69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10670 4487 874,'125'12'-13,"39"32"12,-43 57 3,-81 52-2,-16-67 2,-46 0-188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11256 5106 874,'132'11'-6,"-35"1"3,-7-3-3,-2 7-181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11211 5346 874,'89'2'-10,"89"-24"-6,-84 8-4,-8 2-168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11896 4057 874,'19'95'-10,"2"61"5,-15-52 1,-1 16 0,-2 12-1,-2-46 1,-1 33 0,2-35-1,-4 31 0,-2 29 0,0 22-1,1 0 0,0-40 1,-2 37 0,-3 25 0,-4 17 1,3-48 1,0 2 0,-1 21 3,-2 11 1,-2-9 1,3-55 0,-3 18-5,1 2-7,2-15-9,5-48 2,-2 7-32,0-7-462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12509 3884 874,'25'101'-6,"-12"48"1,-7-35 3,-4-8 0,12 38 1,-8-24 0,-6 16 4,-109-263 1,-52 111-4,57 112-1,137 29 1,59-64-1,51-79-3,-27-56 1,-15-51 0,-33 7 5,-39 275 4,-34-55-2,35-260-5,13 66 0,110-26-7,-62 52-5,-7 64-20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12279 5166 874,'-7'122'-7,"8"-38"3,-1 11 0,-3 47-4,-4-30 10,-37-232-9,79-32 0,20 33 5,11 29 1,49 29 7,-23 59-2,19-9 14,-23 36-312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13006 5357 874,'-106'8'-6,"-20"20"0,22 36 8,53 62-2,78-30-2,101-46 1,-16-125-1,-37-71-3,-39-2 0,-28 52 3,-7 0 2,-5-44 3,-60 245-2,58 6-5,-1 51-4,10-67 10,10-7 1,54 10 2,25-156-3,-21-51-5,-6-22 10,-23 224-5,-1 39-3,54-41 5,43-87-4,-39-82 0,-45-30-2,-44-12 0,-61-27-2,-37 34 4,-31 48 1,7 46 2,5 69 0,107 69-1,171-61-12,-83-34-6,19-17-11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12298 6436 874,'19'121'-11,"-5"34"7,-7-22 7,-50-238-9,50-60 4,22 29 5,57 43-2,18 51-1,7 46 2,-26 10-8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12956 6222 874,'-96'44'-7,"-3"44"7,98 1-1,82 28-3,2-20 6,-87 22-1,-126-97-2,47-38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13097 6313 874,'-16'112'-9,"2"18"5,9 14 0,1-49-5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13238 6380 874,'15'109'-9,"-1"1"4,-7-16 5,-12-199-8,38-12 9,63 10 3,5 98-4,-32 98 0,-54 44-2,-45-37 5,-21-9-48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13073 6041 874,'-3'88'-102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13700 6403 874,'-48'132'-9,"27"-20"9,66-6 0,68-64 0,5-88-3,-59-68-1,-36-7-2,-55-10 5,-29 42 3,-41 29 1,-26 48 1,86 136-2,158-47-12,-26-61 3,23 13-27,-23-31-384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14404 6591 874,'-130'27'-4,"11"65"1,110 5 1,123-64 0,-19-102-2,-26-86-4,-49 42 3,-8 15 1,-8-82-2,-14 90 9,-11-21 4,9 245-2,9-15-5,2 9-3,2 28-10,10-43-3,-2-24-37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14566 6298 874,'-24'108'-5,"44"45"2,40-47-1,53-50 2,5-57-1,-2-63 1,-11-46 0,-49-4 6,-79 3-1,-93 96-2,31 117-5,41 44-4,34-51 0,7 1-2,10 49-22,0-54-18,4-7-692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15720 6222 874,'-75'116'-12,"-9"57"0,43-64 8,7 9 0,9-21-3,13-12-1,7 6-6,15 70-36,12-69 14,23 36-56,26-32-13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15904 6938 874,'97'-82'-11,"10"-13"9,-23-20 2,-102 18 2,-89 102-5,7 86-1,57 41 4,47-48 0,11 31-1,46-17 1,56-37 3,-17-61-1,9-72-4,5-6 5,-54 188-4,-54 10-1,-8-33 2,-13 44 2,-26-282-4,77 34 3,52 14 1,70 39-3,-45 27 0,-27 40-294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15979 6442 874,'161'-8'-24,"-16"2"6,12-6-12,-45 3-24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16277 6237 874,'114'57'-11,"-19"11"10,-27 52 2,-54 5-1,-49-2-2,1-39 1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16998 6841 874,'-49'143'-13,"4"4"4,20-61-4,-3-2-818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17186 7120 874,'69'-100'-12,"30"-35"5,-21 13 6,-42 2 5,-81 6-3,-67 65 2,19 164-4,69-3-4,49 53 0,22-38 4,54-22 4,39-100 0,-41-54 1,-81 147-3,28 24 0,77-25-3,-23-90 0,-4-35 0,4-42 1,-40-22 3,-37-41 1,-71 30 0,-52 72 0,13 94-2,-23-18-1,19-4 1,195 19-6,41-52-5,-9-18-4,-29-8-6,-19-1-68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16917 6282 874,'148'17'-21,"-31"-9"11,13-2 2,48 1-22,-42-12-23,-48 1-42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17394 6147 874,'127'76'-12,"-25"37"-1,-66 24-3,-41-27-8,-3-21-24,-13-5-273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18251 6856 874,'-9'127'-11,"-4"-20"7,1-22-26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18504 7123 874,'120'-128'-12,"-47"-15"9,-40-18 2,-55 28 3,-103 101-3,51 153 0,65-27 0,18-1-1,22 7 4,33-4 1,25-47-1,27-93-1,-37-53 1,-45 194-4,8 55-2,23-57 5,78-71-3,-5-67 1,-39-86 3,-95 6 0,-91 60-3,-8 93 0,43 70-1,49-18-3,14 10-1,18 48 3,4-25 10,-25-31-42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18317 6330 874,'159'35'-17,"-69"-24"12,-3-10-3,27-28-7,-28 2-22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18616 6207 874,'93'58'-5,"-16"73"2,-75-42 3,11-4-2,-32 3-53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19167 6374 874,'116'128'-24,"-41"-29"11,4 26 1,-7 21 2,-13 14 3,-20-49 4,-11 13 4,-8-30-4,-11 17 2,-14 13-5,-14 5-1,-10-7-7,7-37-8,-18 9-7,-16-4-9,-66 14-50,38-40-86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3955 7012 874,'114'-8'-3,"38"0"0,-61 3 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3910 7373 874,'131'-19'-9,"-34"-4"-1,20-14-1,-17 6-9,-9 1-8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4596 7180 874,'119'-19'-3,"26"-9"0,-39-13 0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5776 6509 874,'-138'11'-18,"36"18"8,-12 19 3,5 15 3,16 10 4,-15 50 4,61-30-2,97 32 3,97-6-2,-57-78-3,41 3 1,-33-57 3,-170-101-1,19 24-1,149 7-3,-10 94-1,-28 81 2,-46 20 1,-24 13-1,1-38 2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5772 6826 874,'36'108'-9,"-25"23"5,-23-7 3,16-246-12,44 17 6,14 16 8,36 126 4,-72 53-3,-32 37 5,29-232-10,56-31 5,21 93 0,-71 148-5,-14 18-8,-8-31-13,-11-7-786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6371 6775 874,'10'109'-9,"-10"34"4,3 10 7,-29-263-14,25-32 0,9 13 5,5 5 15,2 39-1,16 183 7,45 6-9,47-85-9,-21-122-6,-51 15 9,-7-13 4,46 81 2,-68 147-9,-9 52-12,-2-68 4,0-18-9,16 34-32,-8-43-56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7421 7248 874,'-88'16'-11,"0"-4"0,-20 1 1,-16 2 1,-11 2 3,-5-3 5,-6 1 0,2-2 1,36-2-2,-24 1 0,46-5 1,-27 4-2,-13 1-2,-4 0-4,18 1-7,-24 11-44,43-4-84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5921 7792 874,'12'152'-14,"-8"-68"11,0 6 1,3 5 1,2 0 1,0-8 2,-6 23 1,-31-200-6,13-8 2,21-11 4,51-27-2,30 44-2,13 43 0,34 31-2,-45 13-8,-2 26-824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6428 7916 874,'8'-121'-7,"83"65"5,-6 37 0,-2 52 2,-50 77-1,-113 1-1,1-25 4,47 6 0,120-15-5,3-25-7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7261 7233 874,'-55'86'-440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7773 7349 874,'-135'-8'-6,"17"70"5,99 36 1,148-107-3,-48-151-6,-37 3-3,-23 2 4,-14 10 3,-9 59 7,-2-6 0,-5-45 7,-23 236-1,42 7-13,7 5-1,23 73-4,-10-75 1,0-1-3,4 42-34,-15-66-23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7948 7002 874,'32'111'-10,"4"36"7,-16-62 4,-8-3 0,-25 3-1,-51-181-6,49-12 4,32-37 0,17 46 2,48 6 3,25 34-1,62 53-2,-54 8-4,-31 38-613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4164 9422 874,'116'11'-9,"-31"-7"4,12 0 1,6-4-2,-19 0-1,26-11-8,-24 6-37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4178 9701 874,'119'20'-13,"-23"-17"6,14-7 1,5-12 2,-21 7-8,8-7 1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5442 9492 874,'-18'-115'-2,"-108"54"0,31 118 0,40 27 1,55 75 0,45-23 0,33-48 2,47-86-1,-57-136-1,-48 49-2,-4-62-2,-16 59 3,-4 0 1,-3 1 2,-5-42 0,-2-8 1,0-19 2,41 256-6,-12 7 2,0-6 0,5 40 0,-11-54 2,-2 10-1,1 8 0,1-1-1,-3-9 0,-8 2-1,-7-10-623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5996 8728 874,'-65'108'-8,"1"-3"4,16-3 4,10-1-2,-6 64 1,27-69 0,5-11 0,-2 78 0,11-64 0,3 9 1,4 6-1,4 5 0,1-19 1,2-12-1,9 10 1,3 10 0,5 4 0,4 2 0,7-4 0,-7-23 0,39 69 1,23-6 1,-18-48 2,13-2 1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6608 8985 874,'-91'-12'-5,"-33"47"0,-6 61 1,36 48 3,44-23-2,35 22 2,32-17 1,66 8 1,29-36-1,8-39 0,-7-67 2,-112-106-2,-118 25-1,238 43 5,-65 135-4,-39-1-2,-21 19-2,-5-16-28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6652 9377 874,'28'104'-5,"-16"-16"3,-5 13 1,-7-10 0,44-242 1,46 55-1,18 144 1,-105 109-2,-47-71 2,25-176-5,53-17 6,11 21 3,51 30-3,2 108 0,-52 42-1,-42 36-3,-4-45-7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7236 9289 874,'12'108'-9,"-9"31"4,-3 20 4,1-41 2,-30-256-12,30 54 6,0-16 1,-1-1 2,4-45 3,89 242 12,-65 49-8,24-59-2,59-252-14,-64 25 8,-3 10 8,0 39 0,41 88-2,-43 125-5,-28-25-4,-1-6 0,4 78-10,-8-71 5,1-7-7,-1 10-26,-2-12-359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8242 9966 874,'-92'0'-9,"-48"0"5,52 0 3,-13 0-1,-17 0-2,-17 1 0,-10 4-1,41-3-1,-13 1 2,29 0 1,-8 0 1,-14 0 2,13 2 3,-65 8 2,77-2-1,-59 7 4,34-5 1,197-19-5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6935 10283 874,'17'135'-6,"-5"-38"4,2 15 1,-1-10 0,-22-201-4,15-17 7,53-12-2,47 52 0,38 54-4,-60 33 0,25 0-13,-25 26-811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7986 8905 874,'100'121'-22,"-39"-27"12,3 15 4,-5 15 1,-10 12 3,-12 12 1,-9 14-2,-10 10 0,-5-41-3,-10 9 1,-7-28 3,-6 7 1,-14 23-1,-10 17-4,-11 1-10,14-55-7,-16 21-8,-10 5-8,-4 1-6,9-25-8,5-20-5,-7-1-6,-62 61-73,32-68 12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2033 10750 874,'28'97'-9,"-15"-13"2,1 22 1,0 15-1,8 62-5,0 1 1,-6-58 8,3 13 2,-4-23 1,-5-27 7,0 30 7,-6-32-37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 10802 874,'92'-46'-14,"-4"22"3,21 10 2,14 17 1,-34 0 2,5 10 1,56 26-23,-58-15-22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2003 10976 874,'145'117'-15,"-38"-81"5,65 2-6,8-24 3,-69-36-9,-13 9-16,2-16-27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2787 10460 874,'-159'22'-17,"46"-23"5,-25-10 0,-3-11 2,17-12-14,25 11-10,-1-2-16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 10207 874,'128'67'-18,"-42"-15"9,6 13 3,56 84 4,-96 7 8,-56-72-6,-13 39 1,-2-37 8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2837 11583 874,'96'17'-5,"-5"-45"4,-199 32-6,70 135 2,42-19 0,61-8 7,49-111 0,35-111 1,0 45 0,-60 95-1,-71 71-6,-46-2 4,-66-68 2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3299 11067 874,'45'161'-19,"-25"-56"9,-1 21 1,-1 12 1,-1 3 6,1-6 2,-8-45 0,2 0-2,-34-184 20,54-57-12,33 35-3,53 28-3,-29 32-3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4143 11459 874,'-85'44'-8,"-12"34"4,26 47 2,49 6 1,28-22-1,41-23 2,96-48 3,8-133-7,-48-10 1,-20 234-2,-31-4 9,-11-260-13,-53 37 6,1-48 6,41 50 2,71 96 0,-30 95-3,-21 46-3,-34-52-2,-6 40 1,13-241 0,17-21-3,14 39 8,34 128-4,-48 143-9,-26-88-1,14 27-31,2-29-89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5087 11580 874,'-93'16'-5,"23"89"-2,56 28 0,30-14 4,20 23 5,-26-34 1,-131-56 1,137-180-3,69 84-8,6 7-1,75-27-5,-79 19 16,22-86 2,-118-10 0,-78 121 0,21 159-6,44 15-11,33-41 5,10 2 3,2-21 2,36 30 10,27-127-3,-8-131-3,-24-22-7,-30 62 6,15-45 6,9 54-2,41 162 4,-71 38-8,-17 56-7,2-29 5,22-33 5,68-100-1,-13-158-8,-29-3-5,-30 47 10,-5 12 0,51 230-13,-45-48 8,6 18 3,-2-15 1,19 25 5,24-237-3,-62 35-4,-2-94 5,3 38 11,73 49-8,38 79-1,-34 52-8,21 1-15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6503 12101 874,'-100'-21'-5,"-28"65"1,56 65 1,59-15 2,121-96 0,-29-99-5,-26-40 2,-4 300-2,-17-4 1,20-31 13,49-141-4,-40-173-13,-36 41 0,-3-19 0,-10 46 2,-2-12-1,-4-8 5,-2 24 2,-3 20 6,-1 280 0,1-27-10,1-49 1,2 32-3,6 16 3,9-4 6,5-23 7,19 21 3,56-199 8,-59-87-16,-26 38 3,2-28-2,10 219-9,-12 20 1,2 2 6,46-13 3,35-202-7,-55-9-3,-20 14-2,68 201 6,-38 7-3,-3-12 2,37-142 7,-78-123-5,-10 30 0,-4 26 7,133 144-6,-31 48-2,8-41 2,-17-77-2,-35-102-6,-51 30 6,-108 26 3,22 167-5,58 9-4,7 76-5,25-69 8,5-12 1,7 5 13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7054 11520 874,'14'89'-5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6872 11623 874,'-124'15'-11,"-50"-33"3,90 9-1,0-9-7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8163 12633 874,'-126'-12'-16,"20"6"5,-32 0-2,-34-5 0,-33-2-7,-35-3-5,-28 0 0,-24 4 2,60 4-3,-2 6 1,28 4-29,9 4-5,-47 10-4,-32 6-3,-17-9 0,99-4 1,-37-14 3,-25-18 7,-2-15 6,21-18 4,82 20 17,38 16-27,21-8 55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3110 6701 874,'46'-98'-5,"-1"-38"-1,-19 19 2,-13-13 2,-7 7-1,-4-11 4,2 21 1,4-53-1,-5 79-1,0-56-1,-5 58 1,-3-3 0,-4-44 0,-5-21 0,1 23 1,-13-10 0,-7 2 0,-2 17-1,-3 13 2,-18-5-1,-6 18 0,-24-3 0,-5 36 1,-32 58-2,-14 84-1,38 37-1,30 18 2,25-12 0,13 4 0,16 45-2,15-26 1,14 10 3,-2-71-2,4 0-1,14 41-1,6 5 1,-1-10 1,2 17 0,-4-32 0,16 19 1,-3-28 0,18 19 0,-7-25 0,23 36 0,16 5 1,-7-30 0,-14-15-7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5623 10627 874,'93'-127'-7,"-35"26"4,-10 4 0,-2-26 2,5-35-2,-18 22 3,-13 20 0,-11 11 0,-9-27 1,-9-29-1,-5 23-1,0 53 1,-6-4 0,-18-43 0,-19-13 0,-3 26 1,-26 8 0,-24 16 0,12 42 1,-56 47-1,66 33-2,-61 62-1,57-10 0,21 38 3,25 20-2,24-9 1,14-44 0,4 8 0,4 46-1,13 37 0,0-81 1,9 2 0,20 48 0,-2-56-1,6 3 1,6-2 0,41 60 1,-14-36 3,34 23-2,-29-41 1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2831 5740 874,'-43'120'-8,"-10"-7"2,-11 39 4,27-32 1,19 55 0,21-70 0,10 3 1,21 77-4,-2-59-1,9 9 0,-8-27 1,3-2 0,17 16 0,12 12 1,14 8 0,10 8-1,-25-48 1,13 14 0,19 13 1,14 7 1,-7-16 0,-21-24 0,18 18 0,13 9 0,12 9 1,10 2 0,-25-26-1,1-16 1,24 9-1,13 0-1,5-3-8,-51-33-9,14 5-9,1-3-7,-9-4-8,-22-13-6,37 28-69,-39-22-274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4387 8502 874,'110'121'-11,"-21"-20"7,0-3 3,-9 2-2,-10 9 7,-71-5-1,-111-31-5,-1-38 3,5-38 2,19-8-21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3380 12538 874,'99'21'-9,"53"5"2,-66-17 6,6-1 0,11-3 0,-3-3 1,86 0-5,-56 0 1,-42 0 0,28 0 0,24 2-1,22-1 2,17 0-3,12-2 0,9-1-1,-70 0 1,30-3 1,23-3 0,17-1 3,-24 0 1,-28 3 0,28-3 0,15 1 0,7 0 2,-1 1 1,-49 2 0,-9-1 2,10-1 1,0-1 1,-7 2 1,-45 3 0,14-2-3,8 3-3,3-1-2,-13 1-3,47 0-17,-57 5-23,-15 4-265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8455 9862 874,'123'-3'-7,"27"-4"3,-40 7 1,-22 2-108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8440 10165 874,'137'-13'-16,"-37"-2"7,11-5-1,-11 5-10,-13-1 0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9095 10010 874,'108'5'-8,"-24"-1"7,12 3 0,1-1 1,-12 1 0,26 1-1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10293 10219 874,'-117'-114'-9,"-34"74"9,27 52 0,18 68-3,86 48 0,41-7 2,43-11 0,19-32 4,33-60 0,-46-141-5,-35-30-9,-31 57 4,-5-15 3,-6-10 1,2 33 2,-2-8 0,0-12 1,3-9 2,1 1 0,4 8 1,2-37 6,-7 61-1,5 220-11,5-48-2,7 89-5,0-53 4,3 12 2,-3-35 1,0 8 0,3 17-3,1-4-1,-2-20-4,6 16-26,-8-31-68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10869 9461 874,'-119'-29'-6,"-12"22"3,33 47 3,20 92-2,72 23-2,7-30 2,-4 30 2,-5-34 1,19 18 2,38-40 0,59-55-3,30-82-1,-48 4-2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10302 9851 874,'136'2'-13,"-43"0"5,11-3 2,-1-9 1,-16 5-7,5-5-1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10908 10355 874,'8'136'-14,"-7"-50"12,-2 8 1,-2 2 0,-2-2 1,0-6 2,-10 8 0,-10-196-9,11-23-1,3 26 3,2-12 0,5 2 5,5-51 3,52 3 2,25 65 0,65 54 0,-59 42-3,38 39 3,-180 64-6,-106-24-6,48-27-12,32-25-406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11837 9620 874,'127'-6'-11,"-41"3"5,20 0-1,14 2 1,8 6-4,-28-3-6,-4 0-6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11851 9910 874,'86'-2'-12,"5"-4"0,26-6 0,19-11 1,-16 5-18,-15-2 2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12239 9407 874,'127'95'-18,"42"31"5,-34 21 14,-135 17-1,-45-78-4,9 10 2,-47-28-293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13786 9014 874,'-101'47'-6,"-63"-14"2,73-24 3,-48 1 1,12 38-1,69 65-5,47 28-4,24 23-4,-10 6 5,-14 0 5,-1-72 6,3-14 4,12 45 6,103-42-2,-15-76-7,8-25-4,-3-24-1,16 4-11,-28-24-174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13088 9657 874,'111'-42'-6,"10"9"0,-15 9-1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13646 10034 874,'0'112'-12,"1"69"4,4-72 4,1 3 2,4-2 2,-2-19 1,8 61 2,-48-292-12,8-24 2,14 60 2,3-62 2,15 70 4,15 4 3,32-41 5,34 49 1,5 68-2,-56 109-5,-66 4-6,-105-11-9,38-36-10,2-55-577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14345 9052 874,'-53'105'-13,"19"-19"8,0 19-2,3 18 1,8 11 0,9 10 2,5-22 1,9-20 1,5 8-1,14 70 4,2-86 2,22 28 7,52-62 18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0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14459 9664 874,'32'109'-10,"12"33"6,-2 13 4,-40-241-9,-4-39 4,8 10 2,8 12 6,45-2 3,41 36 0,-15 22-21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14907 9151 874,'77'121'-13,"-13"60"2,-43-61 6,-10 18-1,-15 14 0,-13 5 1,-10 3-7,-2-18-8,9-46-7,-26 40-38,13-49-67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15323 9650 874,'127'-12'-10,"-15"20"6,-24 4-56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15293 9905 874,'139'5'-7,"-39"-1"3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15845 9744 874,'103'-22'-6,"52"-1"-1,-23 1-1,-46 9-5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17051 8894 874,'-135'76'-17,"-15"69"1,80-50 10,14 3 7,15 4 1,16 0 0,14-1-1,15-13 0,20 34 3,77-11 8,46-95-9,-31-45-1,-114-61 0,-56-9-1,98 14-1,40 131-2,-63 88-1,-18-8-3,-5-31-6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17235 9346 874,'5'101'-6,"-1"46"1,-8 19 3,-21-10 3,28-284-3,48-11 1,21 21 2,19 170-3,-75 85 0,-30-25 4,11-220-5,36-21 2,27 5 5,30 83-1,-54 171-6,-49 14-8,-3-44-22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17869 9209 874,'-20'149'-15,"7"-58"9,-4 10 1,1 3 3,1-4 5,-6 21 2,25-250-13,13-42-1,-6 64 5,0 4 7,1 15 0,94 88 6,-54 137 0,52-77-4,-28-168-10,-21-11-2,0-37 10,22 273-13,-91-5 5,-1 5-5,-7 49-34,8-61-25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16694 9935 874,'105'29'-7,"77"-17"-3,-76-12 7,7-4 1,-7-4 1,70-5-1,-8 4-2,-55 5 3,12 2 0,3 4-3,-16 0-2,-24 1-1,11 1-3,-1 0-8,-7-2-8,12 1-43,-19 1-315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17260 10459 874,'12'146'-12,"1"23"6,-3-76 3,-1 3 3,-2-2 1,-3 1-1,-2-8 1,-39-211-2,41-23 0,7 50 1,9-2 0,8 3-1,21-35 3,51 29 3,-2 73-3,8 34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18691 9872 874,'107'11'-6,"43"-17"3,-55-8 2,18-1-3,-26 1-289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18945 9648 874,'-34'104'-9,"12"29"5,32 26 1,10-74-1,-2 12-5,8-11-179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19693 9573 874,'-140'-1'-2,"40"53"-6,-3 76 1,68 12 8,68 13-1,75-47 1,14-70 0,-33-50-4,-1-33-1,-3 12-7,2-33-59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22726 8612 874,'-108'-40'-7,"-43"16"2,66 17 3,-7 3 1,-4 1 0,-12 3 1,-14 2-2,-12-1-2,20 2 0,9-3 1,4 0 0,11 0 0,-35-2-2,-22 1-1,-20 0-1,-15 1 1,32-2 1,11 1 1,-27-3 2,-18 0-1,-15 0 0,70 3 0,-36-2 1,-24 1 1,-21-5-2,-13-1 1,-9-2-1,0-1 1,76 5 0,-32-1 0,-23 1 0,-17-1 2,-12 2-1,-9 3 0,-3 0 1,0-2-1,1-3 1,72 3 0,-5 1 0,-23 0 2,-16 6-1,-9 3 0,-2 1-1,2-2 1,4-5 2,58 0 0,13-5 0,-10-5 1,-3-1 3,6-2 0,9 3 1,11 5 0,41 4-1,9 1 0,-2 5-1,5 6 0,6 6-1,-45 32 2,31 47-4,16 84-8,50-62-1,5 17 1,9-40 0,2 23-1,0 27-1,-1 19 0,1-9 1,5-29 0,-1 33 1,2 22 1,9 11 0,7 10 1,6 6 2,1-31 1,-2-33 0,9 15 1,7 2 2,8-10 3,4-19 3,-6-38-1,45 49 8,46-46-4,14-46-5,23-31-4,-59-18-4,12-6-1,4-4 0,-34 3 0,26-4-1,20-2-1,12 1 0,-25 2 0,-4 1 1,24 4 0,20 1-1,6 1 1,-52 1 0,29 0 0,23 0 0,17 0 0,-28-1 1,-15-1 0,25 1 0,20 0 0,13-1 0,-67 2 1,32 0 0,22-1-1,14 1 1,6-1 1,8-3 0,0 0 0,-71 1 1,28 1-1,17-2 0,14-4 0,-30 1 0,-22 1 0,23-2 0,15-3 1,8 1 0,4 1 0,-50 1 1,0 0 0,19 0-1,11 1 1,-6 2-1,-46 1 0,24 3-5,14 0-4,9 2-9,4 2-9,-28 1-8,-23-2-8,16 1-6,9 1-7,0 1-6,-46-1-5,11-1-2,7-6 0,-2-4 4,-22-2 8,57-14-30,-64 7-7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20289 8696 874,'1'132'-15,"-4"-35"7,-3 23-1,-6 18 2,-2 12 0,-3 14 2,0 8 1,-2 5 1,2 15-1,1 7 0,-3 2 2,2 2 0,5-71 1,-3 22-5,6-42-9,-3 10-8,0 7-8,3-5-8,2-19-7,0-2-70,2-19-10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12534 11942 874,'-5'108'-10,"-3"30"7,-1 32 0,2-79 3,2 5 0,-5 56-2,6-24 2,3 24 0,4-19 1,6-13 0,83-168 0,-67-83-6,9-26 4,-2 20 1,-10 53 0,3-4 0,11-40 2,3 10 3,56 74-1,-65 152-10,-20 56-2,-8-60 4,1-17 4,6 79-1,-3-76 2,2 1 0,1-3 2,7 37 2,15-17 2,59-235-9,-69 26-2,9-59 2,-13 63 1,3-7 1,11-45 0,-11 64 0,1-1 2,16-40 2,-3 41 1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13431 12576 874,'109'-3'-3,"-13"9"2,6 3-1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13431 12940 874,'113'-34'-7,"42"-35"0,-65-50 2,-27 31-11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14057 12676 874,'96'-15'-5,"54"-1"2,-51 8-2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14628 13019 874,'4'-117'-7,"16"-60"-1,-5 77 3,6-43-1,-2 55 8,13-55-3,14-14 3,-6 49 3,64 72 1,-27 157-10,-29 59 0,-26-83 3,12 65-2,-14-65 3,3 1 0,9 41 2,-5-29 0,-37 0 3,-116-96-2,-49-51-3,70 15 0,18 5-1,-14-6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15623 11899 874,'-105'7'-3,"1"-7"0,0-10 3,41 134-4,77 25-4,-5-36 0,-3 9 0,-4 1 6,1-35 1,0-3 4,6 43 4,34-33-1,63-48 6,-13-43-9,5-8-3,-10 0-55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15308 12428 874,'96'-43'-6,"47"-11"4,-44 21 3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15759 12621 874,'19'154'-15,"-7"-52"9,4 10 0,2 8 3,1 2 2,0-1 0,-4-21 2,7 34 3,-45-265-16,10 46 6,-8-82-5,4 13 3,8 51 8,2-5 4,7 0 2,6 12 0,17-53 8,25 38-1,66 98-2,-68 133-14,-43-36 0,-25 48 3,-98-90 1,52-163-10,23 31-10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17614 11626 874,'-89'-11'-9,"-48"5"5,49 3 2,-10 0 0,3-2 0,-79-4-2,52 1 0,-72-6-3,57 5 3,-20 4-2,13 2 0,23 3 1,-32 3 0,-25 3 0,-17 2 0,56-1 1,-20-2 0,-25-1 0,-14-1 1,13-4 2,42-1 0,-29 0 1,-16-2 1,-8 1 0,50 2 1,1-2 0,-13-5 2,-4-5 1,14-5 1,43 6 0,-11-2 1,1 2 0,2 9-1,26 3 0,-67 31 3,16 49-3,49 0-3,6 69-4,26 7-1,29-49-1,1 25-4,1 19 0,9-49 1,-1 24-1,5 17 3,8 2 2,5-22 2,2-24 1,9 6 3,9 2 0,9-2 2,20 40 4,42 1-2,3-45-4,38-20-2,-48-49-3,51 13 0,-46-23 1,15-1-1,13-1-1,12-1 0,-45-7-1,23 1 0,18 3 0,14 1 0,-16 1 0,-15-4 0,24 6 0,18 3-1,15 1 0,-54-8 1,24 3 1,20-2 0,13-1 0,-14-4 0,-30-3 1,24 3 0,19 2 1,8 3 0,-47-4 0,10-1 0,18 3 0,10 4 1,-13-2 0,-39-4 1,18 5 0,9-1 1,1 4 1,-38-6 0,-5 1 1,6-3 0,-1-7 0,-10-8-1,43-11 4,-5-47-4,-46-12-2,-16-63-2,-45 39-1,4-64-4,-22 39 0,-5-24-2,-3 13 0,0 9 0,-7-33-1,-4-24 0,1-18 0,3 67 2,-1-30 1,0-19-16,-3-6-7,4 32-7,1 29-8,3-6-6,1 14-6,1 23-32,-1 8-48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3478 12564 874,'160'0'-16,"-57"-2"7,15-1 0,69-3-3,-47 3 8,-39 2 1,30 1-3,32 2-1,25 4 0,20 2 0,14 3 0,-75-3 3,36 0 0,25 2 2,14-6-1,8-2 1,-16-2 2,-59 0 1,25 0 2,16 2 1,8-1 1,-43 1-2,-9-1 0,16 3 0,5 3 1,-7 1 1,-56-1-1,16 2 2,2 5 1,-4 0 0,-4-1-1,-18 0-1,57 6 6,-64 15-2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1610 472 874,'0'99'-8,"-5"46"-16,-7 23 8,-14 38 6,0-51 0,-7 16 2,-10 11 2,-6-1 3,-2-23 5,13-44 1,-10-3 5,0-25 2,-28 6 8,184-172 11,55 77-26,-24-16-4,-5-71-1,-39-37-2,-13-26 2,-22 55 5,-136 195-17,3 11 5,-4 28 8,35-27 8,153-256-5,-41-17-8,-7 31-1,-5 217 16,-63 16-11,6 39-12,41-48-38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 1512 874,'89'-62'-7,"-10"-27"-3,-6-20 2,-2-25 0,7-48 2,-22 28 4,-24 45 7,-157 237-5,74 7-8,2 26-2,8 26-3,11-47 4,8 16 3,2 30-2,-2 17 3,3-3 2,1-35 2,4-41 13,2-10-1,21-14 12,61-242-21,-31 13-10,-6 12 1,-10 18 15,-8-8-2,-19 6 0,-71-28 1,-23 126 3,220 44 2,14-86-17,5 13 9,-88 160-3,-95 0 1,161-112-7,-28-123 4,-34-1 3,-145 15-3,-15 89 3,192-115-8,4 90 8,-3 17-1,49 77 1,-76 58-4,-59 40-5,-22-34 12,-18-230-13,52 3-1,30-51-21,81-4-34,5 57-19,-41 36-73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3687 1121 874,'-130'124'-12,"55"-9"8,39 12 6,59 15-2,49-51 0,41-62-1,45-91-6,-34-28-4,7-76 5,-48 30 11,-56 49 1,-149 115-1,26 58-9,12 59 1,55-35 4,85-22 1,50-61 0,68-70-8,-82 18-7,-5-14-12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4625 1076 874,'24'121'-10,"-13"19"5,-10-25 2,-2-9 3,-1-5 1,77-252-5,-19 4-8,-2 62 18,34 188-12,-64 40-4,-10-50 23,79-226-24,-29-15 14,-4 42 9,46 94-8,-59 122-2,-22 11 2,30-26-2,61-109-2,-28-36-185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5756 1121 874,'-85'56'-6,"-3"30"0,26 13 2,16 15 3,33-30 2,117-153-3,-18-59-8,-38 35 4,21-47 0,-41 256 18,-13-15-4,77-114-3,-4-29-7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6187 970 874,'-71'116'-14,"-3"22"5,26-15 15,147-127-7,-29-105 4,-5-14-1,21 82 0,-64 126-4,-22 79-9,-8-52 7,0-21 1,-2 7-1,-6 25-1,-8 7 2,-8-3 1,4-23 3,-42 16 8,-44-148-1,69-70-13,-10-13-17,34 25-23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6338 1066 874,'61'117'-12,"-23"48"6,-33-77 6,-9 39-1,-67-231-13,86-44 0,28 13 5,20 33 17,35 59 0,-8 77 2,-24 87-4,-52-35-6,-2 53 2,-3-43 3,123-136-6,-18-68-12,33-63 3,-24 21 10,-66 38 7,-178 141 1,0 110-10,81-37 5,80 2 0,42-50-2,63-109-2,-47 6-12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7380 578 874,'-143'84'-22,"43"-32"12,-11-2 2,25-14-3,-40-1-18,38-11-36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7506 502 874,'-15'99'-13,"-2"-11"2,-6 18 2,-5 9-4,5-22-2,-17 64-34,10-16-28,15-19-20,7-38-91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7293 1154 874,'120'-103'-15,"23"30"5,-16 54 14,-24 66-1,-40 76-4,-95 2-2,-18-42-7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7665 758 874,'0'118'-9,"-1"-29"4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7784 1361 874,'103'-66'-11,"53"-67"-5,-37 24 4,-23 13 15,-34 7 2,-181 49 5,18 109-8,-4 83-7,45-7-1,44-43 4,9 11 0,7-19 2,1-8 0,5 21-3,-5 13-1,-6-24-2,-33 46-16,-2-44-35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8231 865 874,'-6'91'-10,"-3"-5"0,-7 12 2,-8 47 9,121-124 5,-45-118-11,-2-26 0,15-13 3,-40 264 4,-29 4-5,23 13 12,94-95-4,33-153-18,8-52-1,-36 23 23,-215 178-1,8 74-12,52-35 6,35 34 1,121-152-7,-32-24-26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9439 1296 874,'21'-103'-3,"-145"75"-5,32 128 2,44-2 3,83-1 4,96-127-5,-27-42-5,-8-105 3,-60 80 4,-7 7-2,7-25 0,5-3 7,1 20 2,10 6 4,-74 200 0,-24 29-16,14-33 2,1 19-1,4 6 4,6-21 1,25 32 7,88-121-3,42-91-10,-42 1 2,43-45-4,-219 130 20,-3 90-7,21-6 4,158-44-3,-9-51-18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10486 367 874,'-28'89'-12,"-1"-4"1,-6 17 1,-17 54-2,8-17 7,10-13 10,6 20 2,20-11 5,34-38-2,85-40-4,19-122-10,-23-25-3,-7-7 11,-60 206 0,-16-24-1,22-195-4,-94 2 1,103 9-3,77 82-3,-20 67 7,-46 70-2,-62 29-4,-28-15 8,39-41 3,69-78-6,45-82-6,-42-10-3,2-13 2,41-57 4,-61 37 9,-160 84 4,7 109-3,17 22-4,50 6-2,110-27 0,0-108-1,19-103 1,-27 18 0,10 195 0,-2-30-4,-1-178-3,0 112 8,-51 97-3,78-36 7,-55-138-10,-32-5-4,-7-20 0,-9-2 3,-7 27 0,-4-20 1,-1-11 3,0 1 3,0-6 4,14 220 14,-24 17-28,-2 15 1,0-4 2,3-37 0,1 6 5,5-2 3,17 20 4,71-189-3,11-41-12,9 22 9,11 62 3,-60 119 0,-105 28 1,-35-7 1,-2 0-1,212-79-4,-33-17 1,-8 57-1,-58 43-4,-105 29-3,-69-65-1,47-79-1,-9 13-15,19-41-46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11657 787 874,'116'-23'-21,"-8"5"6,20-2 3,-3 2 3,-37 6-16,16 2-4,-17 1-17,11 0-47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12708 819 874,'-17'139'5,"5"-46"-3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12732 1166 874,'0'107'-7,"-7"-19"-852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4670 3111 874,'124'-143'-14,"-48"26"2,-8-14 5,-27 35 5,-9 7 5,7-51-1,-125 267-16,58 22-2,2 32-3,7-46 8,4 15 0,3 24 4,4 7 6,-1-17 3,2-44 2,-7 12 5,-1-7 2,2-24 3,6-11 11,37-234-20,-20 52-7,-2 8 0,-5-69 7,-30 39 0,-69 45 6,171 154-3,18-93-15,14-25-1,-19 1 2,34-65-8,-39 23-14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4655 2284 874,'120'-4'-10,"37"4"4,-38 2 2,-13 0-6,-13-2-22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5013 2148 874,'99'49'-6,"-11"11"1,-4 51 3,-99 35 0,-21-50 1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5370 2894 874,'114'2'-10,"17"-13"5,-41 3-3,-3 4-288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5415 3168 874,'172'-20'-35,"-67"7"-41,-20 7-680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6455 2631 874,'-114'13'-7,"-16"33"1,29 23 3,20 19 2,43 49 2,132-42-2,36-89-4,4-84-2,-20-57 4,-44 23 4,-85 283 3,3-58-7,4-25-1,2 11-1,1 23 3,-2 15-3,3-1 3,0-38 0,2 7-3,-4-13-2,2-8 0,-4 4-178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6741 2992 874,'24'-127'-10,"37"-30"4,-5 46 3,49 19 6,-38 234-4,-72 22-5,-10-65 2,-9 57 6,36-35 0,83-86 0,22-143-4,-35-9-2,-11-53 4,-38 29 3,-53-30 1,-66 94 1,-9 121 0,132 88-6,125-77-6,-28-59-1,-35-6-13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6861 2277 874,'148'-2'-18,"-47"-1"9,18-1 1,1 1 3,58-1-18,-28 0-29,-25-6-20,-38 1-72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7351 2164 874,'136'-4'-10,"-11"11"8,10 42 4,-84 40-3,-84 28-3,-62-24-4,10-45-608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8048 2555 874,'-83'114'-12,"-24"14"3,28-42 4,-29 29-15,23-39-586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7918 2600 874,'24'133'-11,"-12"-18"9,29 18 4,-10-46 2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8450 2359 874,'2'123'-10,"-30"46"1,-7-29 2,0-24-6,0 19-14,11-51-22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8314 2504 874,'84'-113'-16,"65"7"7,-23 56 6,-22 41 5,-7 65-1,-112 72 1,-112 7-9,-6-42 5,25-30 7,193-57-6,75 4-1,-30 27 10,-64 50-6,-104 46-2,-99-7-3,4-58 0,38-49 2,-6-18 0,3-23-4,13 8-2,-3-17-1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8335 2021 874,'164'-21'-19,"-64"13"12,13 6 2,9 2 0,-30 0-2,3-3-2,-11 1-10,0-1-8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8678 1846 874,'118'23'-11,"27"24"6,-45 5 5,-53 48 2,-113 29-3,12-40 3,-31-37-624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11139 1671 874,'-139'-7'-15,"35"3"4,-28-1 0,-13-2 0,46 3 3,-39 0 2,46 2 2,-48 0-4,-42 6 0,-35 3-2,8 2-2,33-1-1,-57 8-6,-43 6-4,-27 5-1,82-9 4,-19 5 0,-32 1 8,-14 3 10,-10 1 4,-2 3 5,104-11 0,-38 8 6,-24 7 0,-5 5-1,45-8 3,33-4 0,-11 0 1,6-8-2,17-6 3,56-5-2,7-2 1,10-2-3,-41 5 13,33 27-8,16 83-9,66 48-14,14-2-3,0-40 2,-3 25-2,1-33 2,-4 10-2,-8 29 0,-8 14 2,1 6 1,3-3 5,10-61 0,3 12 3,8-1 3,10-5 1,6-22 0,29 54 6,68-29-3,8-57-5,-25-46-6,24-14-3,3-7-1,-21-2-1,33-7-1,30-4 0,24 0-1,15 2 0,-33 4 1,-14 1 0,30 1 2,23-1 1,18-4 1,-77 4 0,40-4 1,31-3-2,23-2-2,-27 2-1,-31 4 0,36-1 1,21 0 2,11 3 1,-77 4 4,19 1 1,18 1 2,7 3 2,-30 3 2,-40-1 0,17 2 1,-5 4 2,-16 0 2,-41-2-2,-16-6 1,16-26 6,-15-10-178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9535 1755 874,'0'129'-13,"-2"-33"8,-4 28-6,-10 27 2,1-27 1,-5 1 0,-4 9 0,3-16-2,-14 42-5,-10 30 0,-10 22 4,8-35 2,-2-4 1,-16 43 1,-14 27-3,29-86-17,19-55 5,-5 4 0,4-22-219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9099 3838 874,'-92'9'-21,"1"-3"23,-23-2-1,-30 0-1,6-18-1,42 5 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3538 4850 874,'-48'91'-6,"5"3"-1,-10 54 4,14-17 2,17-38 0,-16 67-3,18-57 3,-4 14-1,-5 7 0,-6 1-3,13-41-1,-9 6-3,-7-2-2,-60 50-35,5-96-19,8-38-357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2942 5498 874,'11'-133'-11,"49"-41"-2,-9 84 9,33-35 2,0 34 3,36 10 1,19 39 3,-36 39 0,-11 57-3,-61 70-2,-58-39-3,-49 50-6,-9-52 1,-25-4 0,23-11-11,-25 2-8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4127 4910 874,'-83'84'-11,"-53"63"-4,62-59 7,-45 65-2,20-3 2,41-28 4,2 22 1,11-15 0,9-16 1,8 25 2,13 3 0,22-12 4,22-24 2,43 7 6,13-58 12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3970 6301 874,'51'-86'-10,"35"-63"-1,-35 53 7,4-14 0,1-6 0,0 1 4,-15 30 0,27-58 1,-29 54 6,-79 182-8,7 14-4,-1 23-2,12-38 1,-6 35-2,-4 22 0,-3 10 2,-1-1 3,5-20 4,9-38 2,1 3 3,11-5 3,34 22 6,75-127 1,-31-82-13,-26-31-3,-34-45-2,-25 78 1,-26-33 0,-70 21 2,-1 61 1,21 60 1,177 80-7,8-98-2,12-20 0,-20-7 2,71-78-4,-60 33-8,-32-17-264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4089 5235 874,'116'-11'-7,"31"-3"-1,-43 6-1,-19 4-182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4283 5091 874,'105'38'-9,"15"34"4,-89 13 7,-20 11 3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4688 5091 874,'122'101'-11,"-22"58"2,-33-10 1,-26 4 0,-37-38 3,-15 4 0,-1-29 1,-18 23-1,-16 9-4,-15-1-5,-10-8-9,9-22-8,-34 10-41,13-26-593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5147 5665 874,'102'7'-10,"-15"-4"0,10 1-2,-1-1-9,-8 5-268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5177 5918 874,'157'1'-17,"-54"-19"7,-8 5-11,-9-2-95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5906 5960 874,'108'-124'-15,"-42"23"12,1-23-1,-31 37 2,-1-11-1,11-50 3,-20 5 6,-114 303-19,53-20 4,11-45 0,-3 30 0,3 23 1,3 13 3,5-18 5,3-25-1,1 21 1,2 6 5,4-5 2,3-13 1,2-31 0,18 3 7,33-186-11,-18-34-9,-18 35 1,-5-11 2,-8 1 2,-17-33 3,-54 23 3,-70 48 6,200 166-15,124-72-12,-73-47-1,-20 8-13,18-15-23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5921 5003 874,'139'20'-16,"-41"-11"9,-13-2 2,63-31-13,-45 5-13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6235 4850 874,'116'55'-11,"-14"14"8,-58 23 3,-50 32-1,-27-12-2,-23-13-2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6533 5649 874,'0'89'0,"-2"-2"-21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6785 5609 874,'103'-113'-10,"19"75"10,-30 90-1,-75 38-3,-25 42-2,-4-3 6,19-26 3,66-5 1,38-138-1,-48-93-7,-31 10 0,-24-30 5,-22 58 1,130 198 0,-19-122-2,-11-6-58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6875 5181 874,'130'11'-13,"-35"-6"4,15 2 1,-15-2 2,73-12-18,-63 4-16,-17-7-367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7307 5060 874,'102'52'-5,"-2"62"2,-67 13-1,-61-29 2,-7-11-59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7814 5649 874,'130'-6'-11,"33"20"2,-68-5-3,-8 10-418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7814 5905 874,'168'-20'-19,"-45"5"6,-11 0-14,-24 5-17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8642 5468 874,'-102'37'-5,"16"70"3,56 31 0,55-14 2,82 2-1,54-78 1,-78-63 0,48-81 1,-67-58-2,-56 34 1,-45 20 0,-61 28 0,-35 54-1,40 13-2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6861 3132 874,'135'103'-8,"-27"-46"2,5-11-2,3-12 4,65 0 1,-71-23 4,8-4-1,58-4 0,-66-7 1,7-6-1,-9 0 1,-21 1-1,17-5 0,6-4 0,5-6 0,-3-5 1,-23 4 0,62-30 1,-10-12 1,-25-6 2,-4-15-2,-26 20-21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8097 3219 874,'59'111'-8,"19"8"2,1-13-1,12 2 2,62 43 3,-65-68 1,52 44 0,37 6 2,-78-71 1,56 22 0,-57-45-4,7-7-1,3-8-3,0-10-2,-2-16-1,-3-18-7,-12 8-14,-3-15-19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10168 3838 874,'18'107'-10,"-3"27"7,-5-17 0,-6-18-5,2 25-9,2 10-3,-1-44-21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9720 4531 874,'106'-13'-9,"33"-4"4,-2 3 3,-23 8 1,29 8-1,15-1 4,-47-2 1,-12-6-1,-9 6-292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10615 4394 874,'41'-147'-13,"14"15"10,34 125 3,-66 102-6,-7 21 0,1 1 2,23 6 8,52-42 6,-12-241-8,-59 70-2,-5-5-1,-1-42 1,-19 34 2,156 183-2,-59-62-10,-5-36-424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10615 3847 874,'117'0'-11,"-32"0"6,19-3-2,11 0 1,2-2-3,-22 0-1,26-9-20,-33 7-41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11092 3703 874,'84'17'-9,"45"15"1,-37 13 11,-72 48-2,-94-2-4,-10-18-184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10414 6689 874,'-107'-12'-32,"-32"-1"17,-25-1 1,-26 0 1,-28 0-4,-12 0-2,71 5 3,-63 0-2,78 4 4,-79-1-11,-48-1 2,-30 2 3,34 0 6,46 1 2,-37 0 9,-26 3 7,-22 4 5,97-2 0,-39 3-1,-36 2-5,-18 4-3,32-1-31,58-2-9,-29 3-7,-14-1-8,-2 0-8,6-1-3,54-2-1,29-1 3,-6 0 9,6-1 6,12-1 16,18-2 7,45 0 7,9-1 6,-40 0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1419 7702 874,'-13'160'-17,"8"-65"11,2 11 1,3 10-2,1 1-2,3 53-16,-1-24-35,-21-9-27,-2-43-101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1446 7787 874,'98'-15'-5,"-5"27"4,-59 117-2,-136-9-4,6-46-11,6-68-50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2442 7716 874,'-137'-1'-12,"-7"34"9,28 44 2,50 9 1,24 10-2,31 72 1,18-20 0,3-61-1,0 6-3,2 54-9,-15-29-6,-1-32-25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 8293 874,'146'-11'-16,"-55"11"11,14 5-4,-12-2-5,-6 1-3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1720 8305 874,'41'85'-25,"-3"3"-297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2397 8411 874,'-17'113'-6,"5"-25"-290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3064 8563 874,'-127'-15'-6,"-10"32"2,41 39 4,71 30-1,116-5-1,1-83 0,8-78-1,-28-69-4,-34-36-2,-29 65 4,-6 2 3,-3-40 0,-11 39 8,16 282-1,-10-52-11,-1-23 0,-4 19-10,0 11-7,1-20-10,16 49-54,0-60-47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3403 8124 874,'0'97'-8,"0"-28"3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3418 8456 874,'22'100'-1,"-4"-15"3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3803 8883 874,'-87'-7'-11,"2"2"2,-25-5 1,-18 1 0,-16 3 2,0-2 0,42 2 2,-24 0 1,38 0-2,-29 1 2,-19-1 3,-9-1 2,20 2 1,15 1 0,-19-2-1,-12 0 0,-2-1-4,40 0-3,6 0-4,10 0-6,2-5-25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4133 8275 874,'55'112'-10,"-22"25"6,-20 13 3,-7-49 0,-10-14 4,-27-198-3,52-18-5,47-16 1,3 47 5,20 41 2,21 91 2,-62 61-3,-31 71-2,-26-81 0,-27 2 1,3-173-4,44-29-3,46-5 5,48 40 0,-9 87 3,-28 118 0,-56-27-1,6-11 1,-18 6-4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5605 8618 874,'-104'-110'-8,"-8"81"4,-10 46 2,8 56 1,61 73 1,94-45 0,69-29 0,-13-54 1,8-84-2,-41-83-3,-36 0-1,-21 44 1,-3-11 1,-2 26 2,-2 0 0,-2-12 1,-3-3 1,1 17 1,-8-47 4,35 262-8,-12-11-4,-3-2 0,-3-24 1,2 18 0,0 8 4,-3 0 3,0-31 1,2 66 4,4-66 5,14 1-99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5698 8154 874,'11'108'-9,"10"36"5,4-30 2,7-18 1,42 16 2,38-83 0,-16-105-4,-49-29 1,-57-36 1,-31 20 1,-7 34 4,185 42-1,-47 59-4,22 5-2,-24 2-431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5683 7913 874,'128'13'-11,"-44"-5"5,14-3 0,58-5-6,-52-2-13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5996 7746 874,'84'28'-9,"57"32"0,-40-2 8,-49 58 5,-108-33-4,-32-4-620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5117 8838 874,'141'-5'-19,"-25"-2"6,-20 2 3,5 3 2,5 1 2,-14-1 2,27 2-12,17 0-11,0 3-8,-37-1-6,-6 0-5,-6-6-6,5 0-79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5759 9343 874,'-108'18'-11,"-38"20"8,-2 30 2,55-8 1,8 57 0,74-24 0,48 6 2,101 2-1,-21-105-3,2-103-4,-60 14 0,-5-16-1,-13 16 3,19-77 0,-41 82 6,-2-41 3,-23-4 3,-14 277-1,28 12-15,0-51 3,2 8 3,4 3 1,-3-22 2,14 71 3,35-64 4,29-58-47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5906 9151 874,'0'137'-21,"0"-38"13,3 10 4,1 46 2,3-23 4,11 20-1,0-63 8,10-2-99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5803 9560 874,'112'28'-7,"-1"-13"1,2-24 3,-7-38-2,-18 7-27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6458 8849 874,'125'0'-5,"-37"-4"2,20 1-1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6518 9039 874,'117'0'-10,"-23"-16"0,-7 4-8,1-2-173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7505 8650 874,'-93'-62'-5,"-69"66"1,31 82 3,86 7-1,90 26-1,39-49 3,63-89 0,-27-83-2,-62-7 3,-57 277-8,-6-65 1,2 6-1,2 56-13,2-73 0,-1 0-7,3 38-50,-3-39-93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7680 8798 874,'33'-134'-8,"18"-2"8,36 100-2,-61 144-3,-12 41 2,0-59 2,18 41-1,38-17 5,18-88-1,10-158-4,-66-11 0,-37-10 1,-32 31 4,37 240 4,136-28-8,-20-81-2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8399 8271 874,'-135'-11'-14,"45"9"8,-12-1 0,-1 2-2,17-1-1,-36-11-16,26-1-46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8037 8079 874,'163'32'-20,"-68"-3"14,-2 12-4,32 67-11,-132 10-11,3-34-47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8714 8652 874,'-53'118'-7,"-3"12"0,1-6-4,6-36-2,-5-3-191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8633 8622 874,'13'109'-10,"26"43"-5,-2-40-2,9-7-1,-7-17-47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9008 8577 874,'-2'118'-10,"-6"29"6,6 6 2,19-53 6,5-12-1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8921 8600 874,'103'-96'-12,"35"39"8,-20 42 4,-23 81 2,-74 27-4,-87 5 0,-69-15 0,22-32 1,244 24 1,12-32 4,-29 19-1,-39 44-3,-83 12 0,-42-28-1,-63-29-1,-9-39 0,-13-48 1,6-54 0,42 22 0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9497 8139 874,'-151'13'-13,"62"-8"8,-8 4 2,-3 0-4,12-2 0,-17-8-11,20-9-35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9214 7988 874,'119'17'-11,"-2"30"9,-26 41 5,-100-3-4,-104 27-2,29-40-3,1-38-428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11788 9876 874,'-142'-3'-8,"38"-1"-3,19 0 5,-2 4-1,-25 3-1,28-2 2,-49 3-3,-39 2 0,36-4-2,-24 3-2,-39 0 1,-29 4 1,-4 0 0,58-4 1,-57 0-3,-46-1-6,-37-1-3,64 0 0,-4 0-1,-52 5 1,-32 4 3,-21 5-35,-16 4-6,118-8-3,-38 2-2,-32 3 1,-18 3 5,40 0 6,63-5 6,-28 10 7,-4 5 3,18 2 17,76-8 6,14-1 4,10-1 6,17-5 2,32-6 2,-30-5 0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6575 10735 874,'-98'12'-10,"-50"-4"7,31-7 1,28 2-1,-16 2 0,-1 4 1,-84 14-4,64-5 2,-13 2 0,-6-3 1,27-5 1,17-3 2,-6-1 1,2-3 2,3 1 1,16-5 0,-60-4 5,-11-7-1,44-56-7,32-45-9,28 15 7,4-25 3,9-15-2,9-49 1,15 58-7,0-17 1,-2-12-1,-1 10 0,5 39 1,-8-16 1,-3-8 3,-4-14 1,1-12-1,5 24 1,6 16 0,4-23-1,8-10 0,3 5 2,2 13 4,0 37 0,-9-64 6,-3 11-1,20 60-1,108 18-3,36 51-7,-45 11 0,7 1-3,-9-1 1,57-4-2,-36 0 3,-16 2 3,46 2 1,-63 4-2,5 1 1,61 1 0,-52 2-2,8-3-1,-18 2 1,-7 0-1,17-2 0,10 2 2,7-1-1,62 0-1,-65 0 1,12 0 0,11 0-1,-6 2-1,-35-1 1,21 1 0,11 0 0,6 0 1,-31 0 1,-2 0 1,20 0-1,11 0 0,5 0 0,-45 0 0,27 0-1,16 0 0,11 0 0,7 0-1,-22 0 1,-25 0 1,17 0 0,12-1-1,9-3 1,-39 0 1,8 2-1,18 2 0,9 2 1,-7 2-1,-41-2 1,16 4 1,7-4 1,8 1 1,8 0-2,-22-1 0,-11 0-1,14 0-2,6 2 1,-24 0 3,66 4 5,-79 0-5,-2 6-1,64 47 2,-57 26-1,-39 35-3,-31 29-4,-13-8 2,-10-48 0,0 10 1,-2 9 0,2-26-1,0 4 1,0 19-1,0 17-1,-1-3 1,0-30-1,-3 22 0,0 15 1,1 5 0,0-31 0,1 0 2,2 12 1,-1 6 1,1 0 0,-2-3 1,2 49 4,0-80-3,0 53 2,-93-102-4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2965 10434 874,'26'137'-13,"-4"44"5,-8-66 3,3 12 1,4 8 0,-7-46 2,2 20-2,2 6 3,-3-22 2,-2 56 7,-97-105-2,-40-123-6,-29-18 5,64 67-3,113 181-8,68-34 1,40-29 5,21-77 3,-39-62-1,-32-90-2,-68 56-2,12-28-9,-34 25-595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3314 11051 874,'20'142'-12,"19"20"6,-11-69 3,3-3 3,13 28 0,19-19 1,37-69 2,-42-140-3,-31-40-2,-24 18 3,-2-12 2,80 53-2,80 92-5,-49 10-11,-25 42-818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3959 10774 874,'-135'-24'-8,"41"15"2,2 5 0,-59 8-4,37 16-7,27-1-19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3583 10539 874,'123'51'-8,"16"15"0,-29 2 6,-42 47 7,-180-30-6,26-17-3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4443 11580 874,'-84'60'-9,"-15"-23"-2,-21-9 0,-12-12 5,35-10 2,-17 3 3,-4 1-1,-64 6 3,73-6 2,-4 2 0,21-1 1,-79 10 2,39 2 1,40 6 4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3375 11957 874,'34'160'-18,"-17"-67"11,3 10 2,-4-6 1,6 62 3,-5-21 3,-5-8 3,-54-47 7,-70-190-9,9 33-1,2 50-1,2 143-3,148 47-8,42-46-1,58-84 13,-62-77-3,38-67-7,-71 8 2,-10-25-1,-11-10 5,-11 42 0,-5-20 1,-7-7 2,-9 1 2,-2 25 1,-9 2 7,4 186-9,9 60-9,3 23-5,2 12-2,2-61 12,3 5 2,-2-21 6,0-28 2,-9 27 8,-70-211 7,45-48-20,38 15-4,81 15-1,16 56 1,-26 38-1,5-4-4,45-36-6,-46 22-17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4238 11564 874,'117'27'-11,"21"-10"7,-23-34-2,-27 14-108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4283 11883 874,'117'18'-10,"54"-22"0,-71-2-5,-16-4-275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5421 11223 874,'-84'-87'-7,"-29"38"6,1 59-1,-3 86 0,91 50-1,46-27 0,96-16 5,1-135-3,-12-102-1,-89 4 3,-22 25 0,-42 275-7,39-15-5,13-48 1,2 10-4,1-19-8,9 63-45,-6-67-35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4968 11912 874,'116'38'-11,"62"-6"0,-74-21 7,-17-1-4,23-5-8,-23 3-39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5211 12229 874,'-11'148'-13,"6"16"12,1-23 3,61-234-8,-9-21 8,11 21 1,43 74-1,-46 168-2,-64-35 1,40-245-9,25 15 6,57 26 7,-43 203-5,-45 20-5,-5 4-2,-6-48-13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5817 11640 874,'37'117'-10,"-15"-30"3,14 48 0,1-12 5,23 4 2,44-40 6,-19-215-4,-76 40-6,-9-43-2,-22 5 11,3 23 1,155 179-3,-9-56-1,-33-72-6,-44-35-616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5877 11323 874,'146'39'-17,"-54"-28"10,2-5-3,-4-10-1,4 4-14,-6-10-162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6115 11157 874,'94'75'-11,"32"29"6,-17 22 6,-69-27 1,-56-15-2,-72-4 2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6653 11776 874,'-49'125'-11,"-7"23"6,13-31 5,6-17 4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11822 874,'46'109'-12,"10"13"3,-7-12 1,-2-9-18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6996 11850 874,'15'134'-11,"6"36"2,-1-32 4,-7-30 8,-67-239-4,47-41-11,15 58 6,5-1 4,13-45 4,30 16 5,57 77 1,-17 76-1,-23 86-4,-65 5-3,-73-5-2,-44-9 5,69 28 0,133-7-4,0-21 1,6 46-1,-56-27-1,-89-2 1,-46-48 0,-41-54-2,-4-86-7,50 19-9,59-18-579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7523 11247 874,'-107'-7'-11,"-66"2"3,76 8 3,6-1-3,-7-1-7,12-4-100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7203 11036 874,'115'57'-13,"27"60"5,-57-10 9,-103 2 1,-84-52-4,16-23-2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7897 10865 874,'112'188'-44,"-45"-48"29,-5 26 4,-8 28 2,-18 22-2,-19 0-2,-6-61 1,-18 39 3,3-53-5,-23 58 1,-26 38-2,-26 27-2,-25 13-1,-26-6-30,46-97 6,52-89-4,-15 14-1,-22 12-52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3094 12342 874,'-84'-159'-94,"-28"-67"-3,61 124 0,-18-38-60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2769 10041 874,'-73'133'-22,"17"-18"6,-10 33 1,-2 32-3,2 28-1,14-32 3,11-12 3,9 1 1,7-13 0,5 44 0,13 31 5,17 17 2,0-66 3,11 12 3,14 22-25,11 9-8,5-22-8,-14-58-9,8-4-6,-4-43-5,-4-2-74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 12014 874,'4'-134'-7,"8"43"2,11-6 2,23-40 1,-1 44 3,57 75-1,-47 182-7,-45-61 4,-1-17-1,11 93-1,-1-84 6,15 42 4,50-265 1,-98-51-16,-2 74 8,0 16 1,-12-43 5,147 129 4,15 55-11,-41-12-16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 11154 874,'103'27'-6,"36"-5"-1,-22-19 4,-13-46 7,-119-71-3,103 171-3,-19 76-10,-41 0-10,-43-23-13,-2-25-176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 11942 874,'33'107'-8,"-4"-23"-3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9467 11598 874,'-114'6'-10,"-12"45"6,22 44 3,48-10 0,30 11 0,51 28 1,24-35 1,56-62 1,-11-66-2,-6-121-9,-55 51 2,7-76-4,-26 58 6,-5-6 2,-5 25 2,-1 13 1,-7-2 3,-8-39 5,12 293 1,7-35-16,-3-28 2,-2 11-2,2 22-9,2 0-8,-1-14-8,-1-25-12,0 1-39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9080 12032 874,'125'22'-11,"-35"-10"4,15 1-1,-4-2 2,42 7 1,-18-27 11,-39-59 6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9438 12292 874,'-7'149'-21,"3"-41"16,2 14-2,-1 4 2,4-2 4,2-10 7,-3-26-3,-100-80 8,15-95-7,-31 38-3,68 161-2,101-10-3,59-31 6,47-130-4,-37-79-9,-77 48 4,-6-16 1,-10-6 7,-7 18 0,-4-32 4,-9 298-4,-1-48-6,4 16-3,-1 2 5,-2-23 2,-5-28 4,-18 21 6,-5-242-4,38 13-1,65-38-13,38 11-16,-39 51-23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9989 11737 874,'93'-87'-6,"-7"132"4,-26 83-4,-43 6-1,-6-47 6,5 5 2,8-4 1,34 14 1,22-224-3,-70 32-4,-9-9 1,-2 15 1,-7-36 4,132 78-1,8 80-2,-40-7-8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10019 11398 874,'133'30'-15,"-30"-2"3,-15-4-2,69-4-25,-49-7-33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10406 11323 874,'101'76'-10,"-42"35"11,-40 3 0,-24-23 2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10540 11263 874,'117'4'-7,"10"49"5,-59 35 2,-85 9-1,-31-10 0,-13 39 1,60-32 0,118-23-2,-32-31-1,0-34-290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10927 12180 874,'-91'33'-10,"-65"-2"4,58-17 4,-9 1-1,1 2 1,3 3 3,-39 20 1,39 36 10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10243 12629 874,'47'-92'-4,"71"27"1,-44 164 0,-109-8 0,-40 6 3,9 31 1,66-12-2,92-26-2,90-84-5,-94-10-6,3-25-5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11828 12017 874,'-112'3'-10,"-48"1"3,76 2 1,-34 17-6,31-7-16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11659 12296 874,'-141'-24'-14,"5"23"-1,46 2-9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12021 11942 874,'-109'148'-12,"66"-15"5,43-16 3,43 0 5,62-28 1,28-107 0,-44-53-2,-40-57 0,-66-28 0,-34 49-1,-52 57-1,-2 37-6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12597 11942 874,'141'7'-13,"-52"-3"6,10-1-2,-4-4-1,2 1-12,-13-2-47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12730 12169 874,'142'-2'-17,"-43"-5"5,5-12 1,-11 3-10,-5-2-7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12969 11836 874,'85'61'-6,"29"60"-2,-11 37-3,-55-42-5,-49-28-12,-92 7-60,10-57-465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13416 11924 874,'59'-94'-8,"48"63"8,-11 124-2,-62-9-1,-8 10 0,20 47-3,12-17 7,50-58 2,-5-186-1,-81 28-6,-12-17 0,-13-57-4,-18 75 6,-13 7 3,-26-23 1,78 196 0,74 26-17,10-38-9,-15-16-79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13461 11383 874,'100'29'-14,"-4"-5"0,16-1 4,4-6-4,-11 0-12,-19-6 0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13744 11308 874,'109'44'-11,"23"20"2,-35 9 12,-74 39 1,-38-3 7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14131 11293 874,'113'0'-9,"27"53"5,-54 13 3,-67 57 2,-100 9-1,34 12 1,66-44-1,105-25-5,-39-55 2,27 9-12,-27-22-413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14902 11867 874,'-93'29'-6,"-44"0"0,47-3-3,4 3-20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14837 12160 874,'-97'-22'-10,"-47"3"-5,50 9-4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15140 12090 874,'-96'129'-11,"91"-39"3,23 32 0,30-33 9,64-79 1,-19-86-5,-38-39-5,-8-31-5,-13-16 0,-13 13 9,-9 40 1,-8-6 3,-4 18 3,-7-27 7,-4 239 5,6-17-18,-2 30-2,4 16-2,9 8 3,-4-52 2,12 12 0,11-3 5,12-9 2,37 27 8,23-102 0,9-132-6,-45-22-9,-47-12 2,-44 44 3,-69 146-1,85 44-7,19 71-6,32-59-1,-13-15-13,22 10-18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15678 11730 874,'-120'2'-12,"-58"8"1,94-6-1,-1 0-7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16142 12002 874,'119'2'-11,"-34"2"5,16-2 0,8-1-3,-3-4-1,10 1-16,-28-1-43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16291 12203 874,'153'-23'-20,"-42"11"8,11 2 3,-1-4-6,-20 4-10,6-1-14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16709 11867 874,'95'77'-7,"31"48"0,-48 7 10,-66-36-2,-75 33-4,-14-43-1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17245 11549 874,'8'88'-9,"5"97"-10,-5-64 11,6 16 1,2 11 3,3 2 1,0-26 3,-4-28 5,7 21 3,-4-30 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17427 11625 874,'-5'151'-16,"0"-52"8,2 21 0,3 16 0,5 7 3,7-2-5,0-26-6,4-25-11,-3 11-28,11-15-485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17678 11988 874,'15'120'-11,"17"35"7,-6-72 3,51 71 2,17-78 1,7-238-7,-92 77 1,-4-35-1,-21 23 9,140 49-1,-16 65-1,-8-30-5,-12-2-63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17767 11610 874,'132'33'-12,"-42"-13"8,-2-9-3,23-28-7,-27 3-19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18050 11459 874,'119'119'-11,"-57"-7"12,-79 27-12,-1-43-20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18422 11730 874,'0'169'-20,"3"-49"10,1 18 3,1 10 2,1-1 4,4-10 2,-5-45 1,20 50 4,56-236-838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18616 11791 874,'12'148'-15,"-7"-55"8,0 16 0,1 11 1,-1 4 5,-1-4 1,0-25 3,29 37 2,11-37 22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18765 12266 874,'130'-21'-11,"-1"15"7,-41 5-9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18809 12385 874,'132'0'-13,"-21"-13"-6,-7-26 2,-16 5-68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19354 12377 874,'-118'122'-9,"77"12"6,60-29 1,75-21 1,26-141-1,-37-62-5,-52 23 1,-8-31-2,-8-22-1,-4-12 2,-7 33 2,-3 6 0,-3-6 4,-2 19 3,-10-31 7,-29 257 1,41-17-14,6 42-3,9 27-4,4 14 4,5-5 2,-2-32 3,-2-37 8,7-16 1,26 2 9,58-187 4,-56-41-11,-43 3-5,-69 236-24,80-18 14,23 0-6,-4 10-20,25-12-380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19652 11806 874,'-126'10'-12,"7"20"9,32-7-26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20481 12883 874,'-160'-12'-18,"52"8"9,-26-3-1,-25 2 0,-28 0 0,-18 2 0,-13 2 1,-11 0 0,79-1 1,-33 2 3,52 0 2,-25-1 2,-29 1-17,-15 0-6,-5-1-8,14-3-8,62 1-6,-53-8-68,87 3-13,11-8-242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19569 12313 874,'102'36'-3,"38"-50"1,-60-88 0,-174-1-3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 11002 874,'100'42'-7,"-1"10"2,25 34 2,-26-13 1,-41 32 4,-154-44 0,1 0 0,3 3 0,40-181-7,47-15-1,0 11 2,-4 31 5,-30 2 3,-13-2-174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9617 10145 874,'104'67'-6,"23"-7"3,-42-28 1,24 3-4,59 5-4,-57-33 4,6-19 1,-2-15 4,68-40-2,-71 2 0,5-20 0,6-15 0,-17 5 1,-16 10-1,17-30 0,12-24-2,8-23-2,5-14 0,-34 37 1,-2-2 1,12-23 2,7-18 1,5-13 0,3-14 0,-42 73 0,15-34 1,9-26-4,5-18 2,0-11 1,-8 15 1,-28 55 0,12-26 2,7-23 0,3-13 0,3-15 0,-17 36-2,-12 26 0,10-26 0,4-16 2,1-5 1,-1 0 2,-23 58-1,2 1 1,8-16 0,10-5 0,4-2 0,1 3 1,2 7 2,-28 52-1,8 0-1,9-2 0,11 0 0,1 15-1,75-61 1,-47 76-5,19 3-2,12 5-1,-22 16 1,-12 15-1,21 4-5,16 5-7,9 8-8,-55 13-8,16 6-6,-26 2-17,20 5-71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14548 2228 874,'110'-14'-6,"48"12"0,-3 43 4,-69 33 2,-75 27-2,-96 59-12,7-59 4,1 5-27,-2-21-45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16265 2347 874,'-86'-80'-6,"-38"69"2,15 80 0,22 102-8,55-83 4,8 5 0,4 10 1,12-6 11,24 21 4,107-178-5,-62-38-7,-2-30-3,-19 43 2,-3-40 1,-6-31-5,-6-15 2,-6 25 2,-6 22 0,-1-10 5,-4 12 1,-2 27 10,-48 234 4,25-2-19,4-25-17,2 0-8,8 12-9,14 4-7,12-7-10,10-12-5,26 26-73,-15-48-83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16358 1968 874,'21'107'-11,"-5"-19"4,-4 13 1,0 8 4,0-5 3,3-12 2,46-1 1,28-178-13,-65-4 10,-9-10-2,-8-1 2,-9 6 0,-6-39 0,11 6 4,87 117 3,5 104-6,41-81-3,-44-10-3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16411 1642 874,'135'9'-13,"-43"-9"8,5-3-2,-5-8-2,5 4-10,-10-4-96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16798 1423 874,'111'28'-9,"14"49"9,-68 52-2,-76-22-1,-31-6-5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15681 2820 874,'149'-21'-17,"-45"7"7,20-1 1,15 1 2,9 1 2,4 4-4,-4 8-8,-7 9-11,-49-2 4,9-5-38,-15 20-445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16330 3189 874,'12'147'-13,"-7"-63"9,1 8 0,-2 2 1,-2 46 6,-16-5 1,-88-92-1,-8-125 0,-14 48-3,17 63-2,22 80 0,105 27 3,123-60-6,2-70-4,-53-45 3,-3-28 2,-10-29 0,-19 3 0,-15 1-1,-6-27 1,-10 15 2,-12 20 1,-1-17 14,-22 209-13,6 13-8,4 34-6,4 13 1,2-24 9,0-35 2,0-7-3,-83-233 36,56-8-14,33 53-10,22-4-2,53-50-3,2 59-8,2-8-6,-11 35-17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17200 2600 874,'141'0'-12,"3"13"12,-40 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17245 2857 874,'151'0'-18,"-30"0"2,-10 0-16,-23 1-16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17960 2555 874,'129'0'-11,"25"0"6,-64 0-2,-4 5-426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18882 2083 874,'-94'-85'-5,"-44"142"-1,30 32 0,24 39 5,125-25 4,56-103-3,5-80-1,-5-47-1,-35 34 2,-20 263-1,-52-9-6,2-69 0,-7 4-3,1 9-16,-11-11-259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18259 2911 874,'152'-33'-15,"-57"17"5,7 2 3,5 0-3,1 6-1,-24 3-6,40 9-31,-37 0-78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18469 3131 874,'3'109'-10,"1"46"5,-2-69 3,-12 61 4,-22-242-14,58-38 9,51 1 8,24 130-3,-31 116-4,-54-7 8,-32-233-9,41 1 2,62 30 6,30 104-5,-35 105 1,-64-15-6,-12-17-62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19137 2555 874,'26'109'-10,"-25"40"6,-5-63 2,2 39-5,2-34-8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19041 2535 874,'47'-84'-11,"82"-12"3,27 44 7,-44 53 4,-28 75-2,-129 65-5,-15-57-2,-52 39 2,13-51 8,214-91-3,4 27 6,-16 37-2,-41 76-6,-67-16-1,-101 19-3,-8-48-2,-36-54-8,25-66-3,40 5-19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19123 2123 874,'141'-16'-17,"-40"6"10,4-2-4,-18 2 1,20-9-11,-19 3-45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19435 1907 874,'107'9'-6,"14"10"0,-28 22 9,-53 90-5,-133 6-1,23-45-4,-13-37-609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18149 2042 874,'-71'161'-22,"27"-55"11,-5 20 2,-2 19 2,6 18 0,10 13 3,11 8 0,8-49-2,11 9 1,18 10 4,5-34 3,10-11 1,25 3 2,28-14 0,28-37-3,-23-2 5,25-19-12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19826 1665 874,'76'108'-14,"23"79"-2,-50-63 9,-9 20 0,-12 14 2,-15 13 1,-17 10-3,-2-42 2,-15-3 1,-7-19 1,-4-9 2,-17 17-6,-13 7-9,-7-1-7,22-46-8,-4 6-8,-30 41-48,29-48-87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20487 2510 874,'-54'108'-11,"-25"29"7,-9 12-6,25-26-2,14-35-65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20299 2540 874,'52'119'-7,"-5"10"1,-4-17 0,-2-13-4,19 3-34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20821 2504 874,'0'87'-5,"6"80"2,14-76 1,28 32 1,72-84 0,1-63-1,-36-55 1,-37-19 0,-54-25-1,-63-1 4,43 28 0,143 43-7,-15 48-7,13 1-5,-30 4-21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21700 2088 874,'-187'15'-27,"53"0"13,-10 1 7,24-4 3,30-2 12,-43 3 4,46-5 15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21312 1936 874,'90'32'-26,"24"13"33,-5 24-2,-92 55-4,-135-18-4,23-47-12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15398 4318 874,'121'-7'-7,"-35"3"3,12 0-2,10 0 1,50-3-2,-2-1 5,-50 1-1,18-1 1,18-1-1,14-1 0,-50 4 0,24-1 1,22-1-2,16 2 1,-14 2-1,-30 0 1,28-1 0,17 1 1,17 0 0,11-2 0,-34 2 0,-11-1 0,29-3-1,20 0 0,14 0 0,6-2 1,-65 4 0,12-3 1,22 1 0,10 2 2,-18 2 0,-38 1 0,24 2 1,20-2 1,12-1-2,6 0 1,-42 1-1,-12 0-1,21 2 1,15 0 0,6-1-1,-67 2 0,28 2 0,13 0 1,8 5 1,4 0 0,-15 0 2,-40-2-2,22-1 0,8-3-5,-57 1 1,-3 0-2,-8 0-31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17456 5415 874,'125'2'-13,"-39"-3"-6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17230 5680 874,'131'11'-13,"-26"-8"1,-9 1-10,-12 0-49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18079 6021 874,'121'-1'-7,"43"-20"8,-56-11-1,-61-68-4,-78-14-4,-82-36 1,8 11 6,57 1 2,54 47 0,24-1-2,43-47-3,99-2-3,-10 68 3,-67 57 3,-7 14 2,56 28 3,1 71 1,-58 12 0,-40 67-3,-47-72-3,-24 62-3,-23-63 1,-20 3-1,-57 44-2,-12-30 14,43-34 1,110-1 0,165-62-15,-57-18-1,-26-2 0,3-2 1,10-6-5,-12-18-7,-11 7-15,-3-12-14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18452 4550 874,'123'7'-12,"-37"-1"6,24 1-1,14 1 0,2-7 2,-38 1-3,-4-13-3,28 3-24,-26-16-741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18958 4411 874,'128'25'-12,"15"26"2,-55 35 12,-76 87-3,-23-89-4,-34 39-9,5-38-16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19896 5362 874,'-28'85'-11,"-46"79"-2,25-69 9,-7 0 2,2-9 5,-21 5 4,-2-6-621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19718 5347 874,'85'139'-14,"-23"28"0,-40-79 5,6 48-9,-9-49-21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20210 5531 874,'59'-139'-13,"31"36"14,5 96 1,-61 127-7,-26 25-3,-8-50 10,6 41 1,24-24-1,93-106 0,-46-103-2,-24-45-7,-35 49 3,-8-52 5,-46 1 3,-69 97 2,44 147-2,209-38-13,-54-84 2,26 5-22,-33-22-392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20270 4970 874,'160'8'-22,"-44"1"10,13-2 3,-1-10-6,-20 5-11,-22-2 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20672 4804 874,'95'41'-8,"20"27"4,-28 41 4,-145-2-1,-5-22-57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17640 5460 874,'-94'-35'-2,"212"-2"-15,19 36 19,-288 49-12,0-35-2,-11-4 13,42-8 3,210-39 5,25 29-9,-30 8-4,15 2 0,4 2 5,40-1 0,-272-26-2,-20 23-6,-9 2-2,11 2 10,59-28-93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3076 5965 874,'92'-84'-11,"19"-28"7,-9 8 0,38-36 0,-52 52 1,47-43-2,-40 44 1,15-7 0,-2 3-1,-22 20 1,26-17-1,18-12 1,17-8-1,-38 28 1,13-6 0,23-16 0,19-8 0,17-5 0,13-3 0,-68 40 1,36-18 0,20-9-1,21-7 0,-26 17 2,-21 15 0,34-10 0,20-4 0,14-2-1,-69 32 2,26-9-1,27-3 1,19-1 1,7 2 1,-6 7 0,-66 19 0,31-5 1,22-2-1,10 0 1,11 3 0,-35 8 0,-34 9 0,25-2-18,16 2-9,9 3-8,-65 10-8,14 2-7,16 0-7,9 2-6,-20 4-4,-41 5-4,21 0-1,8 2 7,1 3 10,-46 2 9,1-1 8,6 0 7,-2-1 8,-6 2 5,-22 1 6,62-1 2,-31 4 8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9745 2706 874,'-99'52'-6,"-37"41"5,87 14 1,121 6-2,28-2 2,-95-11-2,-69 4 1,38-196-11,117-71-1,7 38 13,-30 209 10,-37 45-2,77-108 0,6-128-20,-31 3 9,-55 205 6,-6-14 5,90-126-8,-36-46-9,-3-23-1,1-24 13,-107 290-11,0-44 5,6-16 2,4-14 1,-5 17-1,0 9 3,7-20 0,-9 40 6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10441 2766 874,'-4'165'-19,"-14"-61"9,-6 15 3,-17 51-1,-1-25 6,2-13 10,12-46 13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10183 3201 874,'124'-81'-13,"27"14"9,-30 33 4,-26 70 3,-72 73-4,-74-4 0,4-13 3,91-1-1,41-120-3,44-92-5,-34 11 0,-114 243 15,125-104-1,-100-161-4,18 46-2,90 91-2,-10 108-2,-96-8 3,18-4 3,98-179-7,-60-6-3,0-22 0,19-65-7,-43 54 9,-4-6 2,-7 20 4,7-31 5,-52 275-5,-17 15-10,-11 28-7,8-53 12,-3 1 1,6-23 4,6-12 15,37-181-4,10-31 3,63-32-3,47 40-8,-9 76-13,-28 0-5,29 12-28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9710 3702 874,'-80'131'-22,"25"-35"11,0 14 5,14 9 3,16 4 3,10 45 3,35-38 1,82-87 0,-9-40 7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9989 3872 874,'-115'146'-9,"99"-27"9,86-11-2,45-38-1,10 41 5,-145 1-3,-109-9 0,61-217 0,63 22-27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10209 4408 874,'-52'108'-5,"117"-10"2,28-122 2,-41-89-2,-204 74-6,18 60 0,299-173-12,12 28 5,-75 43 11,-3-6 7,-7 0 2,37-50 5,-82 36 6,-164 74 10,-18 131-31,20 54-3,60-10 7,51-57 3,19 4 0,41 57 1,86-71 9,-51-107-8,3-80-5,-31 13 3,-17 216 0,10-25 2,31-39-19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10760 3928 874,'-22'90'-7,"-2"-4"-21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11258 4085 874,'-113'76'-12,"4"13"6,19 23 11,207-126-7,-4-136-11,-39 40-23,-32 22-153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11201 3716 874,'-35'113'-12,"13"47"9,32-24 4,25-31 0,64 8-1,2-96 2,15-78-4,-43-23 1,-52-9 2,-125 35 1,40 157-4,87 44-1,40-54-2,59-58-2,-34-15-7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11766 3717 874,'66'87'-12,"8"88"-4,-62-60 10,-28 10 3,1-33 0,-29 1 0,-49 6-2,27-6-12,-35-6-4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5474 2967 874,'-25'123'0,"159"-45"-4,31-92 2,3-53 1,-60-34 1,-110 5-1,-98 36 0,-62 58 1,2 68 0,75 45 1,122 4-2,107-49-2,-47-75 1,25-62 3,-58-44 0,-132 27 0,-67 65-2,13 45 1,22 29 2,30 38-1,86-7-1,131-47-1,-24-62-2,-6-36 2,-43-28 1,-91-28 2,-108 77-1,-11 92 0,47 37-1,92 27 0,125-44 0,8-63 0,-21-95-1,-141-19 1,-111 123 0,34 38 2,64 58-2,154-80-1,17-118 0,-80-16 2,-158 45-2,-1 101 0,37 54 3,156-13-2,26-137-1,-41-50 1,-166 21 0,-45 120 0,41 74 2,232-93-2,-57-106-3,-102-21 4,-105 127-1,66 78 1,63-13 0,108-42-1,28-103 0,-108-45 0,-129 62-1,0 67 1,36 93 1,173-50-2,46-97 1,-111-63-1,-144 47 1,1 108 2,204-31 0,-196-103-6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5683 3422 874,'85'-51'-4,"57"-22"0,-6 6 3,-4 5-1,4 0-2,-14 10 2,14-8 2,7-4 0,0-2 0,-58 27 0,2 1-1,55-24 1,-50 24 0,11-4-1,60-20 0,-69 26 0,11-4 0,6-2 0,57-20 0,-63 22 0,9-4 0,4-3 1,-11 5 0,74-30-3,-74 29-1,5-1-3,60-20-12,-73 30 1,2-4-9,-8 1-7,13-4-62,-22 6-385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8008 1914 874,'101'-34'-8,"-11"11"3,8 1 5,13 9 2,10 30-2,-43 78 0,-108 28-1,-22-23-7,-8-16-23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8678 1775 874,'118'72'-7,"-48"50"1,-38-33 6,29 17 3,49-200-4,-70-24-4,-37-38 4,-22 44 2,-39 19 2,191 124 1,-25-75-7,-12-20-6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8663 1445 874,'137'-24'-12,"29"-15"4,-36 8-5,-25 5-4,14-24-26,-32 9-56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9021 1166 874,'124'-3'-8,"13"33"8,-76 68-1,-37 12 0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5982 3783 874,'-36'-88'-2,"-16"-50"-3,10 18 2,12 36 2,-20-62-1,3 22-1,-4-14 1,-10-14 4,6 28-2,-9-20 1,6 2-2,3-5 1,24 63 0,-19-52-1,-4-5 1,-6-12 1,2 13 0,11 36 0,1-2 1,2 14 1,-17-21-1,-28 133-4,85 128 0,5-61 2,6 79-1,-2-68 1,7 7 2,-9-205-7,-10-64 0,-1 36 7,6-11 1,118 155 3,-36 70-9,21 11 3,-9-24 3,-6-5-182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5489 1622 874,'44'101'-7,"1"32"7,-9-43 0,-82-180-3,-13-33 4,51 37 0,109 101-2,19 57 1,10-8 0,-26-74 0,-112-108-3,-51-13-1,3 23-9,11 13-7,13 8-32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5927 895 874,'-88'89'-12,"-32"22"2,12-20 6,1-1 5,-2-15 3,22-21-43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5549 914 874,'99'-33'-9,"-4"3"8,27 17 3,-13 69-2,-115 67-1,-14-18 1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6235 3054 874,'-118'61'0,"10"5"0,11-9-9,-39 24 9,8-4-1,21-14 0,-42 20 0,-2 2-1,34-17 2,-7 5-1,-30 15 1,26-12-1,-23 20 0,67-41 1,-4 1-1,-41 25 0,-18 8 2,0 4 0,54-33 1,1-2-1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4063 3869 874,'-86'74'-26,"5"26"32,-11 10-3,36-23-1,199-16-5,-39-86-5,-14 6-11,8-11-10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4164 4593 874,'44'96'-10,"-2"41"6,-6-6 2,-12-34 3,2 28 0,4-38-17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3940 4734 874,'124'-19'-11,"18"-5"5,-14 2 1,5-6 5,-49 4-4,27-17-8,-20-3-19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3970 4561 874,'152'-68'-17,"-65"40"11,7 3 1,44-8 0,-16 6-7,0-5-9,-34 11-21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4372 4276 874,'109'-4'-6,"-17"11"5,9 33 2,-37 57 1,-37-8-864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4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3833 4149 874,'-54'-108'-11,"-17"-36"6,28 56 0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3572 3530 874,'-64'-132'-8,"22"45"4,-2 1 2,-4-10-2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3150 2812 874,'-64'-97'-17,"7"9"-21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2897 2374 874,'13'-65'-102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3210 2086 874,'97'-78'-11,"22"-10"7,-25 18 2,-7 5-2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3955 1655 874,'116'-46'-8,"26"-43"0,-40 20-7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4565 1368 874,'118'-46'-10,"-32"10"-7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6675 3390 874,'-107'-30'-3,"10"5"-5,9 1 6,-50-21 2,-31-14-2,29 14 0,23 8 2,6 3 0,-22-7 0,48 14 0,-63-15-1,-27-6 1,74 20-1,-55-13 1,64 18-1,-8-4 1,1-2 0,-54-18 0,58 17 0,-9-2 0,-57-16 0,69 24 0,-8 1 0,-1 2 0,-3 1 0,-48-8 1,65 16 0,-5 1-1,-54-6 1,-6 0 2,17-5-2,260-79-5,43 54-7,-21 9-9,16-5-20,-78 21 9,63-13-53,-27 11-25,-6 11-8,-30 6-135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2853 2435 874,'87'63'-5,"65"39"2,-57-46 3,2-2-1,-1-8 0,-12-25 0,22 16-4,-22-14-845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3724 2178 874,'-26'124'-17,"-2"-34"15,-6 10 1,-6-1 0,-24 26 2,11-16 1,-31-77-14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5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3583 2254 874,'-66'118'-12,"0"-4"6,5-15 2,-15-10 10,45-182-1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3371 2283 874,'-72'122'-13,"-24"22"2,1-63-3,10-12-421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3164 2329 874,'-95'134'-16,"-19"-55"7,30-27-26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3715 2888 874,'12'113'-10,"-24"35"5,-4-62 4,-8 43 0,2-17-6,2 24-7,14-32-8,0-16-117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3593 3066 874,'72'-121'-15,"69"21"8,-57 73 7,41 5 0,-26 36 1,-13 88 2,-127 27-2,-42-25-5,-87 2-4,67-65 4,-44 6-2,44-39 2,229-62 15,0 75-7,-2 57-2,-30 25 2,-39-3-1,-18 12 2,69-72 0,-20-85-630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3701 2691 874,'121'11'-7,"-5"6"2,4 0-3,-3-9-4,-30 0-18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3984 2646 874,'89'24'-7,"6"8"-2,-13 23 13,-67 42-4,-86-7-4,-11-16-184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5564 2792 874,'100'-73'-11,"33"6"11,13 42 1,-38 82-1,-41 53 2,-29-17 0,-12-6-56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2068 6959 874,'-96'94'-7,"16"-7"1,41 27 8,60-20-2,77-49-3,22-76 4,-63-103-1,-105-15-7,-35-1-1,27 62 7,0-1 1,9-1 1,-8-37 2,51-18 1,47 30 0,94 19-5,-38 40-8,-16 51-283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2271 6403 874,'12'104'-23,"-5"-10"23,2 6 1,3 1 0,8 41 0,9-3 4,89-264-15,-66-8 6,-15 20 4,-12 25 1,68 150 7,-46 90-14,-3-8 10,0-27-2,54-234-4,-86 26-4,-4 3-4,-5-47-22,-25 24-20,0 24-94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6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3382 6162 874,'-83'119'-17,"24"-34"8,-3 18 3,-19 51 0,25-3 4,18 18-5,30-53 5,12 16 1,7 9 0,-3-49 0,7 19 1,9-2 3,4-17 3,35 7 11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3482 6876 874,'7'117'-11,"9"49"5,1-17 0,-5-60 3,5 57 5,-9-42 3,-45-284-9,32 95-3,5-7 1,5-18 0,7-5 2,3 7 6,6 6 0,22-39 3,56 13 2,13 53 1,23 59-2,-39 54-4,-74 74-2,-120 40-7,-22-49-3,28-56 5,-9-9 2,16-11 4,-30-12 2,239-15 15,-15 88-16,-22 21-2,2 6 1,-1-41 1,16-77-1,-16-15-56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4153 6284 874,'-117'-11'-12,"-37"14"7,63 12 1,-18 2-9,23 1-417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3821 6116 874,'90'13'-13,"78"31"8,-50 44 9,-118 31-4,-45-26 0,-21-6-291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4223 6072 874,'101'99'-15,"25"63"1,-59-55 8,-13-17 1,-17-3 1,-8 10 2,7 91-4,-34-58 4,-16 8 0,2-31-3,-11-4-1,-15 8-7,-11-3-8,-4-18-8,-39 14-53,1-36-124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4774 6826 874,'121'-1'-11,"47"21"3,-69-6-4,-11 8-419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4848 7068 874,'122'6'-12,"-13"-2"9,-11 2-5,-14-1-18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5623 6670 874,'3'107'-9,"6"34"5,-2-52 2,-3 4 1,-4 47 0,-7-21 1,-4-15 2,1-200-5,18-76-9,-6 65 7,0 18 4,-1-79 1,11 67 1,14-4 1,19 3 0,44-32 2,64 73 0,-24 68-3,-25 67-2,-51 41 2,-56 4-1,-83 25 0,-39-30-2,-25-42 0,16-51 6,44-50 0,188-8-3,17 100-1,9 68-2,-38-21 2,49-26 4,-21-144-3,-29 6-10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6417 6038 874,'-104'1'-11,"15"10"3,-20 5-1,-15 3 2,-9 1 1,22-3-9,26-2 2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5951 5920 874,'167'-6'-21,"-62"16"12,11 16 5,-19 7 1,39 40 2,-62 22 6,-80 25-3,-62 18-3,18-46-7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7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6629 6872 874,'-17'112'-6,"3"-28"-1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7265 6878 874,'-104'-12'-10,"-33"33"6,16 36 3,45 53 2,99 5-2,97-12 1,-20-115 1,-21-104-4,-50 6-4,-7-27-2,-3 14 2,-5 15 0,1-15 2,-4 4 9,-1 22 0,-17 202 0,0 13-7,4-1 0,0-26 0,4 11 3,10-2 2,53 35 6,1-50 22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7538 6560 874,'-14'126'-13,"-6"4"10,20 4 6,63-29-2,42-59-3,-20-96 2,-27-44-2,-47 6 1,-66-23 0,-91 0 0,-1 44-5,49 23-7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7903 6587 874,'12'125'-12,"-12"49"4,-4-33 4,35-275-5,-23 49 12,-1-10 1,-1 0-2,10-18 2,41 219-1,-4 6-1,72-26 0,0-176-5,-31-57 0,-27 29 4,17 283-12,-84-79 4,-4 55-19,-24-35-20,3-21-263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8574 6087 874,'-87'23'-14,"-91"15"2,72-17 9,-3 3-4,4 0-1,-24 8-15,32-6-34,10-4-268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8082 5950 874,'161'25'-21,"-66"3"12,43 24 6,-63 45 10,-79 8-6,-90 10-4,-1-27-6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4953 8094 874,'152'3'-18,"-55"2"11,8 2-3,-1 3-1,-16-4-7,2 2-7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4938 8428 874,'100'2'-13,"2"-7"-3,23-8 2,14-5 2,-55 7-6,25-2-22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5981 7868 874,'28'120'-12,"-16"-31"5,5 62 0,-7-11 4,-8-56-2,1 8-3,1-3-2,7 33-22,1-24-63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5892 7880 874,'84'-77'-10,"54"42"6,-50 42 1,4 18 0,44 35-1,-51 14 2,-57 13 5,-89 14-1,-82-13-3,22-48 4,12-41 2,198 89-5,-6 4-3,18 39 1,-21-36 2,16-33 2,2-105 5,-44-46-863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8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5862 7580 874,'146'13'-17,"-40"-3"5,15 3 3,-18-4 1,56-36-29,-59 9-23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6264 7384 874,'128'25'-11,"34"46"0,-26 52 10,-69-4 1,-40-9-7,-40 14-7,-9-28-18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6979 8260 874,'-2'119'-10,"4"-33"0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7277 8498 874,'25'-86'-13,"21"-76"4,-20 75 7,40-33 4,37 234-9,-68-29 3,20 57 7,19-12 5,37-87-3,-22-163-3,-74 35-5,-13-11 0,-14-4 0,-10 5 2,-25-32 2,-62 40 5,109 179-3,105 13-6,6-50-9,-23-19-12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7248 7675 874,'151'0'-21,"-45"0"11,18-4 2,1-7-5,-21-11-5,-19 5-10,14-8-29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7620 7414 874,'133'60'-15,"22"24"12,-52 39 7,-96 30-4,0-62 2,-60-7-441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8566 8167 874,'-105'30'-9,"13"4"8,-4 52 1,59 40-2,46-26-1,81-6 4,6-90-1,-22-132-11,-43 10 2,-10-22 1,-7 1 1,-4 39 1,-6-12 2,-7 5 6,-5 11 3,-7-36 4,14 276 8,18-37-24,15 63-6,-5-55 8,5 7 4,-3-19 2,25 64 6,10-66 4,22-220-13,-61 30-2,2-32-2,-9-18 0,-6 25 0,-5 12 1,-7 0 5,-7 6 6,-25-26 8,8 240-13,34 34-7,20 18-2,15 10-1,-9-67 8,4 1 4,19 39 11,12-66-9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8752 7943 874,'159'7'-27,"-26"-11"9,-38 4-18,14-3-18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5296 9527 874,'146'0'-10,"-39"0"0,-19 0 3,76 0-12,-55 0-10,-25 4-552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5370 9778 874,'145'-16'-11,"-60"10"0,96-3-6,-81 4-6,-16 2 4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39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6503 9332 874,'12'131'-11,"1"30"4,-2-69 5,4 34-9,0-14-7,-2 14-20,2-38-57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6100 9256 874,'133'16'-15,"-32"-3"4,27 6 0,20-3 2,-22-2 1,-18-5-13,8-5-6,-20 2-18,-8-2-38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6100 9014 874,'105'3'-15,"-6"4"3,23 2 2,17 2 1,6-2-6,-29-4-8,-22-3-4,-4-11-5,13 5-56,-17-12-283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6696 8848 874,'118'36'-11,"51"20"0,-36-3 12,-52 39 3,-65-2-5,-73 33 2,-21-35-7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7209 9829 874,'-14'118'-6,"2"-31"-182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7504 9930 874,'17'-103'-11,"3"-53"10,11 6 2,74 271-10,-68 28 3,12 20 6,26-24 4,38-104 1,-44-132-4,-30-39-4,-35 43 2,-8-1-1,-15-43 3,-35 22 2,30 201 1,98-5-7,25 0-12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7456 9195 874,'166'22'-19,"-65"-11"9,9-8 4,40-16-14,-46 2-16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7784 8999 874,'107'53'-10,"27"42"2,-35 6 10,-53 18 1,-39-14-3,-22-6 4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8789 9060 874,'24'91'-14,"-4"-3"5,-2 18 2,0 14 1,-5 7 2,6 46 3,-3-29 4,-2-59-2,13 40 7,-10-39 2,-145-153-1,-15 1-8,45 60-1,77 95-2,82 21-4,41-45 2,45-71 1,-40-45 1,-2-112-5,-67 64 3,-10 15 1,-4-27-2,-3-16 2,-8-5 1,-3 35 2,-9 6 1,-8-47 6,-41 258 6,59-7-20,16 72-6,-1-61 8,4 5 2,-6-28 4,-3-14 0,6 43 7,-73-286 16,56 44-21,69 5-1,28 51-2,12 22 4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8763 9995 874,'-41'92'-6,"-21"2"-1,-70 37 3,-46-20-3,74-66 1,15-12 1,-37-10-1,-34-13-2,-28-18-1,45-1 0,-6-10-2,-13-10-21,3-11-8,10-6-6,14-5-7,45 15-6,2-8-4,2-8-4,-37-29-72,21 27-27,114 145 45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0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8030 10766 874,'-116'36'-11,"-58"-5"4,76-17 4,2-2 3,-45 8 1,7 27 2,60 73 1,133 19-8,56 0-8,56 20 3,-39-43 6,6 10 8,-47-40 3,-5-166-30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8000 11007 874,'-69'133'-8,"45"-37"5,22-6 2,41 14 0,68-17 1,8-63-1,-16-65 1,-17-105 0,-81 8-2,-48 37 3,-83 29 1,39 107-2,10 12-106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8207 11178 874,'-28'-86'-292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2286 12192 874,'-117'90'-11,"20"22"10,30 9 0,35-13 0,40 7 1,62-10 3,34-189-4,-65-31-3,-30 25-1,-6-15 1,-6-7 1,-3 21 2,-2 8 0,-8-13 2,-5-4-1,-4 1 1,0 2 2,5 3 1,16-1-1,23 11-1,43-21-1,115 67-8,-94 40 1,69 38-9,-61-10-14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2465 11701 874,'-4'119'-10,"7"35"4,1-56 3,3 11 1,6 52-1,4-18 0,4-31 4,72-226-4,-57-24-3,-18 47 9,15-26 2,28 271-13,-40-55 5,14 52 3,0-27 3,58-216-3,-59-72-8,-20 46 2,-1-17 0,-1-8-11,-4 51 2,0-3-20,0 9-87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3268 11621 874,'-29'112'-12,"5"-28"6,-9 17 0,-4 15 0,-2 15 0,3 15 2,9 13 0,10-53 1,9 30-3,2-33 2,10 13 0,14 15-4,-6-46-6,20 8-8,0 15-32,11-21-655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3389 12189 874,'11'120'-10,"-7"-35"3,-3 17 0,3 13 0,-1 2 5,-1 41 1,8-291-9,-6-32 4,-3 65 6,-1 2 5,1-44 3,86 166 6,-19 131-24,-27-50 1,7 18 2,0 3 3,-14-37 3,32 54 5,8-266-2,-68 20-5,-2 4-1,-2 7 0,-4-9-13,-3-61-43,-4 25-18,2 49-74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4081 11871 874,'-116'-11'-11,"-44"5"6,66 7 3,1 2-2,3 2-1,-16-1-10,21-2-174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3627 11655 874,'143'48'-18,"-20"10"6,-27 9 14,-64 22 3,-82 23-2,-36-52-432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4045 11640 874,'78'99'-13,"7"79"0,-44-48 4,-8 20 0,-12 18 2,-7-53 1,-11 25-2,-2-39 4,-13 18 0,-2-18 2,-6-7 2,-10 13 3,-12-3 5,-36 12 10,-7-77-88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1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4342 12446 874,'122'-23'-12,"-20"32"3,-11-5-6,-5 15-99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4387 12676 874,'152'-3'-19,"-48"-12"8,-6 5-13,-11-2-93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5097 12341 874,'-57'88'-9,"-1"53"5,35-6 2,36-31 2,44-11-2,54-37 1,-8-66 2,-3-117-2,-85-31 0,-35 30 0,-71-19 0,-55 63-6,47 36-7,16 56-589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6124 13224 874,'-148'-3'-21,"29"1"7,-32-1 0,-26 2 2,-28 2-4,-22 3 1,66-1 4,-26 1-1,21-2-3,-6 4 1,-44-2 3,-24-2 4,-9-3 6,6 1 7,15 1 6,60-1 0,23 4 2,9 6 4,15 6 0,23 9-1,0 30 11,11-2-291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6193 9884 874,'-93'-55'-18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2941 14078 874,'-93'22'-3,"-27"-11"-7,3-15 3,-20-17 4,-1-11 2,-1-25 2,7-28 4,28-29-2,45 15-7,3-22-4,3-17 0,12 26 4,5 10 1,2-7 2,5-3 2,5-2 1,7-5-1,6 32 1,5-10 2,0-26-2,0-23-3,-5-16-4,-8-3 0,7 54 0,-9-22 0,-4-4 3,2 0 2,8 9 3,14 20 1,22-51 5,39 40 1,45 33-2,-19 57-6,23 10-4,27 11-3,28 10-4,-56-2 1,49 9-3,39 4-5,27 5-3,21 0 1,-14 1 4,-58-5 1,33-2 6,23-3 5,15 0 4,14 2 0,-45 0 1,-30-2 1,18 4 3,-10 2 2,-23 0 6,-55-6-1,-6 5 0,5 8-2,11 13-2,13 14-3,-6 9-4,-34-14-1,7 20-2,-2 15-1,-12 13 1,-15 15 1,-15-5-1,-17-11-1,0 34-3,-2 27-1,-5 18 0,-6 11 0,-9-44 2,-6-4 0,-7 15 2,-12 8 1,-7 3 2,-10-4 0,7-49 1,-9-1 2,-11-3 2,-7-10-1,-60 55 6,-1-45-5,-79-31-6,81-39-3,14-34-26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19907 557 874,'-141'-75'-4,"-10"50"2,67 32 1,-52 21 1,-2 32-1,-6 40 0,16 21 0,30-12 1,-2 42 1,59-58-2,6 4 2,-5 57-1,35-70 0,16 58 0,49-3 0,11-47-1,48-22 0,14-34 1,3-20-1,36-31 0,-76-3 0,-4-8 0,44-19-1,11-37 5,-9-50-3,-51 15-2,-11-19 4,-29 18 1,-26-31-3,-17 20-1,-24-22 4,-13 44-3,-70 10 0,16 63-110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13147 3308 874,'89'-36'-6,"22"-39"1,-24 1 2,-2-8-2,66-54 0,-57 58 1,16-3 1,55-33-3,-50 46 3,13-2 0,-19 11 1,-5 9 0,25-7-1,19-3-1,16 0 1,-51 19 0,21-1 0,23 1 1,18 3 1,-17 10-1,-28 9 1,26 3-1,16 9 1,9 11 1,-52 0 1,11 7-1,18 6 1,10 9 0,-10 4 0,-37-8 0,27 7 0,15 9 0,13 7-1,-45-11 0,6 5 0,20 7-2,17 6 1,6 2 0,4 2 0,-64-20 1,25 8 0,18 2 0,11 5 0,-19-6 0,-26-8 0,25 10 0,15 0 0,12 4 0,-56-15-1,19 1 1,22 3 0,8 1 0,9-1 1,-4-5-1,-54-9 1,26-2 0,18-4 0,12-5-1,-33-3 0,-8-5-1,23-3 1,13-7-7,6-6-8,2-4-9,-56 2-7,12-2-9,14-6-6,7-5-7,6-3-7,-2-9-4,-58 13 6,1 2-95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13312 2600 874,'22'90'-4,"-9"-6"1,-6 63 3,-4-22-1,-1-37-7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13162 2751 874,'121'36'-5,"7"0"-1,-2 2-3,-21 3-3,-17-2-39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13461 3652 874,'36'-118'-7,"4"8"2,-3 10 3,18-16 5,9 29-2,38 85-1,-21 107-3,-37 22-3,-16 22 3,-15-38 7,-7-25 13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13490 3354 874,'140'-8'-12,"-52"-1"5,21-7-1,-14 3-9,-11 0-2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20434 2706 874,'-30'116'-7,"-8"-16"6,-34 40 1,27-52 3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20180 2842 874,'85'65'-8,"35"16"-10,-29-25 2,-7 0-189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20630 3265 874,'-6'97'-7,"-7"40"7,-4-45 1,4-190-5,15 16 3,30-40 0,28 24 1,31 48 1,-7 53 0,-39 102-1,-119 8-5,-18-32 4,-3-51 4,230-64-1,-18 86 1,-90 49-4,-127-13-3,-29-86-2,21-29-9,11-15-23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13356 3112 874,'63'-124'0,"3"29"-2,9 11 1,42-30 0,-29 41 0,16-5 1,17-9 0,20 9 0,-46 29 0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13788 2665 874,'125'-62'-4,"11"-10"2,34-12 1,-77 43 0,3-1 1,8 1-1,0 2 1,-4 5 0,-2 5 0,-3 2 0,-2 4 1,-1 2-2,-1 2 0,-2 1 0,-1 2 1,71-11 0,-11 3 0,4 4-1,17 3 2,-85 9 0,72 0 0,-9 13 0,3 12-1,10 6 1,-1 7-1,-7 1 0,-11 6 0,-10 2 0,-2 1 1,-4 2-1,3 1 0,19 2 1,13 2-2,-7 0 1,-21-8 0,13 4-1,-59-13 1,22 6 0,-20 7-859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17186 2359 874,'100'16'-3,"36"20"1,1 8 1,-26-11 1,1 2 0,22 3 0,-3-3 0,13 1 0,-4-1-1,21 7 1,-5-2 0,4 1 0,-5-5 0,-38-8 1,-6-1-1,-11-3-1,24 3 0,-8-3 1,17 1 0,-28-8 0,25 3 0,8 6 1,-18-5 0,4-2-2,12-1 1,-33-8 1,20 0-1,-8-2-1,-12 0 0,36-1-1,18-18-1,-49-8-5,-21 4-33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13371 2867 874,'103'-4'-3,"47"-1"-2,-6 1-1,-56 1 3,0 2 1,46-1 1,27 2 1,-16 0 1,31-5 0,-68 0-1,10 2-2,7 0 0,-8 1 1,-29 0-1,20 2 0,14-1 1,7 1-1,10 0 1,-25 0-1,-11 0 1,20 1 1,7 2-1,8-3 0,-48 0 1,22 1 0,18 1 0,12-1-1,6 2 0,-8-2-1,-33 2 0,20-2 1,14 2 0,6-1 0,-34 1 1,0 0 0,18 2 0,10 2 0,2 1 1,-43-4-1,24 0 1,14 0-1,10 2 0,6 0-1,-20-1 1,-22-1 0,19 1 0,13 1 0,8-1-1,-44-2 0,11-2 1,15 2 0,8 1 0,-10 1 1,-31-1 0,23 3 0,13-1 0,9 4 0,6 0-1,-30-2 0,-12-1 0,12 0 2,10-1-1,4 1 0,-46-2 0,14-1 1,9 2-1,4 0 2,-21-2-1,78 4 2,-85-5-2,43 0 1,-1-3-2,-17 1-7,-14-2-6,-14 1-66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20470 2781 874,'-79'118'-11,"-13"-3"7,15-14 1,-3 8-17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20136 2827 874,'51'87'-9,"42"13"6,42 9 5,-51-50 2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13461 2706 874,'-19'106'-9,"-18"24"4,5-47 3,-36 11 6,-16-118-104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13133 2751 874,'94'108'-12,"26"-20"5,-12-50-3,-19-7-31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19346 1333 874,'105'-3'-9,"41"23"4,-57 2 3,43 17 0,-2 9-1,-4 7-8,-34-10-8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20687 1936 874,'-120'-73'-9,"0"103"4,-6 95 2,70-24 2,56 8 4,109-76-2,24-171-11,-31-36-7,-54 44 7,-3-21 2,-6 2 2,-13 46 1,-2-6 6,-8 7 6,-12-2 7,-37 192-4,10 17-12,2 1 1,-6 76-1,25-78 1,14-2 3,21 42 2,61-18 5,10-67-1,51-98-5,-38-55-9,-2-86-4,-70 94 6,7-47 11,-192 148-1,52 82-9,40 36 7,68-26-2,107-38-5,-42-78 1,25 11-6,-24-42-600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21194 1133 874,'-91'68'-13,"-35"51"3,29-20-9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21346 1564 874,'10'122'-14,"-8"-28"7,-3 15 0,-4 10 4,-6 3 1,0-23 1,1-14 1,-9 54 1,27-287 14,9 60-14,5-3-1,27-69-4,15 10-4,13 3 1,-18 55 4,29-46 6,-51 43 4,-163 123 2,52 56-9,38 51 0,46-33 0,54 5-1,42-5 6,-18-151-4,-44-60 2,-5 13 0,67 32-3,-43 174 1,44-189-11,-3 27 13,-2 147-3,0-63 2,-18-12-23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22608 1450 874,'-118'91'-14,"-10"18"7,24 16 11,95-24-1,118-75-2,2-102-6,-12-77-8,-51 32 4,-8-11 2,-15 6 3,-3-36 2,-69 267 13,34 54-20,7-59 4,5 3-11,20 33-34,-11-48-35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23191 1016 874,'-19'152'-15,"5"-63"12,0 6-3,3 2-1,7-6-2,3 19-13,14-19-51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23150 1439 874,'-85'74'-10,"30"20"11,214-20-7,-61-99-2,9-23-1,53-43-3,-70 19 14,29-58 3,-250 134 6,41 79-4,51 43-5,114-1-5,91-65-7,-71-33-8,12-27-13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21769 3073 874,'89'-163'-23,"-35"61"13,0-18 1,-7-5 3,12-54 3,-28 34 9,-44 33 2,-102 102-1,25 60-8,-48 62-9,70-17 4,13 17 3,22 1 0,10 70 1,41-72 3,20 1 0,38 35 7,51-100 3,-2-130-10,-38 15-9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22377 2570 874,'-111'72'-13,"-36"50"2,32-1 4,46-33 10,212-185-1,-58-19-3,5 38 5,-82 211-6,1-32-5,80-5-34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22661 2132 874,'5'100'-16,"-6"-4"5,-3 21 1,-2 18 4,3 6 2,0-43-5,2-2-4,-2-9-7,1-1-21,-5 0-245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22668 2583 874,'114'57'-10,"-28"2"5,21 63 5,-63-15 2,-16-223-12,7-36-4,26 48-17,14 19-59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23397 2470 874,'-102'109'-13,"-1"5"14,211-128-9,-47-106 5,82 142 11,-17-143-20,-18-8-1,-61 241 1,-64-22 8,-12 65 1,0-2 3,12-48 6,-5 13-4,-1-13 2,1-17 0,-12 9 1,-14-10-1,-60-3 5,-17-175-10,41 6-20,45 0-10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23542 2042 874,'-22'150'-12,"5"-38"5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23763 2672 874,'120'-101'-15,"-1"-19"17,-110 17 0,-115 96-6,22 41 3,-10 42-2,44 19 1,72 18 3,104-20-1,-43-106-2,20 9-5,-18-33-425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24238 2404 874,'-81'93'-10,"12"-9"9,24 9 3,62 12-2,109-147-6,-34-53-3,4 8-20,-25-4-5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24375 1966 874,'0'89'-11,"-2"-4"2,-1 18 1,-1 12 3,0 4-4,3-29-1,-1-4-3,-2 61-39,-6 12-32,5-73-45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24352 2493 874,'97'9'-6,"-1"71"2,-71 10 4,2-1 1,106-99-2,-78-78-1,-58-13-2,-81-1-1,-22 45 4,-18 53 4,67 96 4,144-69-5,60-90-6,-41-5-3,-5 86 9,-73 86-5,-14 33-4,26-34-25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24867 2412 874,'-5'135'-11,"-10"31"10,3-74 2,17-210-12,33-7 12,71 19 1,21 94-3,-6-2 5,-6-42-2,-56-39 0,-158 68-1,-4 95-3,20 41 1,52 34 0,56-52 2,75-98-5,-18-8-10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24729 2102 874,'-9'118'-9,"-1"-34"5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22624 3038 874,'169'32'-23,"-41"-22"8,32-3 0,-35-3 2,13-4-3,-5-2 7,-4 0 0,54 0-7,37 0 1,25 0 3,14 1 3,-92 1-15,-51-1 0,-4 1 10,-26 2-222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4835 4200 874,'10'122'-6,"-5"38"4,-2-32 1,40-11 2,94-83-8,-48-43 3,48-14-1,11 8 7,22 41 1,-86-3-3,41 15 3,-2-28 2,-29-103-4,-68-59-5,-15 23-5,-11 16-5,0 30-23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13461 4170 874,'11'104'0,"14"48"-4,18-45 2,59-30 2,26-35-2,-34-30 0,16-1-2,6-1 0,-1 0 1,-6 0 1,47 5 2,-72-8 0,51 5 6,-19-17-2,-14-107 1,-67 4-4,8-42-4,14 51-1,6 16-185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 5212 874,'129'4'-8,"5"-6"-5,-48-4 8,68-6-2,-38 2 3,6 0-2,-20 2-5,-18 1-5,23-1-20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1363 5015 874,'130'23'-11,"21"25"4,-42 1 3,-8 60 4,-88-24 1,-97 25-2,-42-4-10,10-25-6,32-27-24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17543 5333 874,'29'86'-4,"6"39"2,30 12 1,24-41-2,30-41 0,43-39 0,-76-20 2,51-5 0,19-8 1,-33 6 4,-5-6 0,-29-117-1,-101 0-2,0 44-2,-3 7-858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19048 5366 874,'55'89'-4,"26"30"-2,5-26 5,10-24 0,52-32-1,-63-43 2,10-13 1,4-12-2,43-17-2,-14-3 2,-29 14 5,-12 1 1,5-40 1,-56-19-7,-18 7-440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6781 874,'108'12'-6,"-19"0"0,67 13 3,-68-13 2,54 3-2,-53-8-2,45 3-10,-18-2-9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4923 6765 874,'112'85'-11,"10"-18"2,0-15 5,31-6 3,-65-29 1,42 0 2,41-22 0,-29-12 0,0-19-3,-13-10-10,-37-10-32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4542 8415 874,'138'21'-4,"3"-18"2,-17-4-1,53-1 1,-73 2 0,55 0-3,-65 0 2,10 0 3,7 0-1,7 0 1,59 0-2,-60 0 0,12 0 0,13-1-1,16-1 0,7 2-1,-56-2 0,26 5-1,16 2 1,8 2 2,3 1 0,4 1 2,4 3 0,3 1 0,-56-2 0,14 1 0,12 4 0,-1 0 3,-4-3 2,-16-4 0,-37-3-1,5-1 0,2-1 1,-6-9 0,55-55 3,-62-86-5,-87-15-5,-6 73 2,-13-45-3,-16-31 4,22 80 0,-36-64 0,-14 61 0,-64 23-2,40 39-1,-8 1 0,-61-9-4,61 17 5,-16 0-1,-13 1 0,-15 3-2,46 4 1,-39 0-3,-30 3-2,-20-2 0,-14-2 0,24 2 2,37 1 1,-23 0 2,-18 5 3,-12 6-1,-12 3 0,42 0 0,10 0 1,-16 3 0,-5 3 2,7 2 3,58-5 0,-5 2 1,7 2 2,9 0 0,12-3 0,-41 1 7,21 13-3,69 62-6,61 57-8,10 17-1,-15-36 1,-16 43 1,-6-84 1,-3 45-3,1-22-6,-1-24-37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16791 8604 874,'113'9'-12,"4"0"9,-4-1 3,64 3-3,-64-3 1,-13 0-2,-6-2 0,25 2 1,15-4 0,2-4 1,-49 0 0,8-3 5,-3-2 1,-7-3 0,44-8 3,-7-10 0,4-40-3,-6-75-6,-65-9-2,-24 8 1,-20 53 2,-5-5 0,3-42 1,-6-19 3,-23 1 1,-67 36-2,-28 63-3,-24 40-1,53 14 1,-59-6-1,-17-9 1,76 7 1,-43-1 0,39 4 1,-19-1-2,-17-4-1,-5 1-3,38 3 0,-24-2 0,-9 0 2,1-2 2,2 2 3,13 1-1,24 3 1,-24-1-1,-26-1-1,-23-5-3,-19-3-3,34 5-1,6-2 1,-23 0-1,-16 2 1,-7-2 3,59 5 0,-39 1 0,-35 0-2,42 3 1,-14-1-1,-43-3-6,-23 2-2,-2 1 3,73 1 1,-33 6 3,-24 5 8,-18 5 0,40-3 1,17 1 0,-42 2-6,-25 1-2,-13 2 1,93-5 0,-32 2 4,-8-1 7,-2-2 1,2-1 1,19 1 0,49-3 0,-21 5 1,-9 4-1,7 0 2,42-3-2,20-3 2,8 2-1,-51 41 4,60 39-7,48 25-1,33-35-3,3 10-2,2 48-3,1-55 0,0 8 1,0-9 1,6 57 0,35 6 1,12-50 0,67-13 0,23-31-3,-47-33-2,27-4-1,20-6-2,-29-3 1,6-5-1,26-3 0,16-4 2,4-3 1,-48 1 0,38-6 0,29-3 0,23-2-1,-37 5 0,-4 1-1,31 3 0,20 2 1,10 3 2,11 3 2,-72 0 0,24-1 1,31 1-1,22-2-3,-13-1-2,-51 2 0,39-1-1,16-1 3,-3 0 8,-69 0 0,2 0 2,10-1 2,11-1 2,4 2-2,-51 1 0,47 4-4,38 6-9,33 7-9,-91-4-20,-62-7-8,13 4-10,-30 4-116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4220 10802 874,'3'-95'-3,"-7"-13"-8,-3-9 0,-1-28 6,-3 29 5,-7 1 5,14 29 1,159 34 0,-12 42-8,-6 5-5,-12 2 1,48-6 6,-27 2 2,29-1 1,-71 3-2,62-2 1,-62 3-2,14 0-2,13-1-1,6 2 0,6-3 1,-39 2-1,11-1 1,17 0-1,15-1 0,16 0-1,11 1 0,10-2 0,-57 4 1,20-2-1,21 0 0,14 1 1,-14 2 1,-38 2 0,30 2 1,19 3 0,14 1-1,-48-1 1,5 0 0,24-1 0,18 0 1,11-1 0,10 1-1,-73-2 0,28 2-1,21-1 1,12 0 0,-24 1 2,-28 0-1,30 1 0,24-2-1,12 5-1,-66-4 1,22-1-1,19 2 1,-29-1 1,-19 1 1,26-1 1,17-1 1,9 0-1,-64-1 0,20-2 1,15 2-1,3-1 3,-29 1 0,-28 1 0,3 2 2,-3 2 0,-6 4-1,39 11 5,-2 30-2,-35 17-3,-28 43-3,-32 17-3,-34-33 0,-7 6 0,-12-6 1,-18-15 0,-39 10-1,-88-73-4,14-72-6,45 12-14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3002 3297 874,'137'0'-12,"40"0"6,-74 0 3,61 0-2,-49 0 2,-27 0 0,19 0 0,26 0-2,22 0 0,6 0 0,-47 0 0,35-2 0,27-2-1,22-4 0,-30 2 1,-12-2-1,34-3 1,28 1 0,20-1 0,15 3 0,-69 3-1,17 0-2,32-3-1,22 0 1,-11 1 2,-59 0 0,40 4 0,28-1 1,20 4 0,10 2 1,-46 1 2,-27-1 0,35 0 1,25-1-1,17-2-2,-98 1 2,39-2 1,26 2 0,12-1 4,12 1 2,-15-1 1,-71 0 0,34-1-1,19 2 0,12 2 1,-61 0 1,-7 2 0,20 3 1,7 1-1,1 1 1,-3 0-1,-69-2 0,15 2 0,14 2 0,2-1 0,-27 1-1,-31-3-1,3-2 2,-5 0 1,-13-5-2,36-2 7,-45-20-3,-42-65-4,-41-68-7,-11-21-8,4 64 3,1-2 5,9-52 0,-4 77 3,0 1 0,-5 2 0,-57-63 3,-48 59-3,-30 38-8,44 35 1,-81-4-8,38 15 9,38 1 0,-26 0-1,-27 2 3,-21 2-2,5 3 1,38-2-1,-29 2 2,-13 4 0,-1-2 3,31-1 1,31 0 8,13 0-2,6 1 8,-4-5-281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 4366 874,'100'0'-24,"3"0"26,-19 0-2,50 1-1,-31 2-1,70 1-3,-59-1 2,16-1 2,17 1-3,13 0 0,-48-2 1,20 0-1,27 1-1,15 2 1,14 2-1,-2 2 1,-58-3 2,27 5 0,23-1 1,12 0 0,8-1-1,-22 0 1,-36-2 0,22-1 1,10 0 1,0-1 2,-48 0 1,-1 0 0,0 2 3,-9 0 0,-14-1 2,28 3 6,-42 11-3,-38 65-18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10913 5851 874,'111'-7'-6,"-17"3"-1,26-3 1,28-2-3,-32-1 3,28-4-2,17 4 0,9 1-9,-46 4-9,-3 1-6,-21 1-8,-13 5-6,50 0-65,-34 4-18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21700 5784 874,'16'93'-5,"-3"-9"0,4 63 1,-5-11 1,-2-31 1,2 26-3,-3-18 0,-2-1-1,2 30-2,-3 26-1,-2 17 1,-3 17 2,-1-60 1,0 23 1,-2 34-3,-6 18 2,-9 0-23,4-76 4,8-42-7,-2-4-9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21521 7807 874,'32'96'-9,"4"32"5,-5-3 2,-2-25 2,22-14 1,58-41 2,-13-96-4,-6-57-3,-28 17 0,11-12-3,1-8-13,-12 25-17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22289 8183 874,'-10'161'-18,"7"-67"14,-1 7 1,1-16 1,-10 21 5,12-235-10,27-1-2,4 44 6,32-46-2,26 41 13,-2 64 1,20 126 2,-83 39-10,-27-51-1,-11 50-1,-7-51 4,-1-179-13,44-63-4,14 55 8,12 13 0,58 14 13,-11 184 0,-73-18 1,-1-6 5,77-46-5,33-116-10,2-13-2,-38-3 5,-180 21-3,-33 111 1,14 72 2,106-9-1,74-1 3,17-102-2,8-130-3,-71 42-1,8-53-2,-39 302-6,0-33 4,4 8 1,-1-39 1,2 23-2,1 11 6,-6 6 2,-2-32 2,-4-11 1,-12 1 1,-10-11 1,-74 23 6,-6-91-4,18-82-13,-17-3-16,40-16-174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23564 8035 874,'-100'-14'-17,"4"4"6,-19-1 3,-10 0 2,-2-3-4,-27-3-23,58-9-21,11 1-366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22972 7716 874,'90'13'-5,"58"46"-2,-39 16 0,-19 25 0,-50 59 3,-136-28 1,-28-90-4,24-23-10,12-55-792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21897 6842 874,'-38'-91'-3,"15"-45"-15,18-31 7,5 62 8,0 4 2,3-72 0,1 59 1,-3-11 0,1 25 1,-2 1 0,-5-15 0,3-12 0,0-2 0,1 44-1,1-17 1,0-7 0,1-1 1,1 18-1,5-74 3,-2 74-2,9-47 2,0 22 2,-2 8-3,-94 234-10,3 21 0,10-27 6,-3-7 3,34-241-7,93-32-6,-16 68 11,30-44 3,56 55 5,-38 176-1,-28 59-8,-11-14-3,-20-53-1,3 9-6,-5-11-176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22199 4557 874,'16'118'-12,"-2"50"9,-11-77 2,-3 38 3,-8-25 3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22136 4716 874,'16'-93'-8,"33"-42"2,30 29 4,6 44 1,26 44-1,13 64 1,-31 80 2,-112-8-1,-70-14-3,4-54-1,-10-10-1,-50 7 4,29-42 7,125-94 2,123 134-3,-51 39-7,-11 17 3,46-11 0,-4-95-6,-17 12-4,11-27-18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22872 4092 874,'-154'-1'-20,"49"2"13,-11 3-4,-1 3 0,4-1 0,-28-8-32,50-1-25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22474 3928 874,'125'61'-16,"1"-1"7,-34 13 13,-95 42-1,-85-9-11,-35-53-3,34-18-16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20436 3279 874,'-61'92'-6,"-48"38"4,28-36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20105 3295 874,'132'101'-5,"-2"-19"4,-41-27 0,-4 14-440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10990 6295 874,'-14'-134'-5,"3"44"2,-4-51-6,2-3-1,7 51 6,0-14-1,5 4 6,5-51 1,-3 13 3,-6 22 1,0-14 1,7 35-4,30-12-2,95 61-2,2 48-4,37 5 0,-63-7 4,14-2-1,-17-1 0,-9-1 0,22-2-1,13-4 0,8-3 1,-41 5 1,9 0 1,11-1 1,2 4 1,-17 3 0,60-6 3,-4 6 3,-57 57-1,-63 89-7,-30-50-1,-2 1-1,-2 48-1,-4-15 2,-2-6 1,-8 48 0,3-80 1,-3 43 0,-5 22 3,-1-5 0,-17-63-4,-117-30-9,61-49 2,8-2-1,-42 0-3,-32 0 1,-22 8 0,-10 3-20,44-3-7,7-2-8,-12 0-5,4 2-5,26-2-6,30-1-4,-50 6-72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11553 6328 874,'47'123'-11,"-28"15"6,-14-30 3,-4-15 3,-1 8 2,23-15 7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11225 6222 874,'92'14'-8,"58"3"-23,25-1-3,11-3-29,-58-6 17,-36-3-7,1-6-6,-9-10-5,3 2-87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11539 6049 874,'147'15'-15,"-49"-14"6,53-4-3,-58-9 2,-5 3-12,0-6-9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11971 5920 874,'124'12'-10,"11"24"5,-17 85 7,-166 30-4,4-48 0,-51-37-847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12105 6672 874,'113'0'-10,"27"-4"5,-13-20-5,-36 5-7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12314 6540 874,'8'141'-12,"16"-8"8,20-48-6,23 2-67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12686 6533 874,'113'124'-11,"-57"-27"8,-25-13 3,-13-196-3,25-4 4,41 71 0,25 158-2,-80 1 2,-6-247-8,55 3 6,28 99 4,-24 148-3,-27 7 2,72-81 3,-29-91-11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13836 6494 874,'-111'48'-10,"17"6"8,64 43 4,138-140-3,-22-50 2,-2 175-8,-71 28-1,-9 23-3,-4-46 7,-1 12 3,-10-4 2,-20 35 5,-93-73 0,22-98-10,15 16 1,-8-34-28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14101 6282 874,'-124'10'-12,"35"-1"6,-12-4-1,-3-13-2,18 2-7,-6-4-8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13714 6147 874,'89'0'-10,"75"49"-4,-48 11 14,-86 41 4,-69-7-4,-44-10-50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4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14146 6721 874,'140'-16'-8,"-44"5"1,6-2-1,0 0-8,-16 5-170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14265 6524 874,'20'128'-11,"5"11"4,18-43-5,10-12-20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14716 6574 874,'7'148'-14,"5"1"6,5-31 13,-46-245-23,9-33 23,21 64-2,31-45 1,45 35-5,10 70-3,8 22 1,56 25-4,-52 84 4,-105 11 3,-132-16 2,13-66 5,9-24 3,228 92-1,11 4-8,-7-20 1,-19-26 9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14608 6143 874,'165'-13'-22,"-51"11"10,-10-1 3,-17 0 1,15-5-9,14 1-25,-32 2-42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14891 5906 874,'87'29'-10,"56"42"-1,-35 39 14,-66-5-1,-54 6-1,-4-27-5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15323 6615 874,'123'8'-6,"-35"1"4,20 1-3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15323 6781 874,'150'1'-16,"-53"-25"7,-5 6-11,-5-6-169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15857 6574 874,'-93'122'-9,"91"5"9,52-37-1,40-32-2,53-73 2,-48-45 1,-74-53-2,-73 12 0,-62 29-2,-11 37-7,33 14-13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16097 6313 874,'-92'0'-11,"-28"0"7,23 0-5,34 0-7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15890 6132 874,'127'81'-14,"-31"2"14,-44 48 0,-115-43-2,-30-12-618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16055 6903 874,'-84'63'-6,"-20"8"-1,13-19 5,-29 5 1,29-25-1,-14-4 0,-64 6-1,53-25 0,-12-5-1,-9-6 1,3-3 0,34 1 0,-29-3 1,-22-8-2,-18-5-1,-12-7 0,29 0 0,22 2 1,-12-4 2,2-4 4,8 4 4,43 7-1,-1 0 0,1-3 1,2-2 1,-54-10 7,53 34-54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14116 7309 874,'33'130'-8,"-8"-18"0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14265 7309 874,'31'142'-26,"-11"-55"-10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14410 7945 874,'-47'117'-6,"48"12"2,64-23 2,29-40 2,29-42-1,-3-95 1,-91-52-2,-108-12-6,-51 28-13,7 48-18,10 45-21,25 13-99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14925 7746 874,'-156'0'-16,"64"0"9,-5 0 2,9 1-3,-56 4-11,32 2-25,7 1-82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14667 7687 874,'98'-6'-5,"30"11"-2,-40 14 7,-94 77-3,-109-24-3,16-14-6,12-3-309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1973 6253 874,'124'28'-7,"-39"-28"-11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2493 7822 874,'-8'125'-7,"0"-37"2,-4 40 2,-2-10 5,1-4 1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2196 7719 874,'139'-4'-12,"38"13"5,-69-4 3,-10-1 1,70 0-5,-27-17-12,-35-4-20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2330 7448 874,'149'-10'-16,"-54"7"9,15 2 1,6 3-3,-21 2-1,66-4-23,-58 0-28,-17 1-665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2793 7264 874,'153'7'-14,"-64"9"9,-1 13 3,50 47 2,-68 36 1,-114 2-2,-20-11-2,-10 9-6,11-25-35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3150 8003 874,'108'18'-9,"21"-1"3,-11-3-1,-32-2-9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3076 8360 874,'149'15'-17,"-51"-26"8,11-16 1,-13 6-12,-8-6 1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3612 8321 874,'89'5'-10,"91"-28"-6,-79-11 10,-9 9-11,-8-7-1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4312 7687 874,'12'115'-10,"-4"50"3,-4-65 2,5 53 0,1-9 1,-4-52 4,-2 1 1,-8 41 5,-16-261 0,59 30-13,14 2 1,33-34 5,-175 251 23,96-32-23,108-34-4,24-72-5,-42 0-14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4733 8094 874,'113'37'-10,"-18"47"9,-65 11 0,-48-6-1,-60 8-1,-37-58-5,10-39-18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5224 8109 874,'-126'23'-12,"-19"41"5,53-4 7,63 61 3,135-28-6,57-84-7,-81-11-9,0-15-7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5251 8246 874,'98'34'-9,"10"-13"6,-7-20 1,-1-27 2,-23-75 0,-156-15 0,-28 75-1,-3 69 1,46 64-1,60 37-2,61 39-2,-1-49 5,27-61 2,19-104 5,-3-3-3,-7 51-1,0 112-4,-109-5 0,-73-30 1,55-178-2,64 13-622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5963 8321 874,'-82'56'-6,"-10"54"6,97 16-2,131-27-6,-29-99 0,-20-12-10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5296 7890 874,'152'0'-19,"-45"-2"4,-15 1 2,53-10-27,-45-15-43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5534 7687 874,'116'48'-10,"-19"3"-2,-31 53-5,-24-15-19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6220 8199 874,'151'3'-13,"-14"3"2,-53-2 4,16 1-14,-12 5-575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6264 8445 874,'89'0'-10,"97"-9"-8,-86 4-4,-13 0-94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6756 8306 874,'159'16'-17,"-70"-15"13,4-7-3,-7 1-6,-2-3-21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7753 8269 874,'-94'-33'-11,"-1"14"3,-29 26 11,30 75-1,99 22-5,90-17 4,12-58 2,-1-116-5,-54-26-4,-44 19 1,-8-14 0,-5 12 2,-11-72 0,2 79 7,1-54 2,78 262-5,-36 34-9,-16-48 2,4 64-20,-9-66 3,-2-17-8,-4 29-39,-4-28-106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7961 7762 874,'-19'113'-10,"0"3"6,7-4 3,14 18 0,39 10 0,25-42 2,77-25-2,-16-43-1,26-67-6,-54 5-8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7829 7777 874,'89'11'-11,"94"9"-4,-69-2 5,-11-2-8,-16-1-1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7880 7984 874,'121'38'-17,"-27"-17"9,22-10 0,-32-2-5,8-2-3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8436 8409 874,'-10'102'-10,"-4"42"6,7-8 3,-60-288-9,70 64 6,13-3 2,27-41 4,53 36 2,14 80 2,-105 111 0,-106 0-4,7-16-2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8904 7856 874,'-87'31'-9,"-7"50"5,46 61 2,44-17-1,29-2-2,59 26-8,2-64-4,-1-17-186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8941 8049 874,'67'131'-5,"-74"-35"2,-101-35 3,19-72-438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9106 8094 874,'-95'27'-3,"26"59"-4,93 37 3,101-34 1,-32-100 1,-6-10-105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9139 7928 874,'92'82'-11,"-16"42"9,-44-19 2,-36-9 0,-52-2-2,-29-14-619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9707 8688 874,'-103'-29'-9,"-65"4"-1,12 7 1,-1 4 4,50 2 3,-21 0-2,-14 1-1,35 4 1,-14 1 0,-26 5 0,-13 2 1,12 2 2,39 0 0,-7-1 7,24-1 2,-10-10 5,15-4-428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8159 8712 874,'5'132'-12,"-6"18"9,2-8 2,4-28 3,-121-84-2,-34-104 2,39 85-1,80 113-4,111-11 2,19-46 1,51-77-2,-42-42 1,0-64-1,-4-3 3,5 51 2,22 82-1,-75 101-1,-74 1-1,-81-31 2,6-26 2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8674 9075 874,'-104'23'-5,"24"68"3,85 33-2,56-39 0,62-49-5,-35-14-8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9513 8627 874,'104'-19'-9,"20"-19"5,-30-5 4,-46-90 2,-167 47-3,29 152 1,44 29-4,55 60-5,35-30-8,44-18-13,38-69-30,-42-23-55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10221 8622 874,'-88'91'-11,"-5"12"7,12-4-6,9-12-23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9870 8577 874,'123'132'-13,"-36"-30"10,-18-18-3,4 13-24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9468 8163 874,'160'0'-17,"-63"0"9,10 0 3,-19 0 2,34-23-12,-28-1-22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9662 7928 874,'128'37'-12,"42"28"2,-34 3 12,-66 65 2,-154-49-4,0-24-53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2035 7431 874,'135'12'-7,"-50"-10"3,0 1 0,64 0-6,-5-1 3,-31 2 4,17 0 0,18 0-1,-6-2 0,-30-2 0,31-2 0,21-3-1,13-4 2,-44 2 0,1-2 1,17-2 2,8 4 1,-10 2 1,-42 2 1,11 3 1,3 0 2,-3 0 1,-27 0-1,72-2 6,-18-41-3,-61-14-5,-43-66-4,-30-4-2,-26-38 0,-1 64 0,-8-58 0,11 67 2,-4-8 1,-3-2 0,-12-39 2,-27-2-1,-11 42 0,-84-4-3,14 41-6,40 37 3,-17 3 0,-5 5 1,30 7-1,-26 0 0,-21 4-1,-14 4 1,-12 3 1,26 1 0,16 3 1,-23 2 1,-13 6-2,-10 3 2,54-3 1,-16 1 0,-13-1 1,-2-1 2,19-2 0,31-2 1,-6-1 3,2 2 1,10 7-2,-41 62 3,66 8-4,36 72-5,26-57-1,3-2-1,4 81-4,2-63 3,2 65-2,-2-66 3,2 4 2,-2-30 1,2 76 5,-22-72 0,-6-6-619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1640 9271 874,'-16'129'-18,"6"-24"16,4 19 5,33 34-2,66-95-1,-4-101-3,-8-103-4,-48 46 3,9-48-2,-16 9 12,-57 262-3,20 2-3,10-6 0,13-18 2,46-6 5,54-196-4,-43-18-7,9-7 5,27 62 0,12 128-4,-68 70-1,-41-13 8,19-224-12,22 10 4,45-39-3,32 42 9,-22 51 2,12 63 2,-31 47 1,-25 44-4,-21 1 1,6-14-2,60-41-2,45-86-5,-16-66-5,-25-40 6,-79 22 7,-135 102 2,69 137-4,38-3-4,76-23-9,22-30-21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3701 9407 874,'41'131'-11,"-24"-43"4,1 15-1,-1 19 1,5 60 0,-12-62 5,0 10-1,-5-35 4,0-5 3,-17 30 3,-45-270-7,36 1-5,19-8-2,18 8 1,10 61 6,15 0 4,52-37 4,32 59 0,9 66-1,-66 127 0,-96-29-8,-80 4-6,16-68-8,1-35-28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4348 9673 874,'-29'109'-6,"44"-6"3,84-12 2,30-104 1,-70-122-4,-123 13-3,-32 27-6,-9 10-27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4954 9407 874,'-109'20'-6,"10"48"4,93 18 0,42 33 1,-10-12 1,-54-13 1,-69-59-2,11-41-854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17427 12755 874,'-93'-38'-16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6"/>
    </inkml:context>
    <inkml:brush xml:id="br0">
      <inkml:brushProperty name="width" value="0.02646" units="cm"/>
      <inkml:brushProperty name="height" value="0.02646" units="cm"/>
      <inkml:brushProperty name="color" value="#0000FF"/>
      <inkml:brushProperty name="fitToCurve" value="1"/>
    </inkml:brush>
  </inkml:definitions>
  <inkml:trace contextRef="#ctx0" brushRef="#br0">9339 10333 874,'9'70'-8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7"/>
    </inkml:context>
    <inkml:brush xml:id="br0">
      <inkml:brushProperty name="width" value="0.02646" units="cm"/>
      <inkml:brushProperty name="height" value="0.02646" units="cm"/>
      <inkml:brushProperty name="color" value="#0000FF"/>
      <inkml:brushProperty name="fitToCurve" value="1"/>
    </inkml:brush>
  </inkml:definitions>
  <inkml:trace contextRef="#ctx0" brushRef="#br0">21834 9226 874,'80'-34'-4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7034 5518 874,'85'-28'-298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6975 5725 874,'105'-70'-3,"-140"173"0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7172 13028 874,'-36'84'-6,"-70"12"3,-30-89 2,16-31-2,-35-58 0,34-3 4,18-18 2,26-56-4,52 67 0,1-52 1,31-14 3,25 28-3,48 8-1,29 34 2,13 38 0,21 50-4,6 57 1,-47 13 1,-20 47 2,-20 4-1,-1 48-3,-38-86 2,1 42 1,-22 15 4,-19-33-2,-48 9 1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910 1604 874,'-6'120'-11,"-1"25"8,-5 20-2,5-44-6,2-4-9,4-9-9,-2-21-77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558 1499 874,'109'28'-10,"18"-5"-2,-13-9 9,25-8 3,5-12 1,-55-7 4,7-16 10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737 1193 874,'136'2'-4,"-35"-1"1,53-2 1,-21-25 1,-42 8-2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1124 1064 874,'117'-9'-10,"-19"13"7,-9 14 3,-30 114 0,-118-4-3,-13-35-10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1154 1936 874,'114'-23'-10,"29"-1"6,-49 16-1,-8 4-184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1154 2191 874,'138'-35'-14,"-50"15"15,39-9 0,-37 10 1,-4 8-858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1630 1981 874,'120'-20'-5,"-13"-2"1,-15 2-3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2314 1873 874,'5'-88'-3,"-90"62"0,-23 76-1,34 38 4,43 28-1,78-3 1,66-84 0,-23-76-1,-21-75-5,-32-21-1,-23-14 8,-14 34 1,-3-39 0,12 34 2,-21 278-8,6-53 3,-2 57 0,6-59 1,2-2 1,6 38 5,26-31 8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2912 1258 874,'-131'24'-14,"20"3"8,7 5 9,10 85 0,89-13-3,18-5 2,-10 7-1,-10-1 0,4-14 1,114-47-3,-1-94-1,-16-4-7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2450 1655 874,'124'-41'-9,"-40"22"8,19-5-1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2770 1720 874,'-3'112'-10,"15"18"7,1 5 2,-11-21 3,-18-27-1,-19-196-5,35-9 1,8 4 3,35-51-1,52 24 1,5 61 0,-14 68 4,-125 100-8,-69 8-4,9-23-14,13-32-795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2018 2151 874,'152'-16'-15,"-63"5"10,11-3 1,5 1-3,42-1-9,-27 13-18,-20 8-67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2369 2298 874,'0'130'-11,"-5"23"7,-1-33 4,-2 0 2,-98-90 1,3-59-2,-7 48 0,39 90-1,198-19-3,-29-113 0,14-82 0,14-14 3,-16 140 2,-88 103-1,-82 17 2,-28-94-1,-2-86-859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2528 2631 874,'-69'87'-9,"2"10"9,69-13 1,97-46-4,13-80-4,-14-6-11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3138 1348 874,'-52'113'-11,"-8"28"9,24 3 3,51-27 0,78-40-1,-13-89 3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3120 1614 874,'101'-10'-9,"-12"29"7,-40 69 2,-77 33-2,35-242 2,26 20-8,-6 5-18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3385 1483 874,'-50'90'-6,"-5"32"4,90-28 1,52-63-1,23-58-6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3464 1333 874,'120'112'-11,"-64"-2"8,-50 8 4,-57 34-3,-13-49-2,-8-17-184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3667 2059 874,'103'-115'-11,"-53"20"12,-79-5 0,-65 133-3,29 72 2,60-4-2,116-1-2,-23-65 0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4066 1861 874,'-71'98'-10,"-7"11"6,18-10-2,2-15-432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3835 1951 874,'123'119'-6,"-13"-70"5,-25-13-9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3657 1741 874,'98'-28'-8,"-3"1"1,3-11-3,-12 5-61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3791 1514 874,'93'39'-5,"8"56"2,-98 1 1,-34-9-438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5162 7558 874,'123'-18'-8,"-12"8"5,-25 7 1,55 3-3,-56 3 2,12-1-3,58 1-14,-58-6 6,4 1-8,-2-1-8,37 3-52,-52 0-45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5910 7399 874,'101'39'-6,"-12"-7"1,23 34 6,-126 34-1,-93-7-6,9-19-4,0 6-19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5599 8183 874,'108'6'-3,"18"-53"0,-249 1 0,29 153 1,66 8-1,57 1 0,68-9 3,44-103 0,-45-10 1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6135 8365 874,'-94'81'-6,"4"25"6,14-18-187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5862 8365 874,'96'80'-10,"29"16"-1,-40-29-185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5564 8018 874,'91'43'-6,"35"-6"0,-9-34 8,-23-7 2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5772 7943 874,'105'88'-6,"-69"45"7,-47-33 4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8934 5468 874,'-114'4'-7,"-60"13"7,70-5 0,-5 4-2,-27 4-1,-10 2-4,60-12 0,-45-3-8,46-4-33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8033 5391 874,'-120'69'-4,"20"3"3,102 41 0,112-47 0,12-10 0,7-2 1,-32-12-2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5445 5624 874,'96'0'-5,"33"-3"-7,10-3 7,-54 3 4,0 0 1,50 1 0,22 6 2,-37-2 3,-25-12-1,-7 6-293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6041 5453 874,'90'25'-3,"38"19"0,-44 41 3,-76 0-1,-100 43-13,26-41-32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20330 4697 874,'115'-13'-31,"-13"2"26,10 2 10,7 3-2,-32 5-2,18 0-2,15 0-1,13-3 4,-41 1-2,22 0-3,19 1-1,15-2 0,-13 0-4,-28 0-2,19 0-8,1-3-7,-12-9-7,-27 5-15,0 0-42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21595 4396 874,'128'20'-12,"-39"1"6,8 6 3,-1 6 3,36 20 0,-31 43 2,-117-9 0,-76 9-3,-64-5-9,49-33-13,22-42-574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22147 3974 874,'0'131'-11,"1"19"7,3-9 2,3-6 5,14-22 0,-2-23-17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21819 4014 874,'92'10'-13,"-6"-8"4,25-4-1,15-4 3,3-4-4,-10-3-5,-23 5-9,-4-2-12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5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21730 3642 874,'153'21'-15,"-56"-17"7,19-4 0,3-3 1,-34 0 1,31-3-3,-17 1-12,9-3-8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22251 3521 874,'126'41'-12,"6"11"4,-22 18 11,-64 43 0,-115-25-3,-14-37-293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17692 6980 874,'10'-110'-25,"-1"21"-20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19066 4608 874,'-98'14'-7,"-3"1"3,0-2 2,-39 4 0,51-8 2,-70 6-3,61-7 2,-18 1-1,-15 0-1,42-2-1,-22-1 0,-17 2 0,-9 1-4,3 1-1,16-2-6,-45 3-39,61-16-17,17-3-455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17534 4442 874,'-132'122'-10,"-31"-31"5,70-50 3,-51 19 1,12 8 3,116 17-3,152 1-5,-51-65 3,47 11-13,0 11-14,-36-7-41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1014 729 874,'-8'140'-16,"-1"-38"6,-5 24 1,-1 17 0,3-39 2,-3 16 2,-5 21 1,2-15 0,2-21 1,0-4 1,-2 6 20,42-230-23,-6 37-31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871 1216 874,'35'-104'-19,"11"14"7,22-9 2,20-2 4,0 22 2,63-23 1,-19 55 6,-34 63 6,-72 129-5,-68-25-9,-31 15-3,25-45 1,-36 19-1,6-12 2,-65 38-9,78-41 31,99 26 8,21-17-9,16 0-2,52-33-7,-21-66-7,18-100-3,-42-20-3,-24 29-9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 1365 874,'6'98'-3,"75"-4"1,8-106-1,3-51 0,2-62-1,-34-21 5,-117 49 0,-47 126-3,-17 63 4,56 4 1,100-9-3,58-19-2,38 56-4,-89-29 4,-12 75-7,-42-57 2,-10 13-1,1-21 4,-7-10 13,-9-7-427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 1218 874,'23'110'-10,"-13"-13"6,-4-1 4,18-4 3,67-154-4,5-91-11,-22 20 1,-38 221 11,-39 48 2,24-27 7,111-81-7,13-159-12,-37-7-1,-36 5 11,-157 99 6,-9 121-6,17 27 6,56-14 1,109-9-6,80-69-7,-51-17-7,-33-42-590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3488 880 874,'-62'102'-9,"-17"22"4,15-31 3,52 36 5,122-19-2,-71-5 0,-77 1-2,-49-71-2,0-27-108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3640 1108 874,'-22'119'-10,"-13"36"10,23-20 1,82-38-2,46-181-5,-62 1-2,3-19-2,-10 13 1,1-31 17,-92 235-2,38 6 0,56-10 1,49-93-7,26-140-4,-65 15 4,-12 15 4,43 8-7,10 38 3,13 42 4,-49 107-3,-91-2-2,-44 30-3,15-20 6,53-21 0,90-103-2,10-24-3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5262 502 874,'-13'94'-14,"-7"-3"2,-7 23 2,-5 14 3,-4 9 2,14-53 3,-5 19 0,-9 58 4,25-68 0,10-3 2,48 39 7,98-89 0,-59-67-13,53-32-4,13-33 4,-21 3 4,-24 13 3,-224 161-6,-3 21-2,48-18 8,184-84-6,16-118-6,-27 0 0,-73 212 19,-29-1-5,86-52-2,1-55-294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6327 926 874,'8'142'-17,"-11"-44"9,-6 52 1,-10-19 9,-24 2 3,25-290-10,46 71 1,33-41 4,43 43 4,-13 84-1,-21 95-1,-40 54 0,-45-17-4,-74-179-2,91-36-1,17-62 4,57 27 7,29 123-3,-87 113-3,-37 7 4,8-11-1,60-29-1,64-57-2,11-51-2,27-68-2,-18-40 4,-48 27 0,-89 17 5,-86 106-2,-13 89-1,79-9-1,100-11-2,85-63-5,-36-55-9,-38 0-17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7024 850 874,'85'-31'-12,"96"-18"-7,-88 22-4,-6 11-163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7531 593 874,'-14'141'-20,"5"-34"10,-4 19 3,-2 14 2,-1 0 2,3-34 2,2-20 9,-6 23-1,1-23-4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7367 1086 874,'145'-70'-20,"-48"40"11,13 7 4,-12 1-12,-13 7 6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8112 880 874,'-82'97'-13,"-57"43"-1,15-14 9,52-19 12,116-22-4,81-152-3,-42-24-6,-2-53-1,-37 33 8,-29 250 12,-12-23-20,10-17-8,-2-13-70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8454 819 874,'-121'97'-13,"16"-1"16,170 12-5,36-58 1,-59 53 3,-111 7-9,-53-50-10,34-21-19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8677 502 874,'8'99'-12,"-5"-12"1,-3 21 2,-3-1 2,-6 54-19,-4-27-23,2-50 9,-6 44-58,2-33-125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8484 1000 874,'136'-50'-19,"-33"28"9,24 3 0,-17 2-13,-10 5 0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9383 910 874,'-145'101'-21,"60"-45"12,-4 2 5,-31 28 6,61-3 6,152-84-7,43-105-7,-28-3 0,-55 196 14,-1 6 3,34-39-861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9652 472 874,'-7'163'-18,"-1"-65"12,-9 14 1,-4 5 1,-13 50 0,-2-25-10,14-56-6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9423 1228 874,'71'-130'-12,"62"29"4,-18 52 3,-7 27 6,-5 25 0,-1 116 3,-144 18-6,-94-5-8,30-66 1,5-71 9,85-98-3,77-19-3,103-10 0,-22 60 7,-52 56 5,-1 20-2,25 86 5,-84 17-2,-37 8 2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10483 397 874,'-3'84'-9,"-26"100"-10,3-72 11,5-23 3,-22 67 4,10-2 4,19-25 3,37-42 15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10612 850 874,'-6'106'-10,"-12"7"7,-8-25-621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10726 519 874,'-12'111'-6,"-9"-23"-7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10083 639 874,'-10'89'0,"-3"-4"-21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11148 292 874,'-17'112'-10,"-33"61"-1,14-65 6,3-12 0,-16 54 2,16-20 5,27-14 4,74-26 0,95-101-7,-16-52-7,-56-4 1,45-50-8,-258 66 19,17 131 8,56 24-1,132 23-9,44-81-9,-18-22-17,-23-41-267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11735 412 874,'-83'107'-12,"-12"-27"9,-11-35 4,18-14-22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10913 593 874,'143'19'-15,"-36"-26"3,-7 2-12,-14 0-47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14826 1499 874,'-146'19'-18,"41"-11"11,-60 2-3,1 0 4,57-5 4,-20 0-1,-15 1 1,48-2 1,-36 2 0,-30 1-2,-23 1-3,13-3 0,30-1 0,-31-1 1,-18-2 2,-13 0 1,56 1 0,-20-1 0,-31 2-1,-28 2-1,5 2-2,53-2 0,-42 0-3,-27 2-1,-18 0 3,62-2 2,-2 0 1,-29 5 2,-21 0 4,2 1 0,68-4 1,-42 3-2,-30 2-2,-17-1-2,54-3-1,10-2 1,-28 0 2,-18-2 3,-4-2 2,81 1-1,-39 1-1,-25 3 2,-21-1-3,-14 4-1,26 0-1,50-2 1,-33 0-1,-17-1-2,-14-2 3,67-2 2,-6-2 0,-28 1 1,-16-2 0,7 1 1,62-1 0,-38 5-2,-24 6-1,-10 5 1,56-2-1,5 4 0,-24 7 1,-12 4 0,3 4 1,69-10-1,-28 9-13,-7 4-8,10-2-9,61-11 3,-6 0-54,29-7-35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12836 3549 874,'-95'-15'-3,"-61"-9"0,68 14 2,-51-4-1,47 12 0,-1 2 1,-3 1-1,-48 4-1,-15 21 3,65-5 0,-54 18-1,44-6-1,-16 10-2,12-2-1,16-5 1,-19 13 0,-9 11 1,-5 11 1,37-21 0,-8 13 1,-12 18 0,-10 15-1,9 1 1,25-21-1,-13 24-1,-6 16 2,2 12 0,5 9 0,20-23 1,12-8-1,-4 22 1,0 16 0,6 8 0,21-48 0,1 28 0,5 15 0,10 6 0,10-27 2,6-11-1,9 21 0,8 12 0,7 9 0,-5-56 0,10 29-2,12 15 1,12 11-1,10 5-1,2-10 1,-14-41 0,17 19 0,14 9 0,11 3 1,-14-33 0,3-7 0,19 8 1,15 6 0,11-2 0,10-2-1,-40-38 1,18 6-1,18 1 0,12-3 0,-11-12 0,-24-14 1,22 2-1,13-2 1,13-5 0,-41-14-1,15 0 1,22 0-2,17-2-1,11-5 0,6-9 0,-57-5-1,30-10 1,19-13 0,10-16-1,9-13 1,-33 2-1,-22-2 3,3-11 0,-35 12 0,29-21-1,17-21 0,7-15 0,3-12 0,-27 9 1,-24 14 0,11-20 1,2-15 0,0-10 0,-38 39 1,1-16 1,3-20-1,-3-16 1,-4-13-2,-11 1 0,-21 46 0,-4-22-1,-9-11 2,-13-6 0,-10 30 1,-5 10-1,-10-18 1,-5-10 0,-5-7-1,5 50-1,-7-22 1,-7-12 0,-8-7-1,2 27 0,2 15-1,-9-12 2,-6-7-1,-6-4 1,-6-4 0,13 32 0,-4-3-2,-11-6 2,-9-4-1,-5 2 0,-5 5 0,-34-34 0,-38-16 0,-24 0 0,85 77-1,-40-25 1,-26 0 0,2 8 0,25 19 0,-40-10-1,34 23 1,-43-6 0,82 30-1,-39-9-2,-26 5 2,29 9 1,-21-1-1,9 3 0,-27-9-1,38 13-2,25 4-2,19 1-3,-4-3-826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11501 2283 874,'19'133'-11,"-6"35"4,-11-36 2,-4-36 5,-2 67-1,4-48-3,0 24-2,-2 20-1,2-51 0,-2 32 0,-4 31 0,-1 19 2,2 17-1,2-6-1,0-51 2,8 40 0,3 30-1,4 27-3,-1-50-1,1 2-1,0 41-2,-4 25-1,-4 20 2,0 11 2,-1-96 2,-3 39 1,-3 35 1,1 24 0,0 20-2,-2-10 0,2-84 1,-5 44 0,-7 25 4,-5 15 0,4-68 5,-2-7 2,0 38 2,4 24-1,7 18-1,11 14-6,-3-107-1,5 31 0,-4 17-32,-2-96 2,0-81-6,3 46-32,-9-51-396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11467 3326 874,'-107'60'-1,"96"31"-1,151-6 1,-12-123 0,-62-70 0,-92-11 1,-80 61 0,-10 97-1,74 84 1,115-10 0,47-96 0,-20-138 1,-134 35-1,-69 64 0,-4 89 0,79 40 0,157-65-1,-86-137 1,-152 110 0,146 82 1,29-194-1,-164 127 1,199 33-2,-149-158 2,5 182-628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11492 3355 874,'-52'93'0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11434 3355 874,'89'101'-3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1065 3113 874,'45'112'-10,"3"58"-1,-18-20 3,-21-61 9,-5-5 0,4 57-1,-5-2 2,-58-247 1,55-3-7,19-29 3,25-8 2,21 46 4,44 66 2,-18 129-4,-51 2-2,-11 37 0,-21-5-1,4-249 0,57-6 0,21 57 0,10 114 0,-40 50-3,-27 26 5,18-25-1,41-86-2,42-115-10,-29-23 2,-31-6 11,-74 40 2,-86 135-1,18 112-5,36-35 4,43-26 1,82-73-3,51-90-5,-46 16-7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 2917 874,'-87'90'-13,"-19"16"3,22-26-109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 2706 874,'25'101'-10,"2"78"-1,-18-61 4,-2-20 1,-4-5 1,-1-5 3,1 93-4,-4-77 8,-1-18 1,-6 52 7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 3238 874,'153'-25'-21,"-25"4"5,-11 1-22,-29 6 2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2875 3198 874,'-114'91'-14,"-7"28"7,47-29 6,26-6 4,22 3-1,96-3 3,15-111-4,0-63-2,-7-65-5,-34 53 1,-7 14 0,22-40 9,-64 248 4,-11 29-5,71-24-2,26-41 2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3252 3113 874,'-105'137'-7,"75"-48"6,115 6-2,16-70 2,-58 92 2,-142-25-7,-12-52-8,-1-22-25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3549 2691 874,'-7'151'-14,"2"-54"5,-5 16 1,4-29 2,-6 3 1,-9 62 5,6-60-1,2 2 3,2-4 1,7 17 6,89-76-175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3329 3194 874,'121'-31'-13,"-30"15"5,7 3 2,42 0-14,-41 5-14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3917 3279 874,'-104'44'-18,"13"9"23,16 41-3,209-62 0,-40-128-2,8 183 2,-2-6-3,3-120-3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4163 2661 874,'-16'145'-15,"-3"4"0,11-62 11,-2 65 1,7-53 3,6 8-1,-2-22 2,7 55 6,84-145-5,30-109-8,42 19 8,-41 55 1,-31 100 4,-148 63-4,-61-4-13,-53-55-5,69-32-17,17-42-37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4736 2600 874,'13'127'-12,"-11"-37"4,-3 18 1,-4 15 1,-6 63-3,-3-8-15,1-67 1,-5-7-7,3-16-20,-4 4-42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4744 3526 874,'106'-55'-10,"13"-15"6,-13-37 7,-145 18-3,-51 109 1,-26 108-1,90 5-1,59-22 0,99-63-2,-37-67-3,-8 11-8,2-24-10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932 2117 874,'-80'97'-11,"-37"48"-2,13-14 4,27-28 12,30-4 2,150-69-1,15-29 2,-34 35-1,-67 95-8,-41-15-1,-26 2 6,19-19 0,176-121-10,-41-64 0,-11-27-8,-23 26-22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1024 2223 874,'-17'143'-13,"7"-59"7,-1 11 2,-4 47-3,5-10-6,6-48 1,-4 51-20,4-45-33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871 2821 874,'119'-56'-14,"-33"17"5,17-8 1,-14 5-12,-5 4-1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1475 2609 874,'-121'108'-18,"-9"17"13,44-30 8,209-121-10,-29-69 12,-80 212 4,43-31-4,33-141-9,3-69-6,-36-34 0,-47 52 2,5 20-9,-14-15-5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1560 2254 874,'-7'112'-6,"2"-15"0,1 8 3,4 6-2,5 23-8,10-50-8,2 2-190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1481 2665 874,'98'-36'-18,"6"6"1,44 1-1,-63 12-11,8-4-18,-6 13-497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5280 3144 874,'134'1'-13,"-44"5"8,41 1-3,-40-3-8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5340 3358 874,'133'-1'-13,"-44"-7"6,19 1-9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5355 3570 874,'181'-9'-41,"-69"2"-45,-24 6-654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6460 2631 874,'-109'53'-10,"-16"21"6,33-7 4,52 22 2,113 29-3,15-53 0,-4 29 3,-64 3-2,-80 30-3,-4-34 1,2 0 5,96 14-1,59-87-3,-4-36-5,13-22-1,1-28 0,-18 17-11,12-23-7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6639 2631 874,'-8'143'-9,"-3"-41"2,2-8 1,-8 68-8,2-15-7,8-53 3,-2 51-48,-17-18-26,-1-39-104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6398 3168 874,'90'-24'-17,"10"7"3,23 0 2,14 1 4,-16 2-17,-17 3 9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7100 3113 874,'-123'73'-13,"27"-11"11,10 27 5,188-71-7,49-106-8,-51 17 3,-66 184 19,86-67 0,-24-83-10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7440 2585 874,'-26'161'-17,"12"-66"10,1-3 1,-9 62-1,8-17-8,6-40 0,3 2-8,-3 45-44,1-44-85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7173 3138 874,'109'-39'-21,"-2"8"4,35-4 2,-39 8-22,12-1-13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7955 2993 874,'-26'119'-10,"-18"20"11,21-34 0,156-46-8,-3-120-1,-14-48 6,-127 7 4,-98 40 2,241 32-13,10 7 1,-55 31 12,-73 95 0,-29 14 8,170-184-17,-43-41-8,-35 265 28,8-78-10,1-22-113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1085 4231 874,'-3'104'-19,"-2"1"3,-6 29 3,-3 18 4,-1 8 2,5-25 4,1-27 1,3 0 4,2-24-3,2 10 5,9-9 4,28 2 9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1168 5042 874,'109'-5'-10,"-7"-101"10,-75 17 0,-116 64 0,-23 130-5,47 30 3,36-15 2,67-14 2,66-96-2,-2-30-2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1860 4728 874,'-46'107'-10,"-14"6"5,19-19 8,61 0-1,45-6-4,-27 15 6,-19-234-7,40-9-6,32 85 7,-41 172 3,40-30 6,29-192-10,-29-41-3,-115 241-7,-36 76 2,28-54 1,5 11-6,9-40-9,3 6-8,4-2-9,-3 15-75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2542 4744 874,'-34'88'-9,"9"25"10,46-9 0,46 27-2,-67-32 0,-89-34-1,2-22-6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2761 4306 874,'-1'151'-16,"-4"-57"8,-5 15 1,-7 53-2,-2-12 9,2-6-2,-7 20 8,4-53 2,81-215 5,43 5-9,38 14-4,-17 13-2,-16 5 0,-226 75-2,44 95 6,49 15 1,54-26-2,72-52 0,26-84-4,-12-57-4,-18 8 8,-36 193 5,12-205-4,10 85 0,-25 122-4,-11-204-7,33-13 11,20 102-2,-2 133 3,-24-14 2,46-74-6,-28-83-3,2-50-5,2-45 5,-61 55 4,-158 106 5,14 111-2,88-11 0,92 3-3,53-84 0,22-62-4,-47 1-8,-16-23-819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3150 4637 874,'140'-40'-21,"-8"8"2,-39 10-18,18-3-21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4596 4868 874,'102'-67'-8,"-3"-40"6,-194 90 1,184 108-12,31-83 7,26 9 9,-49 26 1,-108 64-2,-113-24 4,11-73-8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5133 4276 874,'-5'140'-13,"2"-55"9,4 11 0,2 3 2,8 50 1,2-35 3,-4-22 3,-6-5 13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5117 4648 874,'172'-64'-26,"-51"25"11,-36 12-7,13-4-11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5892 4562 874,'-16'120'-6,"2"-29"6,2-7-1,-5 4-184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5862 4306 874,'44'90'-6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6101 4712 874,'-4'128'-5,"12"-246"-7,93 19 12,-11 76-1,8 141-1,-68-28-9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6749 4442 874,'-92'57'-9,"-11"29"7,92 12 2,103 7 1,-32-7 0,-92-4-1,-67-107-3,14-47-621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6885 4095 874,'-1'116'-11,"-9"47"5,4-65 4,0 47-1,6-11 2,-1-48 0,-2 1 3,-5 32 1,3-220-10,86-49 6,26 51 3,45 50 1,-4 31 0,-58 25 6,-108 96-6,-67 5-3,197-115-7,0-99-2,-28 17 10,-111 212 3,43-21 1,76-92-2,31-112-16,-36 26-18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7812 3989 874,'-19'154'-15,"6"-63"9,3 0 1,-7 52-1,7-25 8,26-5 1,104-110 3,-9-44-1,-13 27 0,-92 151-6,-100-36-7,-24-40-2,27-87-7,6-38-803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8228 3959 874,'-36'155'-17,"14"-61"11,2 13 1,6 3 3,5-18 1,6 54 4,20-23 0,33-39 2,86-81-1,-41-38-8,60-49-6,-68-29 15,-207 119-10,23 79-8,35 11-3,14-12-77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7593 4562 874,'-93'3'-10,"-73"15"-3,78-8-3,3 1-272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 5826 874,'-1'132'-18,"-4"-25"7,-3 21 1,-2 17 3,-2 3 2,0-6 3,3-36 4,34-242-20,7 18 16,14-11 3,11 8 5,-15 33 0,69-23 6,-13 102-3,-23 117-1,-58-15-9,-13 68-5,-17-65 2,-10 6 3,-17 42 6,55-270 4,38 25-15,32-42 2,29 34 10,-11 132-3,-49 66-2,-33 76-5,2-27-11,-15-54-21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2549 6072 874,'-142'88'-16,"2"34"7,46-15 9,46 4 6,168-72-4,-14-115-7,4-74 1,-41 33 4,-57 248 7,15-31 0,70-106-12,30-101-8,-30-6 1,-20 17 14,-115 223 7,14-29 1,142-29-3,-3-99-12,35-59 2,-40 25 6,-23 40-1,-27 132-4,-119 43-2,-20-63-12,-23-73-22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2882 5845 874,'-39'64'-192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2491 6087 874,'-41'121'-11,"-20"-21"5,-3-14-290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3764 6370 874,'-22'131'-6,"42"8"4,98-64-1,-15-110-3,45-123-10,-83 65 9,39-88-5,-55 67 11,-7-7 3,9-52 3,-41 81 1,-23-28 6,-107 70 1,12 154-14,42 43-8,50-56 4,9 23 0,10 12 1,2 5-4,2-21-2,-2-22-4,2-1-8,-3 24-33,-3-19-255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3612 5966 874,'14'90'-5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4723 6011 874,'39'140'-13,"-26"-53"7,-7 22 0,-10 20-1,-1-22 1,-7 0 1,-4-1-1,1-8-1,-7 16-8,-3-11-8,-28-16-34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4856 6101 874,'117'71'-8,"-82"64"3,-61-25 1,-33-20 1,-32-11-9,-1-69-6,3-24-187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5235 6236 874,'-73'91'-10,"22"13"11,163-11-3,-20-116-2,-5-28 1,6-61 2,-104 15 2,-130-26 2,53 69-1,7 20-295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5809 5800 874,'-94'48'-9,"-23"31"6,51 28 3,63-17 0,96 35-4,10 0 7,-139-6-3,-75-115-2,18-20-4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6033 5860 874,'-103'41'-10,"-11"31"9,61 52 2,80 5-2,14 14 1,-77-39 2,141-191-17,70-14 3,-65 46 6,-24 11 2,64-37 4,-56 8 10,-120-11 3,-72 88-6,-2 48-2,44 74-5,116 18-2,93-113-1,-45-23-7,-21-69-830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6070 5725 874,'119'17'-20,"-13"-2"6,26 4 0,-37-6-9,9 2-9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6907 5971 874,'-112'55'-12,"-35"19"7,38-5 4,54 16 5,198-81-8,-18-111-9,-42-81-5,-50 101-6,-16-20-9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6872 5438 874,'-35'141'-14,"14"-41"7,0 8 4,-3 52-1,21-31 6,42 14-2,30-38 3,35-40 1,37-56-3,-20-39 0,-32-33 2,-68-42-2,-144 61 1,93 171-4,153 6-9,-24-87 3,3 14-17,-18-38 6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7605 6110 874,'84'99'-8,"-55"2"4,60-12 5,3-85-1,9-154 0,-72 29-1,-22 25 3,4 228-8,14-20 4,23-19 6,81-81-4,-35-136-3,-59-20 4,59 78-1,-32 153-4,-40 16 5,14-250 2,67 99 0,-28 179-3,-13-41 2,71-40-3,-22-57-2,-5-64 1,-37-46 1,-36 19 1,-61-10 2,-86 70 2,35 170-7,98-43-3,39 12-2,-15-8-13,25-5-8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1784 7097 874,'-113'123'-16,"10"25"12,78-4 8,134-29-3,8-21-3,-58 54 4,-68-23-5,-71-9 3,-12-71 2,17-156 1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1973 6962 874,'-7'120'-11,"-1"-32"3,0 21 0,0 20 1,0 10 1,2 3-5,0-42-5,2 4-11,2 49-48,-1-62-62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 7585 874,'139'-7'-15,"-7"0"0,-38 3-11,-8 5-261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2484 7536 874,'-102'76'-11,"-21"29"4,27 3 10,233-187-12,-44-23 6,-27 216 5,-50-17-3,72-83 15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6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2651 7007 874,'-2'84'-11,"-4"0"1,-2 22 0,0 14-3,4 11-1,4-2-7,3-24-6,11 31-39,-3-46-73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2539 7730 874,'120'-93'-14,"18"35"5,-5 53 12,-33 95-1,-93 50-6,-58-33 0,-38-38 9,-14-85-4,78-92-2,42 7-2,49 11 6,71 23 0,-7 55-3,-25 36 0,3 69-2,-101 43-19,-43-44-21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3007 7294 874,'-44'89'-7,"1"-5"-23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3288 7022 874,'-2'91'-11,"0"-8"2,0 24 0,-1 15 3,-1 8 1,3-5 3,5 41 3,4-79 1,10 31 5,27-23 22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3541 7475 874,'-6'86'-9,"0"70"-1,14-8 8,20-55 7,57-164-3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3759 7097 874,'-23'124'-11,"2"48"2,17-69 4,2 51 3,16-19 1,20 4 2,26-49 4,78-58 1,14-120-10,-44-9-3,-199 60 11,44 142 0,61-16 0,121-27-8,-2-117-4,-40 12-14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4432 7264 874,'-127'109'-9,"15"-18"-1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3701 7561 874,'138'-53'-14,"-51"3"6,21-11-15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3554 7173 874,'-10'87'-39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5249 7572 874,'-103'48'-9,"-34"40"4,46-4 5,75 11 1,128-59-2,1-108-1,-43-36 1,7 221 6,-16-18-3,51-99-3,-21-55-5,13-110-6,-36 9 4,-24 28 8,-123 248 5,47 2-11,4 25-1,8-23 2,3-1-2,1 24 1,1 12 1,3-4 5,5-41 5,3-5 10,-4-19-422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5771 7414 874,'-27'147'-17,"11"-51"10,-2 13 2,-4 12 0,2 4 1,2-1-3,3-22-1,-7 52-34,7-64-20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5415 7716 874,'99'34'-3,"15"-10"-9,13-15 2,60-26-4,-102 8-2,18-8-10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6441 7732 874,'-87'-12'-5,"-37"35"0,23 23 3,19 56 1,74-13 1,133-12 2,-34-120-4,-5-80-2,-26 7-1,-17 202 6,-21 59-2,16-41 7,62-101-4,-36-87-3,-5-24 2,2 7 2,65 41-2,-56 161-1,-48 46 1,65-27-2,45-92-4,-7-78-2,-37-26 7,-19-25 2,-60-23 1,-101 46 1,-8 116-4,57 53-1,66 36 0,40-38 1,59-68 1,-27-48-1,1-60-2,-11-1 4,-49 215-1,-20-40 1,57-215-12,-30 28 4,3 14 6,42 55 8,-83 146-5,-8 2-1,31 7 0,62-104-2,35-168-13,-82 32 4,-7-16 2,-9 4 1,-8 38 2,-5-8 3,-5 5 4,-4 7 1,3-37 5,-44 227 4,23-15-15,3 18-2,13 9 0,10 57 0,12-76 4,12-5 1,71 57 4,-7-77 1,8-60 1,3-81-3,-58-22-2,-95 5 0,-58 96-2,79 74-1,73 20-2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7665 7412 874,'162'19'-21,"-53"-38"11,-8 8-13,-13-7-91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8443 6962 874,'-57'87'-9,"-7"-3"6,-8 0-621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8676 7022 874,'-70'142'-17,"22"-43"-7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4699 7113 874,'106'103'-11,"-27"-18"-3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4581 7218 874,'96'87'-11,"17"-28"2,-26-14-58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8713 7777 874,'-25'85'-17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18869 2586 874,'101'-27'-3,"13"9"-11,10 9 5,57 13 2,-73 2 5,-20-1 2,4 1 0,21-1 0,23-1 0,10-1-2,-41-2 0,38 0-3,27-1-1,20 0 0,18-1-1,-22-2 0,-30-1 1,36 0 0,23-1 1,17-2 0,-68 2 1,21 1 2,25 0 0,20 0 1,-15-1 1,-47 1-1,38 0 0,22 0 0,14 0 0,10 2 2,-48-2-1,-21 4 2,21 0 0,11 4 0,-5 1 1,-70-3 0,20 2 2,6 0 2,0-1 1,-32 0 1,-20-1-1,6 2-1,-4 2 0,-8-5 1,-10-5-1,34-25 5,-44 13-23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24164 2360 874,'119'11'-10,"9"18"5,-36 10 3,10 75 2,-99 8-1,-65 2-2,-46-28-5,23-29-20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24721 2282 874,'-14'111'-6,"5"-18"4,46 49 2,80-96-2,-5-92-2,-35-62-2,-30-25 6,-21 40 2,-61 238-6,22-46 0,0 21-2,5-22 1,4 0 0,5 13 2,3-5 2,-1 59 5,-41-8 6,-69-98-2,14-91-3,52-70-3,82-27-4,37 37-6,21 54-5,-11 18-65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2554 4050 874,'34'87'-5,"10"67"3,-21-59 1,-2 6 0,-3 0-1,9 43-2,-7-34 3,-3 12 4,-6-20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2554 4360 874,'55'-158'-22,"1"72"14,74-55-2,-12 68 11,2 38 2,0 75 2,-77 97 1,-75 17-8,-19-65-2,-23 7-2,-14-5 0,-44 22 0,250-78 37,-26 71-34,-24 12 1,-17-8 5,23 6 0,14-59-1,5-97-1,-7-16-187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3435 3596 874,'-151'36'-17,"66"-15"13,-4 3-3,4-3-1,-21 5-11,18-14-33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3180 3461 874,'136'23'-12,"-14"18"9,-37 47 6,-102 21-5,-39-17-1,-54-3-5,21-26-18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3717 4461 874,'144'-8'-13,"-8"2"3,-19 1-13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3701 4662 874,'204'-21'-54,"-115"12"-20,-5 0-22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4670 4578 874,'47'-120'-6,"57"8"4,11 135 0,-59 93-7,-56 24 3,-38-8 9,72-259-11,10 44 5,51-60 2,-3 64 6,22 83 2,-63 82-1,-36 2-3,-2 3-1,51 16-1,20-102-3,24-82-5,-4-36 2,-30 14 2,-171 148 9,44 82-5,38-27 2,188-93-8,-85-31-5,-1-22-20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6216 3869 874,'-23'141'-9,"6"-38"-1,-11 60 0,-1-4 3,11-60 1,3 2-1,3-11-6,1 14-25,-1-16-173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6086 4312 874,'134'-24'-12,"6"52"7,-48 22 4,-15 77 0,-70 3 0,-24-33 3,-41-199-4,65 17 0,20-39-1,57 14 6,15 51-2,-12 54-1,15-6 6,-16 31-299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7025 4289 874,'-112'52'-10,"13"12"4,-16 46 5,79-6 2,132-55-1,35-121-7,-6-47 0,-56 18 0,-53 191 9,-12 29 6,19-37 1,67-116-5,0-59-13,1-47 9,-27 223-3,-54 21 4,20-20 6,94-88-3,-50-148-1,-48 21-2,40 26-2,27 52 0,32 53-4,-38 6-7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8026 4276 874,'-108'54'-12,"14"-3"5,1 6 6,12 32 4,129 6-3,52-113 0,30-94-6,-34 3 0,-21 5 6,-43 211 1,-41-17 0,11-5 2,33 17 3,94-159-9,-36-75-5,-34 19 12,-23 236 0,3-39 2,47-66-4,1-15-107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8186 4003 874,'-32'113'-9,"4"-24"2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8595 3747 874,'9'145'-17,"-15"-42"8,-7 17 0,-6 8 4,6-44 1,-3 10 5,-5 45 0,10-19 5,95-41-84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8836 3823 874,'-4'128'-15,"-7"-32"5,-8 21 2,2-10 1,2-23 2,0 5 3,-4 55 1,43-8 9,91-57 5,31-120-8,-32-25-3,-14-63-5,-59 32 6,-177 47-2,39 142-5,69 38-7,57-44-11,61-12-419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9580 4278 874,'-18'141'-19,"3"-37"10,3 16 3,-2 8 2,5 0 3,2-33 2,1-11 3,-6 64 3,-25-251 1,40-16-17,13-11-1,-4 43 1,13-6 5,15 4 7,58-35 4,61 60-1,-2 78 1,-77 105 4,-191-6-18,-7-47-11,-10-58-3,33-12-29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10350 4293 874,'-124'53'-12,"-4"5"7,30 22 11,210-66-9,-27-56 1,1-27-3,-25 188 12,55-99-4,-18-79-10,43-57 0,-24 25 6,3 58 5,-10 116 0,-119 54-2,-95-30-2,9-31-5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5471 4550 874,'106'-29'0,"-4"-43"0,-143-18-4,-72 154-1,29 22-621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12414 3944 874,'-50'103'-10,"-6"46"4,30-52 3,-13 57-2,13-61 5,-28 59-1,-46-15 2,-56-73 0,50-32 3,18-69-851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11947 4355 874,'-26'-95'-9,"15"-5"8,31 1-1,62-19 0,17 28-6,42 23 7,-7 62 5,-72 88-3,-54 22-2,-28 61-3,8-80-2,-10 36-14,4-37-18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12997 3884 874,'-148'103'-23,"-24"37"13,88-55 7,-29 46 0,34-5 4,47-37-1,14 11 3,13-8-1,20 55 2,51-30-9,22-35-42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12882 4306 874,'-24'89'-11,"-30"92"-8,20-79 14,-15 43-15,7-35-19,-3-16-55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12671 4413 874,'120'-71'-13,"39"27"8,-27 35 5,-34 51 3,-50 53-3,-139-8-2,-34-23-5,21-32 0,11-9 0,-42 4 5,131 59 16,131 13-14,-33-23 2,25-15 0,24-84-1,-50 1 7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12775 4110 874,'92'0'-9,"-7"3"-2,14 0 2,-15 0 3,32 4-11,-27-2-24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13073 3959 874,'109'41'-9,"-2"30"8,-104 45 1,-44-23 1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13452 3884 874,'71'105'-12,"6"73"-2,-46-61 8,0 64-2,-27-8 1,-18-59-1,-18 10-1,-17-2-8,-16-7-6,-48 21-45,26-45-69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13803 4532 874,'136'3'-16,"-32"3"8,-9-1-8,-7 6-97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13788 4759 874,'93'8'-12,"-5"-5"1,8-10 4,39-23-6,-48 7-10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14487 4411 874,'-12'133'-12,"-13"26"9,-7-18 1,0-25-3,-3-22-6,-3-7-186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14406 4269 874,'92'-67'-11,"60"22"7,-64 41 2,41 22 1,-44 32 0,-59 49 0,-105 23-5,-63-30-6,45-57 14,-39 8 4,162 45 2,43 45-2,15-17 0,98-85-10,-90-25-3,3-31-6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15213 3979 874,'-153'-13'-17,"51"8"8,-14 3 2,11 2-3,-45 0-19,49 0-20,14-3-264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14757 3823 874,'114'12'-23,"-11"9"11,5 15 17,-19 13-2,5 32 1,-93 38-2,-46-13-4,-29-10 2,-10-12-297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15204 4623 874,'4'119'-6,"-3"-32"-182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15398 4421 874,'1'106'-9,"18"27"7,44 6 3,32-59-1,-3-57-2,4-126-1,-80 9 0,-64-36 0,-14 30 4,-30 5 6,249 124-7,-5-16-13,-40-6-19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15458 4177 874,'159'15'-19,"-47"-9"10,-17-3 2,67-17-14,-64 5-11,-12-12-377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15785 4079 874,'129'29'-11,"-2"36"12,-86 38-1,-106-6-2,-21-12-437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16083 4577 874,'129'18'-12,"-38"-8"9,51-3-5,-52-1-5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16053 4819 874,'88'16'-12,"1"-10"0,17-11 2,13-18 2,-14 6-13,-17-5 4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16612 4552 874,'-2'140'-6,"40"-15"2,20-42 1,57-46 3,13-51-3,-13-64 0,-61-12 6,-85-26-4,-114 14-1,-34 100-2,90 4-5,0 15-3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18299 5094 874,'-90'0'-18,"-2"-2"8,-29-4-2,-27-2 0,-3 0 3,38 1 2,-32-1 0,44 3 3,-58-1-5,-44 0-3,-42-1-3,24 2-3,14 2-2,-59 2-4,-38 2-3,-26 7 2,-8 4 9,90-3 5,-4 5 4,-27 2 8,-17 2 6,14 1 4,76-6 0,-39 2 1,-15 2-27,4 2-9,92-8 1,48-3-20,7 0-35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2591 5895 874,'86'-39'-8,"33"59"3,-30 86 2,-53 16-2,-28 5-3,-19-38 4,-18 46 11,-10-261-6,54 28-7,15 2 10,57-33 1,-2 137-4,-31 164-8,-56-71 5,-5-15 1,7-172-7,32-1 11,23-31 5,44 57-1,-20 152-11,-46 26 0,-18 13 11,98-172-7,10-110-12,-29 24 5,-33 35 16,-179 201-10,36 5 4,55-15 7,112-114-9,29-140-10,-40 31 3,-31 40 12,-55 177-8,3-6-1,1 25-1,2 20-1,-2 7 3,4-46-3,-10 18 2,-10 7 3,-9-1 3,-10-9 0,8-22 1,-46 11 8,-17-117-4,21-121-13,29 26-21,33 29-19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3933 5574 874,'-158'65'-20,"61"-33"13,-8-3-4,5-9 0,14-1-8,-2-4-8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3612 5468 874,'102'-12'-10,"33"48"6,-42 19 2,-35 70 0,-70-9 1,-51 19-5,14-48-5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4133 6170 874,'97'-32'-9,"7"-43"6,-190 93 2,238 30-16,-35-79 7,-12 0 0,-18 4 13,2 3 2,30 34 3,-137 131-6,-86-21-13,14-95-24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4946 5528 874,'-16'85'-11,"4"-1"3,-1 22 0,0 11 2,0 4 2,2-30 2,-5 57 9,64-283-16,40-14-9,5 50-31,16 45-19,-24 22-81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5779 5725 874,'-108'97'-12,"19"-6"6,10 21 4,30-6 3,66 2 0,74-70 0,17-58-4,9-41-5,3-23-2,-16 3 8,-53 210 16,-19-6-6,52-83-1,-62-167-9,-23-22-3,21 43 6,77 60 0,17 77-2,-45 62 0,-50 52 0,-34-21 0,85-244-10,-16 32 13,62-26 2,-22 143-3,-74 107-8,-2-23-6,-2-10-36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6937 5740 874,'-97'60'-11,"-14"25"12,63 45-1,72-10-1,11-22 1,-49-14 3,98-202-15,43 46 2,38-14 8,-52 18 5,-40-19 5,-187 111-2,-2 97-4,116 35-2,55-55 0,86-83-2,-26-68-4,-19-59 0,-35 24 7,-65 193 4,-26-6-6,60-240 0,10 41-1,53-9 7,26 89-4,-22 122-3,-47 3 4,-6 1 3,82-231-23,-50-19 2,-28 47-17,-10 9-152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8227 6041 874,'-110'49'-12,"-45"31"14,71 1 0,180-80-7,-11-81 0,-16-10-1,-11 184 13,51-37-3,-20-133-6,-36-12-8,3-24 0,-4-1 4,16-40-2,-27 54 10,-48 189 7,-36 93-12,21-97 2,2 62 12,69-52-6,37-108-3,21-98 0,-30 203-1,-42 1-2,63-22 5,3-66-4,15-101-3,-56 4-2,-7-23 0,-12-12 0,-15 19 2,-8 19 0,-14 0 6,-38-14 4,-39 265-11,45 14-5,19-36 3,3 18 3,2 6-2,-4-17 2,2-41 1,-8 6 4,-14-6 3,-13-18 2,-35 13 6,-48-134-6,39-9-4,29-47-617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8955 5713 874,'-2'115'-10,"-11"52"3,5-62 3,-1 45 0,3-14 2,10 19 4,8-59 3,86-146-4,-58-35-8,30-83-8,-22 38 6,4-10 1,5-3-12,-1 7-7,-19 50 2,1-10-32,9 12-624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9214 6054 874,'148'-46'-11,"-30"-10"8,11-66 6,-239 51-4,-20 127-4,26 36-1,48 48 3,86 14-6,35-54-7,41-70-5,2-16-186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8976 5362 874,'-71'142'-17,"22"-43"-5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8306 5725 874,'165'41'-22,"-50"-11"10,-9-1-14,-19-2-43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4207 6167 874,'104'-108'-22,"-1"-21"17,-47 21 7,-41 20-2,-116 45 0,-18 67-4,4 74 0,56 53 7,59-22-1,105-4-3,-3-36-4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10719 6412 874,'-194'-13'-33,"49"8"16,-35 3-3,-39 5-6,-34 0-3,-28-2 0,96-1 7,-69 1 0,73 1-6,-63 0 4,-47 1 4,-30 4 3,24 2 5,61-2 5,-55 5 3,-37 4 3,-21 2 3,92-4 2,-11 3 1,-29 10 2,-7 3 7,42-3 8,64-6-1,-3 2 6,18-3 3,44-7 5,34-17 17,17 6-32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9485 6181 874,'-53'84'-20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2739 7702 874,'-99'23'-38,"-35"-3"38,39-8 2,-67 10-2,69-6 0,-40 66 5,80 55-4,43 17-3,7-66 2,-4 0 2,-3-4 1,-6 38 1,20 15 0,59-31 1,126-34-13,-15-51-7,-76-34 2,29-58-27,-44 15-46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1898 8154 874,'92'0'-13,"-4"0"2,17 0 3,5 0-4,-7 0 0,-14 0-10,-1 0-5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2483 8440 874,'19'130'-16,"-5"-34"9,3 16 1,0 7 2,-4-2 2,8 52 1,-7-28 2,-4-57 1,8 48 6,-71-220 1,13-57-19,22 58 6,7-14 1,11-10 2,7 25 1,40-87 1,4 88 0,59-32 4,17 62 0,-24 92 0,-84 50-4,-87 5-2,-64-27-1,6-41-2,36-14-4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3725 8301 874,'-164'-24'-19,"67"13"13,2 3-4,-32 7-11,37 1-17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3627 8508 874,'-140'-7'-12,"-18"0"5,63 3-3,10-4-422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3746 8453 874,'150'-27'-19,"-47"7"12,43-16-7,-43 11-10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4333 8184 874,'-7'120'-11,"1"15"3,-5-27 12,78-197-10,-2-7 11,64 24-2,-29 172-4,-83-8-1,-32-192-7,58-6 13,91 39 0,-37 102-4,-26 55 0,-45 16-5,-12-21-18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5521 8157 874,'-110'-20'-9,"0"28"0,19 22 7,31 54 5,111 7-4,39-64 1,42-79-3,-34-6 5,-96 197-11,-14 19-3,0-40 6,0 13 1,0-12 5,3-26 0,-9 7 1,-12-9 3,-36 16 8,-59-104-5,15-134-12,35 34-23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5042 7967 874,'122'-17'-12,"-26"10"3,14 2-1,31 0-1,-32 2-6,-25 3-65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5280 7762 874,'158'44'-14,"-5"26"9,-56 45 8,-134-1-2,0-27-4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5683 8380 874,'0'86'6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6244 8434 874,'-86'-87'-5,"-19"73"4,12 93 0,88 42 0,95-78-2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6219 8054 874,'-128'59'-7,"44"54"3,43-6 0,37-4 2,46 25 0,30-26 2,27-46 2,-7-46 1,14-86-3,-43-23-2,-44-71-3,-35 79 3,-20 6 1,-31-21 2,-34 44 2,-12 70 1,19 30 4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6413 8196 874,'0'140'-12,"0"-53"5,0 60-2,3-27 6,1-28 5,14-206-2,-14 21-3,-5-14-1,-6 6 8,-7-34 3,102 155-4,16 58 1,8-40 0,-14-42-3,26-81-3,-36-10-1,-22 2 5,-85 228-6,6-50 1,-6 55-1,7 11-9,5-53-18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7134 7805 874,'-150'-13'-13,"61"6"8,-14 1 0,-10 2 1,8 1 1,-67 2-10,32-10-16,36 1-35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6577 7626 874,'113'17'-11,"23"40"7,-38 11 5,-51 35 1,-48-13-3,-74-1 2,-9-17-184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7351 8441 874,'162'-2'-19,"-58"-5"5,-21 0 1,29-19-14,-28 5-32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7471 8275 874,'0'89'-10,"-1"63"-8,9-27-3,0-41-12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8411 8124 874,'-100'4'-9,"-20"31"6,4 37 1,20 21 1,100 22 2,54-15-3,93-7-6,-39-60 3,8-13-1,-26-8-3,41-17-15,-50 4-22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1898 9044 874,'132'-8'-12,"12"2"-4,-49 0 10,77-7-5,-40 3 6,29-1-2,-18 3 1,-10 0 0,37-1 0,33 0 0,25-1-4,-72 3 2,35-1-2,30 1 2,22 3 1,-23 1 1,-39 3-1,43 3 0,32-1-1,18 4-1,-74-1 4,19 2 0,34 4 1,25-1 1,-12-4-1,-62-3-1,46 0-3,26 0 0,15 4-29,8 5-7,-52 1-7,-35 0-7,26 5-4,16 4-3,10 0-1,-87-7 3,28 1 7,22-1 7,7-2 15,-34 2 7,-38-3 7,12 10 6,-8 0 5,-32-3 4,-47-5 4,12 1 1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3180 10019 874,'113'-2'-6,"-11"-4"-3,15-3 3,15-4-2,-40 4-11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3314 10413 874,'137'-19'-12,"29"-11"4,-81 12 2,23-4-10,-23 6-587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4029 10161 874,'148'0'-12,"-52"0"5,26 0-7,-9 0-1,-26 1-22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5131 9920 874,'27'109'-10,"-5"39"5,-4-26 6,60-255-7,-15 4 9,49 47 0,16 123-5,-27 115-3,-92 10 6,-59-61 0,-30-195-3,104-54 6,72 9-3,22 62-2,5 79 0,-31 83 1,-48 7 0,-34 41 3,-7-43 5,-19-7-633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7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6548 10103 874,'-122'-9'-8,"-22"29"3,35 18 3,-5 45 3,156 13 0,62-112-3,-1-70-4,-21-63 6,-39 44 0,16 246-4,-26 39-6,-11-56 4,-1 8 3,-8 4 2,-5-43-1,-9 4 4,-17-1 1,-44 48 5,-29-93 1,6-71-2,54-139-9,24 75-6,24-14-13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18749 9241 874,'33'119'-11,"11"21"12,25-10 0,43-134-5,-23-123-6,-44 38 4,2-17-13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18812 9859 874,'111'43'-8,"17"35"3,-43 1 3,-51 17 1,-81 28 0,-37-33 0,-57-53-3,44-22-6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19366 9951 874,'-112'37'-9,"-31"42"4,43-5 4,58 35 3,188-10-11,-64-54-3,27-6-19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6732 10056 874,'-13'120'-7,"9"52"1,11-81 4,12 38 1,20-38 3,99-69-2,-30-150-5,-39-14-4,-40 51 6,6-49 4,-24 244-2,-9 40-4,2-56-3,16 29-13,-4-31-29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7524 10508 874,'-96'83'-11,"-23"32"7,43-25 6,36 7 7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7233 10539 874,'83'100'-13,"26"30"6,-22-38-5,-3-4-27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6711 9875 874,'89'17'-10,"95"21"-9,-78-18 7,-8-11 0,-13 0-10,3-2-7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7054 9709 874,'96'65'-10,"3"21"9,-45-1 2,-81 28-2,-60-34-21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7531 9709 874,'122'80'-10,"-17"-7"7,-16 7 2,33 69-3,-37-11 1,-43-33-1,-13-17 1,-8 6-1,-12 32 0,-15 23-3,-17 15 0,6-54 0,-19 34 0,-21 12 0,-22-12-15,-24-43-7,13 6-30,-5-44-27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5115 9452 874,'-97'117'-17,"-17"59"3,59-64 8,12 16 3,16-27 1,15 6 0,9 1-3,7-11 0,22 27 0,27 15 1,31 3 0,-25-43 2,36-3-1,42-20 0,-47-27-6,23 22-9,-28-48-542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8171 10479 874,'42'118'-7,"-5"-16"2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8469 11046 874,'88'-62'-9,"-9"-55"5,-22-1 1,-13-19-3,-23 48 2,-5-18 0,-4-11 1,-5 23 1,-3 6 2,-8-10 1,-6-2 0,-2 5 1,-11-28 4,-70 47 3,29 193-12,61-19-2,10 6 0,1-19-1,11 32-2,10 22 2,9 17-1,-7-40 3,2 8-1,1 6-6,-6-14-7,-5-25-4,1 0-25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8916 10903 874,'33'-93'-9,"5"-42"5,3-18 1,-13 34 1,-13 6 3,-21 198-10,10 3 9,7 4 1,5-5 0,15 25 1,78-84 5,-46-128-10,-11-51-2,-28 61 2,2-48 4,-56 270 2,42 22-6,4-69 4,14 27 2,54-62 2,15-163-2,-14 96-4,-80 110-1,-6 36 0,-6-39 4,-63-205-4,74 12 1,30 15 0,62 10 1,24 37-1,-18 31-5,-14 13-59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9604 9972 874,'-120'-18'-15,"29"12"8,-11 2 3,-4 1 3,19 2 0,-31-7 9,25-4 9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9170 9754 874,'150'56'-15,"-23"25"7,-60 7 12,-52 2-2,-60 0-1,-38-5-851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10063 10253 874,'93'-5'-12,"74"11"-1,-81-1 5,14-2-12,-16 6-576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10094 10508 874,'154'8'-12,"-26"-3"-8,-33 0-6,-7-1-13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22525 7852 874,'-71'101'-6,"-24"0"0,-29-21 5,15-45 0,-23-39 3,45-4 2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22237 8405 874,'-64'91'-10,"14"18"10,33 15 0,47-15 0,73-20 0,-14-68-1,8-102-1,-44-58-1,-46 9 0,-62-22 2,-37 29 1,-15 55 1,15 48 2,8 129-2,123-12-2,141 19-12,-88-60-8,16-14-14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10749 10493 874,'121'-11'-7,"-36"1"-1,14-5-1,-2 2-8,-12 1-171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11256 10177 874,'44'102'-9,"-8"46"7,-25 8 4,9-288-14,38 24 15,45 58-1,-15 142-3,-40 4 1,-29 20 2,-39-201-6,24-27 5,28-21 3,73 38-2,-13 131-3,-22 63-1,-36 11-2,-32 29-6,-5-48-8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12425 10158 874,'-96'-15'-7,"-36"36"4,31 70 3,79 33-2,72-37 1,57-79 1,-24-61 0,-25-34-4,-22-13 2,-9-26 2,56 194-3,-39 103-5,-16-11 0,-18-57 5,-4 7 3,-6-11 1,-10 49 5,-61-26 2,-76-117-3,25-98-12,38 22-22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12641 10785 874,'88'-92'-15,"-9"-21"5,-18-10 5,-22-42 2,-35 53 0,-9 10 2,-29-78 0,0 83 2,-8 8 3,-51-10 2,23 267-9,76-70-3,2-4 0,10 31-2,8 23 0,6 9-13,-8-47-8,8 5-8,8-2-7,3-21-5,-2 4-72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13134 10117 874,'-77'103'-11,"33"35"7,44-8 2,32-29 2,67 5-1,14-98 3,-2-65-3,-25-34 0,-27-29 1,-52 205-2,16 14-1,36 15 2,60-84 5,-61-157-3,-100-30-5,-19 47 1,-15 28 2,193 81 14,23-18-10,4 34-3,-27 62-2,-63 26 0,-57 6-4,-70-5-8,-20-12-23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14118 10321 874,'-42'101'-6,"31"25"1,46-19 4,92-51-1,-10-77-6,-20-56-1,-41-68 3,-44 14 5,-62-27 4,-15 46 2,-59 15 1,6 48-1,-23 66-1,44 95-4,183 48-8,26-76-2,-6 10-19,-8-41-2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14891 10432 874,'89'2'-10,"85"7"-5,-82-13 5,40-28-7,-48 18-19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15168 10298 874,'-9'122'-10,"-7"17"-4,2-39-12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16035 10197 874,'-90'-26'-6,"-42"30"2,24 32 2,1 62 0,77 30-1,90 41 0,32-44-5,-4-62 3,22-20 0,-22-3-9,21-10-1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12805 8954 874,'120'19'-11,"-27"-11"3,30-2-2,30-2-2,15-1 1,-48-2 2,45 2-3,-49-2-3,60 3-3,45 3-2,36 5-3,-14 1 3,-47 0 2,46 6 1,24 8 7,7 2 11,-77-6 5,4 2 3,13 7 6,3 8 3,-20 2 0,-52-8-1,15 13 0,3 12 0,-14 10-2,-40-13-3,-16 4-2,-7 13-1,-17 11-2,-19 5-1,6 60 2,-41-37-6,-3 21-4,-4-19-1,-3-3-1,-3 28-2,-2 20-1,5 10 2,-3-59 0,11 26 2,7 10 1,5 2 3,4-6 2,-4-19 3,-4-34 0,-4 0 0,1 39 8,-44-28-3,-133-17-7,52-71-10,-78-5-7,45-14 5,-37-5-3,-9-1-1,40 1 0,-56-4-9,-41-4-3,-31 4 0,61 7 3,-7 2 0,-36 6-29,-16 1-6,-4 1-5,5-1-4,92 0-3,-16-4 2,-1-4 2,46 2 6,19-1 6,11-5 6,34 4-1,-6 0 2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2239 9679 874,'-60'119'-16,"28"-21"7,0 18 2,10-32 2,-2 11 1,5-10 1,-10 98-2,20-77 6,11-7 2,24 25 7,77-61-2,20-74-5,25-105-8,-53 28-18,-48 1-573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1988 9876 874,'136'-69'-18,"-37"32"13,12 8-1,-17 6 1,36 3-13,-32 7-25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2047 9951 874,'134'5'-17,"-36"-5"9,23-2-2,-14 1-3,-21-1-23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2494 10406 874,'-21'92'-14,"3"-2"2,-2 24 3,2 9 3,6 3 3,4-8 4,5-23 2,18-213-11,-1 19 4,9-23-1,8-1 2,-5 31 6,38-66 4,25 35 5,26 68 1,-41 140-1,-172 80-23,-66-22-9,45-92-17,19-14-179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2955 9693 874,'-55'127'-16,"21"-37"8,0 20 0,3 10 2,7 3 2,-2 57 1,18-26 3,22-41 9,65-86 13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2954 10115 874,'-43'117'-11,"-7"45"3,30-3 12,113-111-4,7-179-11,-48-19 1,-25 13 11,-34 5 4,-111 80 5,17 173-5,99-8-4,68-10-2,65-117-1,-12-15-7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3286 9754 874,'14'160'-16,"-10"-61"7,-11 22 0,-17 21 0,-17-7 3,4-28 0,-44 22-1,27-43-12,11 4-11,-41-6-527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3346 9317 874,'-161'21'-22,"35"-1"6,-36 8 1,-17 1-1,28-5 3,27-7 5,14-2 7,17-9 8,0 1-1,-43 26-1,45 79 12,56-12-13,10-5-1,5 0-3,-5 42-4,-9 31-5,-10 26-2,-8 19 0,13-57 4,-3 12-3,-4 16 5,12-1 6,15-29 6,8-44 0,18-10 4,69 36 11,28-85-5,-10-47-14,32-16-4,28-7-4,22-5-3,-57 6-18,25 1-8,7-4-9,-24-4-5,-27 6-26,-1 1-52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10260 10965 874,'-106'7'-6,"18"-28"-437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 11822 874,'-16'129'-8,"-4"43"0,16-76 5,8 2 1,7-7 3,13 52-2,7-30 1,43 7 4,19-62 0,2-105-3,-22-102-9,-40-5-2,-29 53 8,-9-4 0,-6 1 3,-10-44 1,-20 31 5,-66 35 5,38 196-10,89-13-5,67 2-5,-10-19-62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2161 12183 874,'-91'30'-6,"-2"-11"5,-9-10 3,15-6 0,2-11-442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2175 12410 874,'-99'41'-7,"-38"-2"1,12-11 11,38-16-5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2359 12227 874,'-82'126'-5,"47"-8"2,45-13 3,78-2 0,1-105-1,-2-82 0,-34-36-1,-44 27 1,-18 2 0,-18 7 1,-71-40 1,9 91 1,5 21-52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3284 11505 874,'-35'125'-8,"8"-30"-2,-6 18 2,-6 15 1,9-22 1,-2-8 2,-3 4 0,6-14 2,-12 38-4,-6 28 0,0 18 0,14-43 3,1 8 0,11-49-11,1 34-7,2-28-8,1 20-53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3807 11882 874,'-149'-14'-11,"39"56"4,7 32 0,-4 61 5,41 9 0,62-7 4,79 12 0,32-49-2,51-76-11,-54-18-13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12093 874,'140'57'-24,"-47"-23"5,58 13-33,-60-19-13,-4-3-215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3652 12487 874,'-7'113'-12,"8"-30"7,-1 17 0,-3 12 1,-4 4 1,-7-6 3,0-19 1,-15 6 2,8-190-8,31-44-5,3 38 4,3-14 1,7 0 1,-4 27 6,43-50 9,49 68 4,-83 182-5,-83-13-14,-56-10-37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4267 11851 874,'-61'96'-9,"-24"78"-3,20-10 1,38-69 7,-14 85-9,25-58 2,10 3-7,2-26-8,21 31-36,-3-44-65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4178 12399 874,'-7'108'-6,"17"-22"2,18-1 3,111-19 1,-50-157-4,-96-37 2,-39 15 3,-66 21 2,39 176 1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4372 11988 874,'59'116'-13,"-24"-23"3,1 24-1,-6-21 3,-7 3 1,-2-6-11,-9-6-6,-8 23-11,-13 0-8,-2-20-5,-29 5-66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4625 12349 874,'133'1'-12,"-16"7"-4,-20-1-10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4655 12516 874,'148'26'-15,"-62"-19"11,46-9-5,-38-3-5,-8-3-810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5196 12388 874,'-15'92'-5,"8"35"5,71-20-1,82-90-3,-15-74-4,-50-33 3,-60-17 6,-93-17 0,-25 52 0,-10 20 1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6503 12395 874,'172'3'-23,"-58"2"12,11 4-3,-6-1-5,-19-2-11,4 2-18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12666 874,'183'-18'-32,"-57"9"30,13-3-5,-16 0-10,-19 3 9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7024 12213 874,'115'120'-19,"-43"-30"7,-12 11 8,-25-2 6,-30-10 0,-26 28 2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8211 11886 874,'-91'-36'-5,"-47"62"-2,8 92 1,89-31 2,-2 61-3,32 1-2,31-39 6,19 10 0,9-18 1,69 54-6,47-88-12,-73-38-12,-5-62-373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7739 12198 874,'130'74'-17,"-27"-30"5,14-4 2,3-16-9,-22-1-9,9-7-21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8292 12664 874,'9'113'-12,"-2"-21"4,4 18 0,2 17 2,6 5 1,-4-7 9,-8-21 2,-87-207-11,69-50 0,22-5 0,13 47 3,11-3 1,-5 27 2,49-58 4,33 85 6,-24 186-3,-103-35-6,-88-35 1,-18-101-1,69-39-437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8998 11957 874,'-78'131'-24,"34"-24"12,4 24 5,10 16 1,13 7 2,5-25 1,12-26-6,3-6-11,21 20-33,-7-31-109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9079 12467 874,'-12'130'-13,"16"-41"7,9 9 5,23 45 1,41-57 0,43-133-3,-66-131-2,-50 18 0,-25 73 2,-67-65 6,-41 70 3,31 75 0,61 106-2,81 19-3,47-43-4,51-90 1,-46-5-2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9259 11988 874,'73'99'-15,"-17"-14"5,2 24 1,-2 16 3,-16-6 1,-12-27 2,-12 6 1,-4 79 2,-27-69 2,-10-1-2,-22 46-4,4-47-7,0-20-281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9765 12470 874,'136'9'-9,"-35"6"9,-16-3 0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9795 12742 874,'128'16'-12,"-38"0"6,-6-1-6,0 7-174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10451 12534 874,'-4'94'-10,"7"54"6,4-60 4,13 32 2,40-245-14,-16-11 2,1 7 4,-2 25 4,63 184 13,-88 14-14,6 47 6,-10-43 4,18-221-8,-8 2 6,37 32 2,41 182-9,-62-4 7,-1 24 4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11415 12540 874,'-114'-77'-6,"-18"105"2,42 98 0,86-31 1,65 16 2,44-148 1,-51-91-5,-28 5 0,31 227 0,-41 13 0,-4 16 0,-5-37 1,-7 12 1,-11 8 3,-15-8 2,-27 24 5,-41-206 1,59-37-14,47 23-821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11419 11942 874,'12'120'-7,"-3"-30"-1,-1 18 3,-2-17 1,4 81-6,-2-5-7,-1-60 1,-1 8-40,14-20-16,-2-9-344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12014 11776 874,'-51'107'-11,"-19"78"-4,34-54 6,6 23 0,9 13 1,8-54 2,6 46-3,3-54 1,11 42 2,14 27-1,3-30-17,5-13-6,-10-46-8,21 22-6,-8-10-38,6-11-48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12060 12996 874,'77'-99'-11,"0"-45"4,-10-5 6,-30 42 1,-17 11 2,3 217-1,-16 46-15,3-60 2,9 6-6,-2-25-7,32 33-48,1-35-103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12581 12810 874,'98'-2'-14,"-13"-5"6,7-12 3,-8-15-3,16 0-12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13200 12379 874,'-98'146'-10,"54"22"1,41-76 7,15-1 2,26 42-1,24-44 1,61-72 3,-4-82 0,-45-29-1,-17 186-5,-15 19-2,77-60-3,-72-189 8,-78-13-1,-15 48 7,-61 30 2,51 181-1,160-91-10,19-42-5,41-19 5,-12 44 7,-66 39-2,-69 85-1,-49-16-1,-34-11-10,-22-21-37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14111 12712 874,'-46'109'-10,"7"21"6,23-31 2,17-14 3,62 19 2,24-127-3,-14-67-3,-22-73-3,-33 38 2,-37-10 7,-47 15 0,-55 64 1,59 149-3,73 16-5,120-16-12,-35-39-17,-11-61-251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14325 12198 874,'85'150'-21,"-39"-50"12,-1 18 1,-6 11 2,-13 11-4,-17 3-5,-11-19-7,-4-24-11,-4-11-7,-33 21-47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16415 11853 874,'-113'-35'-8,"18"13"-2,-23-6 0,-21 0 0,-17-2 0,-14 4 5,61 7 0,-40-1-2,48 7 2,-35-1 0,-39 1 0,13 2 0,15 3 2,-47-5-3,-35-7-2,-24-4-5,80 8 1,-34-4 0,-34 2-1,-17 3 5,-13 4 1,6 3 6,71 2-1,-50-4-2,-37-4-4,-29-4-5,60 5 0,14 2 2,-33 6 5,-8 4 6,8 3 9,90 0-1,-30 6 6,-18 2 2,-15 0 0,39-4 0,22 0-1,-25 0-3,-3 8-2,13 4 0,67-4-3,4 6 4,11 6 0,17 10-1,-33 36 8,32 37-4,35 19-5,29 24-6,24-48-4,1 3-2,-7 88-5,5-57 3,0 16-2,3 11 1,5-26 2,3-19-1,11 13 3,11-2 3,11-8 3,27 43 4,65-13 2,9-52-3,-43-60-5,27-7-4,19-5-2,-38-10-1,20 1-1,19-2 1,16 2 1,-4-2 0,-33-5 1,34 0-1,31-5-1,26-4-1,-49-2 1,15-4-3,37-2-2,22 0-2,10 2 3,3 2 7,-85 0 1,31 2 2,22 8 1,15 6 1,-31 1-1,-29-1 0,34 8 1,25 5-2,23 4-4,-76-9-2,32 8-4,36 7-3,25 2-2,-21-3 3,-51-9 0,32 3 6,17 3 7,9 1 3,-67-8 3,22 2-1,47 11-9,46 10-11,-107-19-18,-77-13 10,16 5-37,-49-8 7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14468 11806 874,'132'104'-31,"-35"-3"13,12 34 3,-3 25 3,-33-46 1,-5 24 0,-13-17 4,-11 10-6,-7 37 8,-14 26 2,-17 15 6,-2-73-1,-17 27 2,-18 5 2,-14-11 3,4-30 2,-6-31 0,-19-2 2,-25-8-5,-28-16-3,33-22-2,-37-5-3,-44-6-4,-35-7-8,70-12-14,14 2-22,10-10-1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1037 533 874,'19'153'-20,"-11"-40"9,-3 25 1,-2-21 1,-6-4 2,-2-6 2,-1-6 0,-5 27-16,2 8-8,2 2-6,3-23-7,7-22-5,-2 6-71,9-15-393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826 703 874,'46'-113'-11,"59"10"7,5 36 2,-15 33 2,30 41-1,-38 51 3,-80 114-7,-54-44-5,11-41 0,-25 17-1,-20-2-20,14-12-22,-16-1-55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1155 1531 874,'-7'107'-5,"51"-18"4,65-100-2,-24-52-3,-12-27-3,-27-19 9,-68 18 3,-72 67-2,-32 57 2,39-6 3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1662 1031 874,'-135'129'-14,"59"2"17,86-30-3,101-7 0,-53 11 1,-86 30-6,-90-43-15,30-68-111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1854 1227 874,'-19'158'-17,"5"-70"11,-14 45-2,0-42 0,-5-7-111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1812 970 874,'-14'90'-5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2207 656 874,'-19'159'-25,"-2"-38"11,-3 19 5,-4 6-9,4-9-7,7-41-4,1 12-5,0 47-57,7-67-36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2018 1349 874,'108'-84'-13,"42"40"5,-36 43 5,-4 78 4,-82 16-2,-36-3-2,-27 3-16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2426 955 874,'-12'102'-7,"2"-17"-2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2539 1346 874,'4'98'-9,"42"27"9,75-83-2,5-91-4,-77-69 8,-158 53-3,13 44 2,114-80-5,95 44-8,20 18 1,-49 35 8,36 19 7,-45 91 2,-59-14 0,57-198-12,10-18 10,28 103 2,-102 146-3,-32-40-4,-14-2-30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3711 895 874,'-119'99'-17,"12"-10"14,57 3 8,145-1-6,17-47-1,-28 58 9,-165-8-10,-51-43 1,37-19-2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4523 918 874,'-97'86'-12,"-42"46"0,43-29 5,23-7 10,49-6 1,111-71-2,6-66-6,67-74-13,-76 18 7,-17-32-25,-23 46 3,22-27-71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4601 458 874,'-14'97'-15,"0"-9"5,-9 20 1,-5 7 2,-18 53-2,3-23-15,9-13-36,35-38-14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4923 458 874,'-42'142'-15,"11"-51"8,-3 9 1,-9 50-11,16-51-14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4923 1219 874,'153'-26'-20,"-67"12"11,76-12-2,-5 5 8,-60 9 4,0-3 0,39-11 4,-42-25 6,-86-51-1,-93 4-8,-10 1-3,10 12-111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5616 895 874,'-14'120'-10,"-11"-20"5,-8 1-5,-5-6-2,-2-11-70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4715 1472 874,'137'-30'-17,"-36"15"8,22 2 0,9 4-3,-34 2-4,-5 6-7,59 1-45,-49-4-21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5093 1242 874,'-89'78'-11,"-61"38"0,13-16 5,41-31 6,68 22 5,200-72-11,-20-38-9,-53 5-13,-13 10-21,4-17-13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5952 1000 874,'-32'118'-8,"2"-31"1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5977 1363 874,'-44'90'-6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1183 2193 874,'120'-24'-11,"-27"10"2,29 0-2,-29 2 3,16-1 0,1-2 1,-2 2 1,49-6-4,35-1 0,29 2-3,-69 4 2,39 2-1,38 2-3,31-1-1,-11 2 2,-52 1 1,51-3 0,35-5-1,24-2 2,-79 4 2,16 0 1,37-1 4,21 2 3,-14 5 3,-77 3-1,37 2-30,17 3-8,5 3-6,-71-1-8,-15 2-4,-12-4-5,-50-17-1,-36 6-21,0 6-48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3011 3122 874,'-110'43'-11,"-34"75"-2,28 5 4,36-17 9,16 19 2,96-24 3,74-92-2,50-123-13,-77 6 2,-20 6 0,-13 8 1,-10-28 0,-11-16 4,-9 1 3,-6 46 1,-2-5 5,-3-30 9,-2 291-5,2 18-18,-1-58 3,4 6 1,-1-36 3,-1-2 2,6 0 1,34 21 10,42-189 10,-58-10-211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3404 2676 874,'-19'159'-22,"-7"-4"3,-5 6 11,11-66 9,4 0 4,8 36 1,125-39 6,45-156-15,-42-69-9,-39 36-26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3150 2805 874,'149'-82'-21,"-52"51"12,-8 11 3,43-4-15,-45 23-11,-2 2-274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3299 3073 874,'113'-44'-11,"6"5"3,3 5 2,-35 10-5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8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3776 3131 874,'17'131'-12,"-17"37"8,-5-74 4,-7 52-1,-1-35-1,-68-203-4,53-58-4,27-5 1,34 13 3,52 3 9,4 57 5,43 48 1,-32 56 0,-82 102-4,-65 7-13,-112 9-5,61-110 2,-7 15-21,18-52-38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4296 2543 874,'-46'104'-11,"-26"68"3,35-64 4,7 6 1,1 45 0,25-25 3,69-35 2,43-134-1,-23-3-6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4508 2884 874,'-71'97'-10,"21"1"9,38 26 2,59-35 0,65-89-4,5-92-4,-38-35 3,-51-39 2,-43 58 2,-111 22 5,-4 112 0,37 72-3,109-12-1,122-53-8,-43-64 0,30 2-23,-38-30-565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4859 2540 874,'68'136'-14,"-45"-47"6,-9 2 2,-12 63-2,-32-4 4,-20-49 0,-36-4-1,3 8-4,0-39-6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2510 3695 874,'87'-8'-14,"13"-3"0,36-1-2,26 0 0,28 0-1,-32 3 3,-7 2 1,4 2-25,-16 1-12,41 0-6,20 3-5,9 2-4,-8 0-2,-43 1-1,-41-4 0,14-7-57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3870 3830 874,'-10'113'-12,"2"-22"4,0 15 2,-4 9 1,-6-1 4,5-26 0,-15 51 4,-87-122 0,58-111 0,-47 6 3,-55 81-7,45 32-3,15 118 9,124-39-4,119-39-8,-36-68 1,64-30-6,-77-18 8,0-18 1,46-61 1,-34 3 7,-89 248 20,-32 15-23,52 3 1,69-99-2,-11-86-5,12-124-8,-44 18 6,-64 0 11,-41 60-1,-87 55-2,10 46 2,8 46 2,47 86-4,199-38-7,-20-109-3,36-40-5,-52 15-13,-11 16-21,-3-27 4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5073 3461 874,'133'-4'-12,"41"15"3,-73-2-5,-14 10-414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5087 3703 874,'126'13'-11,"-33"-6"3,27 1-2,-17-3-9,-10 1-6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5803 3794 874,'37'-120'-11,"-1"21"5,5-1 4,21-24 4,-7 34-2,45 47 3,-71 142-6,-32-16-2,-11 48-2,-31 18 9,22-253-13,61-22 6,37-15 10,-8 50 2,16 99-1,-32 144-5,-45-53-3,-5-13 0,-18 34 7,11-246-17,60-33 7,16 29 17,36 83-7,-60 196-1,-47-59-8,-2-2-3,2-4-12,-8-2-11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7158 3098 874,'-111'53'-7,"-39"51"-1,53-18 6,12 51 5,131-52-3,78-143-4,-18-37-5,-2-49 7,-59 280-5,-53-52 4,-8 92-1,2-73 6,-9-1 0,-9-11 0,-32 33 4,-71-42 0,32-80-6,13 7-1,-3-22-13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7143 3801 874,'80'-91'-7,"29"-60"-6,-30 25 10,-16 1 3,-34 34 1,-3-13-2,-6-6 0,-12 1 1,-11 12 2,-22-26 2,-65 77-2,-30 126-3,80 93-4,44-57 0,5-22 1,9 3-1,8 19 1,3 11-4,-5-2-2,-7-21-7,-8 33-39,-9-46-75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7914 2963 874,'-91'72'-17,"1"13"22,62 13-4,63 3-2,55-32 3,-53 38-4,-143-10-3,3-62-4,17-16-31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8107 2978 874,'-57'129'-11,"-20"23"11,37-4 1,147-106-623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8265 3034 874,'-28'113'-11,"-25"32"8,4-58 4,88-174-15,46-36 7,-9 27 12,16 13 1,17 90-2,-101 131-3,-26-3-8,-16-11-8,10-40-15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8093 2722 874,'-25'98'-6,"5"-11"-23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8700 3066 874,'-15'124'-11,"-16"24"8,8-34 2,45-20 4,65-65-4,19-71-1,8-89-4,-42-35 5,-43 40 1,-51-21 1,-65 11 0,0 66 2,-48 55-3,9 62 1,78 89 1,107-22-4,27-66-3,13 18-12,-11-39-172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9214 3011 874,'113'-12'-10,"19"14"5,-42 4-2,-3 4-289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9199 3276 874,'116'-7'-11,"54"-25"0,-37-6-5,-31 9-14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9989 2936 874,'-52'88'-9,"-4"15"8,48 18 2,109-36-3,7-53-2,-1-39-1,-4-23 2,-2-43 5,-43-66 3,-124 16-3,-41 44-2,12 58-3,8-8-6,0 22-5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12705 2581 874,'-12'150'-13,"-18"18"6,6-43 7,17 14 5,33-17-4,74-68 0,4-76-2,25-101-8,-71 37 6,23-54-1,-28-15 7,-71-1 2,-88 60-3,-5 73 0,-17 73-1,42 30 0,95 54-1,162-65-6,-86-39-4,23-28-16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13371 2820 874,'144'10'-16,"-48"-10"14,1-12 0,-9 4-6,0-7-16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13341 3086 874,'129'7'-11,"-42"-24"4,19-20-2,-14 9-8,-5-6-3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14035 2815 874,'-31'120'-6,"30"-11"4,119-16 0,-18-98-2,27-83-2,-26-36 2,-56-1 6,-57 17 0,-77 36-1,-64 59-2,22 45-1,29 48-9,32 1-20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15130 2803 874,'-40'92'-8,"-1"28"8,68-16 0,76-89-3,1-47-2,19-71 2,-44 7 4,-83-1 1,-125 41-4,-1 45 0,19 30 3,208-51-13,9-8 5,-10 3 0,68-18 13,-61 52 0,-73 96-4,-55 32 4,-2 0 4,65-16-6,74-130-6,14-84-7,-55 12 2,28-60 4,-51 38 6,-122 260 3,47-17 0,95-30-3,22-73-436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16619 2404 874,'-57'155'-13,"-23"21"9,15-38 4,28-249-44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16627 2389 874,'15'126'-10,"-12"-13"3,-5-1-4,-12 33-4,6-46-21,-9-14-752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16336 2390 874,'137'-10'-15,"-37"15"5,21 2 0,-31 0 3,5 4 1,-10-1-7,39 11-28,-40-6-48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16865 2403 874,'-112'-4'-6,"14"29"2,3 36 2,11 57 0,54-33-1,6 61-4,62 6 6,76-26 2,5-64-1,55-58-1,-82-27 1,-7-16 1,26-34 0,-38-73 0,-62 53-2,-16-6 1,-14 5-1,-28-37 2,-59 8 0,1 57 1,-21 62 1,20 50 0,48 74-2,66-12-2,102 10-4,27-52-2,-30-58 1,-20 3-7,17-15-8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17304 2661 874,'162'6'-18,"-61"-1"10,-5-1-12,-8 5-167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17320 2897 874,'132'-13'-15,"-19"-22"1,-12 8-12,-17-1-19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18003 2419 874,'-16'88'-9,"-25"67"-3,-16-8 9,149-308-6,13 20 15,3 147-4,-56 122 2,-20 20 1,14-40-3,-7-23-48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17796 2422 874,'158'-16'-25,"-28"17"10,20 8 3,10 10 2,-60-8-8,-4-4-19,-8 10 11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12641 3350 874,'89'0'-10,"-3"0"0,23-2 0,20-2 0,-45 2 3,33-2 0,-25 2 4,22-2-1,44-1-4,36 0-1,28-1-3,-77 4-13,-55 0 2,12 0-3,-16 4-231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15889 3274 874,'120'0'-12,"60"4"7,-61-4-1,22-1-1,23-6 0,-55 3 0,36-3 0,-23-1-2,16 3 0,41 0-1,36 4-1,37 1-5,51 4-10,-107-1-17,-72-1-8,10 0-2,-50 1 6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1953 5523 874,'-10'-107'-6,"-79"120"0,-32 65-4,-5 52 11,122 5 0,75-45-2,63-3-5,-11 16 12,-68 2-4,-85 33-3,-43-45 3,-10-121 1,-2-38-623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2219 5136 874,'4'97'-15,"-5"-6"3,-3 22 3,-2 18 1,-5 61-3,5-108 7,-2 13 4,-4 20-2,1-14 3,-2-18 2,-3 2 1,-24 12 10,11-211 4,76-43-13,15 56-5,7 14-5,73-39-6,-52 51-10,2 41-267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2829 5829 874,'-128'84'-16,"-21"38"3,40-20 20,205-120-20,53-129 11,-21 31 9,-87 214-1,-43 7 1,99-133-5,-19-119-18,-36 14-7,-14 45-14,9-20-56,-14 24-591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3225 5136 874,'-39'164'-20,"11"-57"9,-1 17 2,-1 9 2,10 2 6,7-26 1,2 33 9,2-39-1,2-229 4,137-1-21,-34 81 9,0 28 1,38 40-1,-98 79 0,-98 33-4,-49-26-1,-47-36 6,64-110 4,135-98-7,42 30-2,100 12 2,-99 71 2,61 18 0,-57 90 5,-98 42-1,-47-23-1,-31-49-843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3568 5333 874,'-65'100'-9,"5"-13"-7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3930 5046 874,'-4'99'-12,"-6"-5"-2,-6 22 2,-5 16 3,1-8 2,7-34-10,0 7-6,-4 66-47,9-66 22,1-10-6,2-3-74,-2 0-247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4135 5574 874,'-23'157'-16,"10"-68"10,-6 37-2,6 12-6,17-35-20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4550 5000 874,'-31'117'-11,"-11"67"-1,14-65 5,4-3 2,5-30 1,3 18 1,-1 65-2,19-67 7,10-8 0,30 30 8,56-92-2,45-111-7,-39-25-5,-29-50 8,-88 22-1,-85 111 0,56 151 0,54-43-4,44 50-10,72-50-8,-16-35-26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5275 5091 874,'-103'109'-15,"-31"9"4,34-35-9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4416 5401 874,'157'-19'-16,"-56"-1"-3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4238 5242 874,'-29'104'-7,"-3"-19"-852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1735 6316 874,'127'-12'-13,"-33"2"4,26 0-1,24-1 1,-25 2 1,5 2 1,5 0 1,-7 2-3,47 0-1,38-2-4,29 1-1,-70 0 4,33 0 5,38-2-5,22 0-2,9 0-27,-8 2-8,-84 2-5,21 3-6,5 4-4,-18 1-2,-36 0-2,-54-3-2,-4 2-68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2994 6599 874,'11'153'-16,"-14"-49"6,-2 21 0,-3 18 1,3-44 4,-3 18 1,2-27 2,0 16-4,-2 14 5,1-2 3,2-21 3,-18 20 9,-105-154-1,10-40-7,15 24-3,-6 49 0,-5 80-1,66 21-1,83-4 0,60-40-4,48-58-9,38-67-4,-87-19 7,11 4-30,-39 2 12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2911 6434 874,'125'-50'-12,"19"38"9,-42 33 3,-54 81 0,-85-6-2,-63 5-2,5-23 5,42 28 3,186-37-8,-30-59-5,-14 3-10,8-7-16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3963 6690 874,'-121'9'-10,"-29"2"5,38 25 9,42 88-5,52-33-5,6 13 1,-6 53-1,6-70 7,-4-2 0,-7 40 2,59-10 1,100-46-3,23-55-7,-72-42-4,11 6-18,-12-34-394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3374 7175 874,'165'-9'-19,"-65"10"10,11 2-2,-14-2-10,-9 5-2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3895 7457 874,'-6'118'-12,"-14"61"7,9-82 5,-4 43-1,-3-253-15,26 23 11,15-68-1,-1 68 11,62-65 2,54 80-1,-74 167 6,-189-12-17,32-27-9,3-38-416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4391 6811 874,'-80'156'-20,"40"-60"11,5 14 2,7-18 2,9 76 2,31-26 6,70-27 1,28-107 2,-23-15-2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4517 7194 874,'-60'97'-6,"30"12"3,57 18 3,100-55-2,-37-143-1,-25-54-1,-52-17 0,-71-1 3,-20 56 2,-16 43 3,3 83 0,66 60-4,74 16-2,73-28 0,-8-73 1,-20-74 0,-41-28-616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4759 6841 874,'76'143'-17,"-45"-57"11,-7 13 1,-2 59-2,-26-15 7,-17-1-11,-19-23-3,3-32-34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5450 7921 874,'-146'16'-21,"30"-9"8,-29-3 0,-25-2 2,-28 0-2,-24-1-3,50 2 4,-12 1-2,9 1-3,5 2 1,-39 6 4,-14 2 8,16 2 10,48-4 12,41-3 2,33-2-2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3507 8304 874,'-16'137'-18,"4"-36"10,-2 14 3,4 6 1,4 0 4,2-21 0,-4 52 7,-100-68-4,-6-122 4,-36-10-2,61 102-5,206 47-6,58-81 0,-72-41 3,54-37-3,-59-5 2,2-12 1,40-45 0,-50 80 20,-113 196-21,14-21-1,39 7 12,74-44-3,-5-144-1,-34-38 0,-34-78-5,-51 58-2,-27 1-1,-22 14 1,-55-20 3,7 69 7,81 171-1,134-4-12,-4-72-1,2 13-20,-10-35-15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3970 8487 874,'125'1'-10,"3"17"4,-33 9 6,-43 100 1,-111-32-1,9 34 3,154-19-6,-7-79-5,10-27 0,-11 11-14,3-26-4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5013 7913 874,'153'6'-15,"-64"-1"7,-5 1-6,2 4-277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5073 8199 874,'153'15'-18,"-58"-15"12,7-6 1,-12 3-8,-4-1-2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6019 7899 874,'19'125'-12,"-5"56"8,-11-88 3,-2 33 0,-3-261-6,20 9 2,13 12 5,47 12 3,27 112 2,-50 125-5,-29-4 2,-20-27 2,-10-252-14,26-1 4,39 3 9,31 96 1,-10 163-2,-74-12-5,5-13-3,-15 10-15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7098 7877 874,'-147'-31'-12,"4"46"9,29 57 4,94 45 0,112-28 0,31-167-4,-25-26-6,-4 46 13,-69 162-8,-16 51-6,-11-43 6,-8 6 2,-15 46 4,-58-19 1,-65-114 0,46-24 6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7264 7248 874,'-3'132'-18,"0"-30"10,1 20 1,1 7 1,0-45 3,1 23 0,2 67-17,1-67 0,-2-7-7,2-16-16,-2 3-41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7726 7672 874,'-98'47'-9,"17"58"5,32 12 1,30-15 2,54 9 1,75-41 0,-11-61 0,30-91-2,-36-23 3,-32 2 1,-58 187-2,5 19 0,49-8 2,-8-212-4,-74-33-3,19 17 5,119 41 2,-16 92-2,3 76 0,-59 46 1,-39-3-2,-26 40-2,7-52-1,-3-19-836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8420 7878 874,'-28'113'-10,"12"30"7,58 11 5,76-68-3,-10-82-2,-24-91 1,-49-77-3,-38 71 3,-11 5 1,-26-41 2,-38 21 3,-23 53-1,-4 99 1,172 129-12,-22-85-8,41 12-19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8916 8745 874,'117'-118'-9,"-45"25"6,12-31 0,-6 5 2,-23 33-2,16-19-2,8-13 0,54-67-8,-40 61 7,13-9 0,6-7 1,-14 20 2,-15 21 0,14-14 2,10-8 0,3-2-4,0 0-3,-29 30-9,-5 5-7,3-9-9,-1-4-8,-1 2-7,-1 4-6,27-34-73,-24 25 0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10495 5812 874,'130'-52'-6,"-43"27"3,51-7 0,0 49 4,-76 117-4,-123 10-9,-13-37-5,6-23-288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11272 5510 874,'-44'90'-9,"-5"32"6,13 17 3,55-20 2,86-76-4,26-84-1,-36-31-2,-32-19 3,-27-13 2,-43-41 3,-35 29 0,-64 34 0,-34 78-2,26 58 0,89 43-2,129 8-3,78-90-3,-93-9-4,-2-17-2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11673 5574 874,'150'6'-5,"-43"-2"4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11657 5797 874,'96'-8'-12,"71"-37"-2,-81 18-2,1-6-410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12179 5527 874,'-12'106'-5,"56"12"4,80-75-1,17-99 1,-76-57 1,-108 19-2,-60 55-1,17 14-10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14363 5493 874,'-118'15'-7,"-53"33"-2,39 5 1,37 2 9,39 53 2,127-9-3,50-70-1,11-82-3,-24-60 3,-47-22-2,-38 36 2,-3-18-1,9-67-1,-14 74 2,-5 14 2,-7-25 3,-47 225-2,48 45-11,7-33 3,5 12-8,-3-20-8,-1-17-9,-3 1-7,5 17-67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15118 4865 874,'-112'20'-11,"-42"18"7,16 14 2,52 19 5,32 20-3,34 65-2,22-71 1,3 43 2,8-30 3,68-9-4,76-68-3,-52-16-7,-18-38-605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14548 5277 874,'90'3'-10,"-3"-3"0,23-9-1,-5 2-13,-21 0-44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14235 4523 874,'133'-88'-11,"-6"88"9,-39 94 3,-140 1-4,-44 37 5,168-35-3,34-60-7,-22 1-5,30-12-22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15030 5469 874,'6'126'-13,"-3"37"10,1-14 4,-4-58 1,-38-185-8,26 3 1,3-58 2,50-2 7,35 52-3,54 41 2,-10 61 3,-76 100-4,-152-17-6,15-71 0,-22 14-11,17-52-415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15594 4894 874,'-72'109'-12,"6"47"7,44-61 3,8-11-2,3 53-10,17-23-10,68-14-82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15775 5286 874,'-25'103'-6,"2"32"7,51-30-1,62-103-3,8-89-1,-43-7 2,-67-60 1,-86 7-2,-26 63 1,11 69 5,23 62 0,112 69-2,122-18-8,-50-91 1,-11 7-9,3-17-2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15965 4910 874,'106'117'-17,"-19"45"7,-68-74 9,-24 52 3,-41-27-2,-37-24-3,1-23-104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16761 5725 874,'-126'13'-12,"28"-4"3,-31 2-3,-23-2 1,-22-2 1,42-4 3,-5-3 0,8 0 0,5-3 0,-33 2 6,-27 3-2,-16 6 1,-4 4 1,54-4 1,3 1-14,0 3-9,20 0-8,24-3-12,7 1-55</inkml:trace>
</inkml:ink>
</file>

<file path=ppt/ink/ink4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14673 5935 874,'18'112'-10,"-16"45"5,-6-31 2,0-20 4,11 19 1,-101-78-2,-14-76 3,-9 39-2,98 89-5,155-13-6,-39-63 6,54-13-4,-63-27 10,-1-16 0,49-40 2,-36-18 1,-70 180 6,12 3-10,74-85-1,-12-139-7,-62-4-3,-81-14 8,-41 49 3,-45 48 3,-10 93 1,98 53-1,123 5-8,23-62-3,-17 4-13,19-19-10</inkml:trace>
</inkml:ink>
</file>

<file path=ppt/ink/ink4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15327 6222 874,'-53'-102'-2,"61"13"0,93 40 0,-11 139-1,-114 44 0,-32-31 1,22 10 5,186-71-9,-60-24-6,4-18-12</inkml:trace>
</inkml:ink>
</file>

<file path=ppt/ink/ink4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16408 4874 874,'48'169'-27,"-24"-44"14,-6 23 4,-8 19 2,-9 14 0,-10 10 2,-11-7-17,5-57-5,-16 28-12,10-51-7,-19 26-5,-14 13-5,-8-2-5,6-23-5,10-28-3,-6-6-1,0 7-85</inkml:trace>
</inkml:ink>
</file>

<file path=ppt/ink/ink4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16416 6326 874,'-28'133'-11,"16"15"8,28-23 5,64-29 0,8-135-3,-10-69-2,-38-14-2,-57-22 4,-39 33 1,-31 40 3,-2 43 1,-4 50-2,126 95-2,91-50-10,-20-19-20,-20-28-167</inkml:trace>
</inkml:ink>
</file>

<file path=ppt/ink/ink4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16768 6358 874,'91'0'-11,"-27"0"7,14 0-6</inkml:trace>
</inkml:ink>
</file>

<file path=ppt/ink/ink4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16738 6548 874,'121'10'-12,"-35"-25"5,18 0-8</inkml:trace>
</inkml:ink>
</file>

<file path=ppt/ink/ink4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17226 6382 874,'-19'87'-18,"10"24"12,148-62 12,-57-144-5,-102 4 0,-79 10-3,-6 28-6,23 15-110</inkml:trace>
</inkml:ink>
</file>

<file path=ppt/ink/ink4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17052 5589 874,'88'0'-9,"98"8"-9,-86-2 0,-14 5-96</inkml:trace>
</inkml:ink>
</file>

<file path=ppt/ink/ink4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17066 5825 874,'143'-8'-15,"-52"-5"6,7-18 2,-9 9-10,-5-6-4</inkml:trace>
</inkml:ink>
</file>

<file path=ppt/ink/ink4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17662 5484 874,'31'105'-11,"-5"29"10,-20 8 3,27-263-15,11 29 8,62 27 4,-19 135 2,-42 22 1,-41 34 2,12-242-7,60-8-2,33 78 8,-46 141 0,2 16 3,-19-27 3</inkml:trace>
</inkml:ink>
</file>

<file path=ppt/ink/ink4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18753 5438 874,'-115'17'-11,"-11"43"8,29 28 2,70 0 2,144-47-1,-6-117-6,-28-10 2,15 45 6,-67 176-6,-29-10 0,-10 2 2,-29 26 4,-7-48 2,-54-34 1,-25-77-2,37-5-3</inkml:trace>
</inkml:ink>
</file>

<file path=ppt/ink/ink4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18970 4925 874,'-6'155'-16,"-2"-58"10,-1 17 0,-1 8-4,3-1 0,2-22-3,4 56-38,3-55-21,0-14-460</inkml:trace>
</inkml:ink>
</file>

<file path=ppt/ink/ink4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19257 5196 874,'120'60'-12,"63"28"-3,-76-39 9,-6 2 9,27 29 3,-50 54-2,-144-14-3,-32-17-2,-50 25-15,44-33-12,19-13-82</inkml:trace>
</inkml:ink>
</file>

<file path=ppt/ink/ink4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20066 5367 874,'-36'105'-10,"2"18"9,22 2 1,38-40 1,115-11-2,-7-100-1,-42-49-1,-42-61 1,-49 26 0,-80-2 2,-47 66 2,36 19 1</inkml:trace>
</inkml:ink>
</file>

<file path=ppt/ink/ink4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21658 5219 874,'-127'23'-15,"-35"14"18,115 84-6,159-37-4,2-9 9,-50 26 1,-81-8-3,-112-2-7,33-34-8,8-43-414</inkml:trace>
</inkml:ink>
</file>

<file path=ppt/ink/ink4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21807 4910 874,'-30'149'-17,"14"-53"10,6 12 2,4 11 1,5-1-4,2-3 0,5-7-3,-2-16-11,-10 26-44,-7-32-102</inkml:trace>
</inkml:ink>
</file>

<file path=ppt/ink/ink4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21640 5432 874,'159'-53'-21,"-50"35"10,-6-2-9,-18 12-46</inkml:trace>
</inkml:ink>
</file>

<file path=ppt/ink/ink4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22260 5377 874,'-93'90'-11,"-21"18"9,47-11 5,182-182-8,-58-12 5,20 198 1,-36-4 2,79-103-2,-37-79-8</inkml:trace>
</inkml:ink>
</file>

<file path=ppt/ink/ink4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22400 4850 874,'0'173'-24,"0"-47"11,0 10 8,2-1 4,1-26 1,2-24 1,7 48 2,86-161 11,37-103-16,-15 52 3,-4 91 2,-82 104-1,-130 10-4,-20-42-9,-12-59-12,22-81-44,64-32-677</inkml:trace>
</inkml:ink>
</file>

<file path=ppt/ink/ink4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22871 4819 874,'5'84'-9,"-6"0"-2,-6 21 1,-2 15 3,0 7 1,2-3 7,6-7 2,1-25 0,17 48 0,37-54 5,64-76-2,23-74-7,11-73-3,-87 6 8,-184 135-2,59 139-5,63 10-3,41-62 1,-6 10-11,29-15-269</inkml:trace>
</inkml:ink>
</file>

<file path=ppt/ink/ink4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23967 5948 874,'-110'-12'-24,"-1"2"7,-37 3 2,-31 2-3,-22 5 1,-19 4 4,-16 3 5,-6 5 3,74-5-5,-25 5 6,56-4 5,-18 1 2,31-2 3,7-2 2,10-1 4,-22-13 21,277-81-15,-23 45-49</inkml:trace>
</inkml:ink>
</file>

<file path=ppt/ink/ink4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8.9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23547 5709 874,'-59'90'-20</inkml:trace>
</inkml:ink>
</file>

<file path=ppt/ink/ink4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8961 8033 874,'99'49'-10,"70"19"-1,-1-10 0,-75-29 5,-6-2 1,39 12-3,22 11 0,20 7 1,15 10 2,-42-15 1,0 2 0,24 16 1,10 6-13,-2-2-9,-16-17-7,-56-19 4,10 7-59,-24-18-362</inkml:trace>
</inkml:ink>
</file>

<file path=ppt/ink/ink4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10589 8498 874,'93'55'-12,"69"42"1,-75-41 9,28 30 6,-89 9-1,-116-18-5,-24-21 0,9-10-14</inkml:trace>
</inkml:ink>
</file>

<file path=ppt/ink/ink4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11394 8655 874,'-82'131'-10,"63"-6"8,72-5 3,66-70-2,0-115-2,-50-46 1,-52-42-2,-34 64 2,-55-64 2,-12 55 1,-42 32 2,-3 84 1,81 87-3,100 8-3,66-29-2,-17-65 0,-11 7-8,2-21-1</inkml:trace>
</inkml:ink>
</file>

<file path=ppt/ink/ink4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11792 8592 874,'105'41'-11,"51"-5"8,-64-18-4,-6-4-425</inkml:trace>
</inkml:ink>
</file>

<file path=ppt/ink/ink4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11777 8851 874,'116'28'-12,"-31"-23"4,4-18-1,11 5-13,-14-12-401</inkml:trace>
</inkml:ink>
</file>

<file path=ppt/ink/ink4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12362 8577 874,'7'116'-10,"-23"38"11,4-58 0,43-7-438</inkml:trace>
</inkml:ink>
</file>

<file path=ppt/ink/ink4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12555 8607 874,'-5'123'-4,"2"56"2,1-83-1,-2-10-181</inkml:trace>
</inkml:ink>
</file>

<file path=ppt/ink/ink4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12254 8546 874,'97'11'-17,"-2"-2"6,33-1-3,-36-2-7,12 1-12</inkml:trace>
</inkml:ink>
</file>

<file path=ppt/ink/ink4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14121 7852 874,'12'130'-12,"-8"52"4,-4-73 4,7 4 1,4 1 3,2-5 1,0-21-1,10 37 3,-143-143-2,-2-37-5,2 21 2,23 44 6,117 75-2,147-14-12,-71-69 6,48-54-19,-53 13-19,-27-46-724</inkml:trace>
</inkml:ink>
</file>

<file path=ppt/ink/ink4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14071 7490 874,'106'60'-5,"-74"63"1,-63 15 4,28-44 1,144-1-10,-54-64-10,-2-23-12</inkml:trace>
</inkml:ink>
</file>

<file path=ppt/ink/ink4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15069 7897 874,'-131'11'-7,"-31"17"2,50 5 4,2 57 1,75 37-3,45 20 2,30-6 0,36 9 0,6-46 2,26-42 0,46-57-1,-35-56 0,-36 10-4</inkml:trace>
</inkml:ink>
</file>

<file path=ppt/ink/ink4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14548 8275 874,'160'9'-22,"-49"-3"13,59-2-8,-74-1-9,-9-3-158</inkml:trace>
</inkml:ink>
</file>

<file path=ppt/ink/ink4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15074 8551 874,'11'145'-14,"-6"-61"10,2 6 2,1 0 2,4 39 2,-47-240-10,12-52 5,21 56 4,10 5 0,8 20 2,37-30 0,33 55 1,20 96 2,-136 87-5,-67-44-1</inkml:trace>
</inkml:ink>
</file>

<file path=ppt/ink/ink4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15583 7897 874,'-75'125'-16,"39"-41"10,5 16 0,10 12 2,11 3-3,15-5-1,1-19-2,44 23-39,28-36-122</inkml:trace>
</inkml:ink>
</file>

<file path=ppt/ink/ink4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15687 8184 874,'-30'114'-10,"30"22"10,64-28 1,40-57-3,-11-147 0,-67 12-2,-26-58-4,-90 15 9,-19 110 1,115 132-9,49-14-3,40-57-6,-6-16-74</inkml:trace>
</inkml:ink>
</file>

<file path=ppt/ink/ink4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15979 7875 874,'68'107'-15,"0"72"5,-53-75 3,-15 3-1,-10 1-1,-4-6-1,6-10-12,-12 3-12</inkml:trace>
</inkml:ink>
</file>

<file path=ppt/ink/ink4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16684 8841 874,'-136'-2'-14,"36"-2"6,-28 2-2,-20-2 0,-17 1 1,-15-1 2,-10 1 2,26 1-1,19 0 1,-24-2 1,-10 3 1,58 0 2,-24 3-6,-6 1-9,6 1-7,21 4-9,26-3-12,1 2-53</inkml:trace>
</inkml:ink>
</file>

<file path=ppt/ink/ink4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14845 9060 874,'5'119'-11,"-13"42"5,4-66 4,2 2 0,3-2 3,7 45 0,-98-135 1,-3-65-2,3 5 3,6 47 0,85 90-6,59 16-5,36-7-3,11-18 3,3-29 5,27-44 8,-3-67 2,-45-4 0,-13-17 3,-75 192-10,7-9-1,48-2 4,76-87-5,-53-158-4,-93 15-4,-24 54 4,-48-42-3,-46 38 16,13 92 0,82 144-3,84-39-7,72-21-12,-35-30-23</inkml:trace>
</inkml:ink>
</file>

<file path=ppt/ink/ink4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15323 9271 874,'105'-12'-9,"8"51"9,-78 60 1,-42 18-3,38-24-1,61-35-2,10-65-4,-17 8-13,14-20-13</inkml:trace>
</inkml:ink>
</file>

<file path=ppt/ink/ink4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16068 7550 874,'105'93'-16,"-42"-5"5,6 33-2,1 30 0,-8 24 3,-8 20-2,-9 17 4,-11-52 0,-12 19-2,-11 29 0,-8-22-22,-6-25-6,-14 30-6,-10 1-7,7-62-5,-12 18-5,-9 2-4,1-12-5,3-26 2,9-23-41,-1-3-8</inkml:trace>
</inkml:ink>
</file>

<file path=ppt/ink/ink4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16690 9564 874,'-49'97'-10,"1"41"6,38 17 2,33-49 2,60-56-1,-12-148-1,-29-57-3,-37 6 0,-57-10 6,-14 58 2,-22 69 1,80 156 0,130-20-9,-35-36-7,-5-39-595</inkml:trace>
</inkml:ink>
</file>

<file path=ppt/ink/ink4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16947 9633 874,'129'11'-7,"-19"-3"3</inkml:trace>
</inkml:ink>
</file>

<file path=ppt/ink/ink4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16903 9836 874,'152'-17'-27,"-61"2"-11</inkml:trace>
</inkml:ink>
</file>

<file path=ppt/ink/ink4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17396 9573 874,'-44'105'-10,"-1"18"6,24-13-3,5-26-29</inkml:trace>
</inkml:ink>
</file>

<file path=ppt/ink/ink4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17469 9603 874,'0'99'-11,"0"-3"7,0-17-3,0-5-14</inkml:trace>
</inkml:ink>
</file>

<file path=ppt/ink/ink4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17275 9603 874,'158'8'-14,"-69"-1"7,4-4 2,-7-2-8,-1 1-19</inkml:trace>
</inkml:ink>
</file>

<file path=ppt/ink/ink4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17320 8669 874,'156'-6'-16,"-61"8"8,-5 0-7,-4 6-172</inkml:trace>
</inkml:ink>
</file>

<file path=ppt/ink/ink4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17335 8811 874,'104'1'-19,"-1"1"5,27-13 0,-36 5-13,10-3-11</inkml:trace>
</inkml:ink>
</file>

<file path=ppt/ink/ink4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17945 8757 874,'89'10'-10,"71"-36"-2,-55 4-6</inkml:trace>
</inkml:ink>
</file>

<file path=ppt/ink/ink4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18317 8487 874,'32'104'-10,"-12"45"5,-16-65 6,-8 36 1,11-209-10,75-42 3,13 62 10,30 89-3,-71 108-2,-32-14 3,-25-7-2,34-227 2,14 11-1,13 23-1,51 48-2,10 74-2,-43 52-3,-42 60-7,-4-61-5,-22-1-412</inkml:trace>
</inkml:ink>
</file>

<file path=ppt/ink/ink4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19438 8607 874,'-104'23'-6,"-32"45"3,36 26 3,61-6-2,130-8 0,6-97 2,0-86-2,-47-20 2,-9 295-15,-46-51 8,-11 2 1,-18 53 2,-49-35 11,-13-225-7,25-32-6,64 29-284</inkml:trace>
</inkml:ink>
</file>

<file path=ppt/ink/ink4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19495 8033 874,'15'100'-10,"-5"-7"-4,2 22 2,3 16 2,-5 13 3,-2 7-13,-4-6-5,-1-15-5,-2-41-2,2 13-58</inkml:trace>
</inkml:ink>
</file>

<file path=ppt/ink/ink4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20527 8347 874,'-145'79'-13,"4"-5"10,-7 12 3,38 18 1,83 24-2,64-26 1,66 14-6,47 24-2,-64-61 4,45 42-13,-35-31-30</inkml:trace>
</inkml:ink>
</file>

<file path=ppt/ink/ink4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20508 8739 874,'10'97'-5,"28"22"3,32-37 2,52-47-1,-3-88-1,-61-39-1,-86-47-1,-59 30 2,-28 60 3,15 51 1,46 94-2,31-6 0</inkml:trace>
</inkml:ink>
</file>

<file path=ppt/ink/ink4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21730 8622 874,'0'84'-9,"8"64"-1,11-20-2,-5-41-10</inkml:trace>
</inkml:ink>
</file>

<file path=ppt/ink/ink4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21943 8680 874,'9'109'-11,"-9"30"11,-14-47 2,2-192-8,58-45 5,15 45 1,51 52 0,-6 105-1,-53 67-1,-25-20-15</inkml:trace>
</inkml:ink>
</file>

<file path=ppt/ink/ink4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22558 8546 874,'-99'-11'-5,"15"122"2,116 5 0,22-21 2,-44 20 4,-112-117-4,18-59-855</inkml:trace>
</inkml:ink>
</file>

<file path=ppt/ink/ink4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22608 8139 874,'13'151'-15,"-10"-57"8,0 16 1,-2 5 2,0 3 2,-1-5 6,-1-10-1,102-206 4,-13 14-8,0 19-17</inkml:trace>
</inkml:ink>
</file>

<file path=ppt/ink/ink4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23088 8867 874,'-112'48'-10,"-25"0"9,269-85 1,-38 99 1,-25 45 0,60-188-5,-86-11-3,-8-26-2,-5-15 4,-11 40 0,-3-11 1,-3 12 3,0-34 3,-22 215 2,-2 6-6,-14 59-2,8-64 9,-5 44 4,142-80-1,-6-68 1,-80 140-7,-150-84-2,45-153-3</inkml:trace>
</inkml:ink>
</file>

<file path=ppt/ink/ink4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23573 8094 874,'-8'129'-11,"0"-44"5,-1 14 0,-1 6 1,8-2 6,7-3 1,11-6-1,13-2-1,66 51 1,-4-73 3,-4-82 2,-32-93-3,-150 80-2,50 161-4,18-36-5,30-16-176</inkml:trace>
</inkml:ink>
</file>

<file path=ppt/ink/ink4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21849 8245 874,'8'88'-15</inkml:trace>
</inkml:ink>
</file>

<file path=ppt/ink/ink4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24341 9226 874,'-140'20'-19,"26"-8"6,-34 2-1,-29-1-2,-23 2-1,-13 2 5,-7 1 7,-5 1 1,72-5 0,-17 1-15,-12 1-7,31-5-7,14-2-6,-18-3-5,2-12-6,54 2 5,2 4-99,13-12-137</inkml:trace>
</inkml:ink>
</file>

<file path=ppt/ink/ink4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8271 9332 874,'-7'111'-9,"0"29"4,-3 33 3,3-32 1,1-3-2,3-49 3,-1 16-2,3 15 0,1 63-2,2-62 2,4 16-1,-2 13 0,1-4-1,-2-36 1,-1 23-1,0 18 1,-1 11 0,1-33 1,-1-3 1,2 24-1,3 17 1,3 5-1,-3-55 0,3 29 1,2 18-1,2 10 2,4 5 0,0-19 1,-5-35 0,3 15-5,-4 0-2,-5-19-7,-2-25-2,2-2-24</inkml:trace>
</inkml:ink>
</file>

<file path=ppt/ink/ink4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8229 9241 874,'-50'112'-10,"-4"19"7,46-25 6,4-20-54</inkml:trace>
</inkml:ink>
</file>

<file path=ppt/ink/ink4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8451 9180 874,'103'135'-8,"-40"-3"8,-132-11-2,-28-75-3,-71 10-9,-1-31 1,21-22 21,248-81 5</inkml:trace>
</inkml:ink>
</file>

<file path=ppt/ink/ink4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8936 9151 874,'-105'18'-7,"-34"70"5,63 77 0,75-68 2,24-3 0,33 33-1,75-50-1,-18-92 0,-27-9-8</inkml:trace>
</inkml:ink>
</file>

<file path=ppt/ink/ink4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8604 9422 874,'149'23'-16,"-51"-17"8,-6 2-8,-4-1-171</inkml:trace>
</inkml:ink>
</file>

<file path=ppt/ink/ink4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8995 9641 874,'5'128'-11,"11"27"7,-7-68 3,1 1 2,2 48 1,-73-248-15,57 27 10,8-15 0,10 1 5,12 7-1,76-38 2,-7 116 3,-189 131 2,3-45-59</inkml:trace>
</inkml:ink>
</file>

<file path=ppt/ink/ink4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9532 9210 874,'-75'97'-11,"6"47"6,41-56 3,8 5-1,12 3-3,16-8 0,-9 18-15,27-20-268</inkml:trace>
</inkml:ink>
</file>

<file path=ppt/ink/ink4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9562 9498 874,'-11'110'-6,"9"24"0,19-25 9,102-49-3,-36-128-2,-48-58 2,-55 13 0,-84 46 0,65 184-5,137-42 0,-8-79-1,-7-12-57</inkml:trace>
</inkml:ink>
</file>

<file path=ppt/ink/ink4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9900 9286 874,'95'129'-18,"-44"-43"11,-2 16 0,-10 14 3,-19 11 1,-22 9 1,-31 10-1,11-48-3,14 2-4,-34-16-47</inkml:trace>
</inkml:ink>
</file>

<file path=ppt/ink/ink4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4670 12379 874,'112'0'-3,"-27"3"-8,50 2-4,2 2 6,3-3 4,-41 0 2,13 0 4,3 2 0,73 2 4,-63-4-3,13 0-3,-20-2 1,-8 1-1,24 0-1,19 1-1,14 3-1,-58-5 0,30 2 0,18 2 1,14 1 0,-21-2 1,-22-1 1,26 0 0,19 0 0,12-1-1,-55 0 1,20-1 0,22 1 0,13 3 0,-11-2 1,-40 1-1,29 2 0,21 1 1,12 1-1,-49-2 0,7 0 0,24 0 1,14 0-1,-7-2 1,-50 0 0,28-1 0,20 3 0,10 0 0,-42-2 1,-6-1 0,19 0 1,14-2 0,4-1 0,6 2 0,-60-2 0,19 2 0,16-3-1,9 0-5,-22 3-5,-29-2-8,19 3-9,10 3-8,7 0-7,-46-3-8,7-3-6,12-2-6,51-11-72,-94 3 0,-3-3-18</inkml:trace>
</inkml:ink>
</file>

<file path=ppt/ink/ink4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11450 12305 874,'108'64'-15,"-22"-16"6,16 12 3,0 5 2,30 27 2,-47-14 4,-70 34 2,-79-16-1,-96-12-9,76-44-8,-3-16-12</inkml:trace>
</inkml:ink>
</file>

<file path=ppt/ink/ink4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5102 12244 874,'8'108'-6,"-8"-9"1,0-3 1,6-2-2,-1-8-61</inkml:trace>
</inkml:ink>
</file>

<file path=ppt/ink/ink4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4879 13041 874,'99'31'-6,"54"-24"3,-68-29 2,12 3 0,-10-18-622</inkml:trace>
</inkml:ink>
</file>

<file path=ppt/ink/ink4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5498 12984 874,'-8'110'-6,"-23"35"1,1-30 8,5-14 3</inkml:trace>
</inkml:ink>
</file>

<file path=ppt/ink/ink4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5663 13028 874,'-10'121'-6,"-4"49"-3,6-31 12,13-51-24</inkml:trace>
</inkml:ink>
</file>

<file path=ppt/ink/ink4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5325 12893 874,'136'45'-17,"-35"-12"10,19-1-1,12-14-3,-25-1-8,-21-2 0</inkml:trace>
</inkml:ink>
</file>

<file path=ppt/ink/ink4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10838 12530 874,'93'25'-4,"-78"101"3,-5-39-1</inkml:trace>
</inkml:ink>
</file>

<file path=ppt/ink/ink4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10868 13059 874,'8'121'-10,"-8"43"-4,8-77 0,-8 0-184</inkml:trace>
</inkml:ink>
</file>

<file path=ppt/ink/ink4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11076 13074 874,'14'110'-6,"-6"32"1,-13-57 1,-5-1-291</inkml:trace>
</inkml:ink>
</file>

<file path=ppt/ink/ink4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10704 12984 874,'117'20'-11,"-29"-4"4,23 7-2,14-1 1,3-7-4,-30-3-7,1 0-8</inkml:trace>
</inkml:ink>
</file>

<file path=ppt/ink/ink4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12228 12656 874,'-33'116'-9,"-21"61"0,29-78 8,8-2 1,5 50 0,20-40 0,100-19 5,-10-124-5,21-111-9,-41 3 0,-48 33 4,-14-18 0,-12 13 2,-6 21-1,-13-13 3,-17 2 2,-9 10 3,-24-26 6,-44 63 4,0 199-10,84-53-6,8 60-3,77 19 2,110-46-3,-70-57-2,-15-47-5</inkml:trace>
</inkml:ink>
</file>

<file path=ppt/ink/ink4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671 9105 874,'2'124'-7,"-7"-39"3,-5 5 2,-2-3 1,15 65 4,91-51-3,6-90-1,-19 11 2,18-33-6</inkml:trace>
</inkml:ink>
</file>

<file path=ppt/ink/ink4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 9184 874,'98'-36'-6,"26"9"-1,-5 17-1,-22 3-9</inkml:trace>
</inkml:ink>
</file>

<file path=ppt/ink/ink4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737 9327 874,'118'-11'-6,"-27"1"5,10-2 1,-13 4-55</inkml:trace>
</inkml:ink>
</file>

<file path=ppt/ink/ink4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 9498 874,'0'148'-13,"2"20"9,3-80 4,1-1 1,-13 43 2,-56-274-9,75 52 6,17 0 1,16 5 1,44-27-1,56 70 3,-238 177-3,-16-45-5</inkml:trace>
</inkml:ink>
</file>

<file path=ppt/ink/ink4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1373 9090 874,'-37'117'-12,"14"-30"7,2 11 1,5 3 3,7 1 1,9-8 0,11 39 2,75-71 8</inkml:trace>
</inkml:ink>
</file>

<file path=ppt/ink/ink4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 9525 874,'19'106'-3,"34"-4"0,48-169 1,-104-93-1,-59 46 4,-25 124-1,124 110-1,47-97-1,22-85-5,-27-30-839</inkml:trace>
</inkml:ink>
</file>

<file path=ppt/ink/ink4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 9210 874,'57'89'-9,"5"48"5,-42 25-4,-46-2-6,-8-38-11,-1-27-37</inkml:trace>
</inkml:ink>
</file>

<file path=ppt/ink/ink4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 9512 874,'117'8'-10,"-14"-6"6,-16-2-3,-1 3-110</inkml:trace>
</inkml:ink>
</file>

<file path=ppt/ink/ink4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 9618 874,'105'38'-7,"-20"-43"5,15 2-3</inkml:trace>
</inkml:ink>
</file>

<file path=ppt/ink/ink4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 9437 874,'43'96'-7,"-23"37"6,19-239-5,64 58 7,-73 168-1,-43-18 1,18-190-7,39-38-1,47 43 8,-39 172 0,-26 35-2,23-35-5,13-3-192</inkml:trace>
</inkml:ink>
</file>

<file path=ppt/ink/ink4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2978 9523 874,'-105'-44'-10,"-22"45"8,31 55 4,107 33-3,99-96 0,-11-49 0,-14-31 2,14 218-6,-65 37 0,-29-81 5,-17 44 1,-55-27 0,-55-65 0,18-86 0,20-19-186</inkml:trace>
</inkml:ink>
</file>

<file path=ppt/ink/ink4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3105 9136 874,'17'103'-9,"-10"56"2,-1-59 2,4 7-2,8 49-10,-6-50-15,-1-20-251</inkml:trace>
</inkml:ink>
</file>

<file path=ppt/ink/ink4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3586 9105 874,'-56'96'-10,"-4"52"4,34-53 2,1 9 2,9-3 1,1 68-11,23-21-7,15-53 3,15-3-7,-1 8-39,10-16-216</inkml:trace>
</inkml:ink>
</file>

<file path=ppt/ink/ink4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3612 9786 874,'60'-118'-9,"18"-43"6,-13 66 3,-27 244-13,-21-26 5,7-3-6,-8-32-13</inkml:trace>
</inkml:ink>
</file>

<file path=ppt/ink/ink4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3910 9665 874,'84'-8'-9,"52"-28"7,-46 9 1</inkml:trace>
</inkml:ink>
</file>

<file path=ppt/ink/ink4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4323 9361 874,'-54'143'-4,"62"-14"2,61-45 0,43-112-1,-22-32-3,-31 197 12,30-73-5,-68-177-5,-36 15 3,22 9 1,128 26-2,-35 86-1,-22 75-7,-86 35-6,-2-40-17</inkml:trace>
</inkml:ink>
</file>

<file path=ppt/ink/ink4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5002 9551 874,'-35'112'-4,"55"7"3,82-101-4,-41-137 0,-47-13 5,-89-5 1,-54 88 1,62 139-2,161 29-5,17-55-1,7-74-5,-21-8-33</inkml:trace>
</inkml:ink>
</file>

<file path=ppt/ink/ink4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5223 9180 874,'57'117'-13,"2"68"1,-39-66 7,-15 11-1,-23 6 2,-40-2 1,22-43-5,14 4-7,-58-9-570</inkml:trace>
</inkml:ink>
</file>

<file path=ppt/ink/ink4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8660 12454 874,'-114'11'-26,"18"-5"14,-10-3 17,-1-4 1,15-4 0,226-14 6,-46 17-13,3 4-1,39 3-2,-322-11 3,76 1 2,29 3 0,207 12-17,-32-5 12,7 2 1,47 5 3,-235-50 17,-56 24-19,24 8 5,-10 9-1,230 17-16,-1-12 10,6-1 2,47 1 1,-273-35 9,35 24-10,1 9-3,-15-4-13,21 10-170</inkml:trace>
</inkml:ink>
</file>

<file path=ppt/ink/ink4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8442 10192 874,'-132'37'-5,"-22"-12"4,68-17-2</inkml:trace>
</inkml:ink>
</file>

<file path=ppt/ink/ink4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6845 9576 874,'112'-23'-9,"32"42"11,-100 108-4,-151-17 2,30 15 1,85-29-2,116-49-1,-14-84 2,-23-2-9</inkml:trace>
</inkml:ink>
</file>

<file path=ppt/ink/ink4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7217 9724 874,'21'100'-6,"2"38"7,34-226-9,-10-14 10,54 91-2,-60 119 1,-58-8 0,23-207-2,77 6 2,19 129-2,-92 75-2,-16-10-4</inkml:trace>
</inkml:ink>
</file>

<file path=ppt/ink/ink4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7832 9801 874,'-93'-26'-5,"-22"37"4,116 104 0,88-127 1,-4 64-15,-77 53 9,-16-3 4,-20 23 7,-67-70 8,31-149-195</inkml:trace>
</inkml:ink>
</file>

<file path=ppt/ink/ink4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7843 9407 874,'33'115'-10,"-9"59"0,-15-66 4,-3 5-2,4-7-2,-1-17-8,-1 10-12</inkml:trace>
</inkml:ink>
</file>

<file path=ppt/ink/ink4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5041 10208 874,'-104'5'-10,"-1"-8"0,-7 2 11,237 1 0,-29 7 4,-203 9-4,226-4 0,-35-26 2,-232-25-6,51 31 2,180 64 0,41-59-1,-226-35-3,-21 30-5,38-2-196</inkml:trace>
</inkml:ink>
</file>

<file path=ppt/ink/ink4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10965 10244 874,'-124'-4'-38,"13"7"45,1 2 0,-39 10-2,304 2 3,-61-23-7,-6-2 0,-187 2-3,-35 10-1,46-1 4,-26-4 0,246-6-12,2 13 10,1 1 4,-20-10 1,-207-37 1,0 31-4,-8 3-1,-30-3 1</inkml:trace>
</inkml:ink>
</file>

<file path=ppt/ink/ink4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8281 13097 874,'-122'20'-10,"32"70"7,37 55 1,45 17 0,50-21 2,51-54 2,31-52-2,18-68-1,-52-33 1,-38-31 0,-39-2 1,-50-25 0,-58 10 0,-3 28-3</inkml:trace>
</inkml:ink>
</file>

<file path=ppt/ink/ink4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4908 10207 874,'85'8'0,"37"7"0,32 16-2,13 13 0,-3 13 1,-17 7-1,-29-6 1,-22-6 1,34 31-1,-30-13 0,1 1 3,30 24-3,-17-8-1,4 9 3,-20-9-1,14 15 1,3 3-1,-10-2 1,22 29-1,-30-27 0,11 9 0,-23-26 0,1-1 0,12 10 0,13 10 1,-27-28-1,27 21 0,9 3 0,-16-17-2,-7-10 3,28 23 0,-22-17-2,-10-9 2,18 4-1,16 0-1,5-13 1,-2-7 1,-23-17 0,10-11-1,5-6 1,-18-10-1,34-15 1,25-13-5,-31-2 2,-11-10 3,-23-3 0,27-15-1,-18 5 1,-2-10 0,8-23-1,-23 2-1,4-14 1,16-30-1,4-2 1,-3-4 0,-6-5 0,8-22-1,-27 22 2,-14 11-1,-14 15 0,-6-4 1,6-24-2,-9 12 0,11-37 1,-7 13 0,1-6 0,-5 17 0,-1 7 0,15-7 1,-5 32-1,42-4 0,44 12 0,-57 50 0,54-10 0,26 21 0,-74 24 0,2 2 0,-6-4-1,13-1 2,-14 11-859</inkml:trace>
</inkml:ink>
</file>

<file path=ppt/ink/ink4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8201 13139 874,'121'60'0,"3"-45"0,11-27 0,-7-17-1,-11-13 0,10-25 0,-31-4 0,-2-16 0,14-26 1,-34 23-1,-8 5 1,8-20 0,-8 4-1,9-20 1,-6 8-1,0-9 1,-7 2 0,-5-7-1,2-23 1,-29 60 0,0-7 0,-2-5-1,14-48 0,-4-17 1,-21 75 0,3-7 0,-3 1 0,9-50-1,-14 62 1,0-2-1,-4 4 1,4-27-4</inkml:trace>
</inkml:ink>
</file>

<file path=ppt/ink/ink4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9073 13007 874,'-96'0'0,"-26"-10"0,-12-23-1,4-22-1,12-13 1,7-10 0,7-10 0,-1-11 1,18 13 0,-1-14-1,-18-33 1,-14-29-2,26 32-1,24 30 0,-20-28 4,-12-14 0,5 10-4,7-2 5,-3-11-1,22 35-2,-11-10-1,8 13-4,17 22-9,1-3-119</inkml:trace>
</inkml:ink>
</file>

<file path=ppt/ink/ink4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8990 12592 874,'-43'-112'-6,"-1"23"3,-40-28-1,-12 20 5,-43 13-1,-8 41-2,17 29 2,7 27 2,-4 43-2,14 53-2,51 0 1,53 50 0,29-32-1,40 26 1,40 10 1,-14-49 0,46 10 0,-20-40 2,37-22 0,-60-47-1,7-18 0,-6-14-1,38-26-1,-15-54 3,-48-11-2,-49 23-1,-21-15-2,-31-9-2,-33-1-2,-42 1-2,28 17-11,-36-5-15</inkml:trace>
</inkml:ink>
</file>

<file path=ppt/ink/ink4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9238 10026 874,'-42'110'-11,"-24"59"3,29-78 8,5-5 0,6-2 2,9 0 0,11 45-1,95-54-1,54-121-4,-46 5-12</inkml:trace>
</inkml:ink>
</file>

<file path=ppt/ink/ink4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9095 10101 874,'122'18'-11,"50"-9"9,-69-5-3,-18-2-285</inkml:trace>
</inkml:ink>
</file>

<file path=ppt/ink/ink4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9080 10313 874,'132'34'-12,"-12"-28"2,-32-4-8</inkml:trace>
</inkml:ink>
</file>

<file path=ppt/ink/ink4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9300 10595 874,'-14'110'-11,"3"-26"2,-1 10 3,3 2 4,1-10 6,-10 8 1,5-177-6,26-41 3,22-19 1,15 30-2,73 12 2,-7 93-2,-181 116-4,-38-44-293</inkml:trace>
</inkml:ink>
</file>

<file path=ppt/ink/ink4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9683 9966 874,'-64'92'-11,"-8"0"8,-1-7-436</inkml:trace>
</inkml:ink>
</file>

<file path=ppt/ink/ink4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09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9833 10161 874,'-66'93'-10,"5"3"5,-4 41 0,29-25-6,36 37-11,27-46-19,60-31-101</inkml:trace>
</inkml:ink>
</file>

<file path=ppt/ink/ink4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9819 10459 874,'-31'108'-9,"21"32"8,66-58 2,57-141-4,-83-80 1,-48 7 2,-56 36 2,-26 110-1,114 118-5,93-16-5,-6-35-17</inkml:trace>
</inkml:ink>
</file>

<file path=ppt/ink/ink4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10012 10298 874,'44'121'-11,"-14"51"1,-28-70 7,-12-1-4,-13-13 0,3 20-16,-37-21-783</inkml:trace>
</inkml:ink>
</file>

<file path=ppt/ink/ink4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19744 8350 874,'-95'3'-3,"0"-2"-6,-1-5 7,-23-7 1,-32-4-1,67 7 1,0 3 0,1 3 2,-39 0 0,43 0 0,-13 2-2,-8 0 1,8-1-1,-65-3 0,68 0 1,1 0 0,-42 1 1,-16 6 0,-9 1 0,46-4 1,-15-2-2,44 0-2</inkml:trace>
</inkml:ink>
</file>

<file path=ppt/ink/ink4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8552 12145 874,'-61'9'-102</inkml:trace>
</inkml:ink>
</file>

<file path=ppt/ink/ink4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9640 4721 874,'109'-129'-4,"-27"-9"2,-37 272 1,-45-2 0,-7-31-53</inkml:trace>
</inkml:ink>
</file>

<file path=ppt/ink/ink4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14992 5746 874,'97'-76'-2</inkml:trace>
</inkml:ink>
</file>

<file path=ppt/ink/ink4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18872 5453 874,'-130'9'-13,"24"-3"7,-38-6 5,10-4 4,44 5-3,6 3 2,-61 15 1,44 20 0,43 89-2,45-39-2,6 8 1,11 5 0,5-8 0,21 46 0,51-13 0,79-49 0,-59-58-2,52 2-4,18-10 4,-82-10 2,42 4 2,-17-2 0,-37-94 4,-86-5-6,-19-72-4,12 74 3,-6-47-9,13-8-7,4 35-21</inkml:trace>
</inkml:ink>
</file>

<file path=ppt/ink/ink4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15591 5351 874,'142'-5'-10,"-14"-4"6,-40 5-8</inkml:trace>
</inkml:ink>
</file>

<file path=ppt/ink/ink4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15754 5242 874,'-34'132'-4,"10"-43"-2</inkml:trace>
</inkml:ink>
</file>

<file path=ppt/ink/ink4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16086 5287 874,'-7'94'-5,"-3"-8"-436</inkml:trace>
</inkml:ink>
</file>

<file path=ppt/ink/ink4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16219 5347 874,'0'105'-6,"-7"-17"-854</inkml:trace>
</inkml:ink>
</file>

<file path=ppt/ink/ink4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5847 6510 874,'123'-130'-12,"21"-32"-2,-8 16 1,-43 52 7,3-4-1,93-90-6,-60 64 6,-45 42 2,30-26 0,18-19 1,8-7-18,-19 18-7,-20 22-8,10-8-8,-1 3-6,-7 7-6,-10 11-6,38-35-73,-14-2 5,-31 29-67</inkml:trace>
</inkml:ink>
</file>

<file path=ppt/ink/ink4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7322 4245 874,'101'-44'-10,"38"-1"4,-41 16 2,22 32 8,-46 82-4,-56 61-2,-23-28-7,-3-10-6,-3-23-39</inkml:trace>
</inkml:ink>
</file>

<file path=ppt/ink/ink4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7927 3978 874,'-57'118'-8,"40"16"8,40-45-1,91-36 0,49-77-5,-24-46 3,-45-78 6,-113 56-3,-89-10 0,-18 72-6,-17 36-3,10 45-4,45-14-14</inkml:trace>
</inkml:ink>
</file>

<file path=ppt/ink/ink4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18015 8694 874,'112'40'-9,"-25"-7"-17</inkml:trace>
</inkml:ink>
</file>

<file path=ppt/ink/ink4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20479 6713 874,'-125'-52'-13,"39"28"8,-12 6 2,-5 7 5,3 11 0,13 12 0,-49 35-1,16 56-4,74-7 6,83 9-2,49-14-4,44-25 0,-41-38 3,-4-8-1,64 1-1,-66-20 4,67-27 2,-68-69-1,-84-31-4,-53 32 0,-24 10-10</inkml:trace>
</inkml:ink>
</file>

<file path=ppt/ink/ink4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17316 6797 874,'-98'-10'-6,"7"20"5,-2 23 1,-11 58 0,66 48-1,134-23-2,18-65-3,49-68 6,-43-36 2,-54-94-3,-129 21-9,12 39-14</inkml:trace>
</inkml:ink>
</file>

<file path=ppt/ink/ink4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3895 8442 874,'53'127'-4,"4"-16"3,-5-22 0,31 22 0,33 23 0,5-5-1,-4-25 1,19-3 0,-38-33 0,30 10 3,17 2-3,-40-25-1,29 1 2,-15-10 2,26 1-2,-60-29-1,3-2 0,46 5 0,10-2 1,26-8 0,-33-7-1,30-3 0,-75-2 1,-1-2 1,38-6-1,23-23 1,-67 7 0,1-5-1,38-18 1,7-23-2,-31-7 3,-7-36-1,-24 1-2,-2-49-1,-43 75 1,-7 0 1,-4-3 0,-1-43-1,-9-25 1,-7 72 0,0-2 0,-4-41 1,-11-39-2,-5 27 1,-22-24-1,15 74 1,-21-45-1,-25-29 1,31 77-1,-3 5 2,-32-48-1,-38-20-1,17 31 1,-28-6 0,2 18 0,-17 5 0,59 53 0,-7-1 0,4 6 0,-60-27 0,56 38 0,-3 2 0,-50-11 0,62 26 0,-9 5 0,0 4 0,-50 7 1,59 9-1,-3 6 1,-4 8 1,-1 5-1,3 9-1,-49 38-1,28 11 1,16 9 1,18 5 0,-7 34-1,22-28 0,8 13 0,12-9 0,2 9 0,-3 26-1,10-23 1,-1 11 0,4 9 0,7-8-1,-3 24 1,6-39 0,-4 34 0,15-67 0,-4 49 0,2-2 3,2-17 0,0-6-1</inkml:trace>
</inkml:ink>
</file>

<file path=ppt/ink/ink4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6555 8339 874,'-88'-6'0,"2"1"-8,-12 0 10,10 6-3,1 4-7</inkml:trace>
</inkml:ink>
</file>

<file path=ppt/ink/ink4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6518 8441 874,'-124'1'5,"-24"7"-4,58-3 0</inkml:trace>
</inkml:ink>
</file>

<file path=ppt/ink/ink4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9198 8307 874,'99'0'-6,"-14"1"5,70 4-2,-14 2-1,-12-4-1,-3 0 1,-37 0 4,16 0 0,11 1-1,-5 1 1,-25-2-2,25 3 0,19 0 0,10-3-1,-32 0 0,5-1 1,20 0-2,18-2 1,11 0 0,7 1 0,-58-1 1,26 1 1,18 3 0,13-3 0,12-1-1,-10-1 0,-42 0 0,30 0 0,19-1-1,13 2 0,8 4 1,-35-1 1,-20-1 0,21 1 1,18-1 1,10 1-1,-64 0 0,29-2 0,26 0-1,17-1 1,11-1-2,4 0 0,-4 1 0,-72-2 1,22 5 1,12-1 2,14 2 1,8-1-1,-18 1-2,-41-2 1,24 2-1,13-1 1,-2 0 2,-2 0 1,-33 0 1,-18-2-1,14 0 0,7 0 0,3 1 0,-49-2 0,9 0 0,-3-2 2,45-9 4,-21-39-4,-8-85-4,-64-13-3,-35 67 0,2-42 0,-2-33 0,-6 69 0,-1-3 1,4-36 0,-9-21 4,-16 29-2,-50-28-2,-13 45-2,-43 34 1,-38 26-1,65 27 1,-56-3 0,54 8 0,-22 0-1,-22 0-2,-15 0-1,41 4-1,-12-1-1,-17 1 2,-11 0 1,-11 2 2,-11 1 1,57 0-1,-41-2-2,-31-1-2,-22 0 0,29 0-1,20 1 1,-26-2 2,-17-2 1,-13 2 1,-11-2 1,56 3 0,-11 1 0,-31 3 0,-23 1-3,5 0-1,64 1 0,-35 2 1,-18 3 3,-10 4 3,-7 2 0,34-1 0,32 0 1,-30 1-1,-17 4-1,-11 2 2,-5-2 1,59-4-1,5 1-1,-19-2 0,-11 2 0,6-3 1,58-2-1,-29 0 1,-17 2 0,-8 3-1,0-2 1,33 0 0,32-4 1,-5 0 1,28-4 3,16-1 0,-4-4-1,-53 18 5,64 91-1,88 63-13,8-31-5,-6-52 6,4 12 1,-1 6 0,-2 2 0,2 50-1,-9-70-1,-3 49-8,-5-24-9,0-30-314</inkml:trace>
</inkml:ink>
</file>

<file path=ppt/ink/ink4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13145 7784 874,'-91'29'-24,"-20"-14"26,9-13 2,15-2-5,-7-2 0,-9 0-2,-2-5-1,-53-6 7,66 0-2,-10-2-2,3 5 1,-68-5 0,70 17 0,-3 5-2,-44 9-7,-2 7-11,47-3-26</inkml:trace>
</inkml:ink>
</file>

<file path=ppt/ink/ink4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483 9519 874,'124'7'-7,"2"-7"2,-10-3 1,24-5-2,-51-4-1,43-15-12,-20-17-36</inkml:trace>
</inkml:ink>
</file>

<file path=ppt/ink/ink4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900 9241 874,'116'36'-10,"-22"0"5,-5 8 5,5 76 3,-130 18-6,-26-31-3,2-20-9,31 9-46</inkml:trace>
</inkml:ink>
</file>

<file path=ppt/ink/ink4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13893 9679 874,'163'62'-5,"-69"-36"4,12-6-1,55 4-2,-73-12 2,48 9 0,13 9 1,-31-6 1,28 6 0,-10-12 0,4-2-1,-45-6 1,8 0-1,9 3 1,-26-3-1,0 0 1,18 1-1,12 1 0,8 1-1,6-2 1,5-3-1,-36-3 1,2 1 1,15 0-1,11 5 1,5 3-1,2 1 0,2-4 2,-40-3-1,11-4 1,14-2-1,8-3-1,6 0 0,-4-2 1,-42 2 0,19-3 1,8-3 0,5-4 0,5-1 0,2-1 0,-10 1 0,-34 3 0,16-3 0,10 1 0,2-2-1,1-2 1,-1-1-1,-13 2 1,57-10 0,-71 7 0,52-13 2,-19 2 0,23-9 0,-22 1-1,-35 10-1</inkml:trace>
</inkml:ink>
</file>

<file path=ppt/ink/ink4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13803 8079 874,'89'39'-4,"30"26"0,-21-11 2,70 29 2,-66-31-2,-1 9-2,47 39-3,-27-3 2,-16-1-9,6-1-9,-1-20-27,-20-39-18,-6-8-351</inkml:trace>
</inkml:ink>
</file>

<file path=ppt/ink/ink4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15028 8652 874,'38'107'-7,"-10"-6"4,-15 18 6,-139-74-3,15-71 1,-7 2-3,16 7-2</inkml:trace>
</inkml:ink>
</file>

<file path=ppt/ink/ink4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5317 11188 874,'92'12'-5,"67"-40"2,-11-18 0,-65 20 0,8 2 1,2 6 2,2 5-2,49-7 2,-60 4 0,11 0 0,6 2-1,4 2 1,52 1 0,-59 9 0,7-1 0,2-1 0,-10-1 0,54 0 0,-67 2 1,1 3-1,65 7 2,-24 8-1,-4 6-1,-36-4-2</inkml:trace>
</inkml:ink>
</file>

<file path=ppt/ink/ink4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8916 10056 874,'13'144'-7,"-13"-52"5,-2 16-2,2-22-1,12 70-3,11 3 3,-1-62 5,4-1 1,10 36 3,-18-31 2,-80-15-852</inkml:trace>
</inkml:ink>
</file>

<file path=ppt/ink/ink4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8901 9966 874,'95'-16'-5,"63"38"2,-12 2-3,-61-14 3,6-4 2,5-5-1,2-1 2,52 3 0,-56 0 0,9 1 0,10 2-1,3 4 1,52 7-1,-65-1 1,9 4 0,4 5-1,-7 2 1,66 24 0,-78-19 0,-3 3 1,39 16 1,-3 10 2,-35-3-1,7 34-1,-41-2 0,-34 65-2,-26-13-3,-4-58 1,1 4 2,-1 49 1,4 4 0,-2 11 0,-19-24 1,-69-28-1,-75-46-3,0-33-2,63-14 0,-3-2 2,-45 5 0,62-6 2,-5-2 1,-1 0-1,-61 0 0,54 0 1,-6-2-1,-57-4 1,68-4-1,-9-7-1,-8-4 1,-4-2-1,-48-11-5,78 16 0,0 1-1,1-1-3,-39-12-28,9-7-30,17 4-74</inkml:trace>
</inkml:ink>
</file>

<file path=ppt/ink/ink4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18305 11608 874,'-55'-90'-3,"-1"-61"-16,22 26 12,11 0 8,12-45 1,9 80-2,2-46 3,13 0 4,28 6-2,46 21-3,15 44-1,55 30-2,-55 26 0,51-2-5,15-2 3,-82 6 3,5 0 1,43-2-1,-47 5 0,9 3 0,10 1 0,-2 0 0,69-3-1,-66-3 0,6 0-1,-24 0 2,-1 1 0,17 1-1,11 3 1,9 2-1,11 3-1,-46-3 1,20 2-1,11-2 1,7-2 0,5 0 0,-5-1 1,-37 0 1,23 0-2,15 2 1,9-2-2,10-4 1,3-2 0,-16-1 0,-33 1 0,11-3 1,5-3 2,2 4 0,3 0 0,-25 5 0,-13 1 1,14 4-1,6 4 0,4 5-1,3 7 1,49 13-1,-72-8-1,7 3 0,3 3 0,-5 3 0,45 18 1,5 13 2,-15-5 0,4 18-1,-36 15 0,-28 23-2,-22 55-1,-34-22 1,-23-54 0,-16 1-1,-39 46 2,-44-34-1,-12-37-1,-30-18-1,-12-22 0,35-11 1,-27-2 1,66-4-1,-7-2 1,-48 5-1,52-3 1,-7 2 0,-5 5-1,3 2 0,-58 11 1,63-15-1,-8-1 1,20-1 0,-94 7 0,68-9 0,-9-2-1,-5-2 0,39-2 0,-11 2 1,-12 2 0,-9 1 0,11-6 0,19 0 0,-17-7-1,-14-2 0,-12-5 0,-4-1-1,27 3 1,8 2 0,-16-4 1,-9 1 0,-5-2-1,44 3 1,-22-3 0,-12-2 0,-5-2 0,21 3 1,13 1 0,-17 0 0,-6 3 1,-6 0-2,-50 0 2,68 5-1,-4 2 0,-2-2 0,6-1 0,-60-5 0,68 2-1,-2-2 1,-44-3 1,-11 5 0,36 15 0,27 12-856</inkml:trace>
</inkml:ink>
</file>

<file path=ppt/ink/ink4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12924 12198 874,'99'33'-5,"-14"3"0,44 34 2,-41-24 6,32-17-3,10-15 1,-6 0 1,1 27-1,-22 7 2</inkml:trace>
</inkml:ink>
</file>

<file path=ppt/ink/ink4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4728 12078 874,'-136'56'-2,"1"-38"1,-16-5 0,10 10-1,53-7-1</inkml:trace>
</inkml:ink>
</file>

<file path=ppt/ink/ink4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6848 12415 874,'-115'-83'-4,"-27"45"-1,-8 14 0,65 18 3,-4 5 1,1 4 1,-41-1-1,-26-12 2,-13-15 0,80 18 0,4-1-1,-5 0-55</inkml:trace>
</inkml:ink>
</file>

<file path=ppt/ink/ink4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21252 12424 874,'-91'-16'-3,"-40"-7"1,-25 7 1,72 7 0,-53-8 0,40 0 0,-15 0 1,-10 2-1,-6 4 0,36 5-1,-2 2 0,-4 5 0,2 5 1,-47 11 0,3 9 3,-16 7 0,10-7-1,-17-5-2,19-6 2,13-1-1,-2-48 0,49 4 2</inkml:trace>
</inkml:ink>
</file>

<file path=ppt/ink/ink4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16057 12847 874,'-131'-19'-8,"28"0"-6,-21-2 5,28 3 3,-1 3 0,0-1 3,9 2 0,-30-6 1,-27-2-3,-16-1 1,47 8 2,-19 2 2,-20 0-1,-8 7 1,1 8 1,18 12 3,45-5 1,1 16 1,10 10-1,-29 32 7,58 25 1,174-20-29</inkml:trace>
</inkml:ink>
</file>

<file path=ppt/ink/ink4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16595 344 874,'-128'1'-13,"42"7"10,-10 5 1,-3 10 1,1 10 1,-48 27-1,-6 39 0,30-4 1,-17 49 0,38-16 0,0 39 1,53-70-1,-12 47-1,40-56 2,10 6-1,10 58 1,42 21-1,-3-79 0,25 43-1,34 10 2,-2-43 0,41-19-1,-53-49 0,47 8 0,40-15 0,-81-25 0,-3-4 0,43-9 1,32-24-1,-25-8 0,23-34 0,-22-3-1,-5-17 1,-5-15 0,-24 6 0,2-42 1,-36 34-1,-11-30 1,-21 24 0,-17-22-1,-24-24 0,-9 41 0,-26-22 0,-6 20 0,-20 5 0,-21 11 0,-16 25 2,-22 23-2,29 32 0,-27 4-4,-14 6-2,49 8-1,2-3-9,-2 7-51</inkml:trace>
</inkml:ink>
</file>

<file path=ppt/ink/ink4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15979 949 874,'-85'103'-11,"5"38"4,27-14 3,27-13 5,22 18-2,33-19 3,29-29 2,76-48-2,-13-48-3,36-89-7,-38-20 4,-13-53-1,-57 72 4,12-53 2,-34 66 1,-11-3 0,-7-41 4,-65 44 0,-40 96-3,-4 124-6,78-47 1,-2 59-2,18-50 2,0 15 0,1 5 1,0 71-2,5-67 2,6 2-4,-2-20 0,3 7-11</inkml:trace>
</inkml:ink>
</file>

<file path=ppt/ink/ink4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19088 729 874,'-101'15'-5,"0"22"2,5 8-1,-11 30 4,14 12-1,23 15 0,23 6 3,25 13 0,58 16-2,36-38-1,73-35-1,-12-41 0,40-46 2,-73-12 1,-1-10-2,41-32-2,-22-26 5,-58-5 2,-56-27-5,-67-11 3,-21 51 0,-83 21-7,78 61-1,-11-8-8,14 25-101</inkml:trace>
</inkml:ink>
</file>

<file path=ppt/ink/ink4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18775 970 874,'-14'118'-7,"0"-7"2,3-22 0,14 8-10</inkml:trace>
</inkml:ink>
</file>

<file path=ppt/ink/ink4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18958 985 874,'-14'122'-3,"-9"-33"2,0 4-1</inkml:trace>
</inkml:ink>
</file>

<file path=ppt/ink/ink4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18720 1174 874,'113'-23'-10,"-8"2"8,-10-5 2,-10 3-56</inkml:trace>
</inkml:ink>
</file>

<file path=ppt/ink/ink4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18897 1274 874,'-36'-105'-3,"-6"-2"-6,6 22 7,-22-2 4,-36 121-6,49 52 0,8 12 1,-13 30 2,2-21 4,-47-40 2,59-175-5,42-49-3,2 36 3,-10 8 2,-100 199-4,38 69-6,28-67 6,-25 41 3,-24-29 3,-10-178 1,72-69-8,7 14 7,-8 24-1,-77 210-3,53 41-3,0-2 0,-1-27 4,-39-88 3,45-162-4,40-18-1,6 47 2,-108 208-1,64 15 0,-2-21 2,-46-178 2,-45 41-4,33 54-6</inkml:trace>
</inkml:ink>
</file>

<file path=ppt/ink/ink4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18364 8245 874,'-118'69'0,"143"61"-3,101-106 1,-54-133 1,-208 74 1,73 131 0</inkml:trace>
</inkml:ink>
</file>

<file path=ppt/ink/ink4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17559 246 874,'6'131'-11,"-8"19"8,1 19 1,0-42 2,-6-30 1,92-197-1,-7-1-4,27 3 3,-18 34 3,10 50 3,-124 121-6,-90-17-4,-5-32 3,-11-54 4,212 86 5,56-20-14,-41-22-8</inkml:trace>
</inkml:ink>
</file>

<file path=ppt/ink/ink4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19584 1164 874,'140'-13'-12,"-51"5"5,19 1 1,13 0-1,-20 2 4,-10-1 1,-6 4 2,82 3-9,-70 0 2,-10 13-281</inkml:trace>
</inkml:ink>
</file>

<file path=ppt/ink/ink4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20267 1000 874,'88'77'-10,"-48"12"7,-38 0 2,-47 7-1,-63-6-2,14-30-4</inkml:trace>
</inkml:ink>
</file>

<file path=ppt/ink/ink4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20975 1059 874,'-108'110'-8,"18"32"10,177-59-5,79-149-12,-21-29-1,-18-21 22,-59 7 3,-133 232-7,24 12 1,32 29 0,125-102-4,20-144-7,-4-36 4,-51 5 8,-49 13 0,-64-18-1,-3 27-18</inkml:trace>
</inkml:ink>
</file>

<file path=ppt/ink/ink4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21670 1004 874,'129'-9'-9,"-39"4"5,9 0-4</inkml:trace>
</inkml:ink>
</file>

<file path=ppt/ink/ink4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21640 1249 874,'136'-19'-11,"-4"-10"-3,-45 8-10,-1 2-577</inkml:trace>
</inkml:ink>
</file>

<file path=ppt/ink/ink4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22331 443 874,'13'149'-18,"-10"-42"5,-2 11 1,-5 45-20,-5-29-24,-5-15-27,1-32-105</inkml:trace>
</inkml:ink>
</file>

<file path=ppt/ink/ink4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22341 828 874,'88'-49'-6,"0"13"5,30 31 1,-120 115-7,-114-47-2,3-37 6,73 77 9,149-9-4,-4-70-3,-6-36-5,9-53-6,-24 9-33</inkml:trace>
</inkml:ink>
</file>

<file path=ppt/ink/ink4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21998 1216 874,'168'-6'-20,"-47"3"8,19-1 3,-23 1 3,-13 2 2,5-3 1,-19 1 1,37-6-3,24-8-4,-54 7 1,-12 2 0,5-4-14</inkml:trace>
</inkml:ink>
</file>

<file path=ppt/ink/ink4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22222 1503 874,'4'85'-3,"-23"52"0,-20-33 3,43-188-9,46-31 7,39 11 3,18 104 1,-83 141 0,-32-55-1,-13 21 1,21-226-7,28 4 5,19 8 1,65 10 2,-25 186-2,-98 71-3,-29-40-1,4-35-4</inkml:trace>
</inkml:ink>
</file>

<file path=ppt/ink/ink4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22681 1620 874,'-32'116'-11,"-20"8"8,10-34-3,-2-4-186</inkml:trace>
</inkml:ink>
</file>

<file path=ppt/ink/ink4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22749 1649 874,'-8'108'-9,"-8"-14"5,-10-10-2,-12 4-292</inkml:trace>
</inkml:ink>
</file>

<file path=ppt/ink/ink4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22579 1780 874,'126'-15'-7,"0"2"-2,-21 2-6</inkml:trace>
</inkml:ink>
</file>

<file path=ppt/ink/ink4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20740 730 874,'-44'147'-19,"16"-51"14,3 7 3,2 2 2,8 5 1,3 3 0,4-18-1,5-12 1,2 72-1,2-66 1,6 8 1,13-2 1,25-4-1,130 48-7,-55-100-2,-33-15 1,23-10-2,25-10 3,21-8-1,-8-1 0,-27 1 1,30-2-1,22-1 1,17 4 2,12 5 1,7 3 0,-36 2 2,-28 0 0,19 5 2,7 0 0,-1 1 1,-6-1 3,-42-4-1,-13 0 2,-2-2 1,-7-3-1,-10-6 1,56-41 4,-59-82-7,-51-20-7,-27 58-1,-5-17-1,-4-14 0,-1-8 2,-3-5-1,0 14 3,0 26-1,-1-12 2,-3-3 1,-1-1 0,-3 11 1,-10-40 2,-44 15-1,-44 38-8,-26 31-5,45 35 3,-73-5-5,-17 9 0,50 6 6,-25-1 2,-25 0-1,-21 3 0,-19 8-1,66-1 1,-26 5-5,-26 10 1,-19 8-26,-1 10-7,18 7-7,64-11-7,-12 16-5,56-16 6,16-10-79,2 11 55</inkml:trace>
</inkml:ink>
</file>

<file path=ppt/ink/ink4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20025 7931 874,'-127'-81'-19,"41"30"13,-7 0 4,3 3 6,1 8-2,-1 7 1,-53-9-2,57 23-2,-10 3 0,-8 3 2,-48 0 0,61 11-2,-8 6 0,10 4 1,-73 11-1,62-2 1,-5 7 0,-1 5 0,-50 19 0,4 23 1,6 21 1,45-18-1,-2 24 0,32-12 1,22 35 0,38 4-1,68 43-2,4-82 1,89 61-4,-11-57-3,-51-51 6,9-5 1,1-3 0,56 10 0,-66-24 0,13 0 1,12-3 0,56 2-1,-61-10-2,10 1 1,3-3 0,-11-3 1,-25-1 0,11-4 1,2-7-1,-3-7 1,40-19 2,11-27 0,-29-1-2,1-12 0,8-17 0,-33 15-1,-8-26 2,-24-33-1,-41 10-1,-111-38-7,-56 76-4,12 17-17,-85 4-18,77 24-21,14-6-65,5 29 9</inkml:trace>
</inkml:ink>
</file>

<file path=ppt/ink/ink4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5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1139 1348 874,'24'120'-12,"-8"-11"5,-7 9 4,-5 50-8,-6-46-11,1-36-16</inkml:trace>
</inkml:ink>
</file>

<file path=ppt/ink/ink4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1154 1232 874,'105'-38'-9,"35"15"4,-20 14 1,-8 18-3,-28 0-13</inkml:trace>
</inkml:ink>
</file>

<file path=ppt/ink/ink4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1169 1620 874,'115'-18'-11,"50"-8"5,-27 14 0,-44 5-7</inkml:trace>
</inkml:ink>
</file>

<file path=ppt/ink/ink4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1169 1981 874,'127'12'-15,"-30"-24"6,61-26-7,-66 13-7,-6-7-92</inkml:trace>
</inkml:ink>
</file>

<file path=ppt/ink/ink4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1556 2057 874,'22'147'-15,"-10"-61"10,-2 10 2,-3-8-3,-3 48-10,-10-30-13,-28-10-106</inkml:trace>
</inkml:ink>
</file>

<file path=ppt/ink/ink4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1527 2118 874,'116'-111'-14,"14"42"8,-25 69 9,-53 91-3,-77 17-5,-64-3-3,-102-13-6,101-56-6,-23-8-5</inkml:trace>
</inkml:ink>
</file>

<file path=ppt/ink/ink4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2231 1227 874,'-56'169'-23,"20"-50"10,-2 19 2,10-14 3,6-28 3,9-5 4,9 52 9,117-126 3,-26-65-174</inkml:trace>
</inkml:ink>
</file>

<file path=ppt/ink/ink4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2333 1547 874,'-16'139'-12,"11"11"14,69-62-1,23-99-4,17-109-7,-62 27 4,1-53 4,-105 40 4,-31 68 0,-11 55 3,43 99 4,220-46-14,-72-107 0,28 4-15,-29-36-804</inkml:trace>
</inkml:ink>
</file>

<file path=ppt/ink/ink4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2679 1227 874,'91'92'-12,"3"71"0,-46-5 2,-47 5 3,-30-55 1,-20 2 2,2-18-5,-57-8-24,16-40-46</inkml:trace>
</inkml:ink>
</file>

<file path=ppt/ink/ink4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3105 1509 874,'182'-20'-10,"-71"6"1,-24 7-425</inkml:trace>
</inkml:ink>
</file>

<file path=ppt/ink/ink4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6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3105 1732 874,'146'-15'-15,"-59"-1"10,49-18-7,-51 10-9</inkml:trace>
</inkml:ink>
</file>

<file path=ppt/ink/ink4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3627 1445 874,'25'117'-11,"-10"36"9,-12-66 3,14-182-6,20-8-1,55-7 9,8 71-1,-16 122-2,-46 36 0,-34-20 6,6-205-9,34-26 3,43 36 0,-2 71-2,10 101 0,-39 30 6,32-80-2,12-75-4,49-58-9,-21 17 6,-235 75 2,17 85 3,12 19 3,58 30 4,123-96-5,6-58-2,-19-61 5,-46-11-3,22 249-8,-50-45 1,2 55 0,-25-50 4,-20 12 0,-9-20 0,-74 54-3,4-114 2,1 16-5,21-49-3</inkml:trace>
</inkml:ink>
</file>

<file path=ppt/ink/ink4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4930 910 874,'19'117'-11,"-28"59"2,-3-69 4,-3-7 2,-9 57-11,9-26-15,5-31-37</inkml:trace>
</inkml:ink>
</file>

<file path=ppt/ink/ink4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5669 744 874,'-73'160'-25,"20"-49"12,-12 25 1,-2 12 3,25-54 2,-6 29 2,18-36 4,-1 21-4,15 8 7,12-22 4,36 60 9,62-81-1,-7-26-47</inkml:trace>
</inkml:ink>
</file>

<file path=ppt/ink/ink4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5698 1597 874,'15'-106'-19,"9"12"8,8-11 5,-3 17 2,31-37 15,-1 283-14,-66-3-2,10-60-4,-3 15-15,4-25-89</inkml:trace>
</inkml:ink>
</file>

<file path=ppt/ink/ink4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6055 1444 874,'142'-45'-14,"-50"17"10,37-15-5,-41 11-7</inkml:trace>
</inkml:ink>
</file>

<file path=ppt/ink/ink4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6656 985 874,'-50'116'-11,"-7"11"4,24-20 10,163-51-4,-2-119-9,3-19-4,-47 38 19,-61 146-3,-35 3 0,20-12 10,104-91-7,-61-125-6,-61 28 2,-88-22 0,106 17 1,94 72-5,40 48-4,-39 33 3,-53 76 4,-55-19-1,-55-14-3,-24-48-832</inkml:trace>
</inkml:ink>
</file>

<file path=ppt/ink/ink4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7444 1098 874,'-31'146'-10,"18"-3"12,83-59-3,37-105-3,-4-64-2,-20-34 4,-47 13 1,-74-19 2,-26 43-1,-56 35 3,21 49 0,-6 91-1,158-11-2,45-82-6,-10 13-10,3-30-8</inkml:trace>
</inkml:ink>
</file>

<file path=ppt/ink/ink4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7888 684 874,'83'98'-11,"-16"53"5,-50-67 4,-11 53-1,-25-9 0,-63 30-7,23-58-6</inkml:trace>
</inkml:ink>
</file>

<file path=ppt/ink/ink4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4877 850 874,'31'108'-8,"-17"-10"0,-9 34-1,-12-22 2,-16 33-3,7-51-2,-1 29-21,-12-37-747</inkml:trace>
</inkml:ink>
</file>

<file path=ppt/ink/ink4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7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1808 3355 874,'-29'89'-13,"9"-5"4,4 20 2,7 8 4,6 2 1,2-22 2,16 53 8,21-54-4,50-117 3,-17-110-13,-41 50-2,-2-21 0,-9-2 4,-9 7 4,-12-40 5,-69 46 0,-71 93 0,19 59 0,47 45-1,61-6-3,109-31-3,49-56-3,-12-33-5,-39 3-17</inkml:trace>
</inkml:ink>
</file>

<file path=ppt/ink/ink4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2107 3627 874,'125'1'-4,"-12"22"3,-28 17-56</inkml:trace>
</inkml:ink>
</file>

<file path=ppt/ink/ink4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2137 3814 874,'108'-2'-6,"9"-17"-1,-13-17 4,-16 7-56</inkml:trace>
</inkml:ink>
</file>

<file path=ppt/ink/ink4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2587 3576 874,'-16'121'-10,"9"-31"9,49 11 2,66-73-2,2-62-3,-13-81 5,-96-19-1,-108 45 0,0 93 1,23 6-5</inkml:trace>
</inkml:ink>
</file>

<file path=ppt/ink/ink4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3308 3120 874,'-52'121'-18,"12"-25"8,-3 21 1,7 11 4,10-1 5,13-19 0,15 58 4,27-42 0,55-60 3,2-25-98</inkml:trace>
</inkml:ink>
</file>

<file path=ppt/ink/ink4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3644 3249 874,'-95'93'-11,"20"6"7,66-7 5,81 18-1,13-18-3,-11 7 6,-52-9 0,-139-23-5,15-85-2</inkml:trace>
</inkml:ink>
</file>

<file path=ppt/ink/ink4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3852 3069 874,'24'107'-10,"-17"71"1,-8-87 4,-6 73-3,-4-9 3,3-61 6,-7 42 5,19-241 2,88-62-17,12 56-9,-17 33-38</inkml:trace>
</inkml:ink>
</file>

<file path=ppt/ink/ink4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4375 3604 874,'-84'121'-14,"-15"9"9,30-36 7,178-190-6,-39-7-4,-9 8 7,-3 209 13,-28-26-6,62-108-5,-8-71-12,-39-7 2,-4-22-1,-9 0 2,-9 32 1,-3-13 11,-6 7-1,-36 224-7,-9 49 9,20-95 3,3 53 4,136-109 4,-32-67-12,-6 81-5,-182 83-3,-15-86 3,22-187-4,89 64-3,10-3-2,26-30-1,18-13 2,7 6 4,23-35 0,-14 66 12,-32 221 6,-61-17-16,0-10 0,5-14 0,3 10 1,10 1 7,10 44 3,47-51 2,55-135-1,-23-47-3,-47-29-1,-150 106-5,83 159-2,54-37 0,92-54-1,1-96-5,-35 9-9</inkml:trace>
</inkml:ink>
</file>

<file path=ppt/ink/ink4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5265 2842 874,'65'115'-14,"-35"-29"7,-7 22 0,-9-20 1,-16 3 1,-4-3 1,-73 98-6,38-95-5,-22 1 4</inkml:trace>
</inkml:ink>
</file>

<file path=ppt/ink/ink4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6338 3898 874,'-132'19'-14,"28"-10"3,-36 2-3,-33-1 0,59-3 3,-48 2-6,35-1 3,-40 3-5,-47 7-2,-35 8-3,-18 4 1,88-9-27,-50 9-6,-32 3-4,-19 3-5,47-6-1,30-3-1,-23 3 0,0-4 8,14-9 6,72-6 7,-2-4 16,-3 3 6,3 7 7,52-6 6,-1-3 0</inkml:trace>
</inkml:ink>
</file>

<file path=ppt/ink/ink4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8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2514 5000 874,'-118'39'-8,"-4"-8"-3,-13-1 2,-27 2 11,69 6 1,70 75-3,31-1 1,7 49 2,-12-18-3,-29 7 1,10 4 3,42-65-1,110-76-5,-2-72-10,-40 12-17</inkml:trace>
</inkml:ink>
</file>

<file path=ppt/ink/ink4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1795 5518 874,'121'-30'-14,"-29"17"7,23-2-3,-18 3-6,-6 2-3</inkml:trace>
</inkml:ink>
</file>

<file path=ppt/ink/ink4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2244 5841 874,'23'142'-13,"-12"-44"5,-3 13 4,-4 6 2,-4-9 1,-4 35 1,-7-32 4,-33-227-8,23-62 3,11 31 4,32-20 1,29 35-2,58 23 2,-23 69-1,-101 139-2,-78 2-5</inkml:trace>
</inkml:ink>
</file>

<file path=ppt/ink/ink4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2716 4638 874,'-63'136'-17,"25"-39"8,2-7-7,0-4-172</inkml:trace>
</inkml:ink>
</file>

<file path=ppt/ink/ink4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2943 5203 874,'-49'107'-13,"10"-22"4,-8 17 2,-3 14 0,10-8-2,10-24-2,5 9-6,-1 61-42,50-28-19,1-39-78</inkml:trace>
</inkml:ink>
</file>

<file path=ppt/ink/ink4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3127 5507 874,'-42'94'-8,"7"-4"7,39 21 2,108-92-5,-20-162-1,-68 9 3,-48 6 4,-99 24 1,26 149-1,112 73-2,111-82-8,20-85-3,-43 5-14</inkml:trace>
</inkml:ink>
</file>

<file path=ppt/ink/ink4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3311 5076 874,'78'104'-12,"0"54"4,-49-58 5,0 53-1,-26-12 1,-25-13-7,-48 9-6,-21-68-11,6-27-122</inkml:trace>
</inkml:ink>
</file>

<file path=ppt/ink/ink4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3761 5409 874,'184'-5'-12,"-86"7"4,-10 10-838</inkml:trace>
</inkml:ink>
</file>

<file path=ppt/ink/ink4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3761 5675 874,'100'-16'-16,"-9"-1"5,14-10 1,-2 3-16,-16 3-158</inkml:trace>
</inkml:ink>
</file>

<file path=ppt/ink/ink4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4608 5000 874,'0'117'-11,"0"51"5,-1-72 4,-5 43-1,-3-16-8,-12-4-7,1-32-65</inkml:trace>
</inkml:ink>
</file>

<file path=ppt/ink/ink4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19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4536 4959 874,'84'-8'-9,"68"-2"1,-28 8 0,-36 2-9</inkml:trace>
</inkml:ink>
</file>

<file path=ppt/ink/ink4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4521 5196 874,'140'8'-18,"-45"-8"10,10-4-3,-10 2-8,-10 0-2</inkml:trace>
</inkml:ink>
</file>

<file path=ppt/ink/ink4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4521 5646 874,'134'-7'-12,"-50"-2"6,56-14-6,-49 9-10</inkml:trace>
</inkml:ink>
</file>

<file path=ppt/ink/ink4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4943 5641 874,'0'101'-11,"0"62"6,0-66 3,-2 3-3,-2 42-8,-3-16-5,0-40-19</inkml:trace>
</inkml:ink>
</file>

<file path=ppt/ink/ink4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4834 5652 874,'107'-29'-10,"26"43"10,-72 121-2,-180-39-3,22-54-6</inkml:trace>
</inkml:ink>
</file>

<file path=ppt/ink/ink4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5546 4925 874,'-58'112'-12,"-16"60"1,37-60 6,-3 60-3,25-10 3,19-60-2,11-4-2,34 34-11,-20-45-33</inkml:trace>
</inkml:ink>
</file>

<file path=ppt/ink/ink4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5731 5314 874,'-26'124'-6,"42"17"5,41-56 1,56-77-1,-16-46-2,-20-51 5,-50-37-1,-52 25 0,-64 59 0,-32 38-5,31 5-8</inkml:trace>
</inkml:ink>
</file>

<file path=ppt/ink/ink4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5788 5434 874,'115'-36'-11,"1"-2"0,-20 4-11</inkml:trace>
</inkml:ink>
</file>

<file path=ppt/ink/ink4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6249 5302 874,'141'12'-7,"-45"-3"3</inkml:trace>
</inkml:ink>
</file>

<file path=ppt/ink/ink4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6204 5477 874,'116'1'-9,"9"-18"4,-32-22-2,-6-1-112</inkml:trace>
</inkml:ink>
</file>

<file path=ppt/ink/ink4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0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6652 5310 874,'-7'99'-19,"72"-8"26,50-120-7,-51-91-3,-161 52 1,11 16-30</inkml:trace>
</inkml:ink>
</file>

<file path=ppt/ink/ink4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6771 4894 874,'106'92'-15,"11"69"3,-67-53 7,-13-17 1,-17-2 1,-8 80-3,-44-55 1,-48 19-1,26-48-3,-8 26-9</inkml:trace>
</inkml:ink>
</file>

<file path=ppt/ink/ink4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7307 5463 874,'142'-14'-15,"-45"4"5,11-6 4,-3-7 2,-16 6-10,4-4 4</inkml:trace>
</inkml:ink>
</file>

<file path=ppt/ink/ink4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7496 5257 874,'-2'109'-10,"-4"11"6,-7-9 0,-11-7-2</inkml:trace>
</inkml:ink>
</file>

<file path=ppt/ink/ink4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8173 5041 874,'-51'103'-7,"-14"34"2,18-24 3,30 32 5,64-26-3,51-75-1,1-101 0,-1-47-2,-32 1 3,-38 12 1,-73-41 0,-82 2-1,36 46-1,4 32-850</inkml:trace>
</inkml:ink>
</file>

<file path=ppt/ink/ink4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8876 5136 874,'-68'84'-9,"-37"44"-1,39-44-5,-9 16-34</inkml:trace>
</inkml:ink>
</file>

<file path=ppt/ink/ink4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8558 5166 874,'110'130'-5,"12"-8"4,-33-37-1</inkml:trace>
</inkml:ink>
</file>

<file path=ppt/ink/ink4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9093 4915 874,'-18'107'-9,"-4"40"8,16-52 1,10 7 0,17-7 0,57 38-1,20-104 1,-5-54-1,11-65-3,-53-12 2,-14-40 2,-22 27 0,-29-23 1,-26 32 2,-55 15-1,-62 57-2,28 51 0,56 70 1,70 5-2,120 6-5,-23-60 0,15-14-3,-23 0-7,23-9-16</inkml:trace>
</inkml:ink>
</file>

<file path=ppt/ink/ink4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9870 5377 874,'119'-11'-6,"45"-14"4,-79 12 0,0 0-290</inkml:trace>
</inkml:ink>
</file>

<file path=ppt/ink/ink4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9929 5181 874,'21'118'-10,"4"5"6,-5-39 0,-5 4-433</inkml:trace>
</inkml:ink>
</file>

<file path=ppt/ink/ink4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1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10384 5134 874,'29'-90'-10,"16"-40"7,-9 28 1,25 228-1,-43 11-3,16-23-6,-7-29-19</inkml:trace>
</inkml:ink>
</file>

<file path=ppt/ink/ink4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10346 5350 874,'122'-10'-11,"55"7"1,-82 7 6,22 0-12,-33 11-408</inkml:trace>
</inkml:ink>
</file>

<file path=ppt/ink/ink4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10473 5819 874,'-43'-119'-4,"162"37"2,-28 155 0,-97 38-3,-54 16-4,-45-2 2,18-34 7,31 20 6,144-66-4,64-35-3,-27-13-9,-38-3-194</inkml:trace>
</inkml:ink>
</file>

<file path=ppt/ink/ink4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11098 5087 874,'-2'121'-6,"-8"43"4,-1-67 1,27-206-10,13-10-1,0 20 6,28 7 10,69 38 3,-39 178 2,-81 37-5,-23-49-25,-2-201 21,33-36-8,27-5 15,46 60 3,9 107-3,-62 50-2,-31 54-4,-16-25-4,-2-29-9</inkml:trace>
</inkml:ink>
</file>

<file path=ppt/ink/ink4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12073 5015 874,'-86'-22'-15,"-29"86"15,68 56 2,96-20-1,50-163-1,-23-33-1,-9 220-10,-71 0 4,-6-9 4,-26 6 6,-15-27 2,-68-27 0,-14-80-1,43 1-6</inkml:trace>
</inkml:ink>
</file>

<file path=ppt/ink/ink4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12149 4577 874,'11'85'-10,"-1"70"3,-5-63 6,1 6-4,-5 2 0,2-11-2,-1 55-13,0-27-26,-2-10-82</inkml:trace>
</inkml:ink>
</file>

<file path=ppt/ink/ink4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12090 4609 874,'85'-21'-3,"16"48"1,-45 129-1,-56-38 0</inkml:trace>
</inkml:ink>
</file>

<file path=ppt/ink/ink4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12626 4825 874,'-28'151'-9,"14"-66"6,3 2-1,3 31 2,15-28 4,35 0-1,69-33 0,37-70-1,-31-44-2,-5-73-1,-65 47 2,13-51 0,-48-34 3,-36 81-1,-28-28-1,-70 32 3,37 75-2,-8 28-1,-42 39-1,71 63 2,78-28-1,119-38-2,-33-26-2,-13-32-286</inkml:trace>
</inkml:ink>
</file>

<file path=ppt/ink/ink4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13058 4261 874,'105'-12'-7,"8"63"6,-63 47 0,-58 1-2,-49 12 1,7-12 3,75-4-2,108-61-2,-32-31-4</inkml:trace>
</inkml:ink>
</file>

<file path=ppt/ink/ink4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12156 5293 874,'65'-84'-3,"7"-70"-2,-31 26 2,-30 41 3,-6-43 1,-26-1-2,-34 34 3,-42 145-1,63 117-2,26-65-1,4-16 0,2 63 3,11 12 0,1-36-2,13 21 4,48-2-3,-20-52-4</inkml:trace>
</inkml:ink>
</file>

<file path=ppt/ink/ink4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2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5206 7049 874,'49'-94'-7,"27"-47"-6,14-10-2,20-23 1,-21 40 6,19-28-3,-24 35 2,7-10-2,22-34 1,16-22-3,14-11 2,6-1-25,-49 69-6,17-12-7,6 3-6,-4 7-6,-24 28-4,-23 26-3,-8 0 0,6-3-97</inkml:trace>
</inkml:ink>
</file>

<file path=ppt/ink/ink4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6256 4290 874,'98'-45'-11,"79"-19"-1,-74 36 9,-4 11 3,40 13 2,-47 37 0,-57 91-3,-50-25-4,-1-15 0,-41 43-15,16-41-26</inkml:trace>
</inkml:ink>
</file>

<file path=ppt/ink/ink4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6940 3688 874,'-40'99'-9,"-12"29"9,52 19 0,65-48-3,61-61-2,23-63 1,-43-42 5,-54-42 1,-79-6-2,-92 27-3,-7 55 1,42 47-3,-22-2-11,21 22-586</inkml:trace>
</inkml:ink>
</file>

<file path=ppt/ink/ink4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3340 7343 874,'-104'-37'-6,"-71"-12"1,81 41 4,-39 32 2,42 87-3,59-23-2,-2 49-4,28-49 5,5 3 4,5 52 0,22 4 1,35-26 2,43-34-1,13-44-3,30-50-4,-57-40-8,-13-36-45</inkml:trace>
</inkml:ink>
</file>

<file path=ppt/ink/ink4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2644 7687 874,'185'9'-26,"-62"-7"6,0 2-5,-11-1-17,-21-2-10</inkml:trace>
</inkml:ink>
</file>

<file path=ppt/ink/ink4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3195 7936 874,'7'103'-11,"11"77"1,-3-68 5,0 10 1,0 5 1,-2-2 2,-4-39 3,0 6-1,-3-8 2,-45-251-10,29 52 3,1-54-1,12 37 9,13 32 2,26 12 3,83-12 2,-5 107-7,-81 97-4,-161-14-5,26-64-3</inkml:trace>
</inkml:ink>
</file>

<file path=ppt/ink/ink4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3596 6992 874,'-104'138'-12,"26"-10"10,26-43-8</inkml:trace>
</inkml:ink>
</file>

<file path=ppt/ink/ink4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3915 7279 874,'-58'97'-10,"-15"62"1,35-53 3,2 14 0,-4 56-2,30-59-1,5-25-2,9-3-8,16-2-7,53 14-36,11-30-485</inkml:trace>
</inkml:ink>
</file>

<file path=ppt/ink/ink4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3995 7741 874,'-34'142'-8,"28"-57"4,10 2 3,57 61 3,66-89-3,-29-61-2,3-111 3,-92-62-2,-28 85 0,-24-35 0,-11 33 3,-58 9 1,-3 87 3,92 115-3,116-26-3,26-46-3,-33-23-6</inkml:trace>
</inkml:ink>
</file>

<file path=ppt/ink/ink4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4208 7399 874,'106'71'-12,"21"59"2,-71-42 6,-13 8 2,-2 50 0,-30-15 0,-24-11 5,-37 32 0,2-37-3,9-29-13</inkml:trace>
</inkml:ink>
</file>

<file path=ppt/ink/ink4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3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4715 7807 874,'109'0'-10,"40"1"6,-19 9-1,-42-2-5</inkml:trace>
</inkml:ink>
</file>

<file path=ppt/ink/ink4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0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4744 8049 874,'112'21'-9,"-25"-18"1,18-13 1,-15 5-7,-3-4-1</inkml:trace>
</inkml:ink>
</file>

<file path=ppt/ink/ink4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1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5505 7813 874,'33'-107'-10,"18"-22"6,-8 35 2,8-21 3,-13 247-2,-30-29-2,0-2-9,21 41-8,-6-48-17</inkml:trace>
</inkml:ink>
</file>

<file path=ppt/ink/ink4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2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5519 8003 874,'98'16'-14,"-4"-6"1,17 3 3,8 2-4,-14-2-11,-17-1-1</inkml:trace>
</inkml:ink>
</file>

<file path=ppt/ink/ink4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3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5758 8418 874,'-101'-84'-9,"104"-19"10,113 89-4,-20 39 1,-31 95 2,-134-30-3,-43-15-4,-7-6 8,53 58 4,226-39-11,-45-99-1,-12 9-12,6-19-13</inkml:trace>
</inkml:ink>
</file>

<file path=ppt/ink/ink4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4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6130 7822 874,'9'118'-10,"1"7"11,2-4 0,24-228-6,-1 2 6,51 16 0,3 200-4,-66 1 4,-28-8 0,-2-199-9,25-23 4,42 11 6,37 96-2,4 144-5,-65-48-3,-42-2-422</inkml:trace>
</inkml:ink>
</file>

<file path=ppt/ink/ink4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5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7076 7931 874,'-95'-41'-8,"-53"27"5,24 62 5,153 48-4,66-111 1,-2-52 0,-1-31 0,15 200-3,-87 69-4,-26-73 7,-11-6 2,-21 37-1,-61-28 3,-39-118-2,46-9 3</inkml:trace>
</inkml:ink>
</file>

<file path=ppt/ink/ink4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6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7203 7475 874,'-4'116'-11,"7"43"6,1-64 3,5 6 0,-1 4-2,-1-17-2,3 33-11,-5-36-30</inkml:trace>
</inkml:ink>
</file>

<file path=ppt/ink/ink4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7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7652 7864 874,'-7'112'-9,"11"40"10,66-14-1,52-89-2,-6-74-3,-25-74-2,-54 11 1,-20-14 2,-14-50-2,-30 63 4,-16 2 3,-74-55 2,16 64 4,-28 72 2,83 120-6,72 5-8,106 15-9,4-90-8,-42-18-24</inkml:trace>
</inkml:ink>
</file>

<file path=ppt/ink/ink4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8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7992 7037 874,'110'5'-7,"7"51"5,-53 40 0,-76 1 2,-28 6 0,20 16 1,62-34-2,48-58 0,-2-12-56</inkml:trace>
</inkml:ink>
</file>

<file path=ppt/ink/ink4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49"/>
    </inkml:context>
    <inkml:brush xml:id="br0">
      <inkml:brushProperty name="width" value="0.01984" units="cm"/>
      <inkml:brushProperty name="height" value="0.01984" units="cm"/>
      <inkml:brushProperty name="color" value="#FF9900"/>
      <inkml:brushProperty name="fitToCurve" value="1"/>
    </inkml:brush>
  </inkml:definitions>
  <inkml:trace contextRef="#ctx0" brushRef="#br0">7188 7399 874,'20'106'-4,"-7"18"-15,0 11 7,-9-49 3,4 22-20,-11-20-553</inkml:trace>
</inkml:ink>
</file>

<file path=ppt/ink/ink4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0-30T12:22:39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7021 13547 874,'65'111'7</inkml:trace>
</inkml:ink>
</file>

<file path=ppt/ink/ink43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0-30T12:26:54.81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16104 10213 0,'36'0'266,"-19"0"-250,1 0-1,17 0 1,-17 0-1,-1 0 1,1 0 0,0 0 15,-1 0 0,36 0-15,-35 0 15,0 0-15,-1 0-1,1 0 1,-1 0 0,1 0-1,17 0 16,-17 0-15,0 0 0,-1 0-1,1 0 1,17 0 0,-17 0-1,-1 0 32,1 0-31,0 0-16,-1 0 31,1 0-15,0 0-1,-1 0 1,1 0-1,0 0 1,17 0 0,-18 0 15,19 0-15,-19 0 15,19 0-16,-19 0 17,1 0-17,0 0 1,17 0 0,-17 0-1,17 0 1,-18 0-1,19 0 1,-1 0 0,0 0-1,1 0 1,-19 0 0,18 0-1,-17 0 1,0 0-1,17 0 17,-17 0-17,17 0 1,0 0 0,0 0-1,-17 0 1,0 0-1,-1 0 1,19 0 0,-19 0-1,1 0 1,0 0 0,35 0-1,-18 0 1,18 0-1,-36 0 17,19 0-17,-19 0 1,1 0 0,0 0 15,-1 0-16,1 0 17,17 0-17,-17 0 17,-1 0-17,19 0 1,-19 0-1,1 0 17,-53-18 311,-1 18-311,19 0-32,-1-17 47,0 17-16,-17-18 78,18 18-93,-1-18-16,0 1 15,-17-1 1,17 0 0,1 18-1,17-17 1,35 17 203,-17 0-204,17 17 1,0 1 0,0 0-1,-17-18 1,17 17-1,1-17 17,-19 0-17,-17 18 1,18-18-16,0 0 31,-18 18 141,0 35-141,0-36-15,-18 1 0,18-1 77,-18-17-77,-17 18 46,17-18-30,1 0-1,-1 18-15,0-18 15,1 0 0,-1 0 0,1 0-15,-1 0 0</inkml:trace>
  <inkml:trace contextRef="#ctx0" brushRef="#br0" timeOffset="2568.73">16122 10160 0,'0'-18'125,"18"18"-109,-18-17 0,17 17-1,1-18-15,-1 18 16,1-18-1,0 18 1,-1 0 0,-17-17 62,18 17-47,-36 0 125,-17 17-140,0 1 0,35 0-1,-35-1 1,17 19-1,18-19 1,-18-17 0,18 18 31,0 0 46,0-1-77,0 1 31,0 17-16,0-17 0,18-1-15,0-17-16,-1 18 16,-17 0-1,18-18 16</inkml:trace>
  <inkml:trace contextRef="#ctx0" brushRef="#br0" timeOffset="12327.28">13123 11712 0,'-17'0'156,"-1"0"-140,0 0-16,-17 0 15,17 0 1,-17 0 0,0 0-1,17 0 1,1 0-1,-1 0 1,-17 0 0,17 0-1,0 0 1,1 0 0,-1 0 15,1 0 0,-1 0 0,0 0-15,1 0 0,-19 0-1,19 0 1,-1 0-1,0 0 1,1 0 15,-1 0-15,1 0 0,-1 0 15,0 0 0,1 0-15,-1 0 15,0 0-15,1 0-1,-1 0 1,0 0-1,1 0 17,-1 0-17,0 0 1,1 0 0,-1 0 30,1 0-30,-1 0 15,0 0 1,1 0-1,-1 0 16,0 0-16,1 0-15,-1 0 30,0 0-30,1 0 15,-1 0-15,1 0 0,34-17 234,1 17-235,-1 0 1,1 0 93,-18-18 235,0 0-328,18-17 15,-1 35-16,-17-18 17,18 1 30,-36 34 235,1 1-281,-1-18-1,18 18 1,-18-18 15,18 17 47,0 1-46,0 0 46,0-1-63,0 1 17,0-1-1,0 1 16,18-18-16,-18 18-15,18-18-1,-18 17 32,35 19-31,-17-19 15,-1 1-15,-17 0 15,18-18-16</inkml:trace>
  <inkml:trace contextRef="#ctx0" brushRef="#br0" timeOffset="16875.27">13053 11712 0,'17'0'125,"1"0"-109,0 0 0,17 0-1,-17 0 1,-1 0 15,1 0-15,0 0-1,-1 0 17,1 0-17,-1 0 16,1 0 1,0 0-17,-1 0 1,1 0 0,0 0-1,-1 0 32,1 0-31,0 0-1,-1 0 17,1 0-17,-1 0 1,1 0-1,0 0 1,-1 0 0,1 0-1,0 0 17,-1 0-17,1 0 1,0 0 31,-1 0-16,18 0-15,-17 0-1,17 0 1,-17 0-1,0 0 1,-1 0 0,1 0-1,0 0 1,-1 0 0,1 0-1,0 0 1,17 0 31,-18 0-32,1 0-15,0 0 16,-1 0 15,1 0 0,0 0-15,-1 0 0,1 0-1,0 0 1,-1 0 0,1 0-1,-1 0 1,1 0 15,0 0-15,-1 0 46,-34-17 219,-36-1-249,0 18-1,18-18 0,17 18-31,0-17 16,1 17 15,-1-18-31,0 18 31,18-18 1,-17 18-17,52 0 204,-17 0-219,-1 0 0,19 0 31,-19 0-15,-17 18-16,18-18 31,0 0-15,-18 18-1,17-18 1,1 0 46,-1 0 1,-17 17-47,18-17 15,-18 18-16,18-18 17,-18 18 77,0-1-46,0 1-32,-18 17-16,0-17 1,1-1 0,-1 1-16,1-18 15,17 18-15,-36-1 16,19 1 0,-1-18 15,0 18-16,1-1 17,-1-17-1,0 18 63,1-18-47</inkml:trace>
  <inkml:trace contextRef="#ctx0" brushRef="#br0" timeOffset="20260.25">17551 9966 0</inkml:trace>
  <inkml:trace contextRef="#ctx0" brushRef="#br0" timeOffset="20340.08">17551 9966 0</inkml:trace>
  <inkml:trace contextRef="#ctx0" brushRef="#br0" timeOffset="22149.1">17568 9790 0</inkml:trace>
  <inkml:trace contextRef="#ctx0" brushRef="#br0" timeOffset="24490.3">17692 9984 0,'0'35'62,"0"-53"32,0 1-78,0-1-1,0 0 16,0 1-15,0-1 15,0 36 251,0-1-267,0 1 16,0-36 63,0-17-78,17 17 15,1 1-15,0 17 15,-1 0-15,1 0 15,0 0-16,-1 0 1,1 0 15,-18 17 32,18 1-48,-18 0 17,0-1-17,0 1 1,0 0 0,0-1 46,0 1-31,0 0 16</inkml:trace>
  <inkml:trace contextRef="#ctx0" brushRef="#br0" timeOffset="26887.43">13600 11994 0,'0'-17'47,"-18"-1"15,-17 1-30,17 17-32,0 0 15,1 0 32,-1 0-31,0 0-1,18 17 48,0 1-47,0-1-16,0 1 31,0 0 0,18 17-15,17-35-1,1 18 1,-19-18 15,1 0-15,-18 17-1,18-17 1,-18 18 62,0 17-47,0 0 1,-18 1-1,-35-19-15,35-17 15,1 0-16,-1 0 1,0-17 15,18-1 1</inkml:trace>
  <inkml:trace contextRef="#ctx0" brushRef="#br0" timeOffset="35319.25">9119 15328 0,'0'18'16,"18"-18"62,17 0-63,18 0 17,18 0-17,17 0 1,0 0 0,-17 0-1,-1 0 1,-17 0-1,35 0 1,-35 0 0,18 0-1,-36 0 1,-17 0-16,17 0 0,18 0 16,0 0-1,0-18 1,0 18 15,0 0-31,-18 0 0,-18 0 16,36 0-1,0 0 1,-35 0-16,0 0 16,52 0-1,-35 0 1,18 0-1,-35 0-15,35 0 16,-18 0 0,0-17-1,1 17 1,17 0 0,-36 0-1,19 0 1,-19 0-1,1 0-15,-1 0 32,19 0-17,-19 0 17,1 0 46,35 0-31,229-36-16,-141 19 0,-123 17-15,0 0-16,-1 0 15,1 0 17</inkml:trace>
  <inkml:trace contextRef="#ctx0" brushRef="#br0" timeOffset="43729.67">2099 5786 0,'0'17'172,"-18"142"-141,18-53 1,0-53-17,0 0-15,0 0 16,0-18-16,0 0 15,0 36 1,0-36 0,0-17-1,18-1 1,-18 1 0,18-18-1,-1 0 1,1 0-1,35 0 1,0 0 0,17 0-1,-52-18 1,0 18-16,52-17 31,-52 17-15,-1 0-1,1 0 1,0 0 15</inkml:trace>
  <inkml:trace contextRef="#ctx0" brushRef="#br0" timeOffset="45095.63">2134 6191 0,'18'0'93,"17"0"-61,-17-17-17,17 17 1,0 0 0,1 0-1,17-18 1,-36 18-1,1 0 1</inkml:trace>
  <inkml:trace contextRef="#ctx0" brushRef="#br0" timeOffset="45978.68">2117 5821 0,'0'35'16,"17"-35"46,19 0-31,-19 0-15,1 0-16,88 0 16,-36 0 15,-34 0-16,-1 0 1,-18 0 0,19 0-1,-19 0 1</inkml:trace>
  <inkml:trace contextRef="#ctx0" brushRef="#br0" timeOffset="47961.08">2716 6738 0,'0'-18'156,"0"-35"-125,0 36 1,0-1-1,0 36 141,18-18-47,0 0-110,17 0 1,0-18 0,36 18-1,-54 0 1,19 0-1,-19 0 1,19 0 0,-19 18 15,-17-1-15,18 1 30,0-18 17,-1 0-47,1 0-1,17 0 1,-17 0-1,-1 0 17,1 0-17,0 0 1,-1 35 15,1 18 0,-18-17-15,0-19 0,0 1-16,0 0 15</inkml:trace>
  <inkml:trace contextRef="#ctx0" brushRef="#br0" timeOffset="49680.53">2999 6720 0,'0'18'94,"0"0"-63,0-1-15,0 1-1,0 17 1,0 18-1,0-35 1,0-1 0,0 1 46</inkml:trace>
  <inkml:trace contextRef="#ctx0" brushRef="#br0" timeOffset="50659.86">3634 6720 0,'17'-17'140,"19"17"-124,-1 0-16,-18 0 15,1 0-15,17 0 16,1 0 0,-19 0-1,19 0 1,-19 0 0,1 0 15</inkml:trace>
  <inkml:trace contextRef="#ctx0" brushRef="#br0" timeOffset="51909.37">3669 6862 0,'18'-18'125,"17"0"-110,-18 18-15,36-17 32,-17-1-17,-19 18-15,19 0 16,-1 0 0,-18 0-1,1 0 1,0 0-16,-1 0 15,19 0 1,-1 0 0,0 0-1,-17 0-15,17 0 16,-17 0 0,-1 0-1</inkml:trace>
  <inkml:trace contextRef="#ctx0" brushRef="#br0" timeOffset="54624.74">5080 5944 0,'0'53'110,"0"35"-95,0-35 1,0 0-1,0-17-15,0-19 16,0 89 0,0-53-1,0 0 1,0-36-16,0 1 16,0 17-1,0 1 1,0-19-1,0 1 1,0 0 0,0-1-1,0 1 17,71-18-17,17 0 1,18-35-1,-1 17 1,19 18 0,-89 0-1,0 0 1,-17 0 0</inkml:trace>
  <inkml:trace contextRef="#ctx0" brushRef="#br0" timeOffset="55509.9">5362 6421 0,'0'-18'125,"35"0"-94,1 18-15,-1-17 0,18 17-1,-35 0 1,17-18-16,-17 18 15,-1 0 1,1 0 15,-1 0 16</inkml:trace>
  <inkml:trace contextRef="#ctx0" brushRef="#br0" timeOffset="56707.06">5168 5944 0,'35'0'125,"36"0"-110,0 0 1,-1 0 0,-35 0-1,1 0 1,-19 0 0,1 0 15,0 0 0</inkml:trace>
  <inkml:trace contextRef="#ctx0" brushRef="#br0" timeOffset="57909.61">5415 6473 0,'-35'0'140,"17"0"-124,-17 0 0,17 0-1,1 0 1,-1 0 0,159 0 30</inkml:trace>
  <inkml:trace contextRef="#ctx0" brushRef="#br0" timeOffset="58085.45">5415 6473 0</inkml:trace>
  <inkml:trace contextRef="#ctx0" brushRef="#br0" timeOffset="59189.43">6156 6703 0,'-18'0'125,"1"0"-109,-19 0 0,19 0-1,-19 0 1,19 17 0,-1-17-1,18 18 1,-17 0-1,17-1 1,0 19 0,0-19-1,17-17-15,1 18 16,35 0 0,-18-18-1,18 0 1,-18 0-1,-17 0 1,0 0 0</inkml:trace>
  <inkml:trace contextRef="#ctx0" brushRef="#br0" timeOffset="59988.98">6615 6862 0,'52'0'79,"-16"0"-64,17 0 1,-18 0-1,-17 0 1,-1 0-16,1-18 16,0 18-1</inkml:trace>
  <inkml:trace contextRef="#ctx0" brushRef="#br0" timeOffset="60860.08">6773 6756 0,'0'17'125,"0"19"-94,0-1 1,0 0-17,0-17 1,0 17-1,0-17 1,0-1 0,0 1-16,0 17 31,0 1-15</inkml:trace>
  <inkml:trace contextRef="#ctx0" brushRef="#br0" timeOffset="62104.74">7232 6227 0,'0'52'94,"0"-16"-78,0-19-1,0 19 1,0-1 0,0 35-1,0-17-15,0-35 16,0 0-16,0 17 31,0-17-15,0-1-1,18-17 1,-1 0 0,18 0-1,-17 0 1,35 0 15,-35 0-15,-1 0-1,1 0 1,0 0 15</inkml:trace>
  <inkml:trace contextRef="#ctx0" brushRef="#br0" timeOffset="63270.78">7373 6438 0,'18'0'156,"-1"0"-140,1 0-16,17 0 15,-17 0 1,0 0 0,-1 0 46</inkml:trace>
  <inkml:trace contextRef="#ctx0" brushRef="#br0" timeOffset="63853.88">7179 6244 0,'0'-17'78</inkml:trace>
  <inkml:trace contextRef="#ctx0" brushRef="#br0" timeOffset="63937.16">7179 6227 0</inkml:trace>
  <inkml:trace contextRef="#ctx0" brushRef="#br0" timeOffset="65205.85">7214 6297 0</inkml:trace>
  <inkml:trace contextRef="#ctx0" brushRef="#br0" timeOffset="65317.37">7214 6297 0</inkml:trace>
  <inkml:trace contextRef="#ctx0" brushRef="#br0" timeOffset="66935.19">7338 6244 0,'53'0'156,"-36"0"-156,1-17 0,17 17 16,-17-18 0,0 18-1,-1 0 32,1 0-16,-1 0 16,1 0 0</inkml:trace>
  <inkml:trace contextRef="#ctx0" brushRef="#br0" timeOffset="68468.81">7567 7197 0,'0'-36'125,"0"-69"-94,0 87-15,0-17 0,0 17-1,0 0 1,0 1 0,18-19-1,-1 19 1,-17-1-1,18 1 1,0-1 0,-1 0-1,1 1 1,0-1 0,17 18 15,-18 0-16,1-18 1,0 18 0,17 0-1,-17 0 1,17 0 0,-17 0 15,-1 0-16,-17 18 48,0 0-32,0 35 0,0-36-15,-17 1 0,-1-1-1,0 1-15,-17 0 16,17-18 0,1 0-1,-19 17 1,19-17-1,-1 0 1,1 0 0,-1 0-1,0 0 1</inkml:trace>
  <inkml:trace contextRef="#ctx0" brushRef="#br0" timeOffset="73929.32">2734 6985 0,'0'-35'157,"0"-36"-142,0 54 1,0-1 0,0 0-1,0 1 1,0-1 15</inkml:trace>
  <inkml:trace contextRef="#ctx0" brushRef="#br0" timeOffset="105133.36">13017 10971 0,'-17'0'204,"-18"0"-173,17 0-16,-17 0 1,17 0 0,-17 0-1,17 0 1,0 0 15,1 0-15,-1 0-1,1 0 48,-1 0 15,0 0-47,1 0 16,-1 0 16,0 0-48,1 0 17,-1 0-1,0 0 0,1 0 0,-1 0-15,1 0 15,-1-17 16,0 17-31,1 0 15,-1 0 16,0 0-16,1 0 16,-1 0-31,0-18 15,1 18-16,-1 0 1,0 0 15,1 0-15,-1 0 31,1 0-32,-1 0 17,0 0-17,1 0 1,-1 0 0,0 0-1,1 0 16,-1 0-15,0 0 0,1 0 15,-1 0-15,1 0 30,-19 0-14,19 0-1,-1 0 0,0 0-15,1 0 15,-1 0-15,0 0-1,1 0 1,-1 0 0,1 0 15,-1 0-16,0 0 17,1 0-17,-1 0 1,0 0 15,1 0-15,-1 0-1,0 0 1,1 0 0,-1 0-1,0 0 1,1 0 31,-1 0-32,1 0 1,-1 0 0,0 0 15,1 0-15,-1 0 15,0 0-16,1 0 32,-1 0-31,0 0 15,1 0 0,-1 0-15,1 0 0,-1 0-1,0 0 1,1 0 15,-1 0-15,0 0-1,1 0 1,-19 0 15,19 0 1,-1-18 14,1 18-14,-1 0-17,0 0 17,1 0 171,-1 0-141,0 0 16,1 0-46,-1 0 14,0 0-30,1 0 15,-1 0-15,0 0 0,1 0-1,-1 0 16,1 0-15,-1 0 15,0 0 32,1 0 15,-1 0-47,0 0 16,1 0 16,-1 0-32,0 0 16,1 0-32,-1 0 17,1 0-17,-1 0 1,0 0-1,1 0 1,-1 0 0,0 0 31,1 0-16,-1 0 0,0 0 0,1 0-15,17 18 0,-18-18-1,1 0 16,-1 0 32,0 0 46,18 18 1,-17-18-95,-1 0 1,0 17 0,1-17 15,-1 0 47,0 0-16,1 0 1</inkml:trace>
  <inkml:trace contextRef="#ctx0" brushRef="#br0" timeOffset="107450.75">10724 10989 0,'-17'0'125,"-54"-18"-109,36 1 0,-18-1-1,0 18 1,35-18 0,-17 18-1,0 0 1,17 0 15,-17 0-15,17-17-1,1 17 1,-1 0 0,-17 0-1,17 0 1,-17 0-1,0 0 1,-1 0 0,1 0-16,17-18 15,1 18-15,-18 0 16,-1 0 0,1 0-1,-36 0 16,54 0-15,-19 0 0,19 0-1,-36 0 1,18 0 0,-18 0-1,35 0 1,-35 0-1,36 0 1,-19 0 0,19 0-1,-19 0 1,19 0 0,-1 0-1,0 0 1,-34 0 15,16 0-15,19 0-1,-1 0 1,-17 0 0,17 0-1,-17 0 1,17 0-1,0 0 1,1 0 0,-1 0-1,1 0 1,-19 0 0,19 0-1,-1 0 1,-17 0 31,17 0-32,0 0 1,1 0 0,-1 0-1,1 0 16,-1 0 1</inkml:trace>
  <inkml:trace contextRef="#ctx0" brushRef="#br0" timeOffset="110274.34">13070 10954 0,'0'-18'47,"18"18"47,35 0-63,-35 0-31,-1 0 15,36 0 17,-35 0-17,-1 0 1,1 0 0,0 0-1,17 0 1,-17 0-1,35 18 1,-36-18 0,1 0-1,-1 0 17,1 0-1,0 0-16,-1 0 17,19 0-17,17 17 1,17 1 0,-17-18-1,-18 0 1,18 0-1,0 0 1,-35 0 0,17 0-1,-17 0 1,35 0 0,-36 0-1,19 18 1,-19-18-1,18 0 1,-17 0 15,17 0-15,1 0 0,-1 0-1,-17 0 1,17 0-1,-18 0 1,36 0 0,-35 0-1,0 0 1,-1 0 0,36 0-1,-17 0 1,-1 0-1,-18 0 1,1 0-16,17 0 31,1 0-15,-1 0 0,-17 0-16,17 0 15,0 0 1,-17 0-1,17 17 1,-17-17-16,17 0 16,-17 0-1,-1 0 1,18 0 0,-17 0-16,17 0 15,1 0 1,-1 0-1,0 0 1,-17 0 0,17 0-1,-17 0 1,17 0 0,0 0-1,-17 0-15,17 0 16,1 0-1,-1 0 1,0 0 0,0 0-1,1 0 1,-19 18 0,19-18-1,-1 0 1,0 0-1,0 0 17,-17 18-17,0-18 1,-1 0 0,1 0 15,35 0 47,53 0-47,-89 0-31,36 0 31</inkml:trace>
  <inkml:trace contextRef="#ctx0" brushRef="#br0" timeOffset="112781.5">15699 11077 0,'17'0'94,"36"0"-79,-18-17 1,18-1-1,0 18 1,0 0 15,0 0-15,-18 0 0,1 0-16,-19 0 15,36 0 1,-18 0-1,1-18 1,17 18-16,-36 0 16,19 0-1,-19 0 1,19 0 0,-19 0-16,18 0 15,-17 0-15,17 0 16,1 0-1,-19 0 1,19 0 0,-19 0-1,36 0 1,-18 0 0,-17 0-1,17 0 1,-17 0-16,0 0 15,17 0 1,18 0 0,-18 0-1,0 0 1,1 0 0,-1 0-1,18 0 1,-18 0-1,18 0 1,-18 0 0,89 0 15,-71 0-15,0 0-1,-1 0 1,37 18-1,-54-18 1,36 18 0,-36-18-1,35 35 1,-17-35 0,-17 17-1,-19 1 1,1-18-1</inkml:trace>
  <inkml:trace contextRef="#ctx0" brushRef="#br0" timeOffset="114664.2">17780 11077 0,'0'-17'94,"35"17"-79,-17 0 1,0 0-16,17-18 16,18 18-16,53 0 31,-71 0-31,18 0 16,-18 0-16,0 0 15,89 0 1,-18 0-1,-36 0 1,-52 0-16,35 0 16,-18 0-1,36 0 1,-36 0 0,18 0-1,-36 0 1,19 0-1,17 0 1,17 0 15,-35 0-15,1 0 0,-1 0-1,18 0 1,0 0-1,-18-18 1,36 18 0,-1-35-1,-17 35 1,18 0 0,-54 0-16,19 0 15,17 0 1,-1 0-1,1 0 1,-17 0 0,17 0 15,-18 18-15,0-18-1,-17 0-15,-1 0 16,1 0-16,17 0 15,-17 0 1,17 0 0,-17 0-1,-1 0-15,19 0 16,-19 0 15,19 0 0,-1-18-15,0 18 0,-17 0 15,35 0-15,0 0-1,-18 0 1,71 0-1</inkml:trace>
  <inkml:trace contextRef="#ctx0" brushRef="#br0" timeOffset="115863.68">21043 10760 0,'0'17'109,"0"19"-77,0-19-32,0 19 31,0-1-15,0-18-1,0 1 1,0 0-1,35-18 17,18 17-17,71-17 1,-18 0 0,-53 0-16,17 0 15,-35 0 1,-17 0-1,0 0 1,-1 0 0</inkml:trace>
  <inkml:trace contextRef="#ctx0" brushRef="#br0" timeOffset="116862.82">21061 10760 0,'0'-18'47,"0"0"0,17 18-16,19 0-15,-1 0-1,36 0 1,-36 0-16,71 0 15,-18 0 1,-53 0 0,-17 0-1,-1 0 17</inkml:trace>
  <inkml:trace contextRef="#ctx0" brushRef="#br0" timeOffset="117962.71">21078 10724 0,'0'-17'63,"0"-1"-32,0 1 16,0-19-16,0 19 0,0-19-15,18 19-1,17-1 1,-35 0 0,53 1-16,18-1 15,35 18 1,0 0 15,-54 0-31,1 0 16,-17 0-1,-19 0 1,1 0 0,0 0-16,-1 0 31</inkml:trace>
  <inkml:trace contextRef="#ctx0" brushRef="#br0" timeOffset="119778.54">21749 11112 0,'0'-17'94,"0"-18"-63,17-1 0,-17 19-15,0-1-1,0 36 157,0 35-140,0-18-1,0-18-16,18-17 48,35-88-32,35 35-15,18 53 15,-53 0 0,-18 71 1,-17 17-1,-18-35-16,0-18 1,0 1 0,0-19 15,17-17 31,19-35-30,-19 17-17,19-17 1,-1 17 15,0 1-15,-17 17-1,-1 0 1,1 0 0,0 0-1,-1 17 1,-17 19 0,0 17-1,0-18 1</inkml:trace>
  <inkml:trace contextRef="#ctx0" brushRef="#br0" timeOffset="120594.84">22966 11095 0,'0'-18'78,"35"18"-15,0 0-48,1 0 1,-1 0 0,0 0-1,18 0 1,-35 0-1,-1 0 1</inkml:trace>
  <inkml:trace contextRef="#ctx0" brushRef="#br0" timeOffset="121779.29">23266 11342 0,'35'0'125,"0"0"-94,1 0-15,-142 0 78,70 0-79,1 0-15,-35 0 16,-1 0 0,18 0-1,18 0 1,17 0 0,1 0-1,-1 0 16,0 0 1</inkml:trace>
  <inkml:trace contextRef="#ctx0" brushRef="#br0" timeOffset="123177.66">24447 10866 0,'-52'0'125,"-107"-53"-94,88 0 0,71 0 0,0 35-31,0-17 16,71-36 0,35 36-1,70 35 1,-123 0 0,35 0-1,-53 35 1,-17 106-1,-18 36 1,-88 34 0,-89-34-1,-510 281 1,369-369 0,124-72-1,141-17 1,0 0-1,18 0-15,0 0 16,52 0 31,160-70-31,-36 70-1,-35 0 1,-18 0-1,0 53 1,0-36 0,0 54-1,-17-53 1,0-18 0,-36 0-1,0 0 16,-17 0-15</inkml:trace>
  <inkml:trace contextRef="#ctx0" brushRef="#br0" timeOffset="124792.35">24730 11730 0,'0'17'140,"0"19"-124,0-1 0,0 18-1,0-35-15,0 17 16,0 18-1,0-18 1,-18 0 0,0-17-16,18 0 15,-17 17 1,-1-17 0,-35-18-1,0 0 1,36 0-1,-89 0 1,35-36 0,36-17-1,17 36-15,1-36 16,17 0 0,0 35-16,0-17 15,53 17-15,-18-17 16,-17 17-16,-1 18 15</inkml:trace>
  <inkml:trace contextRef="#ctx0" brushRef="#br0" timeOffset="125770.32">24747 11536 0</inkml:trace>
  <inkml:trace contextRef="#ctx0" brushRef="#br0" timeOffset="125942.59">24747 11536 0</inkml:trace>
  <inkml:trace contextRef="#ctx0" brushRef="#br0" timeOffset="151330.29">18662 10830 0,'-18'0'31,"1"0"63,-19 53-63,19-18-31,-36 54 16,53-72-1,-18 19 1,1-19 0,-1 1-1,18-1 1,0 1-1,-18-18 1,18 18 0,-17 17-1,17-17 1,-18-1 0,18 1-1,-18 0 1,18-1-1,-17 1 1</inkml:trace>
  <inkml:trace contextRef="#ctx0" brushRef="#br0" timeOffset="153113.41">18327 10883 0,'17'18'141,"36"17"-110,-35-17-31,0-1 16,105 89 15,-105-88-31,-1-1 16,36 36-1,-35-17 1,17-1 0,-35-17-16,18-1 15,-1 1 1,1 0 0,0-1-1,-1 1 1,-17-1 15,18-17-15</inkml:trace>
  <inkml:trace contextRef="#ctx0" brushRef="#br0" timeOffset="154900.41">15258 10795 0,'-18'18'125,"-53"17"-94,54-17-31,-18 34 16,-54 19 15,1 0-15,53-19-1,17-34 1,-17 0 0,17-1-1,18 1 17,-17-18-17</inkml:trace>
  <inkml:trace contextRef="#ctx0" brushRef="#br0" timeOffset="156095.34">14922 10777 0,'0'18'94,"0"0"-79,18-1 16,0 19-15,17-1 0,36 18-1,-18 70 1,17-35 0,-52-52-1,-1-19 1,1 1-1,-18 0 17</inkml:trace>
  <inkml:trace contextRef="#ctx0" brushRef="#br0" timeOffset="159176.54">11818 10707 0,'-18'0'141,"1"0"-125,-1 0-1,0 17 1,1 1-1,-1 0 1,18-1 0,-17 1-1,17 0 1,-18-1 0,18 1-1,-18 0 16,1-1 1,17 1-17,-18-1 1,0-17 0,18 18-16,-17-18 15,-1 18 16,0-18-15,18 17 0,-17-17-1,-1 18 17,18 0 14,-17-1 126,17 1-125,-18-18-16,18 18-15</inkml:trace>
  <inkml:trace contextRef="#ctx0" brushRef="#br0" timeOffset="163038.01">11324 10724 0,'18'0'141,"52"53"-110,-52-53-31,17 18 16,-17 0 0,0-18-16,-18 17 0,17-17 15,1 18 1,-1 0 15,1-18-31,0 17 0,-18 1 16,17-1-1,19 1 1,-19 0 0,1-1-1,0 1 1,-1-18-1,1 18 17,-1-18-1,1 17-15,0-17 15,-1 0 125,1 0-62,-18 18-79,18-18 17,-18 18-17,17-18 1</inkml:trace>
  <inkml:trace contextRef="#ctx0" brushRef="#br0" timeOffset="166557.31">7867 11007 0,'18'0'110,"-1"0"-95,1 0-15,-1 0 0,1 0 31,53 0-15,-36 0 0,18 0-1,-35 0-15,17 0 16,-18 0-16,72 0 16,-36 0-1,-1 0 1,1 0-1,-35 0 1,0 0 15,-1 0 1,-17-18 77,0-35-78,-70-17 0,17 17 1,35 53-32,1 0 15,17-18 1,-18 18-16,0 0 31,71 0 63,71 35-63,-89-17 0,-17 0 1,-18-1-17,0 1 1,0 17 0,0 0-1,-18-17 1,0 17-1,18-17 1,-17 0 0</inkml:trace>
  <inkml:trace contextRef="#ctx0" brushRef="#br0" timeOffset="168372.9">1252 10636 0,'0'18'94,"0"0"-79,0-1 1,0 18 0,0 1-1,0-1 1,0-17-1,0-1 1,0 1 0,18 0 31,53-18-32,-19 0 1,-16 0-1,-19 0-15,19 0 16,-19 0 0,1 0-1,0 0 1</inkml:trace>
  <inkml:trace contextRef="#ctx0" brushRef="#br0" timeOffset="169206.13">1235 10689 0,'53'0'109,"52"-17"-78,-52 17-15,18 0-1,-53 0 1,-1 0 0</inkml:trace>
  <inkml:trace contextRef="#ctx0" brushRef="#br0" timeOffset="170322.27">1217 10513 0,'18'0'78,"35"0"-46,52 0-1,-52 0 0,-35 0-15,0 0 15</inkml:trace>
  <inkml:trace contextRef="#ctx0" brushRef="#br0" timeOffset="171538.44">1976 10954 0,'-18'0'93,"-17"0"-61,17 0-17,0 17 1,1-17-1,17 18 17,-18 17-17,18-17 1,0 17 0,0-17-1,0 17 1,35-17-1,-17-1 1,17 1 0,1-18-1,-1 0 17,0 0-17,-17 0 1,17 0-1</inkml:trace>
  <inkml:trace contextRef="#ctx0" brushRef="#br0" timeOffset="172337.84">2505 11077 0,'35'0'125,"-17"0"-109,-1 0-16,19 0 31,-19 0-31,-17-17 16,35 17-1,-17 0-15,0 0 16,17 0 0,-17 0-1</inkml:trace>
  <inkml:trace contextRef="#ctx0" brushRef="#br0" timeOffset="173087.66">2540 10901 0,'35'0'110,"-17"0"-95,17 0 1,-17 0-1,-1 0-15,-140 0 47</inkml:trace>
  <inkml:trace contextRef="#ctx0" brushRef="#br0" timeOffset="173171.1">2540 10901 0</inkml:trace>
  <inkml:trace contextRef="#ctx0" brushRef="#br0" timeOffset="174720.27">3246 10883 0,'0'18'93,"-18"-18"-61,18 17-17,-18 1 16,18 17-15,0 18 0,0-17-1,0-1 1,18-18-16,52 19 16,1-1 15,70 18-16,-70-53-15,-1 18 16,-17-18 0,18 0-1,-36 0 1,0 0 0,18-53-1,-35 35 1,-18-53-1,0 19 1,0 16 0,0 1-1,0-18 1,-35 35 0,-36 1 15,18-18-16,-35-1 1,35 19 0,18 17-1,-1 0 1,1 0 0,17 0-1,-17 0 1,18 17-1,-1 1 1,0 0 0,1-18-1</inkml:trace>
  <inkml:trace contextRef="#ctx0" brushRef="#br0" timeOffset="175496.95">4339 10848 0</inkml:trace>
  <inkml:trace contextRef="#ctx0" brushRef="#br0" timeOffset="175569.16">4339 10848 0</inkml:trace>
  <inkml:trace contextRef="#ctx0" brushRef="#br0" timeOffset="176685.76">4251 11060 0,'18'0'78,"52"0"-47,36 0 0,-53 0-15,0 0 0,-36 0-1,1 0-15,0 0 16,-1 0 0,19 0-1,-19 0 16,1 0-15</inkml:trace>
  <inkml:trace contextRef="#ctx0" brushRef="#br0" timeOffset="177849.47">4339 10795 0,'53'0'94,"35"0"-79,-52 0-15,-1 0 16,0 0 0,18 18-16,70 17 15,-52-17 1,17-1 0,-70 1-1,0-18-15,-1 0 16,18 0-1,-17 0 1</inkml:trace>
  <inkml:trace contextRef="#ctx0" brushRef="#br0" timeOffset="179068.51">4780 10760 0,'0'-18'93,"0"0"-77,0 1 0,0 34 46,106 72-31,-71-72-31,36 54 16,17-1 0,-53-52-1,-17 0 1,-18-1 31,0 1-32,-18 17 17,1-35-17,-1 18 1,0-18-1,1 17-15,-1 1 16,0 0 0,18-1-1,-17 1 1,-18 0 0,17-1-1,0 1 1,1 17 15,-1 1-15</inkml:trace>
  <inkml:trace contextRef="#ctx0" brushRef="#br0" timeOffset="180970.24">5433 10742 0,'0'-18'141,"0"-17"-126,0 18 1,0-1-1,17 18 1,1 0 0,0 0-1,17 0 1,-17 0 0,-1 53-1,1-36 1,-18 1-16,18 17 31,-1-17-15,-17 35-1,0-18-15,0-17 16,0 88 0,0-71-1,0-17 1,0-1-16,0 1 15,0-1 1,0 1 15,0 17-15,18-17 0,17-18-1,18 0 1,35 0 15,-53 0-15,1-35-1,-1-18-15,-35 35 16,18 1-16,-1-36 16,1 17-1,-18 19-15,0-1 16,0 0-16,0-17 15,0 0 1,-35 17 0,-1 18-1,19 0-15,-1 0 16,0 0 0,1 0-1,-1 18 32,18 17-31,0-17-1,0 17 1,18-35-16,-1 0 0,-17 18 16,36-18-1,-1 0 1,-17 0-16,-1 0 15,1 0-15,0 0 16,-1-18 0,-17 0-1,18 18 1</inkml:trace>
  <inkml:trace contextRef="#ctx0" brushRef="#br0" timeOffset="181708.11">6350 10672 0</inkml:trace>
  <inkml:trace contextRef="#ctx0" brushRef="#br0" timeOffset="181800.31">6350 10672 0</inkml:trace>
  <inkml:trace contextRef="#ctx0" brushRef="#br0" timeOffset="182782.9">6368 10954 0,'0'-53'16,"0"88"31</inkml:trace>
  <inkml:trace contextRef="#ctx0" brushRef="#br0" timeOffset="182833.34">6368 10936 0</inkml:trace>
  <inkml:trace contextRef="#ctx0" brushRef="#br0" timeOffset="184982.83">6456 10654 0,'0'18'31,"17"-18"32,1 0-48,0 0 1,-1 0 0,1 0-16,17 0 15,-17 0 1,0 0 0,-1 0-1,1 0 1,-53 0 203,-89 35-188,71-35 0,36 0 0,-1 0 1,0 0 171,1 0-156,-1 0-32,0 0 95</inkml:trace>
  <inkml:trace contextRef="#ctx0" brushRef="#br0" timeOffset="186116.45">6332 10954 0,'36'0'110,"-19"0"-95,1 0-15,0 0 16,-1 0-1,1 0 1,-1 0 0,19 0-1,-1 0 1,-17 0 0,-1 0 15,1 0-16,0 0 1</inkml:trace>
  <inkml:trace contextRef="#ctx0" brushRef="#br0" timeOffset="187614.48">7285 10407 0,'-18'0'125,"1"0"-110,-1 0 1,-35 53-1,35 17 1,18-52 0,0 0-1,-17-1 1,17 36 0,0 0-1,0 0 1,0 0-1,0 0 1,0-18 0,17 0-1,-17 1 1,18 17 0,0-36-1,-1-17 1,1 18-1,0-18 1,17 0 0,-18 0 15,1 0-31,0 0 16,17 0-16,0-18 15,1-52 1,17-1-1,-18-35 1,-35 53-16,17-52 16,-17-1-1,0 0 1,0 35 0,0 54-1,-17-1 1,-1 18-1,-35-18 1,18 18 0,17 0-1,1 0 17,-1 0-32</inkml:trace>
  <inkml:trace contextRef="#ctx0" brushRef="#br0" timeOffset="199292.44">2311 7990 0,'0'36'125,"-18"17"-109,18-36-16,0 1 15,0 0 1,0-1 0,0 18-1,0 1 1,0-19-1,53 19 17,53-36-17,-71 0-15,36 0 16,-1 0 0,-17 0-1,-18 0 1,-17 0-16,17 0 15</inkml:trace>
  <inkml:trace contextRef="#ctx0" brushRef="#br0" timeOffset="200108.69">2434 8043 0,'18'-17'125,"35"-1"-110,-36 0-15,19 18 16,105-35 0,-71 35-1,-34 0 1</inkml:trace>
  <inkml:trace contextRef="#ctx0" brushRef="#br0" timeOffset="201997.65">2417 7779 0,'17'0'109,"18"0"-78,-17 0-31,17 0 32,1 0-17,-19 0 1,1 0 0,-71-18 77,35 18-77,-35 0 0,18 0-1,18 0 1,-1 0-1,0 0 79,18 124-63,-17-107-15,17 36 0,0-35-16,0-1 15,-18 54 1,18-53 0,0-1-1,0 1-15,0 0 47,0-1-16,0 18-15,0-17 0,0-36 93,18-17-93,-1-18-1,1-35 1,-18 17-1,18 19-15,-18 16 16,0 19 0,0-1-1,0 0 1,0 1 15,17 17-15,-17-18-16,18 18 31,-1-18-15,1 18-16,35 0 31,0-17-15,0 17-1,-18 0 1,0 0-1,-17 0-15,53 0 16,-36 0 15,0 0-15,-17 0-16,17 0 16,-17 0-1</inkml:trace>
  <inkml:trace contextRef="#ctx0" brushRef="#br0" timeOffset="203140.59">3087 8326 0,'-18'0'109,"-35"0"-78,36 0-31,-36 0 16,35 0-1,0 0 1,18 17 15,0 1-15,0-1 0,0 36 15,18-35-16,35 17 1,-18-17 0,-17 0-16,0-18 15,17 17 1,-18-17 0,36 0-1,-35 0 1</inkml:trace>
  <inkml:trace contextRef="#ctx0" brushRef="#br0" timeOffset="203990.25">3581 8290 0,'35'0'93,"-17"-17"-77,17 17 0,-17 0-1,17 0 1,0 0-1,-17 0 1,-1 0 0,-211 0 31</inkml:trace>
  <inkml:trace contextRef="#ctx0" brushRef="#br0" timeOffset="205039.84">3563 8484 0,'35'0'109,"54"0"-78,-19 0 1,-35 0-1,-17 0-31,0 0 31,17 0-15,-17 0-1</inkml:trace>
  <inkml:trace contextRef="#ctx0" brushRef="#br0" timeOffset="206805.81">4727 8079 0,'-17'0'125,"-1"0"-110,0 0 1,-17 0-1,17 0 1,1 0 0,17-18 15,0-53-15,17 54-1,54-19 1,-53 36-1,-1-17-15,36 17 16,-18 0 0,-17 0 15,0 17-31,-18 19 0,17-1 16,-17 53-1,0-35 1,0-35-16,0 17 15,0-17-15,-17 17 16,-36 0 0,-53 36-1,18-36 1,17 0-16,18-35 16,18 0-1,0 0 1,52-35 62,1 17-62,0 18-16,17-17 15,-17 17 1,-1 0-1,1 0 1,-1 0 15,-17 17-15,18 1 0,-18 17-1,18-17 1,-18 0-1,17-18 1,1 17-16,17 1 16,1-18-1,-19 0 17,1 0-32,17 0 15,-17 0 1,-1 0-1,1 0 1,0 0 0</inkml:trace>
  <inkml:trace contextRef="#ctx0" brushRef="#br0" timeOffset="207583.09">5133 8467 0,'70'0'125,"-34"0"-93,-1 0-17,-17 0-15,-1 0 16,1 0-1,0 0-15,-212 0 63</inkml:trace>
  <inkml:trace contextRef="#ctx0" brushRef="#br0" timeOffset="207698.37">5151 8467 0</inkml:trace>
  <inkml:trace contextRef="#ctx0" brushRef="#br0" timeOffset="211486.99">5715 8061 0,'0'35'125,"0"1"-94,0-19-31,0 1 16,0-1 0,0 1-16,0 0 15,0 35 1,0 17-1,0-52 1,0 17 0,0-17 31,53-18 15,35 0-31,0 0 1,-52 0-17,-1 0 1,-18 0-1,1 0 1,0 0 15,-36 0 157,-17 0-173,17 0-15,1 0 16,-19 0 0,19 0-16,-1 0 15,-17 0 1,17 0 15,0 0 0,18-18 1,0-35-17,0 18 1,0 0 15,0 17-31,0 0 31,0 1 1,0-1-17,0 0 1,0 1 0,0-1 30,0 1-30,0-1-16,0-17 16,0 17-1,0-35-15,0 18 16,0-1 15,0 19-15,0-1 15,36 18 141,-1 0-141,-17 0-31,17 0 31,-17 0-15,-1 0 0,1 0-1,-1 0 1,1 0 62,-18 18 63,0-1-79,-18-17-31,-34 18-15,34-18 0,-17 0-1,17 0 1,-17 0 0,-1 0-1,19 0 1,-1 0-1,1 0 17,17 18 218,0-1-235,0 1 1,0 17 0,0-17-1,0 17 1,0-17 15,0 0-15,0-1 15,0 36 0,0-35-15,0-1-1,0 1-15,0 0 47,0-1 0,17-17 0,36 0-16,-35 0-31,35 0 32,0 0-1,-36 0 0,1 0 0,-1 0 1,1 0 77</inkml:trace>
  <inkml:trace contextRef="#ctx0" brushRef="#br0" timeOffset="213369.37">6244 8925 0,'0'-17'94,"0"-124"-63,0 105-31,0-52 31,0 70-15,0 1 0,0-1-1,0 0 32,18 1 0,70-18-16,-17 35 1,-36 0-1,-18 0 0,1 0 47,-18 35-47,0-18-15,0 19 0,0-19-1,0 1 1,0 0 0,-18-1-16,-17 19 15,-53-19 16,35 1-15,18-18 0,17 0-1,1 0 1,-1 0 0</inkml:trace>
  <inkml:trace contextRef="#ctx0" brushRef="#br0" timeOffset="-201567.23">13705 11906 0,'0'18'156,"0"0"-125,0-1-31,0 1 31,0 17-15,0 0 0,0 18-1,0-35 1,0 0 0,0-1-1,0 1 1,0-1-16,0 1 15,18 0 1,-18-1 0,0 1 15,0-141 125,0 52-140,0 18-1,0 35 1,0 1 15,18 17 157,-1 0-157,1 0-31,0 0 31,-1 0 1</inkml:trace>
  <inkml:trace contextRef="#ctx0" brushRef="#br1" timeOffset="-141877.86">13212 11024 0,'-18'0'203,"-17"0"-172,-1-17 1,-17 17-1,18 0 0,-18 0 0,36 0-15,-19 0 0,1 0-1,17 0 1,1 0 0,-36 0-1,35 0 1,-17 0-1,17 0 1,-17 0 0,0 0-1,-1 0 1,19 0 0,-1 0-16,-17 0 15,17 0 16,1 0-15,-19 0 0,1 0-1,17 0 1,1 17 0,-19-17-1,19 18 1,-1-18-1,1 0 1,-1 18 0,0-1-1,1 1 1,-1-1 0,-17 1 15,17 0-16,0-18 1,1 17 0,-1-17-1,1 18 1,-1-18 0,-17 35 15,17 1-16,-17-19 1,17 1 0,18 0-16,-18-18 15,1 17 1,-1-17 0,18 18-1,-35-18 16,35 17-15,-18-17-16,1 0 31,-1 18-15,0 0 15,1-18-15,-1 17-1,18 1 1,-18 17 0,1-17-1,-1 0 1,0-1 0,18 1-1,-17-18-15,17 17 16,-18 1 15,1-18 0,17 18-15,-18-18 0,18 17-1,-18 1 32,1 0 0</inkml:trace>
  <inkml:trace contextRef="#ctx0" brushRef="#br1" timeOffset="-138662.52">13194 10989 0,'35'0'187,"18"0"-171,-35 0 0,-1 0-16,36 0 15,-35 0 1,0 0 0,17 0-1,-18 0 16,1 0-15,17 0 0,-17 0-1,35 18 1,-18-18 0,-17 17-1,17-17 1,18 0-1,-18 0 1,1 18 0,-19-18-1,19 0 1,-19 0 0,18 18-1,1-1 1,17 1 15,-18-1-15,-17 1-1,17 0 1,18 17 0,-36-17-1,36-18 1,-17 35-1,34-17 1,-35-1 0,1 1-1,-19-18 1,19 18 0,-19-1-1,1-17 1,0 0-1,-18 18 1,17-1 0,1-17-1,-1 18 1,1-18 0,0 18-1,-1-18 1,1 17-1,0 1 1,-1-18 0,1 18-1,0-18 1,34 35 0,-34-17-1,0-1 1,-1-17 15,1 18-15,0-1-1,-1-17 1,-17 18 0,18-18-1,0 18 16,17-1-15,-18 1 0,1 0-1,0-1 1,17 1 0,-35 0 15,18-18-16</inkml:trace>
  <inkml:trace contextRef="#ctx0" brushRef="#br1" timeOffset="-85903.26">18239 11677 0,'0'-18'125,"0"1"-110,0-1 17,0-17-17,0 17 1,0 0 0,17 1-1,1-1 1,-18 1-1,18-1 17,-18 0-17,17 1 17,-17-1-17,18 0 1,-18 1 15,17-1-15,-17 0-16,18 18 0,-18-17 15,18-1 1,-18 1 0,0-1-1,17-17 1,1 17-1,0 0 1,-18 1-16,17-1 31,1 0-15,-18 1 0,18-19 15,-1 19-16,1-1-15,-1 1 16,-17-1 0,18 0-1,0-17 1,-1 0 0,1 17-16,-18 0 15,0 1-15,18 17 16,-18-18-16,17 1 15,1-1 1,0-17 0,-1-1-1,1 19 17,-18-1-17,17 0 16,1 1-15,0-18 0,-18 17-1,17 0 1,-17 1 0,18-19-1,17-34 1,-17 34-1,0 19 1,-18-1 0,0-17 46,0 0-31,0 17 1,0 0-17,17 1-15,-17-1 16,18 18 0,-18-18-1,18-17 1,-18 18-16,0-36 15,17 0 1,-17 0 0,18-53-1,-1 35 1,1-17 0,0 35-1,-1-70 16,-17 70-15,18 0 0,-18-35-1,53 0 1,-35 17 0,17 0-1,-18 19 1,19-54-1,-36 70 1,17-16 0,-17 16-1,18-34 1,-18 34 0,0 1-1,0-18 1,0 0 15,18-17-15,-18 34-1,0 1 1,0 0 0,0-36-1,0 36 1,0 0-1,0-36 1,0 36 0,17 0-1</inkml:trace>
  <inkml:trace contextRef="#ctx0" brushRef="#br1" timeOffset="-76324.24">11606 10495 0,'-17'0'109,"-1"0"-93,0 0-16,-17 18 16,-53 17-1,35 0 1,0-17 0,36-18-16,-1 18 15,0-18 1,1 0-1,17-89 48,35 1-47,18 53-16,-53 17 15,17 1-15,1-1 16,0-17-1,-71 52 48,0 1-47,18 0-16,-18 17 15,17-17 1,19-1-1,-1-17 1,71-123 47,0 52-32,-35 71 0,-71 0 0,17 53-15,-69 35 0,34-70-1,36 0-15,17-1 31,18-158 1,106-159-1,-71 247-15,-17 18-1,-18 17 1,-106 89 15,-17 17-15,70-70-16,17-1 15,-17 1 1,53-106 15,159-177-15,-18-52-1,-53 176 1,-70 105 0,-18 19-1,-18 17 17,-123 70-17,18-34 1,-1-1-1,107-35 1,17-53 0,17-141-1,248-265 1,-159 283 0,-71 105-1,-35 18 1,0 1-1,-18 52 1,-105 0 0,-18 0-1,17-89 17,72 72-17,-1-36 1,35-53-1,0-88 1,1 88 0,-1 36-1,-70 17 1,-36 0 0,54 0-1,35 18 1,17-1-16,-17 1 15</inkml:trace>
  <inkml:trace contextRef="#ctx0" brushRef="#br1" timeOffset="-72892.46">11307 11747 0,'-36'0'109,"19"0"-93,-19 18-16,19-18 15,-36 35 1,35-35-16,0 18 16,1-18-16,-1 18 15,-17-1 1,17-17-1,18-70 95,0 34-95,0 19 1,18-1 0,-71 53 93,-141 71-78,106-70 1,70-36-17,53-71 32,36-35-31,-36 53-1,-17 18 1,0 35 0,-18-18-1,-106 89 48,0 35-32,71-89 0,17-17-15,18-17 15,0-54-15,35 36-1,-17 17 1,-18 1-16,-88 34 62,17 19-46,-17-1 0,0-18-1,35-17 1,35 0 15,18-35 16,0 18-31,18-1-1,-18 36 17,-35 17-17,-54 53 1,54-70-1,17-1-15,-17 1 16,18-18 0,-1 0 15,18-35 16,0-18-32,0 35 1,0 0 0,-18 18-1,-35 18 1,-35 0 0,0 17-1,70-35 1,-17 0-1,35-18 17,0-52-17,0 52 1,0 1 15,-18 17 16,-52 0-31,35 35-1,-1-35 1,19 17 0,17-69 30,0 16-30,0 19-16,0-1 16,0 0-1,-71 36 48,36 17-48,-53 36 1,35-36 0,35-35-1,18 18 1</inkml:trace>
  <inkml:trace contextRef="#ctx0" brushRef="#br1" timeOffset="-67992.83">15716 11677 0,'-17'18'94,"17"-1"-79,-18 18 1,18 1-1,-18-19-15,18 19 16,0-19 0,-17 1-1,17 0 17,17-89 30,54-17-46,-36 35-1,0 18 1,-17 17-16,0 0 16,-1 18-16,1-17 15,0 17 1,-18 17 31,0 36-32,0-35 17,35-18 30,0-35-46,18 17-1,0 0 1,-18 1 0,18 17-1,-35 0 1,-18 53 62,0 52-47,0-87-31,0 0 16,-18-1-1,124-122 48,35-19-47,-70 54-16,-18 52 15,35-53 1,-35 54-1,-18 17 1,-35 17 47,-18 142-32,-17-124-16,17 1 1,1-1 0,17-17-1,0-1 1,0 1 0,141-18 15,-18-18-16,19-35 1,-54 36 0,-71-1-16,19 18 15,-1 0 1,-17 0 0,-18 35 30,0 1-30,0-19 0,0 1-1,17-1 1,-17 1 0,35-18-1,212 18 1,-53-18-1,-70 0 1,-36 0 0,-35 0-1,-35 0 17,-1 0 171,1 0-188,0 0-15,-1 0 16,-17-18 0,18 18-1,-18-18 48,-18 18-32,1 0-15,-1 0-1,0 0 32,18-17-16,0-1 16,0-17-31,0-18 15,0 35-15,0 1-1,0-1 1,-17 18 0,-19 0-1,-52 0 1,-53 53-1,35 35-15,-53 0 16,36-17 0,88-53-1,17-18 1,0 0 15,18-18 47,-17 18-46,-36 0-17,0 0 1,0 0-1,18 0-15,17 0 16,1 0 0,-1-53 15,18-35-15,0 53-1,-18 35 48,1 0-48,-89 0 1,-159 52 0,142-16-1,-1 17 1,71-53-1,-17 0 1,52-71 0,0 18-1,18 18 1,-17 0 0,-1 35-1,-35 0 16,-53 0-15,-52 0 0,105 0-1,-18 17 1,-17 1 0,35-18-1,35 0 1,18-35 15,0-18-15,0 35-1,-17 0 1,-1 18 0,-70 0-1,0 71 16,35-36-15,0 18 0,0-18-1,35-35 1,1 18 0,-1-18 15,36 0 63</inkml:trace>
  <inkml:trace contextRef="#ctx0" brushRef="#br1" timeOffset="-61797.42">5786 12365 0,'0'35'141,"0"36"-126,0-54 1,0 1 15,0 0 32,123-18-32,-105 0-31,35 0 31,-18 0-15,0 0 0,-17 0-1,-1 0 1,1 0-1,-18 17 1</inkml:trace>
  <inkml:trace contextRef="#ctx0" brushRef="#br1" timeOffset="-59132.11">5838 12171 0,'0'17'125,"0"72"-94,0 34 0,-17-35 0,-1-35 1,1-35-1,17 0-15,52-283 124,-16 124-109,-36 88-15,17 18 31,1 17-31,-18 0-1,35 18 1,1-17-1,16 17 1,1 0 0,0 0-1,-35 0-15,17 0 16,1 0 0,-19 0-1,1 0 1,-1 0-16,1 0 31,-36-18 157,-17 18-173,18 0-15,-19 0 16,19 0-16,-19 0 15,-17 0 1,36 0 0,-1 0 15,0 0-31,1 0 16,-1 0 30,1 0 17,17 35-47,-18 1-1,18-19 1,0 1 15,-18 0 16,18-1-31,-17-17-1,17 18 1,0-1 78,17 1-79,19-18 1,-1 0-1,-18 0-15,1 0 16,0 18 0,-1-18 15,1 0-15,-18 17-1</inkml:trace>
  <inkml:trace contextRef="#ctx0" brushRef="#br1" timeOffset="-57005.83">6579 12559 0,'-35'0'156,"17"0"-140,1 0 0,-1 0-1,0 0 48,18 18-1,0-1-30,0 1 14,0 35-14,0-18-1,0-17 0,0-1 0,0 1 16,0 0 0,36-18-16,-19 0 1,1 0-1,0 0-31,-1 0 109</inkml:trace>
  <inkml:trace contextRef="#ctx0" brushRef="#br1" timeOffset="-55998.86">6985 12083 0,'35'0'110,"-17"17"-95,0 19 1,70 105 0,-35-88-1,52 52 1,-16-34 0,-1-18-1,-70-35 1,-1-1-1,1 1 17,-18 17-1,-35 0 0,-36 1-31,-17-19 16,0 36-1,-1 18 1,-34-1 0,88-52-1,17-18 1,0 18 0,1-18-1</inkml:trace>
  <inkml:trace contextRef="#ctx0" brushRef="#br1" timeOffset="-54418.05">8114 12153 0,'-35'18'110,"-1"17"-95,19-17-15,-19 17 16,1 53 0,-18 0-1,18 1 1,17-1-16,-17 18 15,17-18 1,18-53 0,0 18-1,0-35-15,0 35 16,0-18 15,0 0-15,18 0-1,0-17-15,-1 17 16,19-17 0,16-18-1,19 0 1,0 0 0,-54 0-1,19 0 1,69-176-1,-16 52 1,-72-52 0,36 52-1,-53 1 1,0 70 15,0 35-15,0 1-1,0-1 1,0 0 0,-18-17-1,-17 17 1,0 18 0,0 0-1,-1 0 1,1 0-1,-18 36 1,36-19 0,-1 1-1</inkml:trace>
  <inkml:trace contextRef="#ctx0" brushRef="#br1" timeOffset="-52401.89">5821 12912 0,'0'17'15,"0"1"32,35 0-31,0 17-16,18-18 15,18 1-15,158 88 16,142 70 0,-89 1 15,106 17-16,-106-106 1,-123-17 0,0-19-1,-1-16 1,-52-36 0,-18 35-1,-35-35 1,-17 18-1,-19-18 1</inkml:trace>
  <inkml:trace contextRef="#ctx0" brushRef="#br2" timeOffset="-35176.18">20990 5151 0,'18'-18'109,"17"-17"-77,-17 35-32,17-18 31,-17 18-31,17-18 16,0 18-1,1 0-15,-1 0 31,-18 0-15,1 0 0,0 0-1,-1 0 1,-17 18 0,18 0-1,-18 87 1,0-69-1,0-1 1,0 0 0,-18 1-1,-17-19 1,17 1 15,1-18-31,-1 17 16,1-17 15,52-35 63,-18 18-79,89-72 1,-53 19 0,0 17-1,-18 18-15,1-1 16,-19 19 15,1-1-15,-18 0-1,18 18 1,-18-17 0,0-1 77,-36 18-46,19 0-31,-1 0 15,0 0-15,1 71-1,-1-18 1,18-18 0,0-17-16,0-1 15,0 18 1,0-17 0,0 0-1,0-1 1,0 1-16,0 0 15,18-1 17,17 19-17,18-19 1,-18 1 0,-17-18-1,0 0 1,-1 0-1,1 0 1</inkml:trace>
  <inkml:trace contextRef="#ctx0" brushRef="#br2" timeOffset="-32827.24">21925 5627 0,'18'0'31,"-36"0"94,-35 0-93,36 0-17,-1 0 1,0 0 0,18 17-16,-17 1 31,17 0-16,0 17 1,0 0 0,0-17-1,0 0 1,0-1 0,0 1 15,17-18-16,1 17 1,0-17-16,17 0 31,0 0-15,-17 0 0,-1 0-1,1 0 16,-18-35 32,0 0-32,0 0 0,0 17-15,0 0 0,-18 1-1,1 17-15,17-18 16,-18 18 0,18-18 15,-18 18-16</inkml:trace>
  <inkml:trace contextRef="#ctx0" brushRef="#br2" timeOffset="-29495.5">23477 4410 0,'-17'0'109,"-71"0"-77,70 0-17,-17 0 1,-36 0-1,36 0 1,-18 0 0,0 0-1,-18 0 1,36 0 0,17 17-1,1 1 1,-18 53 15,17-19-15,18 1-1,-18 0 1,1 53 0,17-88-1,-18 17 1,18 0-1,0 1 1,0-19 0,0 1-1,0 0 1,0-1 0,35 1-1,18 35 1,35-36 15,-17-17-15,-36 18-1,18-18 1,-35 0-16,17 0 16,0 0-1,18 0 1,-35 0-1,35 0 1,-18 0 0,-17 0-1,-1 0 1,1 0 0</inkml:trace>
  <inkml:trace contextRef="#ctx0" brushRef="#br2" timeOffset="-27668.89">23072 4762 0,'17'0'203,"19"0"-172,16 0-15,-34 0 0,0 0-1,-1 0-15,19 0 16,-1 0-16,0 0 31,-17 0-31,17 0 31,-17 0-15,-1 0 31,-34 0 62,-124 0-78,-53 0 1,123 0-17,18 0-15,36 0 16,-54 0 0,53 0-1,1 0 1,17-17-16,-18 17 15,0 0 48</inkml:trace>
  <inkml:trace contextRef="#ctx0" brushRef="#br2" timeOffset="-25813.75">24342 4692 0,'-18'0'218,"0"0"-186,1 0-17,-1 0 1,0-18-1,-17 18 1,18 0 15,-1 18 47,0 194-46,18-142-17,0 18 1,-17-35 0,17 0-1,-18-18-15,18 18 16,-18-17-1,18-1 1,0 0 0,0-17-1,0 17 1,0-17 15,0-1-15,18-17 46,17 18-46,1-18 0,-1 0-1,-18 0-15,19 0 16,-19 0-1,1 0 1,0 0 0</inkml:trace>
  <inkml:trace contextRef="#ctx0" brushRef="#br2" timeOffset="-24047.9">24836 5062 0,'-36'0'141,"36"18"-126,-53 35 1,18-35-1,17-1-15,1 1 16,-1-1 0,18 1-1,-17 0 1,17 17 0,0-17-1,0 35 1,0-18-1,0-18 1,0 1-16,0 0 0,0-1 31,0 1-15,0 0-16,0-1 0,17-17 16,-17 18-1,18-18 1,-18 18-1,17-18 1,1 0 0,0 17-1,-1-17 1,1 0-16,17 18 31,1-18-15,-1 0-1,0 0 17,0 0-17,-17-35 1,0 17-16,-18-17 16,35-18-1,-35 17 1,0 1-1,0 0 1,0 0 0,0-1-1,0 19 1,0-1 0,0-17-1,-18 17 1,1 1-1,-1-1 1,-17-17 15,17 17 1,-17-17-17,17 17 1,18 0-1,-17 18 1,-1-17 0</inkml:trace>
  <inkml:trace contextRef="#ctx0" brushRef="#br2" timeOffset="-22950.14">24571 5027 0,'0'18'297,"-18"-18"-282,1 0 1,-19 0-1,19 0 17</inkml:trace>
  <inkml:trace contextRef="#ctx0" brushRef="#br2" timeOffset="-21932.23">25259 5644 0,'0'36'141,"0"-19"-126,0 1 1,-18 35 0,18-35-1,0-1 1,-17 1-1,52-177 17</inkml:trace>
  <inkml:trace contextRef="#ctx0" brushRef="#br2" timeOffset="-21832.27">25259 5662 0</inkml:trace>
  <inkml:trace contextRef="#ctx0" brushRef="#br2" timeOffset="-20849.35">25471 5062 0,'35'0'110,"18"0"-95,-36 0-15,19 18 16,17 0-1,-36-1 1,1-17 0,-1 0-1,-17 36 1,0-1 0,0 18-1,0 0 1,0 52-1,0-16 1,0-36 0,0 0-1,-17-36 17</inkml:trace>
  <inkml:trace contextRef="#ctx0" brushRef="#br2" timeOffset="-19833.17">25647 5380 0,'35'0'141,"18"0"-110,-18 0-15,-17 0 15,-159 0 0</inkml:trace>
  <inkml:trace contextRef="#ctx0" brushRef="#br2" timeOffset="-19749.93">25647 5380 0</inkml:trace>
  <inkml:trace contextRef="#ctx0" brushRef="#br2" timeOffset="-17719.62">26070 5539 0,'18'0'140,"70"0"-108,-70 0-32,-1 0 15,36 0 1,-53-53 124,0 0-108,0 17-1,0 19 0,-35 17 16,17 0-16,-17 0 1,17 0-1,1 0 16,-1 0 46,18-18-77,0-35 0,0-17-1,0 17-15,0-35 16,18 52 0,-1 1-1,1 0 1,0 17-1,-1 18 17,1 0-1,0 0 31,17 18-46,-17-1 0</inkml:trace>
  <inkml:trace contextRef="#ctx0" brushRef="#br2" timeOffset="-16049.65">26688 5627 0,'0'17'94,"0"1"-78,0 17-1,0-17 1,0 0 0,0-1-16,0 19 15,0-1 1,0-18-16,-18 1 16,0 0-1,18-1-15,-17 1 0,-1 0 31,18-1 1,-18-17-17</inkml:trace>
  <inkml:trace contextRef="#ctx0" brushRef="#br2" timeOffset="-14802.04">27058 5062 0,'71'-35'141,"17"0"-126,-53 0 1,18 17 0,-35 0-1,17 1-15,-17 17 16,-1-18-16,1 18 0,-1-18 16,-17 54 109,0 87-110,0-70 1,0 0-1,0-35-15,0 17 16,0-18-16,0 19 16,0-1-1,0 0 17,0 1-1,0-19-31</inkml:trace>
  <inkml:trace contextRef="#ctx0" brushRef="#br2" timeOffset="-12786.57">28028 4780 0,'0'106'235,"0"264"-204,0-246-15,0-36-1,0-53-15,0 71 16,0 88 0,0-35-1,0-89 1,0-34-16,0-1 15,0-17 1,-106-1 109,18-17-109,35 0-1,18 0-15</inkml:trace>
  <inkml:trace contextRef="#ctx0" brushRef="#br2" timeOffset="-9238.06">20955 6509 0,'35'0'156,"195"0"-125,-19 0 0,-105 0 1,-71 0-17,-17 0 1,0 0 0,-1 0-1</inkml:trace>
  <inkml:trace contextRef="#ctx0" brushRef="#br2" timeOffset="-8388.39">20902 6667 0,'71'0'110,"-18"0"-95,17 0 1,71 0 0,-70 0-1,70 0 1,-53 0-1,-53 0 1,1 0 0,-19 0-1,1 0 1</inkml:trace>
  <inkml:trace contextRef="#ctx0" brushRef="#br2" timeOffset="-6039.93">21696 6615 0,'0'-18'140,"0"0"-108,-18 1-17,18-1 32,0 0 78,-17 18-109,17-17 15,0-1-15,0 0-16,-18 1 15,18-1 16,-18 18-15,18-17 0,0-1 93,-17 0 63,17 1-125,0-1 0,0 36 109,0 35-125,17-36-31,36 54 16,-18-1-1,-17-52 1,-18 0-16,18-1 16,-18 1-1,17-1 1,-17 1 46,-17-18-46,-1 0-16,0 0 16,1 18-16,-18-18 15,-1 17 1,1-17 0,17 18-1,1-18-15,17 18 16,-18-1-1,0 1 1,1-18 15,17 18-31,0-1 16</inkml:trace>
  <inkml:trace contextRef="#ctx0" brushRef="#br2" timeOffset="-4115.65">23125 6421 0,'-18'0'78,"-70"0"-46,52-18-17,-34 18 1,-36 0-1,36 0-15,-36 0 16,53 18 0,17-18-1,1 17 1,18-17-16,-1 18 16,0 17-1,18 0 1,0 18-1,0-35-15,0 17 16,0-17 0,0 17 15,0 18-15,36-18-1,-1 1 1,0-19-1,53 36 1,-17-53 0,-1 0-1,-17 0 1,36 0 0,-37 0-1,-16 0 1,-19-17-1,1 17-15,-18-18 16,35 0-16,-17-17 31,0 17-31,-1 1 16,-17-1-16,18 0 0,-18-17 31,0 0-15,0 17-1,0 1 1,0-1 15,0 0 1,0 1-17,-18-1 1,18 0-1,-17 18 1,-1-17 31</inkml:trace>
  <inkml:trace contextRef="#ctx0" brushRef="#br2" timeOffset="-2892.3">23954 6473 0,'-18'0'141,"-53"36"-126,18-1 1,18-17 0,18-1-1,-1 1 17,0-18 14,18 18 1,0-1-31,0 18 0,0-17-1,0 0-15,0-1 16,36 36-1,-1-17 1,0-19 0,-17 1-1,-1 0 1,19 17 0,-1-18-1,-35 1 1,18 0-16,-1-1 31,1-17 32</inkml:trace>
  <inkml:trace contextRef="#ctx0" brushRef="#br2" timeOffset="203.59">24412 6350 0,'0'35'110,"0"1"-95,0 16-15,-17 1 16,17 0-1,-36 18 1,36-18 0,-17-18-1,17-17 17,0 88-17,0-36 1,0-35-1,0-17 1,0 0 0,0-1-1,0 1 17,35-18 46,53 18-47,-35-1-15,0-17-1,0 0 1,-18 0-1,0 0 1,-17 0 0,0 0-1,-1 0 17,-52 0 124,17 0-141,-17 0-15,18-17 16,-36-1 0,-36 0-1,36 1 1,18-1 0,18 18-16,-1 0 15,-17-18 1,17 18-1,0 0 17,18-17 77,0-1-93,0 0-1,0-17 1,0 18 0,0-1-16,0 0 15,0 1-15,18-19 16,-18 19-1,18-1 1,-18 0 15,17 18 79,19 0-79,-19 0-15,1 0-16,-1 0 15,19 0-15,-1 0 16,0 0-1,18 0 1,18 0 0,-54 0-1,19 0-15,-19 0 32,1 0-17,0 0 1,-124 0 140,0 0-125,18 0 1,52 0-17,19 0-15,-1-17 16,-17 17-1,17 0 1,1 0 15,-1 0 63,18-36-63,0-34 1,0 35-17,0-1 1,0 19-1,0-1-15,18-35 16,17 18 0,0-18-1,-17 18 1,-1 17 0,-17 0-1,18 18 1,0 0 46,35 0-30,-36 0-17,1 0-15,17 0 16,1 0-1,-1 0-15,-18 0 16,19 0 0,-19 0-16,1 0 31,0 0-15</inkml:trace>
  <inkml:trace contextRef="#ctx0" brushRef="#br2" timeOffset="2623.31">25224 7302 0,'-18'0'141,"0"0"-126,1 0-15,-19 0 16,19 0 0,-1 18 15,18 0-15,0-1-1,0 1 1,0 0-16,0-1 15,0 54 1,0-36 0,0 0-1,18-17 1,-1-18 0,19 18 15,-1-18-16,-17 0-15,17 0 16,0 0 0,-17 0-1,-1 0 1,1 0-16,0 0 16</inkml:trace>
  <inkml:trace contextRef="#ctx0" brushRef="#br2" timeOffset="5405.11">26529 6615 0,'-18'0'219,"1"0"-203,-19 0-1,1 17 1,17 1-16,-70 52 15,0-34 1,17-1 0,19 18-1,34-53-15,0 0 16,18 18 0,-17-1-1,-1-17 16,18 18-15,0-1 0,-18 1-1,1 0 1,-1-1 0,0 1-1,18 0 1,-17-18-1,17 17 1,0 1 78,17 0-79,1-1-15,70 36 16,0-18 0,-35 18-1,-17-17 1,-1-1 0,-17-18-1,-1-17 1,-17 18-1,18-18-15,-18 18 16,17-18 0,-17 17-1,18 1 1,0 0 0,-1-1-1,1-17 16,-18 18-15,18-18 0,-18 18-1,17-18 17,1 0-1</inkml:trace>
  <inkml:trace contextRef="#ctx0" brushRef="#br2" timeOffset="7287.63">27252 6879 0,'0'-17'78,"0"-1"-31,0 0-16,0 1 0,18-1-15,-1 18-16,1 0 15,17 0 1,-17 0 0,0 0-1,-18 35 63,0 18-46,-18-53-32,18 18 46,-18-1-14,1 1-17,-1 35-15,-17 0 16,17-18 0,-17 0-1,0-17 1,35 0-16,-36-1 15,19 1 1,-1 0 0,0-18-1,1 0 1,-1 0 31,53 0 62,71 0-93,-18 0-1,71 0 1,-71 0 0,-35 0-1,-35 0-15,-1 0 16,1 0 0,0 0-1</inkml:trace>
  <inkml:trace contextRef="#ctx0" brushRef="#br2" timeOffset="8970.37">27940 6738 0,'35'0'110,"1"0"-95,-1 0-15,-18 18 16,1-18-16,35 17 16,0-17-1,0 18 1,-18-18 0,-70 0 187,0 0-188,17 0-15,18 35 94,0-17-78,0 0-16,0 34 15,0 37 1,18 16 0,-1-52-1,1-17-15,-18-19 16,0 1 78,0 0-63,-71-1 0,54-17-15,-1 0-16,-17 0 15,-18 0 1,35 0 0,1 0-1,17-17-15,-18-1 16,18-17-1,0-18 1,0 35 0,0 0-16</inkml:trace>
  <inkml:trace contextRef="#ctx0" brushRef="#br2" timeOffset="11768.64">21043 7673 0,'35'0'94,"-17"0"-78,0 0-16,35 0 15,17 0 1,54 0 15,-54 0-15,-17 0 0,0 0-16,-35 18 15,-1-18-15,19 0 31,-19 0 16</inkml:trace>
  <inkml:trace contextRef="#ctx0" brushRef="#br2" timeOffset="12772.74">20920 7479 0,'0'-18'32,"35"18"61,88 0-61,-105 0-32,0 0 15,17 0 1,-17 0-16,17 0 16,-17 0-1,-1 0 1,1 0-1,-1 0-15,1 0 63</inkml:trace>
  <inkml:trace contextRef="#ctx0" brushRef="#br2" timeOffset="13199.84">21290 7461 0,'0'18'141</inkml:trace>
  <inkml:trace contextRef="#ctx0" brushRef="#br2" timeOffset="14843.34">21343 7461 0,'18'0'125,"35"0"-94,-18 0 0,18 0 0,-36 0-15,1 0 0,0 0 30,-1 0 1,1 0-15,0 0 14</inkml:trace>
  <inkml:trace contextRef="#ctx0" brushRef="#br2" timeOffset="15800.92">21519 7355 0,'0'18'109,"53"123"-93,-17-70-1,17 35 1,-36-71 0,18 0-1,-35-17 1,18-1 15,-18 1-15,0 17 31,0-17-32,-18-18 1,-17 18 0,35-1-16,-35 1 15,0-1 1,17 1-1</inkml:trace>
  <inkml:trace contextRef="#ctx0" brushRef="#br2" timeOffset="19399.47">22119 7444 0,'0'35'125,"0"88"-94,0-70-31,0-17 16,0 34-1,0 1 1,0-54-1,0 19 1,0-19 0,0 1 15,0-1-15,18 1 46,-1-18 219,1 0-249,0 0-17,-1 0 16,1 0-15,0 0 31,-1 0-31,1 0 15,0 0-16,-1 0 32,-34 0 188,-1 0-220,-35 0 1,35 0 15,1 0-15,-19 0 15,19 0 0,-1-18 1,18 1-1,0-54-16,0 54-15,0-54 16,0 18 0,0-35-1,0 70 1,0 1 0,0-1-1,0 0 16,0 1 48,0-1 14,18-35-61,-18 36-17,0-19 1,0 1-1,0 0 1,0 17-16,0 0 16,0 1 15,17 17 78,36 0-77,-35 0-32,70 53 31,0-18-16,-70-17-15,0-18 16,17 17-16,0 1 16,-17 0-1,-1-18 1,1 0 0,0 0-1,-54 0 79,-52 0-63,35 0-15,18 0-1,-18 0 1,36 0 0,-1-18-16,0 18 31,1-18-15,-1 18 140,18 18-141,0 17 1,0 1 0,0-19-16,0 1 15,0-1 1,0 1 0,0 0 46,0-1 94,35-17-124,-17 18-17,0-18 1,-1 0-1,1 0 1,-1 0 0,1 0-1,17 0 1,-17 18 0,-18-1-1,18-17 1</inkml:trace>
  <inkml:trace contextRef="#ctx0" brushRef="#br2" timeOffset="21699.33">22437 7691 0,'-36'0'110,"-17"0"-79,18 0 0,18 0 1,-1 0-1,18-18 78,0-17-93,0-71-1,0 18 1,0 70 0,0 0-1,0 1 17,0 34 61,0 1-77,0 17 0,0 36-1,0-36 1,0 0-1,0-17 1,0 35 0,-18 0-1,18-18 1,-17-17 0,17-1-16,0 1 15,0 0 1,-18 17-1,18-17 1,0-1 0,0 1-16,0-1 15,0 1 1,0 0 0,0-1-1,0 1 1,0 0-1,0-1 1,35-17 125,-17 0-126,17 0 1,18 0 0,-18 0-1,-17 0-15,17 0 16,-17-17-1,0 17 1,-1 0 0,1 0 31</inkml:trace>
  <inkml:trace contextRef="#ctx0" brushRef="#br2" timeOffset="23030.72">23336 7691 0,'0'52'140,"0"1"-124,0-35-16,0 17 15,0 71 1,0-53 0,0-18-1,0-17-15,0 17 32,18-35 46,17 0-63,0 0-15,-17 0 16,0 0-16,35 0 16,-18 0-1,0 0 1,-17 0-1,-1-17 1,-17-19 47,0-52-32,-35 53 0,0 17-15,17 1-1,1 17 1,-1 0 0,-17 0-1,17 0 1</inkml:trace>
  <inkml:trace contextRef="#ctx0" brushRef="#br2" timeOffset="24949.77">23795 7902 0,'-35'0'141,"-1"18"-110,19-18-15,17 17-1,0 19 1,0-1 0,0-17-1,0 35 1,0-36-16,0 1 15,35 0 1,0-18 0,18 0-1,-18 0 1,1 0 0,-19 0-1,1 0 1,0 0 15,-18-18 0,0 0-15,0 1 0,0-1-1,0 0 1,0 1 46</inkml:trace>
  <inkml:trace contextRef="#ctx0" brushRef="#br2" timeOffset="25796.07">24095 8026 0</inkml:trace>
  <inkml:trace contextRef="#ctx0" brushRef="#br2" timeOffset="25879.33">24095 8026 0</inkml:trace>
  <inkml:trace contextRef="#ctx0" brushRef="#br2" timeOffset="28995.32">24148 8202 0,'0'-18'140,"0"1"-124,0-18 0,0-1-1,0 19 1,0-1 0,0 0-1,0-17 1,0 17-1,0 1 17,0-1-1,0 0 0,0 1 110,17 17-79,19 0-46,-19-18 0,18 18-1,-17-17 1,17 17-1,-17 0 1,0 0 0,-1 0 46,-17 17 1,18 1-48,-18-1 1,0 1 0</inkml:trace>
  <inkml:trace contextRef="#ctx0" brushRef="#br2" timeOffset="31828.26">24571 8290 0,'0'-35'125,"0"17"-110,0 1-15,0-1 16,0 0 0,0 1-1,0-1 1,0 1-16,0-1 15,0-35 1,0 0 0,0 35 15,0 1-15,0-1 15,0 36 141,18 52-157,-18-34-15,0-19 16,0 36 0,0-35 15,0-1-16,17-17 79,36 0-63,-35-17-31,35-1 32,-36 18-17,1-17 1,0 17-16,-1 0 16,1 0-1,0 0 1,-18 17 46,17 18-30,-17-17-17,18 17 1,-18-17-1,0 0 1,0-1 15,17-17 63,19 0-78,17 0-1,0 0 1,-18 0-16,-18 0 16,72 0-1,-19-17 1,-17 17-1,-18 0 1,-17 0-16,0-18 16,35 18-1,0-18 1,-1-17 0,19 0-1,-53 35-15,17-18 16,18 1-1,-18 17 1,0 0 0,1 0-16,-1-18 15,0 18 1,1-18 0,-19 18-1,18 0 1,1 0-1,-19 0 32,36 0-31,-17 0 0,-19 0-1,18 18 16,1 0-15,-1-18 0,0 0-1</inkml:trace>
  <inkml:trace contextRef="#ctx0" brushRef="#br2" timeOffset="33745.19">25382 8255 0,'18'0'78,"17"0"-47,1-18-15,-1 1-1,0-1 1,-35 0-16,18 18 16,-1-35-1,1 18 1,-18-1-1,0 0 1,0 1-16,0-19 16,0 19 15,0-1 0,-18 18 16,1 0-31,-19 0-1,1 0 1,18 18-16,-1-1 16,0 1-1,1 0 1,-1 17-1,18-17 1,0-1-16,-18 36 16,18-35 15,0-1-15,0 1 15,0 17-16,0-17-15,0 0 16,0-1 0,0 1-1,0-1 1,0 1 0,0 0-16,53-1 15,-17-17 1,16 0-1,-16 0 1,-19 0-16,19 0 16,-19 0 15,1 0-15,0 0-1</inkml:trace>
  <inkml:trace contextRef="#ctx0" brushRef="#br2" timeOffset="34775.32">25523 7796 0,'18'0'94,"53"0"-63,-54 0-31,1 0 0,0 0 16,-1-17-1,1 17 17,-195 17-1</inkml:trace>
  <inkml:trace contextRef="#ctx0" brushRef="#br2" timeOffset="34880.12">25523 7796 0</inkml:trace>
  <inkml:trace contextRef="#ctx0" brushRef="#br2" timeOffset="36183.24">25876 8290 0,'18'0'78,"35"0"-47,-36 0-31,19 0 32,-1 0-17,0 0 1,-17 0-1,-18-17 48,0-1-47,-18 18 124,1 0-124,-1 0-1,-17 35 1,17-35 31,18 18-31</inkml:trace>
  <inkml:trace contextRef="#ctx0" brushRef="#br2" timeOffset="37490.82">25982 8308 0,'18'18'157,"-1"-18"-142,36 0 1,0 0 15,-35 0-31,-1 0 16,19 0-1,-19 0 1,1 0 0,-18-18-1,0 0 17,0 1-17,0-1-15,0 0 47,-18 1-31,18-1-16,-35 0 15,17 18 1,-17 0 15,18-17-15,-1 17-16,0 0 15,1 0 1,-1-18 0,0 18-1,1 0 1,-1 0 15,0 0-15,1 35-1,-1-17 1,1 88 0,-1-53-1,18-18 1,0 0 15,0-17-15,0 35-1,0-18 1,0-17 0,18-1-1,17 19 1,18-19 0,-18 1-1,18-18 1,0 18-1,17-18 1,-17 0 0,-17 0-1,-1-18 1</inkml:trace>
  <inkml:trace contextRef="#ctx0" brushRef="#br2" timeOffset="39913.71">27428 8308 0,'-70'0'140,"52"0"-124,-17 0 0,17 0-1,1 35 1,-1-17 0,18-1-1,0 19 1,0-1-1,0-17 1,0 17 0,53 0-1,0-17 1,17-1 0,-34-17-1,-19 18 1,36-18-1,0 0 1,0-53 0,-35 36-16,17-19 15,0-34 1,1 34 0,-19 1-1,-17 18-15,0-1 31,0-17-15,0 17-16,-17 0 31,-19 18-15,19 0 0,17 36 155,0 17-155,0-18 0,17-35 109,1 0-110,0 0 1</inkml:trace>
  <inkml:trace contextRef="#ctx0" brushRef="#br2" timeOffset="41055.87">27781 8202 0,'-53'-18'141,"-17"18"-110,34 0 0,19 0-15,-1 0-16,1 0 16,17 18-1,-18 17 1,18-17 0,0 0-16,0-1 15,0 1 1,0 0-1,0-1 1,35 1 15,-17-18-15,35 0 0,-36 0-16,36 0 31,-35 0-31,0 0 15,-1 0-15,1 0 16</inkml:trace>
  <inkml:trace contextRef="#ctx0" brushRef="#br2" timeOffset="42471.71">28346 8273 0,'-53'0'141,"17"0"-125,19 0-16,-18-18 15,17 18 1,-17 0 0,17 0-1,18-18 1,-18 18 15,1 0-15,17 18-1,-18 17 1,18-17 0,0 0-1,0-1 1,18 1-1,17 17 1,18-35 0,-53 18-16,18-18 15,-1 0 1,1 17 15,-18 1 0,0 0-15,0-1 0,0 1-1,-35 17 1,-1-35 0,1 0-1,17 0-15,-17 0 16,17 0-16,1 0 15,-1 0-15,1 0 16,-1 0 0</inkml:trace>
  <inkml:trace contextRef="#ctx0" brushRef="#br2" timeOffset="43654.7">28769 8343 0,'-18'0'15,"1"0"63,-1 0-62,-17 0 0,-18 0-1,0 0 1,35 18-16,1-1 16,-19 1-1,19 0 1,17-1-1,0 1 1,0 53 0,0-36-1,17 0 1,1-17 0,17-1-1,-17 1 1,17 0 15,1-18-31,-19 0 16,54 0-1,-54 0 17</inkml:trace>
  <inkml:trace contextRef="#ctx0" brushRef="#br2" timeOffset="45070.45">28981 8608 0,'0'17'203,"0"-52"63,0-124-235,0 142-31,0-1 31,0 53 157,0 1-126,0 69-46,0-87-16</inkml:trace>
  <inkml:trace contextRef="#ctx0" brushRef="#br2" timeOffset="46259.97">28981 8202 0</inkml:trace>
  <inkml:trace contextRef="#ctx0" brushRef="#br2" timeOffset="47218.83">29369 7885 0</inkml:trace>
  <inkml:trace contextRef="#ctx0" brushRef="#br2" timeOffset="47286.31">29369 7885 0</inkml:trace>
  <inkml:trace contextRef="#ctx0" brushRef="#br2" timeOffset="49418.73">29104 7867 0,'0'35'94,"0"18"-63,0-35-31,0-1 16,0 19-1,0-1-15,0 53 16,0-35-1,-17 18 1,17-36 0,0-17-16,0-1 15,0 1-15,0 17 16,0 0 0,0-17-16,0 0 15,0 17 1,0-17 15,0-1 0,0 1-15,0-1 0,0 19-1,0-1 1,0 0-1</inkml:trace>
  <inkml:trace contextRef="#ctx0" brushRef="#br2" timeOffset="50756.98">29333 7849 0,'0'18'109,"0"0"-109,0-1 0,0 36 16,0-18-16,0-17 15,0 0-15,0 17 16,0 18 0,0-35-16,0 17 15,0-18-15,0 19 16,0 70 0,0-89-1,0 54 1,0-54-1,0 1-15,0 35 16,0-18 0,0-17 15,0-1-31,0 1 31,18 17-15,-18-17-1,0 0 1</inkml:trace>
  <inkml:trace contextRef="#ctx0" brushRef="#br2" timeOffset="52200.46">29651 8378 0,'-18'0'172,"-70"0"-141,70 0-31,1 0 0,-18 0 47,35 18-31,0 0-1,-18 17 1,18-17-16,0-1 16,0 36-1,0-35 1,0-1 0,0 1-16,0 0 31,18-1 0,-1-17 0,1 18 1,-1-18-17,36 0 1,-17 0-1,-19 0 1,-17-18-16,18 18 16,0-17-1,-18 70 204,17 0-203,-17-36-16</inkml:trace>
  <inkml:trace contextRef="#ctx0" brushRef="#br2" timeOffset="53477.66">30057 7955 0,'0'35'109,"0"-17"-93,0 17-1,0 18 1,0-17-16,0 69 16,0-16-1,0-19 1,0 18-1,0-52-15,0 34 16,0 71 0,0 18-1,0-88 17,0-54-32,0 1 15</inkml:trace>
  <inkml:trace contextRef="#ctx0" brushRef="#br2" timeOffset="54516.41">30057 8326 0,'35'0'172,"18"0"-157,0 0 1,-18 0 0,-17 0-1,-1 0 1</inkml:trace>
  <inkml:trace contextRef="#ctx0" brushRef="#br2" timeOffset="55901.89">30339 8696 0,'0'18'219,"0"-1"-188,0 1-31,0 0 47,0-1 0,0 1 0,0-1-32,0 1 16,0 0-15,0-1 0</inkml:trace>
  <inkml:trace contextRef="#ctx0" brushRef="#br2" timeOffset="57030.05">30445 8520 0,'0'-36'125,"0"19"-109,0-36 0,0 35-1</inkml:trace>
  <inkml:trace contextRef="#ctx0" brushRef="#br2" timeOffset="58837.16">30745 8555 0,'0'17'125,"0"1"-109,-18 0-16,0-1 15,1 1 1,17 0 31,0-1-31,0 1-1,0 0 1,0-1-16,0 19 31,0-19-15,35 1-1,18-1 1,-18-17 0,53 0-16,-17 0 31,17 0-16,0-52 1,-35 52 0,0-18-1,-18 0 1,54-17 0,-54 0-1,-18-1 1,1 19-1,0-1 1,17 0 0,0 18-1,-17 0 17,0 0 14,-1 0 17,54 0-32,-36 18 16,0-18-16</inkml:trace>
  <inkml:trace contextRef="#ctx0" brushRef="#br2" timeOffset="61230.02">30921 8625 0,'-53'0'125,"18"0"-110,17 0-15,-17 0 32,17 0-17,1 0 1,-1 0-1,18 18 1,0 0 0,0-1-1,0 19 1,0-1 0,0-17-1,0-1 16,0 1-15,0-1 0,0 1-1,18-18 1,34 35 0,-34-35-1,17 0 1,1 0-1,17 0 1,-36 0 0,19-17-1,-19-1 1,36-52 0,-18-19-1,-17 36 1,-18 0 15,0-17-15,0 52-1,0 36 142,0 35-111,0-36-46,0 1 16,0 0 0,0-1 15,18-17-31</inkml:trace>
  <inkml:trace contextRef="#ctx0" brushRef="#br2" timeOffset="61829.77">31133 8625 0</inkml:trace>
  <inkml:trace contextRef="#ctx0" brushRef="#br2" timeOffset="61880.52">31133 8625 0</inkml:trace>
  <inkml:trace contextRef="#ctx0" brushRef="#br2" timeOffset="63635.84">31027 8449 0</inkml:trace>
  <inkml:trace contextRef="#ctx0" brushRef="#br2" timeOffset="63729.78">31027 8449 0</inkml:trace>
  <inkml:trace contextRef="#ctx0" brushRef="#br2" timeOffset="63946.49">31027 8449 0</inkml:trace>
  <inkml:trace contextRef="#ctx0" brushRef="#br2" timeOffset="65745.45">31097 8643 0,'0'-18'109,"0"-17"-93,0-53 0,0 35-1,0 35-15,0-17 16,0 17 15,-17 18-15,17-17-1,-18 17-15,-35 0 32,18 0-17,17 0 1,1 17-16,-1 1 16,0 0-1,18-1-15,0 1 16,-17 0-16,17-1 15,0 36 1,0-18 0,0 1-1,0-19-15,0 19 32,17-19-17,1 1 1,0 0 15,-1-1-15,19 1-1,-19-18-15,1 18 16,17-18 0,-17 0-1</inkml:trace>
  <inkml:trace contextRef="#ctx0" brushRef="#br2" timeOffset="68676.59">31415 8767 0,'17'-18'109,"-17"-17"-93,18-18-1,-18 17 1,0 19-16,0 52 313,0-17-298,0-36 173,0-105-173,0 70 1,0 35 0,0-17 171,0 17-171,0 0-1,0 54 126,0 17-125,0-18-1,0 0 1,0-17-16,0 17 15,0 0 1,0 18 0,0 0-1,0-17-15,0-1 16,0-18 93,0-52 32,18-35-110,35 17 0,17 17 1,18 19-1,18 17-15,-53 0-1,0 0 1,0 0-1,35 0 1,-17 0 0,-36 0-1,18 0 1,18 0 0,-19 0-1,-16 17 1,52 19-1,0 17 1,-35-36 0,0 1 15,17 0-15,1 34-1,-36-34 1,18 17-1,0-17 1,35-18 0,-35 18-1,18-18 1,-54 0-16,36 0 16,0 0-1,0 0 1,0 0-1</inkml:trace>
  <inkml:trace contextRef="#ctx0" brushRef="#br2" timeOffset="69637.6">32897 8767 0</inkml:trace>
  <inkml:trace contextRef="#ctx0" brushRef="#br2" timeOffset="70675.75">32914 8449 0</inkml:trace>
  <inkml:trace contextRef="#ctx0" brushRef="#br2" timeOffset="70726.47">32914 8449 0</inkml:trace>
  <inkml:trace contextRef="#ctx0" brushRef="#br2" timeOffset="73247.61">32332 8890 0,'18'0'94,"17"18"-63,-17-18-31,-1 0 0,36 0 31,-18 0-15,1 0-16,-19 0 16,36 0-1,-35 0 1,17 0 0,-17 0-1,-1 0 1,1 0-1,0 0 1,-1-18 62,-17 0-62,0 1 31,0-1 15,-53 0-46,1 1-1,16-1 1,19 18 0,-1 0-16,0 0 15,1-17-15,-1 17 16,-17-18-16,17 18 31,1-18-31,-1 18 31,0-17-15,1 17-16,17-18 16,0 0-1,-18 1-15,18-72 16,-18 37 0,18-1-1,0 17 1,0 19-16,0-1 15,0 0 1,0 1 0,18-1-1,0 18-15,35-17 32,17 17-17,1 0 1,-18 0-16,-18 0 0,-18 0 15,36 0 1,-17 17 0,-19-17-1,1 18-15,0-1 16,17 1 0,-17 0-1,17-1 1,-35 1 62,17 17-47</inkml:trace>
  <inkml:trace contextRef="#ctx0" brushRef="#br2" timeOffset="74746.53">31768 8714 0,'0'-18'110,"53"-35"-79,-1 35 0,1 18-15,-17 0-1,-19 0 1,1 0 0,0 0-1,-1 0 1,1 18 0,-1 0-16,-17-1 15,18 36 1,0-35-1,-18 0 1,0-1-16,17 18 16,-17 18-1,0-35 1,0 17 15,0-17-31,0 0 47,0-1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6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5156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5156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5156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5156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515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31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104863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4863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3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2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8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4858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49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50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5155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5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5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1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18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19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20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21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22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23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24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51525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26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51527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28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29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30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31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32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33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34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40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41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42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59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60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61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51562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63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64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43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44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1051545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51546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47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48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5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55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5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5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5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35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51536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5153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5153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5153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9EA77-4B88-4DD5-B189-47CF8D44E02F}" type="datetimeFigureOut">
              <a:rPr lang="fr-MA" smtClean="0"/>
              <a:t>04/11/2025</a:t>
            </a:fld>
            <a:endParaRPr lang="fr-MA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62A58-196F-4D53-AD84-3511DE0772DD}" type="slidenum">
              <a:rPr lang="fr-MA" smtClean="0"/>
              <a:t>‹N°›</a:t>
            </a:fld>
            <a:endParaRPr lang="fr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customXml" Target="../ink/ink13.xml"/><Relationship Id="rId26" Type="http://schemas.openxmlformats.org/officeDocument/2006/relationships/customXml" Target="../ink/ink21.xml"/><Relationship Id="rId39" Type="http://schemas.openxmlformats.org/officeDocument/2006/relationships/customXml" Target="../ink/ink34.xml"/><Relationship Id="rId21" Type="http://schemas.openxmlformats.org/officeDocument/2006/relationships/customXml" Target="../ink/ink16.xml"/><Relationship Id="rId34" Type="http://schemas.openxmlformats.org/officeDocument/2006/relationships/customXml" Target="../ink/ink29.xml"/><Relationship Id="rId42" Type="http://schemas.openxmlformats.org/officeDocument/2006/relationships/customXml" Target="../ink/ink37.xml"/><Relationship Id="rId47" Type="http://schemas.openxmlformats.org/officeDocument/2006/relationships/customXml" Target="../ink/ink42.xml"/><Relationship Id="rId50" Type="http://schemas.openxmlformats.org/officeDocument/2006/relationships/customXml" Target="../ink/ink45.xml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6" Type="http://schemas.openxmlformats.org/officeDocument/2006/relationships/customXml" Target="../ink/ink11.xml"/><Relationship Id="rId29" Type="http://schemas.openxmlformats.org/officeDocument/2006/relationships/customXml" Target="../ink/ink24.xml"/><Relationship Id="rId11" Type="http://schemas.openxmlformats.org/officeDocument/2006/relationships/customXml" Target="../ink/ink6.xml"/><Relationship Id="rId24" Type="http://schemas.openxmlformats.org/officeDocument/2006/relationships/customXml" Target="../ink/ink19.xml"/><Relationship Id="rId32" Type="http://schemas.openxmlformats.org/officeDocument/2006/relationships/customXml" Target="../ink/ink27.xml"/><Relationship Id="rId37" Type="http://schemas.openxmlformats.org/officeDocument/2006/relationships/customXml" Target="../ink/ink32.xml"/><Relationship Id="rId40" Type="http://schemas.openxmlformats.org/officeDocument/2006/relationships/customXml" Target="../ink/ink35.xml"/><Relationship Id="rId45" Type="http://schemas.openxmlformats.org/officeDocument/2006/relationships/customXml" Target="../ink/ink40.xml"/><Relationship Id="rId5" Type="http://schemas.openxmlformats.org/officeDocument/2006/relationships/image" Target="../media/image4.png"/><Relationship Id="rId15" Type="http://schemas.openxmlformats.org/officeDocument/2006/relationships/customXml" Target="../ink/ink10.xml"/><Relationship Id="rId23" Type="http://schemas.openxmlformats.org/officeDocument/2006/relationships/customXml" Target="../ink/ink18.xml"/><Relationship Id="rId28" Type="http://schemas.openxmlformats.org/officeDocument/2006/relationships/customXml" Target="../ink/ink23.xml"/><Relationship Id="rId36" Type="http://schemas.openxmlformats.org/officeDocument/2006/relationships/customXml" Target="../ink/ink31.xml"/><Relationship Id="rId49" Type="http://schemas.openxmlformats.org/officeDocument/2006/relationships/customXml" Target="../ink/ink44.xml"/><Relationship Id="rId10" Type="http://schemas.openxmlformats.org/officeDocument/2006/relationships/customXml" Target="../ink/ink5.xml"/><Relationship Id="rId19" Type="http://schemas.openxmlformats.org/officeDocument/2006/relationships/customXml" Target="../ink/ink14.xml"/><Relationship Id="rId31" Type="http://schemas.openxmlformats.org/officeDocument/2006/relationships/customXml" Target="../ink/ink26.xml"/><Relationship Id="rId44" Type="http://schemas.openxmlformats.org/officeDocument/2006/relationships/customXml" Target="../ink/ink3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7.xml"/><Relationship Id="rId27" Type="http://schemas.openxmlformats.org/officeDocument/2006/relationships/customXml" Target="../ink/ink22.xml"/><Relationship Id="rId30" Type="http://schemas.openxmlformats.org/officeDocument/2006/relationships/customXml" Target="../ink/ink25.xml"/><Relationship Id="rId35" Type="http://schemas.openxmlformats.org/officeDocument/2006/relationships/customXml" Target="../ink/ink30.xml"/><Relationship Id="rId43" Type="http://schemas.openxmlformats.org/officeDocument/2006/relationships/customXml" Target="../ink/ink38.xml"/><Relationship Id="rId48" Type="http://schemas.openxmlformats.org/officeDocument/2006/relationships/customXml" Target="../ink/ink43.xml"/><Relationship Id="rId8" Type="http://schemas.openxmlformats.org/officeDocument/2006/relationships/customXml" Target="../ink/ink3.xml"/><Relationship Id="rId51" Type="http://schemas.openxmlformats.org/officeDocument/2006/relationships/customXml" Target="../ink/ink46.xml"/><Relationship Id="rId3" Type="http://schemas.openxmlformats.org/officeDocument/2006/relationships/image" Target="../media/image2.png"/><Relationship Id="rId12" Type="http://schemas.openxmlformats.org/officeDocument/2006/relationships/customXml" Target="../ink/ink7.xml"/><Relationship Id="rId17" Type="http://schemas.openxmlformats.org/officeDocument/2006/relationships/customXml" Target="../ink/ink12.xml"/><Relationship Id="rId25" Type="http://schemas.openxmlformats.org/officeDocument/2006/relationships/customXml" Target="../ink/ink20.xml"/><Relationship Id="rId33" Type="http://schemas.openxmlformats.org/officeDocument/2006/relationships/customXml" Target="../ink/ink28.xml"/><Relationship Id="rId38" Type="http://schemas.openxmlformats.org/officeDocument/2006/relationships/customXml" Target="../ink/ink33.xml"/><Relationship Id="rId46" Type="http://schemas.openxmlformats.org/officeDocument/2006/relationships/customXml" Target="../ink/ink41.xml"/><Relationship Id="rId20" Type="http://schemas.openxmlformats.org/officeDocument/2006/relationships/customXml" Target="../ink/ink15.xml"/><Relationship Id="rId41" Type="http://schemas.openxmlformats.org/officeDocument/2006/relationships/customXml" Target="../ink/ink3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2.xml"/><Relationship Id="rId18" Type="http://schemas.openxmlformats.org/officeDocument/2006/relationships/customXml" Target="../ink/ink57.xml"/><Relationship Id="rId26" Type="http://schemas.openxmlformats.org/officeDocument/2006/relationships/customXml" Target="../ink/ink65.xml"/><Relationship Id="rId39" Type="http://schemas.openxmlformats.org/officeDocument/2006/relationships/customXml" Target="../ink/ink78.xml"/><Relationship Id="rId21" Type="http://schemas.openxmlformats.org/officeDocument/2006/relationships/customXml" Target="../ink/ink60.xml"/><Relationship Id="rId34" Type="http://schemas.openxmlformats.org/officeDocument/2006/relationships/customXml" Target="../ink/ink73.xml"/><Relationship Id="rId42" Type="http://schemas.openxmlformats.org/officeDocument/2006/relationships/customXml" Target="../ink/ink81.xml"/><Relationship Id="rId47" Type="http://schemas.openxmlformats.org/officeDocument/2006/relationships/customXml" Target="../ink/ink86.xml"/><Relationship Id="rId50" Type="http://schemas.openxmlformats.org/officeDocument/2006/relationships/customXml" Target="../ink/ink89.xml"/><Relationship Id="rId55" Type="http://schemas.openxmlformats.org/officeDocument/2006/relationships/customXml" Target="../ink/ink94.xml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6" Type="http://schemas.openxmlformats.org/officeDocument/2006/relationships/customXml" Target="../ink/ink55.xml"/><Relationship Id="rId29" Type="http://schemas.openxmlformats.org/officeDocument/2006/relationships/customXml" Target="../ink/ink68.xml"/><Relationship Id="rId11" Type="http://schemas.openxmlformats.org/officeDocument/2006/relationships/customXml" Target="../ink/ink50.xml"/><Relationship Id="rId24" Type="http://schemas.openxmlformats.org/officeDocument/2006/relationships/customXml" Target="../ink/ink63.xml"/><Relationship Id="rId32" Type="http://schemas.openxmlformats.org/officeDocument/2006/relationships/customXml" Target="../ink/ink71.xml"/><Relationship Id="rId37" Type="http://schemas.openxmlformats.org/officeDocument/2006/relationships/customXml" Target="../ink/ink76.xml"/><Relationship Id="rId40" Type="http://schemas.openxmlformats.org/officeDocument/2006/relationships/customXml" Target="../ink/ink79.xml"/><Relationship Id="rId45" Type="http://schemas.openxmlformats.org/officeDocument/2006/relationships/customXml" Target="../ink/ink84.xml"/><Relationship Id="rId53" Type="http://schemas.openxmlformats.org/officeDocument/2006/relationships/customXml" Target="../ink/ink92.xml"/><Relationship Id="rId5" Type="http://schemas.openxmlformats.org/officeDocument/2006/relationships/image" Target="../media/image8.png"/><Relationship Id="rId10" Type="http://schemas.openxmlformats.org/officeDocument/2006/relationships/customXml" Target="../ink/ink49.xml"/><Relationship Id="rId19" Type="http://schemas.openxmlformats.org/officeDocument/2006/relationships/customXml" Target="../ink/ink58.xml"/><Relationship Id="rId31" Type="http://schemas.openxmlformats.org/officeDocument/2006/relationships/customXml" Target="../ink/ink70.xml"/><Relationship Id="rId44" Type="http://schemas.openxmlformats.org/officeDocument/2006/relationships/customXml" Target="../ink/ink83.xml"/><Relationship Id="rId52" Type="http://schemas.openxmlformats.org/officeDocument/2006/relationships/customXml" Target="../ink/ink91.xml"/><Relationship Id="rId4" Type="http://schemas.openxmlformats.org/officeDocument/2006/relationships/image" Target="../media/image7.png"/><Relationship Id="rId9" Type="http://schemas.openxmlformats.org/officeDocument/2006/relationships/customXml" Target="../ink/ink48.xml"/><Relationship Id="rId14" Type="http://schemas.openxmlformats.org/officeDocument/2006/relationships/customXml" Target="../ink/ink53.xml"/><Relationship Id="rId22" Type="http://schemas.openxmlformats.org/officeDocument/2006/relationships/customXml" Target="../ink/ink61.xml"/><Relationship Id="rId27" Type="http://schemas.openxmlformats.org/officeDocument/2006/relationships/customXml" Target="../ink/ink66.xml"/><Relationship Id="rId30" Type="http://schemas.openxmlformats.org/officeDocument/2006/relationships/customXml" Target="../ink/ink69.xml"/><Relationship Id="rId35" Type="http://schemas.openxmlformats.org/officeDocument/2006/relationships/customXml" Target="../ink/ink74.xml"/><Relationship Id="rId43" Type="http://schemas.openxmlformats.org/officeDocument/2006/relationships/customXml" Target="../ink/ink82.xml"/><Relationship Id="rId48" Type="http://schemas.openxmlformats.org/officeDocument/2006/relationships/customXml" Target="../ink/ink87.xml"/><Relationship Id="rId56" Type="http://schemas.openxmlformats.org/officeDocument/2006/relationships/customXml" Target="../ink/ink95.xml"/><Relationship Id="rId8" Type="http://schemas.openxmlformats.org/officeDocument/2006/relationships/customXml" Target="../ink/ink47.xml"/><Relationship Id="rId51" Type="http://schemas.openxmlformats.org/officeDocument/2006/relationships/customXml" Target="../ink/ink90.xml"/><Relationship Id="rId3" Type="http://schemas.openxmlformats.org/officeDocument/2006/relationships/image" Target="../media/image6.png"/><Relationship Id="rId12" Type="http://schemas.openxmlformats.org/officeDocument/2006/relationships/customXml" Target="../ink/ink51.xml"/><Relationship Id="rId17" Type="http://schemas.openxmlformats.org/officeDocument/2006/relationships/customXml" Target="../ink/ink56.xml"/><Relationship Id="rId25" Type="http://schemas.openxmlformats.org/officeDocument/2006/relationships/customXml" Target="../ink/ink64.xml"/><Relationship Id="rId33" Type="http://schemas.openxmlformats.org/officeDocument/2006/relationships/customXml" Target="../ink/ink72.xml"/><Relationship Id="rId38" Type="http://schemas.openxmlformats.org/officeDocument/2006/relationships/customXml" Target="../ink/ink77.xml"/><Relationship Id="rId46" Type="http://schemas.openxmlformats.org/officeDocument/2006/relationships/customXml" Target="../ink/ink85.xml"/><Relationship Id="rId20" Type="http://schemas.openxmlformats.org/officeDocument/2006/relationships/customXml" Target="../ink/ink59.xml"/><Relationship Id="rId41" Type="http://schemas.openxmlformats.org/officeDocument/2006/relationships/customXml" Target="../ink/ink80.xml"/><Relationship Id="rId54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5" Type="http://schemas.openxmlformats.org/officeDocument/2006/relationships/customXml" Target="../ink/ink54.xml"/><Relationship Id="rId23" Type="http://schemas.openxmlformats.org/officeDocument/2006/relationships/customXml" Target="../ink/ink62.xml"/><Relationship Id="rId28" Type="http://schemas.openxmlformats.org/officeDocument/2006/relationships/customXml" Target="../ink/ink67.xml"/><Relationship Id="rId36" Type="http://schemas.openxmlformats.org/officeDocument/2006/relationships/customXml" Target="../ink/ink75.xml"/><Relationship Id="rId49" Type="http://schemas.openxmlformats.org/officeDocument/2006/relationships/customXml" Target="../ink/ink88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1.xml"/><Relationship Id="rId18" Type="http://schemas.openxmlformats.org/officeDocument/2006/relationships/customXml" Target="../ink/ink106.xml"/><Relationship Id="rId26" Type="http://schemas.openxmlformats.org/officeDocument/2006/relationships/customXml" Target="../ink/ink114.xml"/><Relationship Id="rId21" Type="http://schemas.openxmlformats.org/officeDocument/2006/relationships/customXml" Target="../ink/ink109.xml"/><Relationship Id="rId34" Type="http://schemas.openxmlformats.org/officeDocument/2006/relationships/customXml" Target="../ink/ink122.xml"/><Relationship Id="rId7" Type="http://schemas.openxmlformats.org/officeDocument/2006/relationships/image" Target="../media/image16.png"/><Relationship Id="rId12" Type="http://schemas.openxmlformats.org/officeDocument/2006/relationships/customXml" Target="../ink/ink100.xml"/><Relationship Id="rId17" Type="http://schemas.openxmlformats.org/officeDocument/2006/relationships/customXml" Target="../ink/ink105.xml"/><Relationship Id="rId25" Type="http://schemas.openxmlformats.org/officeDocument/2006/relationships/customXml" Target="../ink/ink113.xml"/><Relationship Id="rId33" Type="http://schemas.openxmlformats.org/officeDocument/2006/relationships/customXml" Target="../ink/ink121.xml"/><Relationship Id="rId38" Type="http://schemas.openxmlformats.org/officeDocument/2006/relationships/customXml" Target="../ink/ink126.xml"/><Relationship Id="rId2" Type="http://schemas.openxmlformats.org/officeDocument/2006/relationships/image" Target="../media/image11.png"/><Relationship Id="rId16" Type="http://schemas.openxmlformats.org/officeDocument/2006/relationships/customXml" Target="../ink/ink104.xml"/><Relationship Id="rId20" Type="http://schemas.openxmlformats.org/officeDocument/2006/relationships/customXml" Target="../ink/ink108.xml"/><Relationship Id="rId29" Type="http://schemas.openxmlformats.org/officeDocument/2006/relationships/customXml" Target="../ink/ink1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99.xml"/><Relationship Id="rId24" Type="http://schemas.openxmlformats.org/officeDocument/2006/relationships/customXml" Target="../ink/ink112.xml"/><Relationship Id="rId32" Type="http://schemas.openxmlformats.org/officeDocument/2006/relationships/customXml" Target="../ink/ink120.xml"/><Relationship Id="rId37" Type="http://schemas.openxmlformats.org/officeDocument/2006/relationships/customXml" Target="../ink/ink125.xml"/><Relationship Id="rId5" Type="http://schemas.openxmlformats.org/officeDocument/2006/relationships/image" Target="../media/image14.png"/><Relationship Id="rId15" Type="http://schemas.openxmlformats.org/officeDocument/2006/relationships/customXml" Target="../ink/ink103.xml"/><Relationship Id="rId23" Type="http://schemas.openxmlformats.org/officeDocument/2006/relationships/customXml" Target="../ink/ink111.xml"/><Relationship Id="rId28" Type="http://schemas.openxmlformats.org/officeDocument/2006/relationships/customXml" Target="../ink/ink116.xml"/><Relationship Id="rId36" Type="http://schemas.openxmlformats.org/officeDocument/2006/relationships/customXml" Target="../ink/ink124.xml"/><Relationship Id="rId10" Type="http://schemas.openxmlformats.org/officeDocument/2006/relationships/customXml" Target="../ink/ink98.xml"/><Relationship Id="rId19" Type="http://schemas.openxmlformats.org/officeDocument/2006/relationships/customXml" Target="../ink/ink107.xml"/><Relationship Id="rId31" Type="http://schemas.openxmlformats.org/officeDocument/2006/relationships/customXml" Target="../ink/ink119.xml"/><Relationship Id="rId4" Type="http://schemas.openxmlformats.org/officeDocument/2006/relationships/image" Target="../media/image13.png"/><Relationship Id="rId9" Type="http://schemas.openxmlformats.org/officeDocument/2006/relationships/customXml" Target="../ink/ink97.xml"/><Relationship Id="rId14" Type="http://schemas.openxmlformats.org/officeDocument/2006/relationships/customXml" Target="../ink/ink102.xml"/><Relationship Id="rId22" Type="http://schemas.openxmlformats.org/officeDocument/2006/relationships/customXml" Target="../ink/ink110.xml"/><Relationship Id="rId27" Type="http://schemas.openxmlformats.org/officeDocument/2006/relationships/customXml" Target="../ink/ink115.xml"/><Relationship Id="rId30" Type="http://schemas.openxmlformats.org/officeDocument/2006/relationships/customXml" Target="../ink/ink118.xml"/><Relationship Id="rId35" Type="http://schemas.openxmlformats.org/officeDocument/2006/relationships/customXml" Target="../ink/ink123.xml"/><Relationship Id="rId8" Type="http://schemas.openxmlformats.org/officeDocument/2006/relationships/customXml" Target="../ink/ink96.xml"/><Relationship Id="rId3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0.xml"/><Relationship Id="rId13" Type="http://schemas.openxmlformats.org/officeDocument/2006/relationships/customXml" Target="../ink/ink135.xml"/><Relationship Id="rId18" Type="http://schemas.openxmlformats.org/officeDocument/2006/relationships/customXml" Target="../ink/ink140.xml"/><Relationship Id="rId26" Type="http://schemas.openxmlformats.org/officeDocument/2006/relationships/customXml" Target="../ink/ink148.xml"/><Relationship Id="rId3" Type="http://schemas.openxmlformats.org/officeDocument/2006/relationships/image" Target="../media/image18.png"/><Relationship Id="rId21" Type="http://schemas.openxmlformats.org/officeDocument/2006/relationships/customXml" Target="../ink/ink143.xml"/><Relationship Id="rId7" Type="http://schemas.openxmlformats.org/officeDocument/2006/relationships/customXml" Target="../ink/ink129.xml"/><Relationship Id="rId12" Type="http://schemas.openxmlformats.org/officeDocument/2006/relationships/customXml" Target="../ink/ink134.xml"/><Relationship Id="rId17" Type="http://schemas.openxmlformats.org/officeDocument/2006/relationships/customXml" Target="../ink/ink139.xml"/><Relationship Id="rId25" Type="http://schemas.openxmlformats.org/officeDocument/2006/relationships/customXml" Target="../ink/ink147.xml"/><Relationship Id="rId2" Type="http://schemas.openxmlformats.org/officeDocument/2006/relationships/image" Target="../media/image17.png"/><Relationship Id="rId16" Type="http://schemas.openxmlformats.org/officeDocument/2006/relationships/customXml" Target="../ink/ink138.xml"/><Relationship Id="rId20" Type="http://schemas.openxmlformats.org/officeDocument/2006/relationships/customXml" Target="../ink/ink142.xml"/><Relationship Id="rId29" Type="http://schemas.openxmlformats.org/officeDocument/2006/relationships/customXml" Target="../ink/ink1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8.xml"/><Relationship Id="rId11" Type="http://schemas.openxmlformats.org/officeDocument/2006/relationships/customXml" Target="../ink/ink133.xml"/><Relationship Id="rId24" Type="http://schemas.openxmlformats.org/officeDocument/2006/relationships/customXml" Target="../ink/ink146.xml"/><Relationship Id="rId5" Type="http://schemas.openxmlformats.org/officeDocument/2006/relationships/customXml" Target="../ink/ink127.xml"/><Relationship Id="rId15" Type="http://schemas.openxmlformats.org/officeDocument/2006/relationships/customXml" Target="../ink/ink137.xml"/><Relationship Id="rId23" Type="http://schemas.openxmlformats.org/officeDocument/2006/relationships/customXml" Target="../ink/ink145.xml"/><Relationship Id="rId28" Type="http://schemas.openxmlformats.org/officeDocument/2006/relationships/customXml" Target="../ink/ink150.xml"/><Relationship Id="rId10" Type="http://schemas.openxmlformats.org/officeDocument/2006/relationships/customXml" Target="../ink/ink132.xml"/><Relationship Id="rId19" Type="http://schemas.openxmlformats.org/officeDocument/2006/relationships/customXml" Target="../ink/ink141.xml"/><Relationship Id="rId4" Type="http://schemas.openxmlformats.org/officeDocument/2006/relationships/image" Target="../media/image19.png"/><Relationship Id="rId9" Type="http://schemas.openxmlformats.org/officeDocument/2006/relationships/customXml" Target="../ink/ink131.xml"/><Relationship Id="rId14" Type="http://schemas.openxmlformats.org/officeDocument/2006/relationships/customXml" Target="../ink/ink136.xml"/><Relationship Id="rId22" Type="http://schemas.openxmlformats.org/officeDocument/2006/relationships/customXml" Target="../ink/ink144.xml"/><Relationship Id="rId27" Type="http://schemas.openxmlformats.org/officeDocument/2006/relationships/customXml" Target="../ink/ink149.xml"/><Relationship Id="rId30" Type="http://schemas.openxmlformats.org/officeDocument/2006/relationships/customXml" Target="../ink/ink15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8.xml"/><Relationship Id="rId299" Type="http://schemas.openxmlformats.org/officeDocument/2006/relationships/customXml" Target="../ink/ink450.xml"/><Relationship Id="rId21" Type="http://schemas.openxmlformats.org/officeDocument/2006/relationships/customXml" Target="../ink/ink172.xml"/><Relationship Id="rId63" Type="http://schemas.openxmlformats.org/officeDocument/2006/relationships/customXml" Target="../ink/ink214.xml"/><Relationship Id="rId159" Type="http://schemas.openxmlformats.org/officeDocument/2006/relationships/customXml" Target="../ink/ink310.xml"/><Relationship Id="rId170" Type="http://schemas.openxmlformats.org/officeDocument/2006/relationships/customXml" Target="../ink/ink321.xml"/><Relationship Id="rId226" Type="http://schemas.openxmlformats.org/officeDocument/2006/relationships/customXml" Target="../ink/ink377.xml"/><Relationship Id="rId268" Type="http://schemas.openxmlformats.org/officeDocument/2006/relationships/customXml" Target="../ink/ink419.xml"/><Relationship Id="rId32" Type="http://schemas.openxmlformats.org/officeDocument/2006/relationships/customXml" Target="../ink/ink183.xml"/><Relationship Id="rId74" Type="http://schemas.openxmlformats.org/officeDocument/2006/relationships/customXml" Target="../ink/ink225.xml"/><Relationship Id="rId128" Type="http://schemas.openxmlformats.org/officeDocument/2006/relationships/customXml" Target="../ink/ink279.xml"/><Relationship Id="rId5" Type="http://schemas.openxmlformats.org/officeDocument/2006/relationships/customXml" Target="../ink/ink156.xml"/><Relationship Id="rId181" Type="http://schemas.openxmlformats.org/officeDocument/2006/relationships/customXml" Target="../ink/ink332.xml"/><Relationship Id="rId237" Type="http://schemas.openxmlformats.org/officeDocument/2006/relationships/customXml" Target="../ink/ink388.xml"/><Relationship Id="rId279" Type="http://schemas.openxmlformats.org/officeDocument/2006/relationships/customXml" Target="../ink/ink430.xml"/><Relationship Id="rId43" Type="http://schemas.openxmlformats.org/officeDocument/2006/relationships/customXml" Target="../ink/ink194.xml"/><Relationship Id="rId139" Type="http://schemas.openxmlformats.org/officeDocument/2006/relationships/customXml" Target="../ink/ink290.xml"/><Relationship Id="rId290" Type="http://schemas.openxmlformats.org/officeDocument/2006/relationships/customXml" Target="../ink/ink441.xml"/><Relationship Id="rId304" Type="http://schemas.openxmlformats.org/officeDocument/2006/relationships/customXml" Target="../ink/ink455.xml"/><Relationship Id="rId85" Type="http://schemas.openxmlformats.org/officeDocument/2006/relationships/customXml" Target="../ink/ink236.xml"/><Relationship Id="rId150" Type="http://schemas.openxmlformats.org/officeDocument/2006/relationships/customXml" Target="../ink/ink301.xml"/><Relationship Id="rId192" Type="http://schemas.openxmlformats.org/officeDocument/2006/relationships/customXml" Target="../ink/ink343.xml"/><Relationship Id="rId206" Type="http://schemas.openxmlformats.org/officeDocument/2006/relationships/customXml" Target="../ink/ink357.xml"/><Relationship Id="rId248" Type="http://schemas.openxmlformats.org/officeDocument/2006/relationships/customXml" Target="../ink/ink399.xml"/><Relationship Id="rId12" Type="http://schemas.openxmlformats.org/officeDocument/2006/relationships/customXml" Target="../ink/ink163.xml"/><Relationship Id="rId108" Type="http://schemas.openxmlformats.org/officeDocument/2006/relationships/customXml" Target="../ink/ink259.xml"/><Relationship Id="rId315" Type="http://schemas.openxmlformats.org/officeDocument/2006/relationships/customXml" Target="../ink/ink466.xml"/><Relationship Id="rId54" Type="http://schemas.openxmlformats.org/officeDocument/2006/relationships/customXml" Target="../ink/ink205.xml"/><Relationship Id="rId96" Type="http://schemas.openxmlformats.org/officeDocument/2006/relationships/customXml" Target="../ink/ink247.xml"/><Relationship Id="rId161" Type="http://schemas.openxmlformats.org/officeDocument/2006/relationships/customXml" Target="../ink/ink312.xml"/><Relationship Id="rId217" Type="http://schemas.openxmlformats.org/officeDocument/2006/relationships/customXml" Target="../ink/ink368.xml"/><Relationship Id="rId259" Type="http://schemas.openxmlformats.org/officeDocument/2006/relationships/customXml" Target="../ink/ink410.xml"/><Relationship Id="rId23" Type="http://schemas.openxmlformats.org/officeDocument/2006/relationships/customXml" Target="../ink/ink174.xml"/><Relationship Id="rId119" Type="http://schemas.openxmlformats.org/officeDocument/2006/relationships/customXml" Target="../ink/ink270.xml"/><Relationship Id="rId270" Type="http://schemas.openxmlformats.org/officeDocument/2006/relationships/customXml" Target="../ink/ink421.xml"/><Relationship Id="rId65" Type="http://schemas.openxmlformats.org/officeDocument/2006/relationships/customXml" Target="../ink/ink216.xml"/><Relationship Id="rId130" Type="http://schemas.openxmlformats.org/officeDocument/2006/relationships/customXml" Target="../ink/ink281.xml"/><Relationship Id="rId172" Type="http://schemas.openxmlformats.org/officeDocument/2006/relationships/customXml" Target="../ink/ink323.xml"/><Relationship Id="rId228" Type="http://schemas.openxmlformats.org/officeDocument/2006/relationships/customXml" Target="../ink/ink379.xml"/><Relationship Id="rId13" Type="http://schemas.openxmlformats.org/officeDocument/2006/relationships/customXml" Target="../ink/ink164.xml"/><Relationship Id="rId109" Type="http://schemas.openxmlformats.org/officeDocument/2006/relationships/customXml" Target="../ink/ink260.xml"/><Relationship Id="rId260" Type="http://schemas.openxmlformats.org/officeDocument/2006/relationships/customXml" Target="../ink/ink411.xml"/><Relationship Id="rId281" Type="http://schemas.openxmlformats.org/officeDocument/2006/relationships/customXml" Target="../ink/ink432.xml"/><Relationship Id="rId316" Type="http://schemas.openxmlformats.org/officeDocument/2006/relationships/customXml" Target="../ink/ink467.xml"/><Relationship Id="rId34" Type="http://schemas.openxmlformats.org/officeDocument/2006/relationships/customXml" Target="../ink/ink185.xml"/><Relationship Id="rId55" Type="http://schemas.openxmlformats.org/officeDocument/2006/relationships/customXml" Target="../ink/ink206.xml"/><Relationship Id="rId76" Type="http://schemas.openxmlformats.org/officeDocument/2006/relationships/customXml" Target="../ink/ink227.xml"/><Relationship Id="rId97" Type="http://schemas.openxmlformats.org/officeDocument/2006/relationships/customXml" Target="../ink/ink248.xml"/><Relationship Id="rId120" Type="http://schemas.openxmlformats.org/officeDocument/2006/relationships/customXml" Target="../ink/ink271.xml"/><Relationship Id="rId141" Type="http://schemas.openxmlformats.org/officeDocument/2006/relationships/customXml" Target="../ink/ink292.xml"/><Relationship Id="rId7" Type="http://schemas.openxmlformats.org/officeDocument/2006/relationships/customXml" Target="../ink/ink158.xml"/><Relationship Id="rId162" Type="http://schemas.openxmlformats.org/officeDocument/2006/relationships/customXml" Target="../ink/ink313.xml"/><Relationship Id="rId183" Type="http://schemas.openxmlformats.org/officeDocument/2006/relationships/customXml" Target="../ink/ink334.xml"/><Relationship Id="rId218" Type="http://schemas.openxmlformats.org/officeDocument/2006/relationships/customXml" Target="../ink/ink369.xml"/><Relationship Id="rId239" Type="http://schemas.openxmlformats.org/officeDocument/2006/relationships/customXml" Target="../ink/ink390.xml"/><Relationship Id="rId250" Type="http://schemas.openxmlformats.org/officeDocument/2006/relationships/customXml" Target="../ink/ink401.xml"/><Relationship Id="rId271" Type="http://schemas.openxmlformats.org/officeDocument/2006/relationships/customXml" Target="../ink/ink422.xml"/><Relationship Id="rId292" Type="http://schemas.openxmlformats.org/officeDocument/2006/relationships/customXml" Target="../ink/ink443.xml"/><Relationship Id="rId306" Type="http://schemas.openxmlformats.org/officeDocument/2006/relationships/customXml" Target="../ink/ink457.xml"/><Relationship Id="rId24" Type="http://schemas.openxmlformats.org/officeDocument/2006/relationships/customXml" Target="../ink/ink175.xml"/><Relationship Id="rId45" Type="http://schemas.openxmlformats.org/officeDocument/2006/relationships/customXml" Target="../ink/ink196.xml"/><Relationship Id="rId66" Type="http://schemas.openxmlformats.org/officeDocument/2006/relationships/customXml" Target="../ink/ink217.xml"/><Relationship Id="rId87" Type="http://schemas.openxmlformats.org/officeDocument/2006/relationships/customXml" Target="../ink/ink238.xml"/><Relationship Id="rId110" Type="http://schemas.openxmlformats.org/officeDocument/2006/relationships/customXml" Target="../ink/ink261.xml"/><Relationship Id="rId131" Type="http://schemas.openxmlformats.org/officeDocument/2006/relationships/customXml" Target="../ink/ink282.xml"/><Relationship Id="rId152" Type="http://schemas.openxmlformats.org/officeDocument/2006/relationships/customXml" Target="../ink/ink303.xml"/><Relationship Id="rId173" Type="http://schemas.openxmlformats.org/officeDocument/2006/relationships/customXml" Target="../ink/ink324.xml"/><Relationship Id="rId194" Type="http://schemas.openxmlformats.org/officeDocument/2006/relationships/customXml" Target="../ink/ink345.xml"/><Relationship Id="rId208" Type="http://schemas.openxmlformats.org/officeDocument/2006/relationships/customXml" Target="../ink/ink359.xml"/><Relationship Id="rId229" Type="http://schemas.openxmlformats.org/officeDocument/2006/relationships/customXml" Target="../ink/ink380.xml"/><Relationship Id="rId240" Type="http://schemas.openxmlformats.org/officeDocument/2006/relationships/customXml" Target="../ink/ink391.xml"/><Relationship Id="rId261" Type="http://schemas.openxmlformats.org/officeDocument/2006/relationships/customXml" Target="../ink/ink412.xml"/><Relationship Id="rId14" Type="http://schemas.openxmlformats.org/officeDocument/2006/relationships/customXml" Target="../ink/ink165.xml"/><Relationship Id="rId35" Type="http://schemas.openxmlformats.org/officeDocument/2006/relationships/customXml" Target="../ink/ink186.xml"/><Relationship Id="rId56" Type="http://schemas.openxmlformats.org/officeDocument/2006/relationships/customXml" Target="../ink/ink207.xml"/><Relationship Id="rId77" Type="http://schemas.openxmlformats.org/officeDocument/2006/relationships/customXml" Target="../ink/ink228.xml"/><Relationship Id="rId100" Type="http://schemas.openxmlformats.org/officeDocument/2006/relationships/customXml" Target="../ink/ink251.xml"/><Relationship Id="rId282" Type="http://schemas.openxmlformats.org/officeDocument/2006/relationships/customXml" Target="../ink/ink433.xml"/><Relationship Id="rId317" Type="http://schemas.openxmlformats.org/officeDocument/2006/relationships/customXml" Target="../ink/ink468.xml"/><Relationship Id="rId8" Type="http://schemas.openxmlformats.org/officeDocument/2006/relationships/customXml" Target="../ink/ink159.xml"/><Relationship Id="rId98" Type="http://schemas.openxmlformats.org/officeDocument/2006/relationships/customXml" Target="../ink/ink249.xml"/><Relationship Id="rId121" Type="http://schemas.openxmlformats.org/officeDocument/2006/relationships/customXml" Target="../ink/ink272.xml"/><Relationship Id="rId142" Type="http://schemas.openxmlformats.org/officeDocument/2006/relationships/customXml" Target="../ink/ink293.xml"/><Relationship Id="rId163" Type="http://schemas.openxmlformats.org/officeDocument/2006/relationships/customXml" Target="../ink/ink314.xml"/><Relationship Id="rId184" Type="http://schemas.openxmlformats.org/officeDocument/2006/relationships/customXml" Target="../ink/ink335.xml"/><Relationship Id="rId219" Type="http://schemas.openxmlformats.org/officeDocument/2006/relationships/customXml" Target="../ink/ink370.xml"/><Relationship Id="rId230" Type="http://schemas.openxmlformats.org/officeDocument/2006/relationships/customXml" Target="../ink/ink381.xml"/><Relationship Id="rId251" Type="http://schemas.openxmlformats.org/officeDocument/2006/relationships/customXml" Target="../ink/ink402.xml"/><Relationship Id="rId25" Type="http://schemas.openxmlformats.org/officeDocument/2006/relationships/customXml" Target="../ink/ink176.xml"/><Relationship Id="rId46" Type="http://schemas.openxmlformats.org/officeDocument/2006/relationships/customXml" Target="../ink/ink197.xml"/><Relationship Id="rId67" Type="http://schemas.openxmlformats.org/officeDocument/2006/relationships/customXml" Target="../ink/ink218.xml"/><Relationship Id="rId272" Type="http://schemas.openxmlformats.org/officeDocument/2006/relationships/customXml" Target="../ink/ink423.xml"/><Relationship Id="rId293" Type="http://schemas.openxmlformats.org/officeDocument/2006/relationships/customXml" Target="../ink/ink444.xml"/><Relationship Id="rId307" Type="http://schemas.openxmlformats.org/officeDocument/2006/relationships/customXml" Target="../ink/ink458.xml"/><Relationship Id="rId88" Type="http://schemas.openxmlformats.org/officeDocument/2006/relationships/customXml" Target="../ink/ink239.xml"/><Relationship Id="rId111" Type="http://schemas.openxmlformats.org/officeDocument/2006/relationships/customXml" Target="../ink/ink262.xml"/><Relationship Id="rId132" Type="http://schemas.openxmlformats.org/officeDocument/2006/relationships/customXml" Target="../ink/ink283.xml"/><Relationship Id="rId153" Type="http://schemas.openxmlformats.org/officeDocument/2006/relationships/customXml" Target="../ink/ink304.xml"/><Relationship Id="rId174" Type="http://schemas.openxmlformats.org/officeDocument/2006/relationships/customXml" Target="../ink/ink325.xml"/><Relationship Id="rId195" Type="http://schemas.openxmlformats.org/officeDocument/2006/relationships/customXml" Target="../ink/ink346.xml"/><Relationship Id="rId209" Type="http://schemas.openxmlformats.org/officeDocument/2006/relationships/customXml" Target="../ink/ink360.xml"/><Relationship Id="rId220" Type="http://schemas.openxmlformats.org/officeDocument/2006/relationships/customXml" Target="../ink/ink371.xml"/><Relationship Id="rId241" Type="http://schemas.openxmlformats.org/officeDocument/2006/relationships/customXml" Target="../ink/ink392.xml"/><Relationship Id="rId15" Type="http://schemas.openxmlformats.org/officeDocument/2006/relationships/customXml" Target="../ink/ink166.xml"/><Relationship Id="rId36" Type="http://schemas.openxmlformats.org/officeDocument/2006/relationships/customXml" Target="../ink/ink187.xml"/><Relationship Id="rId57" Type="http://schemas.openxmlformats.org/officeDocument/2006/relationships/customXml" Target="../ink/ink208.xml"/><Relationship Id="rId262" Type="http://schemas.openxmlformats.org/officeDocument/2006/relationships/customXml" Target="../ink/ink413.xml"/><Relationship Id="rId283" Type="http://schemas.openxmlformats.org/officeDocument/2006/relationships/customXml" Target="../ink/ink434.xml"/><Relationship Id="rId318" Type="http://schemas.openxmlformats.org/officeDocument/2006/relationships/customXml" Target="../ink/ink469.xml"/><Relationship Id="rId78" Type="http://schemas.openxmlformats.org/officeDocument/2006/relationships/customXml" Target="../ink/ink229.xml"/><Relationship Id="rId99" Type="http://schemas.openxmlformats.org/officeDocument/2006/relationships/customXml" Target="../ink/ink250.xml"/><Relationship Id="rId101" Type="http://schemas.openxmlformats.org/officeDocument/2006/relationships/customXml" Target="../ink/ink252.xml"/><Relationship Id="rId122" Type="http://schemas.openxmlformats.org/officeDocument/2006/relationships/customXml" Target="../ink/ink273.xml"/><Relationship Id="rId143" Type="http://schemas.openxmlformats.org/officeDocument/2006/relationships/customXml" Target="../ink/ink294.xml"/><Relationship Id="rId164" Type="http://schemas.openxmlformats.org/officeDocument/2006/relationships/customXml" Target="../ink/ink315.xml"/><Relationship Id="rId185" Type="http://schemas.openxmlformats.org/officeDocument/2006/relationships/customXml" Target="../ink/ink336.xml"/><Relationship Id="rId9" Type="http://schemas.openxmlformats.org/officeDocument/2006/relationships/customXml" Target="../ink/ink160.xml"/><Relationship Id="rId210" Type="http://schemas.openxmlformats.org/officeDocument/2006/relationships/customXml" Target="../ink/ink361.xml"/><Relationship Id="rId26" Type="http://schemas.openxmlformats.org/officeDocument/2006/relationships/customXml" Target="../ink/ink177.xml"/><Relationship Id="rId231" Type="http://schemas.openxmlformats.org/officeDocument/2006/relationships/customXml" Target="../ink/ink382.xml"/><Relationship Id="rId252" Type="http://schemas.openxmlformats.org/officeDocument/2006/relationships/customXml" Target="../ink/ink403.xml"/><Relationship Id="rId273" Type="http://schemas.openxmlformats.org/officeDocument/2006/relationships/customXml" Target="../ink/ink424.xml"/><Relationship Id="rId294" Type="http://schemas.openxmlformats.org/officeDocument/2006/relationships/customXml" Target="../ink/ink445.xml"/><Relationship Id="rId308" Type="http://schemas.openxmlformats.org/officeDocument/2006/relationships/customXml" Target="../ink/ink459.xml"/><Relationship Id="rId47" Type="http://schemas.openxmlformats.org/officeDocument/2006/relationships/customXml" Target="../ink/ink198.xml"/><Relationship Id="rId68" Type="http://schemas.openxmlformats.org/officeDocument/2006/relationships/customXml" Target="../ink/ink219.xml"/><Relationship Id="rId89" Type="http://schemas.openxmlformats.org/officeDocument/2006/relationships/customXml" Target="../ink/ink240.xml"/><Relationship Id="rId112" Type="http://schemas.openxmlformats.org/officeDocument/2006/relationships/customXml" Target="../ink/ink263.xml"/><Relationship Id="rId133" Type="http://schemas.openxmlformats.org/officeDocument/2006/relationships/customXml" Target="../ink/ink284.xml"/><Relationship Id="rId154" Type="http://schemas.openxmlformats.org/officeDocument/2006/relationships/customXml" Target="../ink/ink305.xml"/><Relationship Id="rId175" Type="http://schemas.openxmlformats.org/officeDocument/2006/relationships/customXml" Target="../ink/ink326.xml"/><Relationship Id="rId196" Type="http://schemas.openxmlformats.org/officeDocument/2006/relationships/customXml" Target="../ink/ink347.xml"/><Relationship Id="rId200" Type="http://schemas.openxmlformats.org/officeDocument/2006/relationships/customXml" Target="../ink/ink351.xml"/><Relationship Id="rId16" Type="http://schemas.openxmlformats.org/officeDocument/2006/relationships/customXml" Target="../ink/ink167.xml"/><Relationship Id="rId221" Type="http://schemas.openxmlformats.org/officeDocument/2006/relationships/customXml" Target="../ink/ink372.xml"/><Relationship Id="rId242" Type="http://schemas.openxmlformats.org/officeDocument/2006/relationships/customXml" Target="../ink/ink393.xml"/><Relationship Id="rId263" Type="http://schemas.openxmlformats.org/officeDocument/2006/relationships/customXml" Target="../ink/ink414.xml"/><Relationship Id="rId284" Type="http://schemas.openxmlformats.org/officeDocument/2006/relationships/customXml" Target="../ink/ink435.xml"/><Relationship Id="rId319" Type="http://schemas.openxmlformats.org/officeDocument/2006/relationships/customXml" Target="../ink/ink470.xml"/><Relationship Id="rId37" Type="http://schemas.openxmlformats.org/officeDocument/2006/relationships/customXml" Target="../ink/ink188.xml"/><Relationship Id="rId58" Type="http://schemas.openxmlformats.org/officeDocument/2006/relationships/customXml" Target="../ink/ink209.xml"/><Relationship Id="rId79" Type="http://schemas.openxmlformats.org/officeDocument/2006/relationships/customXml" Target="../ink/ink230.xml"/><Relationship Id="rId102" Type="http://schemas.openxmlformats.org/officeDocument/2006/relationships/customXml" Target="../ink/ink253.xml"/><Relationship Id="rId123" Type="http://schemas.openxmlformats.org/officeDocument/2006/relationships/customXml" Target="../ink/ink274.xml"/><Relationship Id="rId144" Type="http://schemas.openxmlformats.org/officeDocument/2006/relationships/customXml" Target="../ink/ink295.xml"/><Relationship Id="rId90" Type="http://schemas.openxmlformats.org/officeDocument/2006/relationships/customXml" Target="../ink/ink241.xml"/><Relationship Id="rId165" Type="http://schemas.openxmlformats.org/officeDocument/2006/relationships/customXml" Target="../ink/ink316.xml"/><Relationship Id="rId186" Type="http://schemas.openxmlformats.org/officeDocument/2006/relationships/customXml" Target="../ink/ink337.xml"/><Relationship Id="rId211" Type="http://schemas.openxmlformats.org/officeDocument/2006/relationships/customXml" Target="../ink/ink362.xml"/><Relationship Id="rId232" Type="http://schemas.openxmlformats.org/officeDocument/2006/relationships/customXml" Target="../ink/ink383.xml"/><Relationship Id="rId253" Type="http://schemas.openxmlformats.org/officeDocument/2006/relationships/customXml" Target="../ink/ink404.xml"/><Relationship Id="rId274" Type="http://schemas.openxmlformats.org/officeDocument/2006/relationships/customXml" Target="../ink/ink425.xml"/><Relationship Id="rId295" Type="http://schemas.openxmlformats.org/officeDocument/2006/relationships/customXml" Target="../ink/ink446.xml"/><Relationship Id="rId309" Type="http://schemas.openxmlformats.org/officeDocument/2006/relationships/customXml" Target="../ink/ink460.xml"/><Relationship Id="rId27" Type="http://schemas.openxmlformats.org/officeDocument/2006/relationships/customXml" Target="../ink/ink178.xml"/><Relationship Id="rId48" Type="http://schemas.openxmlformats.org/officeDocument/2006/relationships/customXml" Target="../ink/ink199.xml"/><Relationship Id="rId69" Type="http://schemas.openxmlformats.org/officeDocument/2006/relationships/customXml" Target="../ink/ink220.xml"/><Relationship Id="rId113" Type="http://schemas.openxmlformats.org/officeDocument/2006/relationships/customXml" Target="../ink/ink264.xml"/><Relationship Id="rId134" Type="http://schemas.openxmlformats.org/officeDocument/2006/relationships/customXml" Target="../ink/ink285.xml"/><Relationship Id="rId320" Type="http://schemas.openxmlformats.org/officeDocument/2006/relationships/customXml" Target="../ink/ink471.xml"/><Relationship Id="rId80" Type="http://schemas.openxmlformats.org/officeDocument/2006/relationships/customXml" Target="../ink/ink231.xml"/><Relationship Id="rId155" Type="http://schemas.openxmlformats.org/officeDocument/2006/relationships/customXml" Target="../ink/ink306.xml"/><Relationship Id="rId176" Type="http://schemas.openxmlformats.org/officeDocument/2006/relationships/customXml" Target="../ink/ink327.xml"/><Relationship Id="rId197" Type="http://schemas.openxmlformats.org/officeDocument/2006/relationships/customXml" Target="../ink/ink348.xml"/><Relationship Id="rId201" Type="http://schemas.openxmlformats.org/officeDocument/2006/relationships/customXml" Target="../ink/ink352.xml"/><Relationship Id="rId222" Type="http://schemas.openxmlformats.org/officeDocument/2006/relationships/customXml" Target="../ink/ink373.xml"/><Relationship Id="rId243" Type="http://schemas.openxmlformats.org/officeDocument/2006/relationships/customXml" Target="../ink/ink394.xml"/><Relationship Id="rId264" Type="http://schemas.openxmlformats.org/officeDocument/2006/relationships/customXml" Target="../ink/ink415.xml"/><Relationship Id="rId285" Type="http://schemas.openxmlformats.org/officeDocument/2006/relationships/customXml" Target="../ink/ink436.xml"/><Relationship Id="rId17" Type="http://schemas.openxmlformats.org/officeDocument/2006/relationships/customXml" Target="../ink/ink168.xml"/><Relationship Id="rId38" Type="http://schemas.openxmlformats.org/officeDocument/2006/relationships/customXml" Target="../ink/ink189.xml"/><Relationship Id="rId59" Type="http://schemas.openxmlformats.org/officeDocument/2006/relationships/customXml" Target="../ink/ink210.xml"/><Relationship Id="rId103" Type="http://schemas.openxmlformats.org/officeDocument/2006/relationships/customXml" Target="../ink/ink254.xml"/><Relationship Id="rId124" Type="http://schemas.openxmlformats.org/officeDocument/2006/relationships/customXml" Target="../ink/ink275.xml"/><Relationship Id="rId310" Type="http://schemas.openxmlformats.org/officeDocument/2006/relationships/customXml" Target="../ink/ink461.xml"/><Relationship Id="rId70" Type="http://schemas.openxmlformats.org/officeDocument/2006/relationships/customXml" Target="../ink/ink221.xml"/><Relationship Id="rId91" Type="http://schemas.openxmlformats.org/officeDocument/2006/relationships/customXml" Target="../ink/ink242.xml"/><Relationship Id="rId145" Type="http://schemas.openxmlformats.org/officeDocument/2006/relationships/customXml" Target="../ink/ink296.xml"/><Relationship Id="rId166" Type="http://schemas.openxmlformats.org/officeDocument/2006/relationships/customXml" Target="../ink/ink317.xml"/><Relationship Id="rId187" Type="http://schemas.openxmlformats.org/officeDocument/2006/relationships/customXml" Target="../ink/ink33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63.xml"/><Relationship Id="rId233" Type="http://schemas.openxmlformats.org/officeDocument/2006/relationships/customXml" Target="../ink/ink384.xml"/><Relationship Id="rId254" Type="http://schemas.openxmlformats.org/officeDocument/2006/relationships/customXml" Target="../ink/ink405.xml"/><Relationship Id="rId28" Type="http://schemas.openxmlformats.org/officeDocument/2006/relationships/customXml" Target="../ink/ink179.xml"/><Relationship Id="rId49" Type="http://schemas.openxmlformats.org/officeDocument/2006/relationships/customXml" Target="../ink/ink200.xml"/><Relationship Id="rId114" Type="http://schemas.openxmlformats.org/officeDocument/2006/relationships/customXml" Target="../ink/ink265.xml"/><Relationship Id="rId275" Type="http://schemas.openxmlformats.org/officeDocument/2006/relationships/customXml" Target="../ink/ink426.xml"/><Relationship Id="rId296" Type="http://schemas.openxmlformats.org/officeDocument/2006/relationships/customXml" Target="../ink/ink447.xml"/><Relationship Id="rId300" Type="http://schemas.openxmlformats.org/officeDocument/2006/relationships/customXml" Target="../ink/ink451.xml"/><Relationship Id="rId60" Type="http://schemas.openxmlformats.org/officeDocument/2006/relationships/customXml" Target="../ink/ink211.xml"/><Relationship Id="rId81" Type="http://schemas.openxmlformats.org/officeDocument/2006/relationships/customXml" Target="../ink/ink232.xml"/><Relationship Id="rId135" Type="http://schemas.openxmlformats.org/officeDocument/2006/relationships/customXml" Target="../ink/ink286.xml"/><Relationship Id="rId156" Type="http://schemas.openxmlformats.org/officeDocument/2006/relationships/customXml" Target="../ink/ink307.xml"/><Relationship Id="rId177" Type="http://schemas.openxmlformats.org/officeDocument/2006/relationships/customXml" Target="../ink/ink328.xml"/><Relationship Id="rId198" Type="http://schemas.openxmlformats.org/officeDocument/2006/relationships/customXml" Target="../ink/ink349.xml"/><Relationship Id="rId202" Type="http://schemas.openxmlformats.org/officeDocument/2006/relationships/customXml" Target="../ink/ink353.xml"/><Relationship Id="rId223" Type="http://schemas.openxmlformats.org/officeDocument/2006/relationships/customXml" Target="../ink/ink374.xml"/><Relationship Id="rId244" Type="http://schemas.openxmlformats.org/officeDocument/2006/relationships/customXml" Target="../ink/ink395.xml"/><Relationship Id="rId18" Type="http://schemas.openxmlformats.org/officeDocument/2006/relationships/customXml" Target="../ink/ink169.xml"/><Relationship Id="rId39" Type="http://schemas.openxmlformats.org/officeDocument/2006/relationships/customXml" Target="../ink/ink190.xml"/><Relationship Id="rId265" Type="http://schemas.openxmlformats.org/officeDocument/2006/relationships/customXml" Target="../ink/ink416.xml"/><Relationship Id="rId286" Type="http://schemas.openxmlformats.org/officeDocument/2006/relationships/customXml" Target="../ink/ink437.xml"/><Relationship Id="rId50" Type="http://schemas.openxmlformats.org/officeDocument/2006/relationships/customXml" Target="../ink/ink201.xml"/><Relationship Id="rId104" Type="http://schemas.openxmlformats.org/officeDocument/2006/relationships/customXml" Target="../ink/ink255.xml"/><Relationship Id="rId125" Type="http://schemas.openxmlformats.org/officeDocument/2006/relationships/customXml" Target="../ink/ink276.xml"/><Relationship Id="rId146" Type="http://schemas.openxmlformats.org/officeDocument/2006/relationships/customXml" Target="../ink/ink297.xml"/><Relationship Id="rId167" Type="http://schemas.openxmlformats.org/officeDocument/2006/relationships/customXml" Target="../ink/ink318.xml"/><Relationship Id="rId188" Type="http://schemas.openxmlformats.org/officeDocument/2006/relationships/customXml" Target="../ink/ink339.xml"/><Relationship Id="rId311" Type="http://schemas.openxmlformats.org/officeDocument/2006/relationships/customXml" Target="../ink/ink462.xml"/><Relationship Id="rId71" Type="http://schemas.openxmlformats.org/officeDocument/2006/relationships/customXml" Target="../ink/ink222.xml"/><Relationship Id="rId92" Type="http://schemas.openxmlformats.org/officeDocument/2006/relationships/customXml" Target="../ink/ink243.xml"/><Relationship Id="rId213" Type="http://schemas.openxmlformats.org/officeDocument/2006/relationships/customXml" Target="../ink/ink364.xml"/><Relationship Id="rId234" Type="http://schemas.openxmlformats.org/officeDocument/2006/relationships/customXml" Target="../ink/ink385.xml"/><Relationship Id="rId2" Type="http://schemas.openxmlformats.org/officeDocument/2006/relationships/customXml" Target="../ink/ink153.xml"/><Relationship Id="rId29" Type="http://schemas.openxmlformats.org/officeDocument/2006/relationships/customXml" Target="../ink/ink180.xml"/><Relationship Id="rId255" Type="http://schemas.openxmlformats.org/officeDocument/2006/relationships/customXml" Target="../ink/ink406.xml"/><Relationship Id="rId276" Type="http://schemas.openxmlformats.org/officeDocument/2006/relationships/customXml" Target="../ink/ink427.xml"/><Relationship Id="rId297" Type="http://schemas.openxmlformats.org/officeDocument/2006/relationships/customXml" Target="../ink/ink448.xml"/><Relationship Id="rId40" Type="http://schemas.openxmlformats.org/officeDocument/2006/relationships/customXml" Target="../ink/ink191.xml"/><Relationship Id="rId115" Type="http://schemas.openxmlformats.org/officeDocument/2006/relationships/customXml" Target="../ink/ink266.xml"/><Relationship Id="rId136" Type="http://schemas.openxmlformats.org/officeDocument/2006/relationships/customXml" Target="../ink/ink287.xml"/><Relationship Id="rId157" Type="http://schemas.openxmlformats.org/officeDocument/2006/relationships/customXml" Target="../ink/ink308.xml"/><Relationship Id="rId178" Type="http://schemas.openxmlformats.org/officeDocument/2006/relationships/customXml" Target="../ink/ink329.xml"/><Relationship Id="rId301" Type="http://schemas.openxmlformats.org/officeDocument/2006/relationships/customXml" Target="../ink/ink452.xml"/><Relationship Id="rId61" Type="http://schemas.openxmlformats.org/officeDocument/2006/relationships/customXml" Target="../ink/ink212.xml"/><Relationship Id="rId82" Type="http://schemas.openxmlformats.org/officeDocument/2006/relationships/customXml" Target="../ink/ink233.xml"/><Relationship Id="rId199" Type="http://schemas.openxmlformats.org/officeDocument/2006/relationships/customXml" Target="../ink/ink350.xml"/><Relationship Id="rId203" Type="http://schemas.openxmlformats.org/officeDocument/2006/relationships/customXml" Target="../ink/ink354.xml"/><Relationship Id="rId19" Type="http://schemas.openxmlformats.org/officeDocument/2006/relationships/customXml" Target="../ink/ink170.xml"/><Relationship Id="rId224" Type="http://schemas.openxmlformats.org/officeDocument/2006/relationships/customXml" Target="../ink/ink375.xml"/><Relationship Id="rId245" Type="http://schemas.openxmlformats.org/officeDocument/2006/relationships/customXml" Target="../ink/ink396.xml"/><Relationship Id="rId266" Type="http://schemas.openxmlformats.org/officeDocument/2006/relationships/customXml" Target="../ink/ink417.xml"/><Relationship Id="rId287" Type="http://schemas.openxmlformats.org/officeDocument/2006/relationships/customXml" Target="../ink/ink438.xml"/><Relationship Id="rId30" Type="http://schemas.openxmlformats.org/officeDocument/2006/relationships/customXml" Target="../ink/ink181.xml"/><Relationship Id="rId105" Type="http://schemas.openxmlformats.org/officeDocument/2006/relationships/customXml" Target="../ink/ink256.xml"/><Relationship Id="rId126" Type="http://schemas.openxmlformats.org/officeDocument/2006/relationships/customXml" Target="../ink/ink277.xml"/><Relationship Id="rId147" Type="http://schemas.openxmlformats.org/officeDocument/2006/relationships/customXml" Target="../ink/ink298.xml"/><Relationship Id="rId168" Type="http://schemas.openxmlformats.org/officeDocument/2006/relationships/customXml" Target="../ink/ink319.xml"/><Relationship Id="rId312" Type="http://schemas.openxmlformats.org/officeDocument/2006/relationships/customXml" Target="../ink/ink463.xml"/><Relationship Id="rId51" Type="http://schemas.openxmlformats.org/officeDocument/2006/relationships/customXml" Target="../ink/ink202.xml"/><Relationship Id="rId72" Type="http://schemas.openxmlformats.org/officeDocument/2006/relationships/customXml" Target="../ink/ink223.xml"/><Relationship Id="rId93" Type="http://schemas.openxmlformats.org/officeDocument/2006/relationships/customXml" Target="../ink/ink244.xml"/><Relationship Id="rId189" Type="http://schemas.openxmlformats.org/officeDocument/2006/relationships/customXml" Target="../ink/ink340.xml"/><Relationship Id="rId3" Type="http://schemas.openxmlformats.org/officeDocument/2006/relationships/customXml" Target="../ink/ink154.xml"/><Relationship Id="rId214" Type="http://schemas.openxmlformats.org/officeDocument/2006/relationships/customXml" Target="../ink/ink365.xml"/><Relationship Id="rId235" Type="http://schemas.openxmlformats.org/officeDocument/2006/relationships/customXml" Target="../ink/ink386.xml"/><Relationship Id="rId256" Type="http://schemas.openxmlformats.org/officeDocument/2006/relationships/customXml" Target="../ink/ink407.xml"/><Relationship Id="rId277" Type="http://schemas.openxmlformats.org/officeDocument/2006/relationships/customXml" Target="../ink/ink428.xml"/><Relationship Id="rId298" Type="http://schemas.openxmlformats.org/officeDocument/2006/relationships/customXml" Target="../ink/ink449.xml"/><Relationship Id="rId116" Type="http://schemas.openxmlformats.org/officeDocument/2006/relationships/customXml" Target="../ink/ink267.xml"/><Relationship Id="rId137" Type="http://schemas.openxmlformats.org/officeDocument/2006/relationships/customXml" Target="../ink/ink288.xml"/><Relationship Id="rId158" Type="http://schemas.openxmlformats.org/officeDocument/2006/relationships/customXml" Target="../ink/ink309.xml"/><Relationship Id="rId302" Type="http://schemas.openxmlformats.org/officeDocument/2006/relationships/customXml" Target="../ink/ink453.xml"/><Relationship Id="rId20" Type="http://schemas.openxmlformats.org/officeDocument/2006/relationships/customXml" Target="../ink/ink171.xml"/><Relationship Id="rId41" Type="http://schemas.openxmlformats.org/officeDocument/2006/relationships/customXml" Target="../ink/ink192.xml"/><Relationship Id="rId62" Type="http://schemas.openxmlformats.org/officeDocument/2006/relationships/customXml" Target="../ink/ink213.xml"/><Relationship Id="rId83" Type="http://schemas.openxmlformats.org/officeDocument/2006/relationships/customXml" Target="../ink/ink234.xml"/><Relationship Id="rId179" Type="http://schemas.openxmlformats.org/officeDocument/2006/relationships/customXml" Target="../ink/ink330.xml"/><Relationship Id="rId190" Type="http://schemas.openxmlformats.org/officeDocument/2006/relationships/customXml" Target="../ink/ink341.xml"/><Relationship Id="rId204" Type="http://schemas.openxmlformats.org/officeDocument/2006/relationships/customXml" Target="../ink/ink355.xml"/><Relationship Id="rId225" Type="http://schemas.openxmlformats.org/officeDocument/2006/relationships/customXml" Target="../ink/ink376.xml"/><Relationship Id="rId246" Type="http://schemas.openxmlformats.org/officeDocument/2006/relationships/customXml" Target="../ink/ink397.xml"/><Relationship Id="rId267" Type="http://schemas.openxmlformats.org/officeDocument/2006/relationships/customXml" Target="../ink/ink418.xml"/><Relationship Id="rId288" Type="http://schemas.openxmlformats.org/officeDocument/2006/relationships/customXml" Target="../ink/ink439.xml"/><Relationship Id="rId106" Type="http://schemas.openxmlformats.org/officeDocument/2006/relationships/customXml" Target="../ink/ink257.xml"/><Relationship Id="rId127" Type="http://schemas.openxmlformats.org/officeDocument/2006/relationships/customXml" Target="../ink/ink278.xml"/><Relationship Id="rId313" Type="http://schemas.openxmlformats.org/officeDocument/2006/relationships/customXml" Target="../ink/ink464.xml"/><Relationship Id="rId10" Type="http://schemas.openxmlformats.org/officeDocument/2006/relationships/customXml" Target="../ink/ink161.xml"/><Relationship Id="rId31" Type="http://schemas.openxmlformats.org/officeDocument/2006/relationships/customXml" Target="../ink/ink182.xml"/><Relationship Id="rId52" Type="http://schemas.openxmlformats.org/officeDocument/2006/relationships/customXml" Target="../ink/ink203.xml"/><Relationship Id="rId73" Type="http://schemas.openxmlformats.org/officeDocument/2006/relationships/customXml" Target="../ink/ink224.xml"/><Relationship Id="rId94" Type="http://schemas.openxmlformats.org/officeDocument/2006/relationships/customXml" Target="../ink/ink245.xml"/><Relationship Id="rId148" Type="http://schemas.openxmlformats.org/officeDocument/2006/relationships/customXml" Target="../ink/ink299.xml"/><Relationship Id="rId169" Type="http://schemas.openxmlformats.org/officeDocument/2006/relationships/customXml" Target="../ink/ink320.xml"/><Relationship Id="rId4" Type="http://schemas.openxmlformats.org/officeDocument/2006/relationships/customXml" Target="../ink/ink155.xml"/><Relationship Id="rId180" Type="http://schemas.openxmlformats.org/officeDocument/2006/relationships/customXml" Target="../ink/ink331.xml"/><Relationship Id="rId215" Type="http://schemas.openxmlformats.org/officeDocument/2006/relationships/customXml" Target="../ink/ink366.xml"/><Relationship Id="rId236" Type="http://schemas.openxmlformats.org/officeDocument/2006/relationships/customXml" Target="../ink/ink387.xml"/><Relationship Id="rId257" Type="http://schemas.openxmlformats.org/officeDocument/2006/relationships/customXml" Target="../ink/ink408.xml"/><Relationship Id="rId278" Type="http://schemas.openxmlformats.org/officeDocument/2006/relationships/customXml" Target="../ink/ink429.xml"/><Relationship Id="rId303" Type="http://schemas.openxmlformats.org/officeDocument/2006/relationships/customXml" Target="../ink/ink454.xml"/><Relationship Id="rId42" Type="http://schemas.openxmlformats.org/officeDocument/2006/relationships/customXml" Target="../ink/ink193.xml"/><Relationship Id="rId84" Type="http://schemas.openxmlformats.org/officeDocument/2006/relationships/customXml" Target="../ink/ink235.xml"/><Relationship Id="rId138" Type="http://schemas.openxmlformats.org/officeDocument/2006/relationships/customXml" Target="../ink/ink289.xml"/><Relationship Id="rId191" Type="http://schemas.openxmlformats.org/officeDocument/2006/relationships/customXml" Target="../ink/ink342.xml"/><Relationship Id="rId205" Type="http://schemas.openxmlformats.org/officeDocument/2006/relationships/customXml" Target="../ink/ink356.xml"/><Relationship Id="rId247" Type="http://schemas.openxmlformats.org/officeDocument/2006/relationships/customXml" Target="../ink/ink398.xml"/><Relationship Id="rId107" Type="http://schemas.openxmlformats.org/officeDocument/2006/relationships/customXml" Target="../ink/ink258.xml"/><Relationship Id="rId289" Type="http://schemas.openxmlformats.org/officeDocument/2006/relationships/customXml" Target="../ink/ink440.xml"/><Relationship Id="rId11" Type="http://schemas.openxmlformats.org/officeDocument/2006/relationships/customXml" Target="../ink/ink162.xml"/><Relationship Id="rId53" Type="http://schemas.openxmlformats.org/officeDocument/2006/relationships/customXml" Target="../ink/ink204.xml"/><Relationship Id="rId149" Type="http://schemas.openxmlformats.org/officeDocument/2006/relationships/customXml" Target="../ink/ink300.xml"/><Relationship Id="rId314" Type="http://schemas.openxmlformats.org/officeDocument/2006/relationships/customXml" Target="../ink/ink465.xml"/><Relationship Id="rId95" Type="http://schemas.openxmlformats.org/officeDocument/2006/relationships/customXml" Target="../ink/ink246.xml"/><Relationship Id="rId160" Type="http://schemas.openxmlformats.org/officeDocument/2006/relationships/customXml" Target="../ink/ink311.xml"/><Relationship Id="rId216" Type="http://schemas.openxmlformats.org/officeDocument/2006/relationships/customXml" Target="../ink/ink367.xml"/><Relationship Id="rId258" Type="http://schemas.openxmlformats.org/officeDocument/2006/relationships/customXml" Target="../ink/ink409.xml"/><Relationship Id="rId22" Type="http://schemas.openxmlformats.org/officeDocument/2006/relationships/customXml" Target="../ink/ink173.xml"/><Relationship Id="rId64" Type="http://schemas.openxmlformats.org/officeDocument/2006/relationships/customXml" Target="../ink/ink215.xml"/><Relationship Id="rId118" Type="http://schemas.openxmlformats.org/officeDocument/2006/relationships/customXml" Target="../ink/ink269.xml"/><Relationship Id="rId171" Type="http://schemas.openxmlformats.org/officeDocument/2006/relationships/customXml" Target="../ink/ink322.xml"/><Relationship Id="rId227" Type="http://schemas.openxmlformats.org/officeDocument/2006/relationships/customXml" Target="../ink/ink378.xml"/><Relationship Id="rId269" Type="http://schemas.openxmlformats.org/officeDocument/2006/relationships/customXml" Target="../ink/ink420.xml"/><Relationship Id="rId33" Type="http://schemas.openxmlformats.org/officeDocument/2006/relationships/customXml" Target="../ink/ink184.xml"/><Relationship Id="rId129" Type="http://schemas.openxmlformats.org/officeDocument/2006/relationships/customXml" Target="../ink/ink280.xml"/><Relationship Id="rId280" Type="http://schemas.openxmlformats.org/officeDocument/2006/relationships/customXml" Target="../ink/ink431.xml"/><Relationship Id="rId75" Type="http://schemas.openxmlformats.org/officeDocument/2006/relationships/customXml" Target="../ink/ink226.xml"/><Relationship Id="rId140" Type="http://schemas.openxmlformats.org/officeDocument/2006/relationships/customXml" Target="../ink/ink291.xml"/><Relationship Id="rId182" Type="http://schemas.openxmlformats.org/officeDocument/2006/relationships/customXml" Target="../ink/ink333.xml"/><Relationship Id="rId6" Type="http://schemas.openxmlformats.org/officeDocument/2006/relationships/customXml" Target="../ink/ink157.xml"/><Relationship Id="rId238" Type="http://schemas.openxmlformats.org/officeDocument/2006/relationships/customXml" Target="../ink/ink389.xml"/><Relationship Id="rId291" Type="http://schemas.openxmlformats.org/officeDocument/2006/relationships/customXml" Target="../ink/ink442.xml"/><Relationship Id="rId305" Type="http://schemas.openxmlformats.org/officeDocument/2006/relationships/customXml" Target="../ink/ink456.xml"/><Relationship Id="rId44" Type="http://schemas.openxmlformats.org/officeDocument/2006/relationships/customXml" Target="../ink/ink195.xml"/><Relationship Id="rId86" Type="http://schemas.openxmlformats.org/officeDocument/2006/relationships/customXml" Target="../ink/ink237.xml"/><Relationship Id="rId151" Type="http://schemas.openxmlformats.org/officeDocument/2006/relationships/customXml" Target="../ink/ink302.xml"/><Relationship Id="rId193" Type="http://schemas.openxmlformats.org/officeDocument/2006/relationships/customXml" Target="../ink/ink344.xml"/><Relationship Id="rId207" Type="http://schemas.openxmlformats.org/officeDocument/2006/relationships/customXml" Target="../ink/ink358.xml"/><Relationship Id="rId249" Type="http://schemas.openxmlformats.org/officeDocument/2006/relationships/customXml" Target="../ink/ink400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7.xml"/><Relationship Id="rId21" Type="http://schemas.openxmlformats.org/officeDocument/2006/relationships/customXml" Target="../ink/ink491.xml"/><Relationship Id="rId42" Type="http://schemas.openxmlformats.org/officeDocument/2006/relationships/customXml" Target="../ink/ink512.xml"/><Relationship Id="rId63" Type="http://schemas.openxmlformats.org/officeDocument/2006/relationships/customXml" Target="../ink/ink533.xml"/><Relationship Id="rId84" Type="http://schemas.openxmlformats.org/officeDocument/2006/relationships/customXml" Target="../ink/ink554.xml"/><Relationship Id="rId138" Type="http://schemas.openxmlformats.org/officeDocument/2006/relationships/customXml" Target="../ink/ink608.xml"/><Relationship Id="rId159" Type="http://schemas.openxmlformats.org/officeDocument/2006/relationships/customXml" Target="../ink/ink629.xml"/><Relationship Id="rId170" Type="http://schemas.openxmlformats.org/officeDocument/2006/relationships/customXml" Target="../ink/ink640.xml"/><Relationship Id="rId191" Type="http://schemas.openxmlformats.org/officeDocument/2006/relationships/customXml" Target="../ink/ink661.xml"/><Relationship Id="rId205" Type="http://schemas.openxmlformats.org/officeDocument/2006/relationships/customXml" Target="../ink/ink675.xml"/><Relationship Id="rId107" Type="http://schemas.openxmlformats.org/officeDocument/2006/relationships/customXml" Target="../ink/ink577.xml"/><Relationship Id="rId11" Type="http://schemas.openxmlformats.org/officeDocument/2006/relationships/customXml" Target="../ink/ink481.xml"/><Relationship Id="rId32" Type="http://schemas.openxmlformats.org/officeDocument/2006/relationships/customXml" Target="../ink/ink502.xml"/><Relationship Id="rId53" Type="http://schemas.openxmlformats.org/officeDocument/2006/relationships/customXml" Target="../ink/ink523.xml"/><Relationship Id="rId74" Type="http://schemas.openxmlformats.org/officeDocument/2006/relationships/customXml" Target="../ink/ink544.xml"/><Relationship Id="rId128" Type="http://schemas.openxmlformats.org/officeDocument/2006/relationships/customXml" Target="../ink/ink598.xml"/><Relationship Id="rId149" Type="http://schemas.openxmlformats.org/officeDocument/2006/relationships/customXml" Target="../ink/ink619.xml"/><Relationship Id="rId5" Type="http://schemas.openxmlformats.org/officeDocument/2006/relationships/customXml" Target="../ink/ink475.xml"/><Relationship Id="rId95" Type="http://schemas.openxmlformats.org/officeDocument/2006/relationships/customXml" Target="../ink/ink565.xml"/><Relationship Id="rId160" Type="http://schemas.openxmlformats.org/officeDocument/2006/relationships/customXml" Target="../ink/ink630.xml"/><Relationship Id="rId181" Type="http://schemas.openxmlformats.org/officeDocument/2006/relationships/customXml" Target="../ink/ink651.xml"/><Relationship Id="rId22" Type="http://schemas.openxmlformats.org/officeDocument/2006/relationships/customXml" Target="../ink/ink492.xml"/><Relationship Id="rId43" Type="http://schemas.openxmlformats.org/officeDocument/2006/relationships/customXml" Target="../ink/ink513.xml"/><Relationship Id="rId64" Type="http://schemas.openxmlformats.org/officeDocument/2006/relationships/customXml" Target="../ink/ink534.xml"/><Relationship Id="rId118" Type="http://schemas.openxmlformats.org/officeDocument/2006/relationships/customXml" Target="../ink/ink588.xml"/><Relationship Id="rId139" Type="http://schemas.openxmlformats.org/officeDocument/2006/relationships/customXml" Target="../ink/ink609.xml"/><Relationship Id="rId85" Type="http://schemas.openxmlformats.org/officeDocument/2006/relationships/customXml" Target="../ink/ink555.xml"/><Relationship Id="rId150" Type="http://schemas.openxmlformats.org/officeDocument/2006/relationships/customXml" Target="../ink/ink620.xml"/><Relationship Id="rId171" Type="http://schemas.openxmlformats.org/officeDocument/2006/relationships/customXml" Target="../ink/ink641.xml"/><Relationship Id="rId192" Type="http://schemas.openxmlformats.org/officeDocument/2006/relationships/customXml" Target="../ink/ink662.xml"/><Relationship Id="rId206" Type="http://schemas.openxmlformats.org/officeDocument/2006/relationships/customXml" Target="../ink/ink676.xml"/><Relationship Id="rId12" Type="http://schemas.openxmlformats.org/officeDocument/2006/relationships/customXml" Target="../ink/ink482.xml"/><Relationship Id="rId33" Type="http://schemas.openxmlformats.org/officeDocument/2006/relationships/customXml" Target="../ink/ink503.xml"/><Relationship Id="rId108" Type="http://schemas.openxmlformats.org/officeDocument/2006/relationships/customXml" Target="../ink/ink578.xml"/><Relationship Id="rId129" Type="http://schemas.openxmlformats.org/officeDocument/2006/relationships/customXml" Target="../ink/ink599.xml"/><Relationship Id="rId54" Type="http://schemas.openxmlformats.org/officeDocument/2006/relationships/customXml" Target="../ink/ink524.xml"/><Relationship Id="rId75" Type="http://schemas.openxmlformats.org/officeDocument/2006/relationships/customXml" Target="../ink/ink545.xml"/><Relationship Id="rId96" Type="http://schemas.openxmlformats.org/officeDocument/2006/relationships/customXml" Target="../ink/ink566.xml"/><Relationship Id="rId140" Type="http://schemas.openxmlformats.org/officeDocument/2006/relationships/customXml" Target="../ink/ink610.xml"/><Relationship Id="rId161" Type="http://schemas.openxmlformats.org/officeDocument/2006/relationships/customXml" Target="../ink/ink631.xml"/><Relationship Id="rId182" Type="http://schemas.openxmlformats.org/officeDocument/2006/relationships/customXml" Target="../ink/ink652.xml"/><Relationship Id="rId6" Type="http://schemas.openxmlformats.org/officeDocument/2006/relationships/customXml" Target="../ink/ink476.xml"/><Relationship Id="rId23" Type="http://schemas.openxmlformats.org/officeDocument/2006/relationships/customXml" Target="../ink/ink493.xml"/><Relationship Id="rId119" Type="http://schemas.openxmlformats.org/officeDocument/2006/relationships/customXml" Target="../ink/ink589.xml"/><Relationship Id="rId44" Type="http://schemas.openxmlformats.org/officeDocument/2006/relationships/customXml" Target="../ink/ink514.xml"/><Relationship Id="rId65" Type="http://schemas.openxmlformats.org/officeDocument/2006/relationships/customXml" Target="../ink/ink535.xml"/><Relationship Id="rId86" Type="http://schemas.openxmlformats.org/officeDocument/2006/relationships/customXml" Target="../ink/ink556.xml"/><Relationship Id="rId130" Type="http://schemas.openxmlformats.org/officeDocument/2006/relationships/customXml" Target="../ink/ink600.xml"/><Relationship Id="rId151" Type="http://schemas.openxmlformats.org/officeDocument/2006/relationships/customXml" Target="../ink/ink621.xml"/><Relationship Id="rId172" Type="http://schemas.openxmlformats.org/officeDocument/2006/relationships/customXml" Target="../ink/ink642.xml"/><Relationship Id="rId193" Type="http://schemas.openxmlformats.org/officeDocument/2006/relationships/customXml" Target="../ink/ink663.xml"/><Relationship Id="rId207" Type="http://schemas.openxmlformats.org/officeDocument/2006/relationships/customXml" Target="../ink/ink677.xml"/><Relationship Id="rId13" Type="http://schemas.openxmlformats.org/officeDocument/2006/relationships/customXml" Target="../ink/ink483.xml"/><Relationship Id="rId109" Type="http://schemas.openxmlformats.org/officeDocument/2006/relationships/customXml" Target="../ink/ink579.xml"/><Relationship Id="rId34" Type="http://schemas.openxmlformats.org/officeDocument/2006/relationships/customXml" Target="../ink/ink504.xml"/><Relationship Id="rId55" Type="http://schemas.openxmlformats.org/officeDocument/2006/relationships/customXml" Target="../ink/ink525.xml"/><Relationship Id="rId76" Type="http://schemas.openxmlformats.org/officeDocument/2006/relationships/customXml" Target="../ink/ink546.xml"/><Relationship Id="rId97" Type="http://schemas.openxmlformats.org/officeDocument/2006/relationships/customXml" Target="../ink/ink567.xml"/><Relationship Id="rId120" Type="http://schemas.openxmlformats.org/officeDocument/2006/relationships/customXml" Target="../ink/ink590.xml"/><Relationship Id="rId141" Type="http://schemas.openxmlformats.org/officeDocument/2006/relationships/customXml" Target="../ink/ink611.xml"/><Relationship Id="rId7" Type="http://schemas.openxmlformats.org/officeDocument/2006/relationships/customXml" Target="../ink/ink477.xml"/><Relationship Id="rId162" Type="http://schemas.openxmlformats.org/officeDocument/2006/relationships/customXml" Target="../ink/ink632.xml"/><Relationship Id="rId183" Type="http://schemas.openxmlformats.org/officeDocument/2006/relationships/customXml" Target="../ink/ink653.xml"/><Relationship Id="rId24" Type="http://schemas.openxmlformats.org/officeDocument/2006/relationships/customXml" Target="../ink/ink494.xml"/><Relationship Id="rId45" Type="http://schemas.openxmlformats.org/officeDocument/2006/relationships/customXml" Target="../ink/ink515.xml"/><Relationship Id="rId66" Type="http://schemas.openxmlformats.org/officeDocument/2006/relationships/customXml" Target="../ink/ink536.xml"/><Relationship Id="rId87" Type="http://schemas.openxmlformats.org/officeDocument/2006/relationships/customXml" Target="../ink/ink557.xml"/><Relationship Id="rId110" Type="http://schemas.openxmlformats.org/officeDocument/2006/relationships/customXml" Target="../ink/ink580.xml"/><Relationship Id="rId131" Type="http://schemas.openxmlformats.org/officeDocument/2006/relationships/customXml" Target="../ink/ink601.xml"/><Relationship Id="rId152" Type="http://schemas.openxmlformats.org/officeDocument/2006/relationships/customXml" Target="../ink/ink622.xml"/><Relationship Id="rId173" Type="http://schemas.openxmlformats.org/officeDocument/2006/relationships/customXml" Target="../ink/ink643.xml"/><Relationship Id="rId194" Type="http://schemas.openxmlformats.org/officeDocument/2006/relationships/customXml" Target="../ink/ink664.xml"/><Relationship Id="rId208" Type="http://schemas.openxmlformats.org/officeDocument/2006/relationships/customXml" Target="../ink/ink678.xml"/><Relationship Id="rId19" Type="http://schemas.openxmlformats.org/officeDocument/2006/relationships/customXml" Target="../ink/ink489.xml"/><Relationship Id="rId14" Type="http://schemas.openxmlformats.org/officeDocument/2006/relationships/customXml" Target="../ink/ink484.xml"/><Relationship Id="rId30" Type="http://schemas.openxmlformats.org/officeDocument/2006/relationships/customXml" Target="../ink/ink500.xml"/><Relationship Id="rId35" Type="http://schemas.openxmlformats.org/officeDocument/2006/relationships/customXml" Target="../ink/ink505.xml"/><Relationship Id="rId56" Type="http://schemas.openxmlformats.org/officeDocument/2006/relationships/customXml" Target="../ink/ink526.xml"/><Relationship Id="rId77" Type="http://schemas.openxmlformats.org/officeDocument/2006/relationships/customXml" Target="../ink/ink547.xml"/><Relationship Id="rId100" Type="http://schemas.openxmlformats.org/officeDocument/2006/relationships/customXml" Target="../ink/ink570.xml"/><Relationship Id="rId105" Type="http://schemas.openxmlformats.org/officeDocument/2006/relationships/customXml" Target="../ink/ink575.xml"/><Relationship Id="rId126" Type="http://schemas.openxmlformats.org/officeDocument/2006/relationships/customXml" Target="../ink/ink596.xml"/><Relationship Id="rId147" Type="http://schemas.openxmlformats.org/officeDocument/2006/relationships/customXml" Target="../ink/ink617.xml"/><Relationship Id="rId168" Type="http://schemas.openxmlformats.org/officeDocument/2006/relationships/customXml" Target="../ink/ink638.xml"/><Relationship Id="rId8" Type="http://schemas.openxmlformats.org/officeDocument/2006/relationships/customXml" Target="../ink/ink478.xml"/><Relationship Id="rId51" Type="http://schemas.openxmlformats.org/officeDocument/2006/relationships/customXml" Target="../ink/ink521.xml"/><Relationship Id="rId72" Type="http://schemas.openxmlformats.org/officeDocument/2006/relationships/customXml" Target="../ink/ink542.xml"/><Relationship Id="rId93" Type="http://schemas.openxmlformats.org/officeDocument/2006/relationships/customXml" Target="../ink/ink563.xml"/><Relationship Id="rId98" Type="http://schemas.openxmlformats.org/officeDocument/2006/relationships/customXml" Target="../ink/ink568.xml"/><Relationship Id="rId121" Type="http://schemas.openxmlformats.org/officeDocument/2006/relationships/customXml" Target="../ink/ink591.xml"/><Relationship Id="rId142" Type="http://schemas.openxmlformats.org/officeDocument/2006/relationships/customXml" Target="../ink/ink612.xml"/><Relationship Id="rId163" Type="http://schemas.openxmlformats.org/officeDocument/2006/relationships/customXml" Target="../ink/ink633.xml"/><Relationship Id="rId184" Type="http://schemas.openxmlformats.org/officeDocument/2006/relationships/customXml" Target="../ink/ink654.xml"/><Relationship Id="rId189" Type="http://schemas.openxmlformats.org/officeDocument/2006/relationships/customXml" Target="../ink/ink659.xml"/><Relationship Id="rId3" Type="http://schemas.openxmlformats.org/officeDocument/2006/relationships/customXml" Target="../ink/ink473.xml"/><Relationship Id="rId214" Type="http://schemas.openxmlformats.org/officeDocument/2006/relationships/customXml" Target="../ink/ink684.xml"/><Relationship Id="rId25" Type="http://schemas.openxmlformats.org/officeDocument/2006/relationships/customXml" Target="../ink/ink495.xml"/><Relationship Id="rId46" Type="http://schemas.openxmlformats.org/officeDocument/2006/relationships/customXml" Target="../ink/ink516.xml"/><Relationship Id="rId67" Type="http://schemas.openxmlformats.org/officeDocument/2006/relationships/customXml" Target="../ink/ink537.xml"/><Relationship Id="rId116" Type="http://schemas.openxmlformats.org/officeDocument/2006/relationships/customXml" Target="../ink/ink586.xml"/><Relationship Id="rId137" Type="http://schemas.openxmlformats.org/officeDocument/2006/relationships/customXml" Target="../ink/ink607.xml"/><Relationship Id="rId158" Type="http://schemas.openxmlformats.org/officeDocument/2006/relationships/customXml" Target="../ink/ink628.xml"/><Relationship Id="rId20" Type="http://schemas.openxmlformats.org/officeDocument/2006/relationships/customXml" Target="../ink/ink490.xml"/><Relationship Id="rId41" Type="http://schemas.openxmlformats.org/officeDocument/2006/relationships/customXml" Target="../ink/ink511.xml"/><Relationship Id="rId62" Type="http://schemas.openxmlformats.org/officeDocument/2006/relationships/customXml" Target="../ink/ink532.xml"/><Relationship Id="rId83" Type="http://schemas.openxmlformats.org/officeDocument/2006/relationships/customXml" Target="../ink/ink553.xml"/><Relationship Id="rId88" Type="http://schemas.openxmlformats.org/officeDocument/2006/relationships/customXml" Target="../ink/ink558.xml"/><Relationship Id="rId111" Type="http://schemas.openxmlformats.org/officeDocument/2006/relationships/customXml" Target="../ink/ink581.xml"/><Relationship Id="rId132" Type="http://schemas.openxmlformats.org/officeDocument/2006/relationships/customXml" Target="../ink/ink602.xml"/><Relationship Id="rId153" Type="http://schemas.openxmlformats.org/officeDocument/2006/relationships/customXml" Target="../ink/ink623.xml"/><Relationship Id="rId174" Type="http://schemas.openxmlformats.org/officeDocument/2006/relationships/customXml" Target="../ink/ink644.xml"/><Relationship Id="rId179" Type="http://schemas.openxmlformats.org/officeDocument/2006/relationships/customXml" Target="../ink/ink649.xml"/><Relationship Id="rId195" Type="http://schemas.openxmlformats.org/officeDocument/2006/relationships/customXml" Target="../ink/ink665.xml"/><Relationship Id="rId209" Type="http://schemas.openxmlformats.org/officeDocument/2006/relationships/customXml" Target="../ink/ink679.xml"/><Relationship Id="rId190" Type="http://schemas.openxmlformats.org/officeDocument/2006/relationships/customXml" Target="../ink/ink660.xml"/><Relationship Id="rId204" Type="http://schemas.openxmlformats.org/officeDocument/2006/relationships/customXml" Target="../ink/ink674.xml"/><Relationship Id="rId15" Type="http://schemas.openxmlformats.org/officeDocument/2006/relationships/customXml" Target="../ink/ink485.xml"/><Relationship Id="rId36" Type="http://schemas.openxmlformats.org/officeDocument/2006/relationships/customXml" Target="../ink/ink506.xml"/><Relationship Id="rId57" Type="http://schemas.openxmlformats.org/officeDocument/2006/relationships/customXml" Target="../ink/ink527.xml"/><Relationship Id="rId106" Type="http://schemas.openxmlformats.org/officeDocument/2006/relationships/customXml" Target="../ink/ink576.xml"/><Relationship Id="rId127" Type="http://schemas.openxmlformats.org/officeDocument/2006/relationships/customXml" Target="../ink/ink597.xml"/><Relationship Id="rId10" Type="http://schemas.openxmlformats.org/officeDocument/2006/relationships/customXml" Target="../ink/ink480.xml"/><Relationship Id="rId31" Type="http://schemas.openxmlformats.org/officeDocument/2006/relationships/customXml" Target="../ink/ink501.xml"/><Relationship Id="rId52" Type="http://schemas.openxmlformats.org/officeDocument/2006/relationships/customXml" Target="../ink/ink522.xml"/><Relationship Id="rId73" Type="http://schemas.openxmlformats.org/officeDocument/2006/relationships/customXml" Target="../ink/ink543.xml"/><Relationship Id="rId78" Type="http://schemas.openxmlformats.org/officeDocument/2006/relationships/customXml" Target="../ink/ink548.xml"/><Relationship Id="rId94" Type="http://schemas.openxmlformats.org/officeDocument/2006/relationships/customXml" Target="../ink/ink564.xml"/><Relationship Id="rId99" Type="http://schemas.openxmlformats.org/officeDocument/2006/relationships/customXml" Target="../ink/ink569.xml"/><Relationship Id="rId101" Type="http://schemas.openxmlformats.org/officeDocument/2006/relationships/customXml" Target="../ink/ink571.xml"/><Relationship Id="rId122" Type="http://schemas.openxmlformats.org/officeDocument/2006/relationships/customXml" Target="../ink/ink592.xml"/><Relationship Id="rId143" Type="http://schemas.openxmlformats.org/officeDocument/2006/relationships/customXml" Target="../ink/ink613.xml"/><Relationship Id="rId148" Type="http://schemas.openxmlformats.org/officeDocument/2006/relationships/customXml" Target="../ink/ink618.xml"/><Relationship Id="rId164" Type="http://schemas.openxmlformats.org/officeDocument/2006/relationships/customXml" Target="../ink/ink634.xml"/><Relationship Id="rId169" Type="http://schemas.openxmlformats.org/officeDocument/2006/relationships/customXml" Target="../ink/ink639.xml"/><Relationship Id="rId185" Type="http://schemas.openxmlformats.org/officeDocument/2006/relationships/customXml" Target="../ink/ink655.xml"/><Relationship Id="rId4" Type="http://schemas.openxmlformats.org/officeDocument/2006/relationships/customXml" Target="../ink/ink474.xml"/><Relationship Id="rId9" Type="http://schemas.openxmlformats.org/officeDocument/2006/relationships/customXml" Target="../ink/ink479.xml"/><Relationship Id="rId180" Type="http://schemas.openxmlformats.org/officeDocument/2006/relationships/customXml" Target="../ink/ink650.xml"/><Relationship Id="rId210" Type="http://schemas.openxmlformats.org/officeDocument/2006/relationships/customXml" Target="../ink/ink680.xml"/><Relationship Id="rId215" Type="http://schemas.openxmlformats.org/officeDocument/2006/relationships/customXml" Target="../ink/ink685.xml"/><Relationship Id="rId26" Type="http://schemas.openxmlformats.org/officeDocument/2006/relationships/customXml" Target="../ink/ink496.xml"/><Relationship Id="rId47" Type="http://schemas.openxmlformats.org/officeDocument/2006/relationships/customXml" Target="../ink/ink517.xml"/><Relationship Id="rId68" Type="http://schemas.openxmlformats.org/officeDocument/2006/relationships/customXml" Target="../ink/ink538.xml"/><Relationship Id="rId89" Type="http://schemas.openxmlformats.org/officeDocument/2006/relationships/customXml" Target="../ink/ink559.xml"/><Relationship Id="rId112" Type="http://schemas.openxmlformats.org/officeDocument/2006/relationships/customXml" Target="../ink/ink582.xml"/><Relationship Id="rId133" Type="http://schemas.openxmlformats.org/officeDocument/2006/relationships/customXml" Target="../ink/ink603.xml"/><Relationship Id="rId154" Type="http://schemas.openxmlformats.org/officeDocument/2006/relationships/customXml" Target="../ink/ink624.xml"/><Relationship Id="rId175" Type="http://schemas.openxmlformats.org/officeDocument/2006/relationships/customXml" Target="../ink/ink645.xml"/><Relationship Id="rId196" Type="http://schemas.openxmlformats.org/officeDocument/2006/relationships/customXml" Target="../ink/ink666.xml"/><Relationship Id="rId200" Type="http://schemas.openxmlformats.org/officeDocument/2006/relationships/customXml" Target="../ink/ink670.xml"/><Relationship Id="rId16" Type="http://schemas.openxmlformats.org/officeDocument/2006/relationships/customXml" Target="../ink/ink486.xml"/><Relationship Id="rId37" Type="http://schemas.openxmlformats.org/officeDocument/2006/relationships/customXml" Target="../ink/ink507.xml"/><Relationship Id="rId58" Type="http://schemas.openxmlformats.org/officeDocument/2006/relationships/customXml" Target="../ink/ink528.xml"/><Relationship Id="rId79" Type="http://schemas.openxmlformats.org/officeDocument/2006/relationships/customXml" Target="../ink/ink549.xml"/><Relationship Id="rId102" Type="http://schemas.openxmlformats.org/officeDocument/2006/relationships/customXml" Target="../ink/ink572.xml"/><Relationship Id="rId123" Type="http://schemas.openxmlformats.org/officeDocument/2006/relationships/customXml" Target="../ink/ink593.xml"/><Relationship Id="rId144" Type="http://schemas.openxmlformats.org/officeDocument/2006/relationships/customXml" Target="../ink/ink614.xml"/><Relationship Id="rId90" Type="http://schemas.openxmlformats.org/officeDocument/2006/relationships/customXml" Target="../ink/ink560.xml"/><Relationship Id="rId165" Type="http://schemas.openxmlformats.org/officeDocument/2006/relationships/customXml" Target="../ink/ink635.xml"/><Relationship Id="rId186" Type="http://schemas.openxmlformats.org/officeDocument/2006/relationships/customXml" Target="../ink/ink656.xml"/><Relationship Id="rId211" Type="http://schemas.openxmlformats.org/officeDocument/2006/relationships/customXml" Target="../ink/ink681.xml"/><Relationship Id="rId27" Type="http://schemas.openxmlformats.org/officeDocument/2006/relationships/customXml" Target="../ink/ink497.xml"/><Relationship Id="rId48" Type="http://schemas.openxmlformats.org/officeDocument/2006/relationships/customXml" Target="../ink/ink518.xml"/><Relationship Id="rId69" Type="http://schemas.openxmlformats.org/officeDocument/2006/relationships/customXml" Target="../ink/ink539.xml"/><Relationship Id="rId113" Type="http://schemas.openxmlformats.org/officeDocument/2006/relationships/customXml" Target="../ink/ink583.xml"/><Relationship Id="rId134" Type="http://schemas.openxmlformats.org/officeDocument/2006/relationships/customXml" Target="../ink/ink604.xml"/><Relationship Id="rId80" Type="http://schemas.openxmlformats.org/officeDocument/2006/relationships/customXml" Target="../ink/ink550.xml"/><Relationship Id="rId155" Type="http://schemas.openxmlformats.org/officeDocument/2006/relationships/customXml" Target="../ink/ink625.xml"/><Relationship Id="rId176" Type="http://schemas.openxmlformats.org/officeDocument/2006/relationships/customXml" Target="../ink/ink646.xml"/><Relationship Id="rId197" Type="http://schemas.openxmlformats.org/officeDocument/2006/relationships/customXml" Target="../ink/ink667.xml"/><Relationship Id="rId201" Type="http://schemas.openxmlformats.org/officeDocument/2006/relationships/customXml" Target="../ink/ink671.xml"/><Relationship Id="rId17" Type="http://schemas.openxmlformats.org/officeDocument/2006/relationships/customXml" Target="../ink/ink487.xml"/><Relationship Id="rId38" Type="http://schemas.openxmlformats.org/officeDocument/2006/relationships/customXml" Target="../ink/ink508.xml"/><Relationship Id="rId59" Type="http://schemas.openxmlformats.org/officeDocument/2006/relationships/customXml" Target="../ink/ink529.xml"/><Relationship Id="rId103" Type="http://schemas.openxmlformats.org/officeDocument/2006/relationships/customXml" Target="../ink/ink573.xml"/><Relationship Id="rId124" Type="http://schemas.openxmlformats.org/officeDocument/2006/relationships/customXml" Target="../ink/ink594.xml"/><Relationship Id="rId70" Type="http://schemas.openxmlformats.org/officeDocument/2006/relationships/customXml" Target="../ink/ink540.xml"/><Relationship Id="rId91" Type="http://schemas.openxmlformats.org/officeDocument/2006/relationships/customXml" Target="../ink/ink561.xml"/><Relationship Id="rId145" Type="http://schemas.openxmlformats.org/officeDocument/2006/relationships/customXml" Target="../ink/ink615.xml"/><Relationship Id="rId166" Type="http://schemas.openxmlformats.org/officeDocument/2006/relationships/customXml" Target="../ink/ink636.xml"/><Relationship Id="rId187" Type="http://schemas.openxmlformats.org/officeDocument/2006/relationships/customXml" Target="../ink/ink657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82.xml"/><Relationship Id="rId28" Type="http://schemas.openxmlformats.org/officeDocument/2006/relationships/customXml" Target="../ink/ink498.xml"/><Relationship Id="rId49" Type="http://schemas.openxmlformats.org/officeDocument/2006/relationships/customXml" Target="../ink/ink519.xml"/><Relationship Id="rId114" Type="http://schemas.openxmlformats.org/officeDocument/2006/relationships/customXml" Target="../ink/ink584.xml"/><Relationship Id="rId60" Type="http://schemas.openxmlformats.org/officeDocument/2006/relationships/customXml" Target="../ink/ink530.xml"/><Relationship Id="rId81" Type="http://schemas.openxmlformats.org/officeDocument/2006/relationships/customXml" Target="../ink/ink551.xml"/><Relationship Id="rId135" Type="http://schemas.openxmlformats.org/officeDocument/2006/relationships/customXml" Target="../ink/ink605.xml"/><Relationship Id="rId156" Type="http://schemas.openxmlformats.org/officeDocument/2006/relationships/customXml" Target="../ink/ink626.xml"/><Relationship Id="rId177" Type="http://schemas.openxmlformats.org/officeDocument/2006/relationships/customXml" Target="../ink/ink647.xml"/><Relationship Id="rId198" Type="http://schemas.openxmlformats.org/officeDocument/2006/relationships/customXml" Target="../ink/ink668.xml"/><Relationship Id="rId202" Type="http://schemas.openxmlformats.org/officeDocument/2006/relationships/customXml" Target="../ink/ink672.xml"/><Relationship Id="rId18" Type="http://schemas.openxmlformats.org/officeDocument/2006/relationships/customXml" Target="../ink/ink488.xml"/><Relationship Id="rId39" Type="http://schemas.openxmlformats.org/officeDocument/2006/relationships/customXml" Target="../ink/ink509.xml"/><Relationship Id="rId50" Type="http://schemas.openxmlformats.org/officeDocument/2006/relationships/customXml" Target="../ink/ink520.xml"/><Relationship Id="rId104" Type="http://schemas.openxmlformats.org/officeDocument/2006/relationships/customXml" Target="../ink/ink574.xml"/><Relationship Id="rId125" Type="http://schemas.openxmlformats.org/officeDocument/2006/relationships/customXml" Target="../ink/ink595.xml"/><Relationship Id="rId146" Type="http://schemas.openxmlformats.org/officeDocument/2006/relationships/customXml" Target="../ink/ink616.xml"/><Relationship Id="rId167" Type="http://schemas.openxmlformats.org/officeDocument/2006/relationships/customXml" Target="../ink/ink637.xml"/><Relationship Id="rId188" Type="http://schemas.openxmlformats.org/officeDocument/2006/relationships/customXml" Target="../ink/ink658.xml"/><Relationship Id="rId71" Type="http://schemas.openxmlformats.org/officeDocument/2006/relationships/customXml" Target="../ink/ink541.xml"/><Relationship Id="rId92" Type="http://schemas.openxmlformats.org/officeDocument/2006/relationships/customXml" Target="../ink/ink562.xml"/><Relationship Id="rId213" Type="http://schemas.openxmlformats.org/officeDocument/2006/relationships/customXml" Target="../ink/ink683.xml"/><Relationship Id="rId2" Type="http://schemas.openxmlformats.org/officeDocument/2006/relationships/customXml" Target="../ink/ink472.xml"/><Relationship Id="rId29" Type="http://schemas.openxmlformats.org/officeDocument/2006/relationships/customXml" Target="../ink/ink499.xml"/><Relationship Id="rId40" Type="http://schemas.openxmlformats.org/officeDocument/2006/relationships/customXml" Target="../ink/ink510.xml"/><Relationship Id="rId115" Type="http://schemas.openxmlformats.org/officeDocument/2006/relationships/customXml" Target="../ink/ink585.xml"/><Relationship Id="rId136" Type="http://schemas.openxmlformats.org/officeDocument/2006/relationships/customXml" Target="../ink/ink606.xml"/><Relationship Id="rId157" Type="http://schemas.openxmlformats.org/officeDocument/2006/relationships/customXml" Target="../ink/ink627.xml"/><Relationship Id="rId178" Type="http://schemas.openxmlformats.org/officeDocument/2006/relationships/customXml" Target="../ink/ink648.xml"/><Relationship Id="rId61" Type="http://schemas.openxmlformats.org/officeDocument/2006/relationships/customXml" Target="../ink/ink531.xml"/><Relationship Id="rId82" Type="http://schemas.openxmlformats.org/officeDocument/2006/relationships/customXml" Target="../ink/ink552.xml"/><Relationship Id="rId199" Type="http://schemas.openxmlformats.org/officeDocument/2006/relationships/customXml" Target="../ink/ink669.xml"/><Relationship Id="rId203" Type="http://schemas.openxmlformats.org/officeDocument/2006/relationships/customXml" Target="../ink/ink673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01.xml"/><Relationship Id="rId21" Type="http://schemas.openxmlformats.org/officeDocument/2006/relationships/customXml" Target="../ink/ink705.xml"/><Relationship Id="rId63" Type="http://schemas.openxmlformats.org/officeDocument/2006/relationships/customXml" Target="../ink/ink747.xml"/><Relationship Id="rId159" Type="http://schemas.openxmlformats.org/officeDocument/2006/relationships/customXml" Target="../ink/ink843.xml"/><Relationship Id="rId170" Type="http://schemas.openxmlformats.org/officeDocument/2006/relationships/customXml" Target="../ink/ink854.xml"/><Relationship Id="rId226" Type="http://schemas.openxmlformats.org/officeDocument/2006/relationships/customXml" Target="../ink/ink910.xml"/><Relationship Id="rId268" Type="http://schemas.openxmlformats.org/officeDocument/2006/relationships/customXml" Target="../ink/ink952.xml"/><Relationship Id="rId32" Type="http://schemas.openxmlformats.org/officeDocument/2006/relationships/customXml" Target="../ink/ink716.xml"/><Relationship Id="rId74" Type="http://schemas.openxmlformats.org/officeDocument/2006/relationships/customXml" Target="../ink/ink758.xml"/><Relationship Id="rId128" Type="http://schemas.openxmlformats.org/officeDocument/2006/relationships/customXml" Target="../ink/ink812.xml"/><Relationship Id="rId5" Type="http://schemas.openxmlformats.org/officeDocument/2006/relationships/customXml" Target="../ink/ink689.xml"/><Relationship Id="rId181" Type="http://schemas.openxmlformats.org/officeDocument/2006/relationships/customXml" Target="../ink/ink865.xml"/><Relationship Id="rId237" Type="http://schemas.openxmlformats.org/officeDocument/2006/relationships/customXml" Target="../ink/ink921.xml"/><Relationship Id="rId279" Type="http://schemas.openxmlformats.org/officeDocument/2006/relationships/customXml" Target="../ink/ink963.xml"/><Relationship Id="rId43" Type="http://schemas.openxmlformats.org/officeDocument/2006/relationships/customXml" Target="../ink/ink727.xml"/><Relationship Id="rId139" Type="http://schemas.openxmlformats.org/officeDocument/2006/relationships/customXml" Target="../ink/ink823.xml"/><Relationship Id="rId290" Type="http://schemas.openxmlformats.org/officeDocument/2006/relationships/customXml" Target="../ink/ink974.xml"/><Relationship Id="rId85" Type="http://schemas.openxmlformats.org/officeDocument/2006/relationships/customXml" Target="../ink/ink769.xml"/><Relationship Id="rId150" Type="http://schemas.openxmlformats.org/officeDocument/2006/relationships/customXml" Target="../ink/ink834.xml"/><Relationship Id="rId192" Type="http://schemas.openxmlformats.org/officeDocument/2006/relationships/customXml" Target="../ink/ink876.xml"/><Relationship Id="rId206" Type="http://schemas.openxmlformats.org/officeDocument/2006/relationships/customXml" Target="../ink/ink890.xml"/><Relationship Id="rId248" Type="http://schemas.openxmlformats.org/officeDocument/2006/relationships/customXml" Target="../ink/ink932.xml"/><Relationship Id="rId269" Type="http://schemas.openxmlformats.org/officeDocument/2006/relationships/customXml" Target="../ink/ink953.xml"/><Relationship Id="rId12" Type="http://schemas.openxmlformats.org/officeDocument/2006/relationships/customXml" Target="../ink/ink696.xml"/><Relationship Id="rId33" Type="http://schemas.openxmlformats.org/officeDocument/2006/relationships/customXml" Target="../ink/ink717.xml"/><Relationship Id="rId108" Type="http://schemas.openxmlformats.org/officeDocument/2006/relationships/customXml" Target="../ink/ink792.xml"/><Relationship Id="rId129" Type="http://schemas.openxmlformats.org/officeDocument/2006/relationships/customXml" Target="../ink/ink813.xml"/><Relationship Id="rId280" Type="http://schemas.openxmlformats.org/officeDocument/2006/relationships/customXml" Target="../ink/ink964.xml"/><Relationship Id="rId54" Type="http://schemas.openxmlformats.org/officeDocument/2006/relationships/customXml" Target="../ink/ink738.xml"/><Relationship Id="rId75" Type="http://schemas.openxmlformats.org/officeDocument/2006/relationships/customXml" Target="../ink/ink759.xml"/><Relationship Id="rId96" Type="http://schemas.openxmlformats.org/officeDocument/2006/relationships/customXml" Target="../ink/ink780.xml"/><Relationship Id="rId140" Type="http://schemas.openxmlformats.org/officeDocument/2006/relationships/customXml" Target="../ink/ink824.xml"/><Relationship Id="rId161" Type="http://schemas.openxmlformats.org/officeDocument/2006/relationships/customXml" Target="../ink/ink845.xml"/><Relationship Id="rId182" Type="http://schemas.openxmlformats.org/officeDocument/2006/relationships/customXml" Target="../ink/ink866.xml"/><Relationship Id="rId217" Type="http://schemas.openxmlformats.org/officeDocument/2006/relationships/customXml" Target="../ink/ink901.xml"/><Relationship Id="rId6" Type="http://schemas.openxmlformats.org/officeDocument/2006/relationships/customXml" Target="../ink/ink690.xml"/><Relationship Id="rId238" Type="http://schemas.openxmlformats.org/officeDocument/2006/relationships/customXml" Target="../ink/ink922.xml"/><Relationship Id="rId259" Type="http://schemas.openxmlformats.org/officeDocument/2006/relationships/customXml" Target="../ink/ink943.xml"/><Relationship Id="rId23" Type="http://schemas.openxmlformats.org/officeDocument/2006/relationships/customXml" Target="../ink/ink707.xml"/><Relationship Id="rId119" Type="http://schemas.openxmlformats.org/officeDocument/2006/relationships/customXml" Target="../ink/ink803.xml"/><Relationship Id="rId270" Type="http://schemas.openxmlformats.org/officeDocument/2006/relationships/customXml" Target="../ink/ink954.xml"/><Relationship Id="rId291" Type="http://schemas.openxmlformats.org/officeDocument/2006/relationships/customXml" Target="../ink/ink975.xml"/><Relationship Id="rId44" Type="http://schemas.openxmlformats.org/officeDocument/2006/relationships/customXml" Target="../ink/ink728.xml"/><Relationship Id="rId65" Type="http://schemas.openxmlformats.org/officeDocument/2006/relationships/customXml" Target="../ink/ink749.xml"/><Relationship Id="rId86" Type="http://schemas.openxmlformats.org/officeDocument/2006/relationships/customXml" Target="../ink/ink770.xml"/><Relationship Id="rId130" Type="http://schemas.openxmlformats.org/officeDocument/2006/relationships/customXml" Target="../ink/ink814.xml"/><Relationship Id="rId151" Type="http://schemas.openxmlformats.org/officeDocument/2006/relationships/customXml" Target="../ink/ink835.xml"/><Relationship Id="rId172" Type="http://schemas.openxmlformats.org/officeDocument/2006/relationships/customXml" Target="../ink/ink856.xml"/><Relationship Id="rId193" Type="http://schemas.openxmlformats.org/officeDocument/2006/relationships/customXml" Target="../ink/ink877.xml"/><Relationship Id="rId207" Type="http://schemas.openxmlformats.org/officeDocument/2006/relationships/customXml" Target="../ink/ink891.xml"/><Relationship Id="rId228" Type="http://schemas.openxmlformats.org/officeDocument/2006/relationships/customXml" Target="../ink/ink912.xml"/><Relationship Id="rId249" Type="http://schemas.openxmlformats.org/officeDocument/2006/relationships/customXml" Target="../ink/ink933.xml"/><Relationship Id="rId13" Type="http://schemas.openxmlformats.org/officeDocument/2006/relationships/customXml" Target="../ink/ink697.xml"/><Relationship Id="rId109" Type="http://schemas.openxmlformats.org/officeDocument/2006/relationships/customXml" Target="../ink/ink793.xml"/><Relationship Id="rId260" Type="http://schemas.openxmlformats.org/officeDocument/2006/relationships/customXml" Target="../ink/ink944.xml"/><Relationship Id="rId281" Type="http://schemas.openxmlformats.org/officeDocument/2006/relationships/customXml" Target="../ink/ink965.xml"/><Relationship Id="rId34" Type="http://schemas.openxmlformats.org/officeDocument/2006/relationships/customXml" Target="../ink/ink718.xml"/><Relationship Id="rId55" Type="http://schemas.openxmlformats.org/officeDocument/2006/relationships/customXml" Target="../ink/ink739.xml"/><Relationship Id="rId76" Type="http://schemas.openxmlformats.org/officeDocument/2006/relationships/customXml" Target="../ink/ink760.xml"/><Relationship Id="rId97" Type="http://schemas.openxmlformats.org/officeDocument/2006/relationships/customXml" Target="../ink/ink781.xml"/><Relationship Id="rId120" Type="http://schemas.openxmlformats.org/officeDocument/2006/relationships/customXml" Target="../ink/ink804.xml"/><Relationship Id="rId141" Type="http://schemas.openxmlformats.org/officeDocument/2006/relationships/customXml" Target="../ink/ink825.xml"/><Relationship Id="rId7" Type="http://schemas.openxmlformats.org/officeDocument/2006/relationships/customXml" Target="../ink/ink691.xml"/><Relationship Id="rId162" Type="http://schemas.openxmlformats.org/officeDocument/2006/relationships/customXml" Target="../ink/ink846.xml"/><Relationship Id="rId183" Type="http://schemas.openxmlformats.org/officeDocument/2006/relationships/customXml" Target="../ink/ink867.xml"/><Relationship Id="rId218" Type="http://schemas.openxmlformats.org/officeDocument/2006/relationships/customXml" Target="../ink/ink902.xml"/><Relationship Id="rId239" Type="http://schemas.openxmlformats.org/officeDocument/2006/relationships/customXml" Target="../ink/ink923.xml"/><Relationship Id="rId250" Type="http://schemas.openxmlformats.org/officeDocument/2006/relationships/customXml" Target="../ink/ink934.xml"/><Relationship Id="rId271" Type="http://schemas.openxmlformats.org/officeDocument/2006/relationships/customXml" Target="../ink/ink955.xml"/><Relationship Id="rId24" Type="http://schemas.openxmlformats.org/officeDocument/2006/relationships/customXml" Target="../ink/ink708.xml"/><Relationship Id="rId45" Type="http://schemas.openxmlformats.org/officeDocument/2006/relationships/customXml" Target="../ink/ink729.xml"/><Relationship Id="rId66" Type="http://schemas.openxmlformats.org/officeDocument/2006/relationships/customXml" Target="../ink/ink750.xml"/><Relationship Id="rId87" Type="http://schemas.openxmlformats.org/officeDocument/2006/relationships/customXml" Target="../ink/ink771.xml"/><Relationship Id="rId110" Type="http://schemas.openxmlformats.org/officeDocument/2006/relationships/customXml" Target="../ink/ink794.xml"/><Relationship Id="rId131" Type="http://schemas.openxmlformats.org/officeDocument/2006/relationships/customXml" Target="../ink/ink815.xml"/><Relationship Id="rId152" Type="http://schemas.openxmlformats.org/officeDocument/2006/relationships/customXml" Target="../ink/ink836.xml"/><Relationship Id="rId173" Type="http://schemas.openxmlformats.org/officeDocument/2006/relationships/customXml" Target="../ink/ink857.xml"/><Relationship Id="rId194" Type="http://schemas.openxmlformats.org/officeDocument/2006/relationships/customXml" Target="../ink/ink878.xml"/><Relationship Id="rId208" Type="http://schemas.openxmlformats.org/officeDocument/2006/relationships/customXml" Target="../ink/ink892.xml"/><Relationship Id="rId229" Type="http://schemas.openxmlformats.org/officeDocument/2006/relationships/customXml" Target="../ink/ink913.xml"/><Relationship Id="rId240" Type="http://schemas.openxmlformats.org/officeDocument/2006/relationships/customXml" Target="../ink/ink924.xml"/><Relationship Id="rId261" Type="http://schemas.openxmlformats.org/officeDocument/2006/relationships/customXml" Target="../ink/ink945.xml"/><Relationship Id="rId14" Type="http://schemas.openxmlformats.org/officeDocument/2006/relationships/customXml" Target="../ink/ink698.xml"/><Relationship Id="rId35" Type="http://schemas.openxmlformats.org/officeDocument/2006/relationships/customXml" Target="../ink/ink719.xml"/><Relationship Id="rId56" Type="http://schemas.openxmlformats.org/officeDocument/2006/relationships/customXml" Target="../ink/ink740.xml"/><Relationship Id="rId77" Type="http://schemas.openxmlformats.org/officeDocument/2006/relationships/customXml" Target="../ink/ink761.xml"/><Relationship Id="rId100" Type="http://schemas.openxmlformats.org/officeDocument/2006/relationships/customXml" Target="../ink/ink784.xml"/><Relationship Id="rId282" Type="http://schemas.openxmlformats.org/officeDocument/2006/relationships/customXml" Target="../ink/ink966.xml"/><Relationship Id="rId8" Type="http://schemas.openxmlformats.org/officeDocument/2006/relationships/customXml" Target="../ink/ink692.xml"/><Relationship Id="rId98" Type="http://schemas.openxmlformats.org/officeDocument/2006/relationships/customXml" Target="../ink/ink782.xml"/><Relationship Id="rId121" Type="http://schemas.openxmlformats.org/officeDocument/2006/relationships/customXml" Target="../ink/ink805.xml"/><Relationship Id="rId142" Type="http://schemas.openxmlformats.org/officeDocument/2006/relationships/customXml" Target="../ink/ink826.xml"/><Relationship Id="rId163" Type="http://schemas.openxmlformats.org/officeDocument/2006/relationships/customXml" Target="../ink/ink847.xml"/><Relationship Id="rId184" Type="http://schemas.openxmlformats.org/officeDocument/2006/relationships/customXml" Target="../ink/ink868.xml"/><Relationship Id="rId219" Type="http://schemas.openxmlformats.org/officeDocument/2006/relationships/customXml" Target="../ink/ink903.xml"/><Relationship Id="rId230" Type="http://schemas.openxmlformats.org/officeDocument/2006/relationships/customXml" Target="../ink/ink914.xml"/><Relationship Id="rId251" Type="http://schemas.openxmlformats.org/officeDocument/2006/relationships/customXml" Target="../ink/ink935.xml"/><Relationship Id="rId25" Type="http://schemas.openxmlformats.org/officeDocument/2006/relationships/customXml" Target="../ink/ink709.xml"/><Relationship Id="rId46" Type="http://schemas.openxmlformats.org/officeDocument/2006/relationships/customXml" Target="../ink/ink730.xml"/><Relationship Id="rId67" Type="http://schemas.openxmlformats.org/officeDocument/2006/relationships/customXml" Target="../ink/ink751.xml"/><Relationship Id="rId272" Type="http://schemas.openxmlformats.org/officeDocument/2006/relationships/customXml" Target="../ink/ink956.xml"/><Relationship Id="rId88" Type="http://schemas.openxmlformats.org/officeDocument/2006/relationships/customXml" Target="../ink/ink772.xml"/><Relationship Id="rId111" Type="http://schemas.openxmlformats.org/officeDocument/2006/relationships/customXml" Target="../ink/ink795.xml"/><Relationship Id="rId132" Type="http://schemas.openxmlformats.org/officeDocument/2006/relationships/customXml" Target="../ink/ink816.xml"/><Relationship Id="rId153" Type="http://schemas.openxmlformats.org/officeDocument/2006/relationships/customXml" Target="../ink/ink837.xml"/><Relationship Id="rId174" Type="http://schemas.openxmlformats.org/officeDocument/2006/relationships/customXml" Target="../ink/ink858.xml"/><Relationship Id="rId195" Type="http://schemas.openxmlformats.org/officeDocument/2006/relationships/customXml" Target="../ink/ink879.xml"/><Relationship Id="rId209" Type="http://schemas.openxmlformats.org/officeDocument/2006/relationships/customXml" Target="../ink/ink893.xml"/><Relationship Id="rId220" Type="http://schemas.openxmlformats.org/officeDocument/2006/relationships/customXml" Target="../ink/ink904.xml"/><Relationship Id="rId241" Type="http://schemas.openxmlformats.org/officeDocument/2006/relationships/customXml" Target="../ink/ink925.xml"/><Relationship Id="rId15" Type="http://schemas.openxmlformats.org/officeDocument/2006/relationships/customXml" Target="../ink/ink699.xml"/><Relationship Id="rId36" Type="http://schemas.openxmlformats.org/officeDocument/2006/relationships/customXml" Target="../ink/ink720.xml"/><Relationship Id="rId57" Type="http://schemas.openxmlformats.org/officeDocument/2006/relationships/customXml" Target="../ink/ink741.xml"/><Relationship Id="rId262" Type="http://schemas.openxmlformats.org/officeDocument/2006/relationships/customXml" Target="../ink/ink946.xml"/><Relationship Id="rId283" Type="http://schemas.openxmlformats.org/officeDocument/2006/relationships/customXml" Target="../ink/ink967.xml"/><Relationship Id="rId78" Type="http://schemas.openxmlformats.org/officeDocument/2006/relationships/customXml" Target="../ink/ink762.xml"/><Relationship Id="rId99" Type="http://schemas.openxmlformats.org/officeDocument/2006/relationships/customXml" Target="../ink/ink783.xml"/><Relationship Id="rId101" Type="http://schemas.openxmlformats.org/officeDocument/2006/relationships/customXml" Target="../ink/ink785.xml"/><Relationship Id="rId122" Type="http://schemas.openxmlformats.org/officeDocument/2006/relationships/customXml" Target="../ink/ink806.xml"/><Relationship Id="rId143" Type="http://schemas.openxmlformats.org/officeDocument/2006/relationships/customXml" Target="../ink/ink827.xml"/><Relationship Id="rId164" Type="http://schemas.openxmlformats.org/officeDocument/2006/relationships/customXml" Target="../ink/ink848.xml"/><Relationship Id="rId185" Type="http://schemas.openxmlformats.org/officeDocument/2006/relationships/customXml" Target="../ink/ink869.xml"/><Relationship Id="rId9" Type="http://schemas.openxmlformats.org/officeDocument/2006/relationships/customXml" Target="../ink/ink693.xml"/><Relationship Id="rId210" Type="http://schemas.openxmlformats.org/officeDocument/2006/relationships/customXml" Target="../ink/ink894.xml"/><Relationship Id="rId26" Type="http://schemas.openxmlformats.org/officeDocument/2006/relationships/customXml" Target="../ink/ink710.xml"/><Relationship Id="rId231" Type="http://schemas.openxmlformats.org/officeDocument/2006/relationships/customXml" Target="../ink/ink915.xml"/><Relationship Id="rId252" Type="http://schemas.openxmlformats.org/officeDocument/2006/relationships/customXml" Target="../ink/ink936.xml"/><Relationship Id="rId273" Type="http://schemas.openxmlformats.org/officeDocument/2006/relationships/customXml" Target="../ink/ink957.xml"/><Relationship Id="rId47" Type="http://schemas.openxmlformats.org/officeDocument/2006/relationships/customXml" Target="../ink/ink731.xml"/><Relationship Id="rId68" Type="http://schemas.openxmlformats.org/officeDocument/2006/relationships/customXml" Target="../ink/ink752.xml"/><Relationship Id="rId89" Type="http://schemas.openxmlformats.org/officeDocument/2006/relationships/customXml" Target="../ink/ink773.xml"/><Relationship Id="rId112" Type="http://schemas.openxmlformats.org/officeDocument/2006/relationships/customXml" Target="../ink/ink796.xml"/><Relationship Id="rId133" Type="http://schemas.openxmlformats.org/officeDocument/2006/relationships/customXml" Target="../ink/ink817.xml"/><Relationship Id="rId154" Type="http://schemas.openxmlformats.org/officeDocument/2006/relationships/customXml" Target="../ink/ink838.xml"/><Relationship Id="rId175" Type="http://schemas.openxmlformats.org/officeDocument/2006/relationships/customXml" Target="../ink/ink859.xml"/><Relationship Id="rId196" Type="http://schemas.openxmlformats.org/officeDocument/2006/relationships/customXml" Target="../ink/ink880.xml"/><Relationship Id="rId200" Type="http://schemas.openxmlformats.org/officeDocument/2006/relationships/customXml" Target="../ink/ink884.xml"/><Relationship Id="rId16" Type="http://schemas.openxmlformats.org/officeDocument/2006/relationships/customXml" Target="../ink/ink700.xml"/><Relationship Id="rId221" Type="http://schemas.openxmlformats.org/officeDocument/2006/relationships/customXml" Target="../ink/ink905.xml"/><Relationship Id="rId242" Type="http://schemas.openxmlformats.org/officeDocument/2006/relationships/customXml" Target="../ink/ink926.xml"/><Relationship Id="rId263" Type="http://schemas.openxmlformats.org/officeDocument/2006/relationships/customXml" Target="../ink/ink947.xml"/><Relationship Id="rId284" Type="http://schemas.openxmlformats.org/officeDocument/2006/relationships/customXml" Target="../ink/ink968.xml"/><Relationship Id="rId37" Type="http://schemas.openxmlformats.org/officeDocument/2006/relationships/customXml" Target="../ink/ink721.xml"/><Relationship Id="rId58" Type="http://schemas.openxmlformats.org/officeDocument/2006/relationships/customXml" Target="../ink/ink742.xml"/><Relationship Id="rId79" Type="http://schemas.openxmlformats.org/officeDocument/2006/relationships/customXml" Target="../ink/ink763.xml"/><Relationship Id="rId102" Type="http://schemas.openxmlformats.org/officeDocument/2006/relationships/customXml" Target="../ink/ink786.xml"/><Relationship Id="rId123" Type="http://schemas.openxmlformats.org/officeDocument/2006/relationships/customXml" Target="../ink/ink807.xml"/><Relationship Id="rId144" Type="http://schemas.openxmlformats.org/officeDocument/2006/relationships/customXml" Target="../ink/ink828.xml"/><Relationship Id="rId90" Type="http://schemas.openxmlformats.org/officeDocument/2006/relationships/customXml" Target="../ink/ink774.xml"/><Relationship Id="rId165" Type="http://schemas.openxmlformats.org/officeDocument/2006/relationships/customXml" Target="../ink/ink849.xml"/><Relationship Id="rId186" Type="http://schemas.openxmlformats.org/officeDocument/2006/relationships/customXml" Target="../ink/ink870.xml"/><Relationship Id="rId211" Type="http://schemas.openxmlformats.org/officeDocument/2006/relationships/customXml" Target="../ink/ink895.xml"/><Relationship Id="rId232" Type="http://schemas.openxmlformats.org/officeDocument/2006/relationships/customXml" Target="../ink/ink916.xml"/><Relationship Id="rId253" Type="http://schemas.openxmlformats.org/officeDocument/2006/relationships/customXml" Target="../ink/ink937.xml"/><Relationship Id="rId274" Type="http://schemas.openxmlformats.org/officeDocument/2006/relationships/customXml" Target="../ink/ink958.xml"/><Relationship Id="rId27" Type="http://schemas.openxmlformats.org/officeDocument/2006/relationships/customXml" Target="../ink/ink711.xml"/><Relationship Id="rId48" Type="http://schemas.openxmlformats.org/officeDocument/2006/relationships/customXml" Target="../ink/ink732.xml"/><Relationship Id="rId69" Type="http://schemas.openxmlformats.org/officeDocument/2006/relationships/customXml" Target="../ink/ink753.xml"/><Relationship Id="rId113" Type="http://schemas.openxmlformats.org/officeDocument/2006/relationships/customXml" Target="../ink/ink797.xml"/><Relationship Id="rId134" Type="http://schemas.openxmlformats.org/officeDocument/2006/relationships/customXml" Target="../ink/ink818.xml"/><Relationship Id="rId80" Type="http://schemas.openxmlformats.org/officeDocument/2006/relationships/customXml" Target="../ink/ink764.xml"/><Relationship Id="rId155" Type="http://schemas.openxmlformats.org/officeDocument/2006/relationships/customXml" Target="../ink/ink839.xml"/><Relationship Id="rId176" Type="http://schemas.openxmlformats.org/officeDocument/2006/relationships/customXml" Target="../ink/ink860.xml"/><Relationship Id="rId197" Type="http://schemas.openxmlformats.org/officeDocument/2006/relationships/customXml" Target="../ink/ink881.xml"/><Relationship Id="rId201" Type="http://schemas.openxmlformats.org/officeDocument/2006/relationships/customXml" Target="../ink/ink885.xml"/><Relationship Id="rId222" Type="http://schemas.openxmlformats.org/officeDocument/2006/relationships/customXml" Target="../ink/ink906.xml"/><Relationship Id="rId243" Type="http://schemas.openxmlformats.org/officeDocument/2006/relationships/customXml" Target="../ink/ink927.xml"/><Relationship Id="rId264" Type="http://schemas.openxmlformats.org/officeDocument/2006/relationships/customXml" Target="../ink/ink948.xml"/><Relationship Id="rId285" Type="http://schemas.openxmlformats.org/officeDocument/2006/relationships/customXml" Target="../ink/ink969.xml"/><Relationship Id="rId17" Type="http://schemas.openxmlformats.org/officeDocument/2006/relationships/customXml" Target="../ink/ink701.xml"/><Relationship Id="rId38" Type="http://schemas.openxmlformats.org/officeDocument/2006/relationships/customXml" Target="../ink/ink722.xml"/><Relationship Id="rId59" Type="http://schemas.openxmlformats.org/officeDocument/2006/relationships/customXml" Target="../ink/ink743.xml"/><Relationship Id="rId103" Type="http://schemas.openxmlformats.org/officeDocument/2006/relationships/customXml" Target="../ink/ink787.xml"/><Relationship Id="rId124" Type="http://schemas.openxmlformats.org/officeDocument/2006/relationships/customXml" Target="../ink/ink808.xml"/><Relationship Id="rId70" Type="http://schemas.openxmlformats.org/officeDocument/2006/relationships/customXml" Target="../ink/ink754.xml"/><Relationship Id="rId91" Type="http://schemas.openxmlformats.org/officeDocument/2006/relationships/customXml" Target="../ink/ink775.xml"/><Relationship Id="rId145" Type="http://schemas.openxmlformats.org/officeDocument/2006/relationships/customXml" Target="../ink/ink829.xml"/><Relationship Id="rId166" Type="http://schemas.openxmlformats.org/officeDocument/2006/relationships/customXml" Target="../ink/ink850.xml"/><Relationship Id="rId187" Type="http://schemas.openxmlformats.org/officeDocument/2006/relationships/customXml" Target="../ink/ink87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96.xml"/><Relationship Id="rId233" Type="http://schemas.openxmlformats.org/officeDocument/2006/relationships/customXml" Target="../ink/ink917.xml"/><Relationship Id="rId254" Type="http://schemas.openxmlformats.org/officeDocument/2006/relationships/customXml" Target="../ink/ink938.xml"/><Relationship Id="rId28" Type="http://schemas.openxmlformats.org/officeDocument/2006/relationships/customXml" Target="../ink/ink712.xml"/><Relationship Id="rId49" Type="http://schemas.openxmlformats.org/officeDocument/2006/relationships/customXml" Target="../ink/ink733.xml"/><Relationship Id="rId114" Type="http://schemas.openxmlformats.org/officeDocument/2006/relationships/customXml" Target="../ink/ink798.xml"/><Relationship Id="rId275" Type="http://schemas.openxmlformats.org/officeDocument/2006/relationships/customXml" Target="../ink/ink959.xml"/><Relationship Id="rId60" Type="http://schemas.openxmlformats.org/officeDocument/2006/relationships/customXml" Target="../ink/ink744.xml"/><Relationship Id="rId81" Type="http://schemas.openxmlformats.org/officeDocument/2006/relationships/customXml" Target="../ink/ink765.xml"/><Relationship Id="rId135" Type="http://schemas.openxmlformats.org/officeDocument/2006/relationships/customXml" Target="../ink/ink819.xml"/><Relationship Id="rId156" Type="http://schemas.openxmlformats.org/officeDocument/2006/relationships/customXml" Target="../ink/ink840.xml"/><Relationship Id="rId177" Type="http://schemas.openxmlformats.org/officeDocument/2006/relationships/customXml" Target="../ink/ink861.xml"/><Relationship Id="rId198" Type="http://schemas.openxmlformats.org/officeDocument/2006/relationships/customXml" Target="../ink/ink882.xml"/><Relationship Id="rId202" Type="http://schemas.openxmlformats.org/officeDocument/2006/relationships/customXml" Target="../ink/ink886.xml"/><Relationship Id="rId223" Type="http://schemas.openxmlformats.org/officeDocument/2006/relationships/customXml" Target="../ink/ink907.xml"/><Relationship Id="rId244" Type="http://schemas.openxmlformats.org/officeDocument/2006/relationships/customXml" Target="../ink/ink928.xml"/><Relationship Id="rId18" Type="http://schemas.openxmlformats.org/officeDocument/2006/relationships/customXml" Target="../ink/ink702.xml"/><Relationship Id="rId39" Type="http://schemas.openxmlformats.org/officeDocument/2006/relationships/customXml" Target="../ink/ink723.xml"/><Relationship Id="rId265" Type="http://schemas.openxmlformats.org/officeDocument/2006/relationships/customXml" Target="../ink/ink949.xml"/><Relationship Id="rId286" Type="http://schemas.openxmlformats.org/officeDocument/2006/relationships/customXml" Target="../ink/ink970.xml"/><Relationship Id="rId50" Type="http://schemas.openxmlformats.org/officeDocument/2006/relationships/customXml" Target="../ink/ink734.xml"/><Relationship Id="rId104" Type="http://schemas.openxmlformats.org/officeDocument/2006/relationships/customXml" Target="../ink/ink788.xml"/><Relationship Id="rId125" Type="http://schemas.openxmlformats.org/officeDocument/2006/relationships/customXml" Target="../ink/ink809.xml"/><Relationship Id="rId146" Type="http://schemas.openxmlformats.org/officeDocument/2006/relationships/customXml" Target="../ink/ink830.xml"/><Relationship Id="rId167" Type="http://schemas.openxmlformats.org/officeDocument/2006/relationships/customXml" Target="../ink/ink851.xml"/><Relationship Id="rId188" Type="http://schemas.openxmlformats.org/officeDocument/2006/relationships/customXml" Target="../ink/ink872.xml"/><Relationship Id="rId71" Type="http://schemas.openxmlformats.org/officeDocument/2006/relationships/customXml" Target="../ink/ink755.xml"/><Relationship Id="rId92" Type="http://schemas.openxmlformats.org/officeDocument/2006/relationships/customXml" Target="../ink/ink776.xml"/><Relationship Id="rId213" Type="http://schemas.openxmlformats.org/officeDocument/2006/relationships/customXml" Target="../ink/ink897.xml"/><Relationship Id="rId234" Type="http://schemas.openxmlformats.org/officeDocument/2006/relationships/customXml" Target="../ink/ink918.xml"/><Relationship Id="rId2" Type="http://schemas.openxmlformats.org/officeDocument/2006/relationships/customXml" Target="../ink/ink686.xml"/><Relationship Id="rId29" Type="http://schemas.openxmlformats.org/officeDocument/2006/relationships/customXml" Target="../ink/ink713.xml"/><Relationship Id="rId255" Type="http://schemas.openxmlformats.org/officeDocument/2006/relationships/customXml" Target="../ink/ink939.xml"/><Relationship Id="rId276" Type="http://schemas.openxmlformats.org/officeDocument/2006/relationships/customXml" Target="../ink/ink960.xml"/><Relationship Id="rId40" Type="http://schemas.openxmlformats.org/officeDocument/2006/relationships/customXml" Target="../ink/ink724.xml"/><Relationship Id="rId115" Type="http://schemas.openxmlformats.org/officeDocument/2006/relationships/customXml" Target="../ink/ink799.xml"/><Relationship Id="rId136" Type="http://schemas.openxmlformats.org/officeDocument/2006/relationships/customXml" Target="../ink/ink820.xml"/><Relationship Id="rId157" Type="http://schemas.openxmlformats.org/officeDocument/2006/relationships/customXml" Target="../ink/ink841.xml"/><Relationship Id="rId178" Type="http://schemas.openxmlformats.org/officeDocument/2006/relationships/customXml" Target="../ink/ink862.xml"/><Relationship Id="rId61" Type="http://schemas.openxmlformats.org/officeDocument/2006/relationships/customXml" Target="../ink/ink745.xml"/><Relationship Id="rId82" Type="http://schemas.openxmlformats.org/officeDocument/2006/relationships/customXml" Target="../ink/ink766.xml"/><Relationship Id="rId199" Type="http://schemas.openxmlformats.org/officeDocument/2006/relationships/customXml" Target="../ink/ink883.xml"/><Relationship Id="rId203" Type="http://schemas.openxmlformats.org/officeDocument/2006/relationships/customXml" Target="../ink/ink887.xml"/><Relationship Id="rId19" Type="http://schemas.openxmlformats.org/officeDocument/2006/relationships/customXml" Target="../ink/ink703.xml"/><Relationship Id="rId224" Type="http://schemas.openxmlformats.org/officeDocument/2006/relationships/customXml" Target="../ink/ink908.xml"/><Relationship Id="rId245" Type="http://schemas.openxmlformats.org/officeDocument/2006/relationships/customXml" Target="../ink/ink929.xml"/><Relationship Id="rId266" Type="http://schemas.openxmlformats.org/officeDocument/2006/relationships/customXml" Target="../ink/ink950.xml"/><Relationship Id="rId287" Type="http://schemas.openxmlformats.org/officeDocument/2006/relationships/customXml" Target="../ink/ink971.xml"/><Relationship Id="rId30" Type="http://schemas.openxmlformats.org/officeDocument/2006/relationships/customXml" Target="../ink/ink714.xml"/><Relationship Id="rId105" Type="http://schemas.openxmlformats.org/officeDocument/2006/relationships/customXml" Target="../ink/ink789.xml"/><Relationship Id="rId126" Type="http://schemas.openxmlformats.org/officeDocument/2006/relationships/customXml" Target="../ink/ink810.xml"/><Relationship Id="rId147" Type="http://schemas.openxmlformats.org/officeDocument/2006/relationships/customXml" Target="../ink/ink831.xml"/><Relationship Id="rId168" Type="http://schemas.openxmlformats.org/officeDocument/2006/relationships/customXml" Target="../ink/ink852.xml"/><Relationship Id="rId51" Type="http://schemas.openxmlformats.org/officeDocument/2006/relationships/customXml" Target="../ink/ink735.xml"/><Relationship Id="rId72" Type="http://schemas.openxmlformats.org/officeDocument/2006/relationships/customXml" Target="../ink/ink756.xml"/><Relationship Id="rId93" Type="http://schemas.openxmlformats.org/officeDocument/2006/relationships/customXml" Target="../ink/ink777.xml"/><Relationship Id="rId189" Type="http://schemas.openxmlformats.org/officeDocument/2006/relationships/customXml" Target="../ink/ink873.xml"/><Relationship Id="rId3" Type="http://schemas.openxmlformats.org/officeDocument/2006/relationships/customXml" Target="../ink/ink687.xml"/><Relationship Id="rId214" Type="http://schemas.openxmlformats.org/officeDocument/2006/relationships/customXml" Target="../ink/ink898.xml"/><Relationship Id="rId235" Type="http://schemas.openxmlformats.org/officeDocument/2006/relationships/customXml" Target="../ink/ink919.xml"/><Relationship Id="rId256" Type="http://schemas.openxmlformats.org/officeDocument/2006/relationships/customXml" Target="../ink/ink940.xml"/><Relationship Id="rId277" Type="http://schemas.openxmlformats.org/officeDocument/2006/relationships/customXml" Target="../ink/ink961.xml"/><Relationship Id="rId116" Type="http://schemas.openxmlformats.org/officeDocument/2006/relationships/customXml" Target="../ink/ink800.xml"/><Relationship Id="rId137" Type="http://schemas.openxmlformats.org/officeDocument/2006/relationships/customXml" Target="../ink/ink821.xml"/><Relationship Id="rId158" Type="http://schemas.openxmlformats.org/officeDocument/2006/relationships/customXml" Target="../ink/ink842.xml"/><Relationship Id="rId20" Type="http://schemas.openxmlformats.org/officeDocument/2006/relationships/customXml" Target="../ink/ink704.xml"/><Relationship Id="rId41" Type="http://schemas.openxmlformats.org/officeDocument/2006/relationships/customXml" Target="../ink/ink725.xml"/><Relationship Id="rId62" Type="http://schemas.openxmlformats.org/officeDocument/2006/relationships/customXml" Target="../ink/ink746.xml"/><Relationship Id="rId83" Type="http://schemas.openxmlformats.org/officeDocument/2006/relationships/customXml" Target="../ink/ink767.xml"/><Relationship Id="rId179" Type="http://schemas.openxmlformats.org/officeDocument/2006/relationships/customXml" Target="../ink/ink863.xml"/><Relationship Id="rId190" Type="http://schemas.openxmlformats.org/officeDocument/2006/relationships/customXml" Target="../ink/ink874.xml"/><Relationship Id="rId204" Type="http://schemas.openxmlformats.org/officeDocument/2006/relationships/customXml" Target="../ink/ink888.xml"/><Relationship Id="rId225" Type="http://schemas.openxmlformats.org/officeDocument/2006/relationships/customXml" Target="../ink/ink909.xml"/><Relationship Id="rId246" Type="http://schemas.openxmlformats.org/officeDocument/2006/relationships/customXml" Target="../ink/ink930.xml"/><Relationship Id="rId267" Type="http://schemas.openxmlformats.org/officeDocument/2006/relationships/customXml" Target="../ink/ink951.xml"/><Relationship Id="rId288" Type="http://schemas.openxmlformats.org/officeDocument/2006/relationships/customXml" Target="../ink/ink972.xml"/><Relationship Id="rId106" Type="http://schemas.openxmlformats.org/officeDocument/2006/relationships/customXml" Target="../ink/ink790.xml"/><Relationship Id="rId127" Type="http://schemas.openxmlformats.org/officeDocument/2006/relationships/customXml" Target="../ink/ink811.xml"/><Relationship Id="rId10" Type="http://schemas.openxmlformats.org/officeDocument/2006/relationships/customXml" Target="../ink/ink694.xml"/><Relationship Id="rId31" Type="http://schemas.openxmlformats.org/officeDocument/2006/relationships/customXml" Target="../ink/ink715.xml"/><Relationship Id="rId52" Type="http://schemas.openxmlformats.org/officeDocument/2006/relationships/customXml" Target="../ink/ink736.xml"/><Relationship Id="rId73" Type="http://schemas.openxmlformats.org/officeDocument/2006/relationships/customXml" Target="../ink/ink757.xml"/><Relationship Id="rId94" Type="http://schemas.openxmlformats.org/officeDocument/2006/relationships/customXml" Target="../ink/ink778.xml"/><Relationship Id="rId148" Type="http://schemas.openxmlformats.org/officeDocument/2006/relationships/customXml" Target="../ink/ink832.xml"/><Relationship Id="rId169" Type="http://schemas.openxmlformats.org/officeDocument/2006/relationships/customXml" Target="../ink/ink853.xml"/><Relationship Id="rId4" Type="http://schemas.openxmlformats.org/officeDocument/2006/relationships/customXml" Target="../ink/ink688.xml"/><Relationship Id="rId180" Type="http://schemas.openxmlformats.org/officeDocument/2006/relationships/customXml" Target="../ink/ink864.xml"/><Relationship Id="rId215" Type="http://schemas.openxmlformats.org/officeDocument/2006/relationships/customXml" Target="../ink/ink899.xml"/><Relationship Id="rId236" Type="http://schemas.openxmlformats.org/officeDocument/2006/relationships/customXml" Target="../ink/ink920.xml"/><Relationship Id="rId257" Type="http://schemas.openxmlformats.org/officeDocument/2006/relationships/customXml" Target="../ink/ink941.xml"/><Relationship Id="rId278" Type="http://schemas.openxmlformats.org/officeDocument/2006/relationships/customXml" Target="../ink/ink962.xml"/><Relationship Id="rId42" Type="http://schemas.openxmlformats.org/officeDocument/2006/relationships/customXml" Target="../ink/ink726.xml"/><Relationship Id="rId84" Type="http://schemas.openxmlformats.org/officeDocument/2006/relationships/customXml" Target="../ink/ink768.xml"/><Relationship Id="rId138" Type="http://schemas.openxmlformats.org/officeDocument/2006/relationships/customXml" Target="../ink/ink822.xml"/><Relationship Id="rId191" Type="http://schemas.openxmlformats.org/officeDocument/2006/relationships/customXml" Target="../ink/ink875.xml"/><Relationship Id="rId205" Type="http://schemas.openxmlformats.org/officeDocument/2006/relationships/customXml" Target="../ink/ink889.xml"/><Relationship Id="rId247" Type="http://schemas.openxmlformats.org/officeDocument/2006/relationships/customXml" Target="../ink/ink931.xml"/><Relationship Id="rId107" Type="http://schemas.openxmlformats.org/officeDocument/2006/relationships/customXml" Target="../ink/ink791.xml"/><Relationship Id="rId289" Type="http://schemas.openxmlformats.org/officeDocument/2006/relationships/customXml" Target="../ink/ink973.xml"/><Relationship Id="rId11" Type="http://schemas.openxmlformats.org/officeDocument/2006/relationships/customXml" Target="../ink/ink695.xml"/><Relationship Id="rId53" Type="http://schemas.openxmlformats.org/officeDocument/2006/relationships/customXml" Target="../ink/ink737.xml"/><Relationship Id="rId149" Type="http://schemas.openxmlformats.org/officeDocument/2006/relationships/customXml" Target="../ink/ink833.xml"/><Relationship Id="rId95" Type="http://schemas.openxmlformats.org/officeDocument/2006/relationships/customXml" Target="../ink/ink779.xml"/><Relationship Id="rId160" Type="http://schemas.openxmlformats.org/officeDocument/2006/relationships/customXml" Target="../ink/ink844.xml"/><Relationship Id="rId216" Type="http://schemas.openxmlformats.org/officeDocument/2006/relationships/customXml" Target="../ink/ink900.xml"/><Relationship Id="rId258" Type="http://schemas.openxmlformats.org/officeDocument/2006/relationships/customXml" Target="../ink/ink942.xml"/><Relationship Id="rId22" Type="http://schemas.openxmlformats.org/officeDocument/2006/relationships/customXml" Target="../ink/ink706.xml"/><Relationship Id="rId64" Type="http://schemas.openxmlformats.org/officeDocument/2006/relationships/customXml" Target="../ink/ink748.xml"/><Relationship Id="rId118" Type="http://schemas.openxmlformats.org/officeDocument/2006/relationships/customXml" Target="../ink/ink802.xml"/><Relationship Id="rId171" Type="http://schemas.openxmlformats.org/officeDocument/2006/relationships/customXml" Target="../ink/ink855.xml"/><Relationship Id="rId227" Type="http://schemas.openxmlformats.org/officeDocument/2006/relationships/customXml" Target="../ink/ink91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86.xml"/><Relationship Id="rId21" Type="http://schemas.openxmlformats.org/officeDocument/2006/relationships/customXml" Target="../ink/ink990.xml"/><Relationship Id="rId42" Type="http://schemas.openxmlformats.org/officeDocument/2006/relationships/customXml" Target="../ink/ink1011.xml"/><Relationship Id="rId47" Type="http://schemas.openxmlformats.org/officeDocument/2006/relationships/customXml" Target="../ink/ink1016.xml"/><Relationship Id="rId63" Type="http://schemas.openxmlformats.org/officeDocument/2006/relationships/customXml" Target="../ink/ink1032.xml"/><Relationship Id="rId68" Type="http://schemas.openxmlformats.org/officeDocument/2006/relationships/customXml" Target="../ink/ink1037.xml"/><Relationship Id="rId84" Type="http://schemas.openxmlformats.org/officeDocument/2006/relationships/customXml" Target="../ink/ink1053.xml"/><Relationship Id="rId89" Type="http://schemas.openxmlformats.org/officeDocument/2006/relationships/customXml" Target="../ink/ink1058.xml"/><Relationship Id="rId112" Type="http://schemas.openxmlformats.org/officeDocument/2006/relationships/customXml" Target="../ink/ink1081.xml"/><Relationship Id="rId16" Type="http://schemas.openxmlformats.org/officeDocument/2006/relationships/customXml" Target="../ink/ink985.xml"/><Relationship Id="rId107" Type="http://schemas.openxmlformats.org/officeDocument/2006/relationships/customXml" Target="../ink/ink1076.xml"/><Relationship Id="rId11" Type="http://schemas.openxmlformats.org/officeDocument/2006/relationships/customXml" Target="../ink/ink980.xml"/><Relationship Id="rId32" Type="http://schemas.openxmlformats.org/officeDocument/2006/relationships/customXml" Target="../ink/ink1001.xml"/><Relationship Id="rId37" Type="http://schemas.openxmlformats.org/officeDocument/2006/relationships/customXml" Target="../ink/ink1006.xml"/><Relationship Id="rId53" Type="http://schemas.openxmlformats.org/officeDocument/2006/relationships/customXml" Target="../ink/ink1022.xml"/><Relationship Id="rId58" Type="http://schemas.openxmlformats.org/officeDocument/2006/relationships/customXml" Target="../ink/ink1027.xml"/><Relationship Id="rId74" Type="http://schemas.openxmlformats.org/officeDocument/2006/relationships/customXml" Target="../ink/ink1043.xml"/><Relationship Id="rId79" Type="http://schemas.openxmlformats.org/officeDocument/2006/relationships/customXml" Target="../ink/ink1048.xml"/><Relationship Id="rId102" Type="http://schemas.openxmlformats.org/officeDocument/2006/relationships/customXml" Target="../ink/ink1071.xml"/><Relationship Id="rId123" Type="http://schemas.openxmlformats.org/officeDocument/2006/relationships/customXml" Target="../ink/ink1092.xml"/><Relationship Id="rId128" Type="http://schemas.openxmlformats.org/officeDocument/2006/relationships/customXml" Target="../ink/ink1097.xml"/><Relationship Id="rId5" Type="http://schemas.openxmlformats.org/officeDocument/2006/relationships/image" Target="../media/image23.png"/><Relationship Id="rId90" Type="http://schemas.openxmlformats.org/officeDocument/2006/relationships/customXml" Target="../ink/ink1059.xml"/><Relationship Id="rId95" Type="http://schemas.openxmlformats.org/officeDocument/2006/relationships/customXml" Target="../ink/ink1064.xml"/><Relationship Id="rId22" Type="http://schemas.openxmlformats.org/officeDocument/2006/relationships/customXml" Target="../ink/ink991.xml"/><Relationship Id="rId27" Type="http://schemas.openxmlformats.org/officeDocument/2006/relationships/customXml" Target="../ink/ink996.xml"/><Relationship Id="rId43" Type="http://schemas.openxmlformats.org/officeDocument/2006/relationships/customXml" Target="../ink/ink1012.xml"/><Relationship Id="rId48" Type="http://schemas.openxmlformats.org/officeDocument/2006/relationships/customXml" Target="../ink/ink1017.xml"/><Relationship Id="rId64" Type="http://schemas.openxmlformats.org/officeDocument/2006/relationships/customXml" Target="../ink/ink1033.xml"/><Relationship Id="rId69" Type="http://schemas.openxmlformats.org/officeDocument/2006/relationships/customXml" Target="../ink/ink1038.xml"/><Relationship Id="rId113" Type="http://schemas.openxmlformats.org/officeDocument/2006/relationships/customXml" Target="../ink/ink1082.xml"/><Relationship Id="rId118" Type="http://schemas.openxmlformats.org/officeDocument/2006/relationships/customXml" Target="../ink/ink1087.xml"/><Relationship Id="rId80" Type="http://schemas.openxmlformats.org/officeDocument/2006/relationships/customXml" Target="../ink/ink1049.xml"/><Relationship Id="rId85" Type="http://schemas.openxmlformats.org/officeDocument/2006/relationships/customXml" Target="../ink/ink1054.xml"/><Relationship Id="rId12" Type="http://schemas.openxmlformats.org/officeDocument/2006/relationships/customXml" Target="../ink/ink981.xml"/><Relationship Id="rId17" Type="http://schemas.openxmlformats.org/officeDocument/2006/relationships/customXml" Target="../ink/ink986.xml"/><Relationship Id="rId33" Type="http://schemas.openxmlformats.org/officeDocument/2006/relationships/customXml" Target="../ink/ink1002.xml"/><Relationship Id="rId38" Type="http://schemas.openxmlformats.org/officeDocument/2006/relationships/customXml" Target="../ink/ink1007.xml"/><Relationship Id="rId59" Type="http://schemas.openxmlformats.org/officeDocument/2006/relationships/customXml" Target="../ink/ink1028.xml"/><Relationship Id="rId103" Type="http://schemas.openxmlformats.org/officeDocument/2006/relationships/customXml" Target="../ink/ink1072.xml"/><Relationship Id="rId108" Type="http://schemas.openxmlformats.org/officeDocument/2006/relationships/customXml" Target="../ink/ink1077.xml"/><Relationship Id="rId124" Type="http://schemas.openxmlformats.org/officeDocument/2006/relationships/customXml" Target="../ink/ink1093.xml"/><Relationship Id="rId129" Type="http://schemas.openxmlformats.org/officeDocument/2006/relationships/customXml" Target="../ink/ink1098.xml"/><Relationship Id="rId54" Type="http://schemas.openxmlformats.org/officeDocument/2006/relationships/customXml" Target="../ink/ink1023.xml"/><Relationship Id="rId70" Type="http://schemas.openxmlformats.org/officeDocument/2006/relationships/customXml" Target="../ink/ink1039.xml"/><Relationship Id="rId75" Type="http://schemas.openxmlformats.org/officeDocument/2006/relationships/customXml" Target="../ink/ink1044.xml"/><Relationship Id="rId91" Type="http://schemas.openxmlformats.org/officeDocument/2006/relationships/customXml" Target="../ink/ink1060.xml"/><Relationship Id="rId96" Type="http://schemas.openxmlformats.org/officeDocument/2006/relationships/customXml" Target="../ink/ink10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23" Type="http://schemas.openxmlformats.org/officeDocument/2006/relationships/customXml" Target="../ink/ink992.xml"/><Relationship Id="rId28" Type="http://schemas.openxmlformats.org/officeDocument/2006/relationships/customXml" Target="../ink/ink997.xml"/><Relationship Id="rId49" Type="http://schemas.openxmlformats.org/officeDocument/2006/relationships/customXml" Target="../ink/ink1018.xml"/><Relationship Id="rId114" Type="http://schemas.openxmlformats.org/officeDocument/2006/relationships/customXml" Target="../ink/ink1083.xml"/><Relationship Id="rId119" Type="http://schemas.openxmlformats.org/officeDocument/2006/relationships/customXml" Target="../ink/ink1088.xml"/><Relationship Id="rId44" Type="http://schemas.openxmlformats.org/officeDocument/2006/relationships/customXml" Target="../ink/ink1013.xml"/><Relationship Id="rId60" Type="http://schemas.openxmlformats.org/officeDocument/2006/relationships/customXml" Target="../ink/ink1029.xml"/><Relationship Id="rId65" Type="http://schemas.openxmlformats.org/officeDocument/2006/relationships/customXml" Target="../ink/ink1034.xml"/><Relationship Id="rId81" Type="http://schemas.openxmlformats.org/officeDocument/2006/relationships/customXml" Target="../ink/ink1050.xml"/><Relationship Id="rId86" Type="http://schemas.openxmlformats.org/officeDocument/2006/relationships/customXml" Target="../ink/ink1055.xml"/><Relationship Id="rId130" Type="http://schemas.openxmlformats.org/officeDocument/2006/relationships/customXml" Target="../ink/ink1099.xml"/><Relationship Id="rId13" Type="http://schemas.openxmlformats.org/officeDocument/2006/relationships/customXml" Target="../ink/ink982.xml"/><Relationship Id="rId18" Type="http://schemas.openxmlformats.org/officeDocument/2006/relationships/customXml" Target="../ink/ink987.xml"/><Relationship Id="rId39" Type="http://schemas.openxmlformats.org/officeDocument/2006/relationships/customXml" Target="../ink/ink1008.xml"/><Relationship Id="rId109" Type="http://schemas.openxmlformats.org/officeDocument/2006/relationships/customXml" Target="../ink/ink1078.xml"/><Relationship Id="rId34" Type="http://schemas.openxmlformats.org/officeDocument/2006/relationships/customXml" Target="../ink/ink1003.xml"/><Relationship Id="rId50" Type="http://schemas.openxmlformats.org/officeDocument/2006/relationships/customXml" Target="../ink/ink1019.xml"/><Relationship Id="rId55" Type="http://schemas.openxmlformats.org/officeDocument/2006/relationships/customXml" Target="../ink/ink1024.xml"/><Relationship Id="rId76" Type="http://schemas.openxmlformats.org/officeDocument/2006/relationships/customXml" Target="../ink/ink1045.xml"/><Relationship Id="rId97" Type="http://schemas.openxmlformats.org/officeDocument/2006/relationships/customXml" Target="../ink/ink1066.xml"/><Relationship Id="rId104" Type="http://schemas.openxmlformats.org/officeDocument/2006/relationships/customXml" Target="../ink/ink1073.xml"/><Relationship Id="rId120" Type="http://schemas.openxmlformats.org/officeDocument/2006/relationships/customXml" Target="../ink/ink1089.xml"/><Relationship Id="rId125" Type="http://schemas.openxmlformats.org/officeDocument/2006/relationships/customXml" Target="../ink/ink1094.xml"/><Relationship Id="rId7" Type="http://schemas.openxmlformats.org/officeDocument/2006/relationships/customXml" Target="../ink/ink976.xml"/><Relationship Id="rId71" Type="http://schemas.openxmlformats.org/officeDocument/2006/relationships/customXml" Target="../ink/ink1040.xml"/><Relationship Id="rId92" Type="http://schemas.openxmlformats.org/officeDocument/2006/relationships/customXml" Target="../ink/ink1061.xml"/><Relationship Id="rId2" Type="http://schemas.openxmlformats.org/officeDocument/2006/relationships/image" Target="../media/image20.png"/><Relationship Id="rId29" Type="http://schemas.openxmlformats.org/officeDocument/2006/relationships/customXml" Target="../ink/ink998.xml"/><Relationship Id="rId24" Type="http://schemas.openxmlformats.org/officeDocument/2006/relationships/customXml" Target="../ink/ink993.xml"/><Relationship Id="rId40" Type="http://schemas.openxmlformats.org/officeDocument/2006/relationships/customXml" Target="../ink/ink1009.xml"/><Relationship Id="rId45" Type="http://schemas.openxmlformats.org/officeDocument/2006/relationships/customXml" Target="../ink/ink1014.xml"/><Relationship Id="rId66" Type="http://schemas.openxmlformats.org/officeDocument/2006/relationships/customXml" Target="../ink/ink1035.xml"/><Relationship Id="rId87" Type="http://schemas.openxmlformats.org/officeDocument/2006/relationships/customXml" Target="../ink/ink1056.xml"/><Relationship Id="rId110" Type="http://schemas.openxmlformats.org/officeDocument/2006/relationships/customXml" Target="../ink/ink1079.xml"/><Relationship Id="rId115" Type="http://schemas.openxmlformats.org/officeDocument/2006/relationships/customXml" Target="../ink/ink1084.xml"/><Relationship Id="rId61" Type="http://schemas.openxmlformats.org/officeDocument/2006/relationships/customXml" Target="../ink/ink1030.xml"/><Relationship Id="rId82" Type="http://schemas.openxmlformats.org/officeDocument/2006/relationships/customXml" Target="../ink/ink1051.xml"/><Relationship Id="rId19" Type="http://schemas.openxmlformats.org/officeDocument/2006/relationships/customXml" Target="../ink/ink988.xml"/><Relationship Id="rId14" Type="http://schemas.openxmlformats.org/officeDocument/2006/relationships/customXml" Target="../ink/ink983.xml"/><Relationship Id="rId30" Type="http://schemas.openxmlformats.org/officeDocument/2006/relationships/customXml" Target="../ink/ink999.xml"/><Relationship Id="rId35" Type="http://schemas.openxmlformats.org/officeDocument/2006/relationships/customXml" Target="../ink/ink1004.xml"/><Relationship Id="rId56" Type="http://schemas.openxmlformats.org/officeDocument/2006/relationships/customXml" Target="../ink/ink1025.xml"/><Relationship Id="rId77" Type="http://schemas.openxmlformats.org/officeDocument/2006/relationships/customXml" Target="../ink/ink1046.xml"/><Relationship Id="rId100" Type="http://schemas.openxmlformats.org/officeDocument/2006/relationships/customXml" Target="../ink/ink1069.xml"/><Relationship Id="rId105" Type="http://schemas.openxmlformats.org/officeDocument/2006/relationships/customXml" Target="../ink/ink1074.xml"/><Relationship Id="rId126" Type="http://schemas.openxmlformats.org/officeDocument/2006/relationships/customXml" Target="../ink/ink1095.xml"/><Relationship Id="rId8" Type="http://schemas.openxmlformats.org/officeDocument/2006/relationships/customXml" Target="../ink/ink977.xml"/><Relationship Id="rId51" Type="http://schemas.openxmlformats.org/officeDocument/2006/relationships/customXml" Target="../ink/ink1020.xml"/><Relationship Id="rId72" Type="http://schemas.openxmlformats.org/officeDocument/2006/relationships/customXml" Target="../ink/ink1041.xml"/><Relationship Id="rId93" Type="http://schemas.openxmlformats.org/officeDocument/2006/relationships/customXml" Target="../ink/ink1062.xml"/><Relationship Id="rId98" Type="http://schemas.openxmlformats.org/officeDocument/2006/relationships/customXml" Target="../ink/ink1067.xml"/><Relationship Id="rId121" Type="http://schemas.openxmlformats.org/officeDocument/2006/relationships/customXml" Target="../ink/ink1090.xml"/><Relationship Id="rId3" Type="http://schemas.openxmlformats.org/officeDocument/2006/relationships/image" Target="../media/image21.png"/><Relationship Id="rId25" Type="http://schemas.openxmlformats.org/officeDocument/2006/relationships/customXml" Target="../ink/ink994.xml"/><Relationship Id="rId46" Type="http://schemas.openxmlformats.org/officeDocument/2006/relationships/customXml" Target="../ink/ink1015.xml"/><Relationship Id="rId67" Type="http://schemas.openxmlformats.org/officeDocument/2006/relationships/customXml" Target="../ink/ink1036.xml"/><Relationship Id="rId116" Type="http://schemas.openxmlformats.org/officeDocument/2006/relationships/customXml" Target="../ink/ink1085.xml"/><Relationship Id="rId20" Type="http://schemas.openxmlformats.org/officeDocument/2006/relationships/customXml" Target="../ink/ink989.xml"/><Relationship Id="rId41" Type="http://schemas.openxmlformats.org/officeDocument/2006/relationships/customXml" Target="../ink/ink1010.xml"/><Relationship Id="rId62" Type="http://schemas.openxmlformats.org/officeDocument/2006/relationships/customXml" Target="../ink/ink1031.xml"/><Relationship Id="rId83" Type="http://schemas.openxmlformats.org/officeDocument/2006/relationships/customXml" Target="../ink/ink1052.xml"/><Relationship Id="rId88" Type="http://schemas.openxmlformats.org/officeDocument/2006/relationships/customXml" Target="../ink/ink1057.xml"/><Relationship Id="rId111" Type="http://schemas.openxmlformats.org/officeDocument/2006/relationships/customXml" Target="../ink/ink1080.xml"/><Relationship Id="rId15" Type="http://schemas.openxmlformats.org/officeDocument/2006/relationships/customXml" Target="../ink/ink984.xml"/><Relationship Id="rId36" Type="http://schemas.openxmlformats.org/officeDocument/2006/relationships/customXml" Target="../ink/ink1005.xml"/><Relationship Id="rId57" Type="http://schemas.openxmlformats.org/officeDocument/2006/relationships/customXml" Target="../ink/ink1026.xml"/><Relationship Id="rId106" Type="http://schemas.openxmlformats.org/officeDocument/2006/relationships/customXml" Target="../ink/ink1075.xml"/><Relationship Id="rId127" Type="http://schemas.openxmlformats.org/officeDocument/2006/relationships/customXml" Target="../ink/ink1096.xml"/><Relationship Id="rId10" Type="http://schemas.openxmlformats.org/officeDocument/2006/relationships/customXml" Target="../ink/ink979.xml"/><Relationship Id="rId31" Type="http://schemas.openxmlformats.org/officeDocument/2006/relationships/customXml" Target="../ink/ink1000.xml"/><Relationship Id="rId52" Type="http://schemas.openxmlformats.org/officeDocument/2006/relationships/customXml" Target="../ink/ink1021.xml"/><Relationship Id="rId73" Type="http://schemas.openxmlformats.org/officeDocument/2006/relationships/customXml" Target="../ink/ink1042.xml"/><Relationship Id="rId78" Type="http://schemas.openxmlformats.org/officeDocument/2006/relationships/customXml" Target="../ink/ink1047.xml"/><Relationship Id="rId94" Type="http://schemas.openxmlformats.org/officeDocument/2006/relationships/customXml" Target="../ink/ink1063.xml"/><Relationship Id="rId99" Type="http://schemas.openxmlformats.org/officeDocument/2006/relationships/customXml" Target="../ink/ink1068.xml"/><Relationship Id="rId101" Type="http://schemas.openxmlformats.org/officeDocument/2006/relationships/customXml" Target="../ink/ink1070.xml"/><Relationship Id="rId122" Type="http://schemas.openxmlformats.org/officeDocument/2006/relationships/customXml" Target="../ink/ink1091.xml"/><Relationship Id="rId4" Type="http://schemas.openxmlformats.org/officeDocument/2006/relationships/image" Target="../media/image22.png"/><Relationship Id="rId9" Type="http://schemas.openxmlformats.org/officeDocument/2006/relationships/customXml" Target="../ink/ink978.xml"/><Relationship Id="rId26" Type="http://schemas.openxmlformats.org/officeDocument/2006/relationships/customXml" Target="../ink/ink99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15.xml"/><Relationship Id="rId21" Type="http://schemas.openxmlformats.org/officeDocument/2006/relationships/customXml" Target="../ink/ink1119.xml"/><Relationship Id="rId42" Type="http://schemas.openxmlformats.org/officeDocument/2006/relationships/customXml" Target="../ink/ink1140.xml"/><Relationship Id="rId63" Type="http://schemas.openxmlformats.org/officeDocument/2006/relationships/customXml" Target="../ink/ink1161.xml"/><Relationship Id="rId84" Type="http://schemas.openxmlformats.org/officeDocument/2006/relationships/customXml" Target="../ink/ink1182.xml"/><Relationship Id="rId138" Type="http://schemas.openxmlformats.org/officeDocument/2006/relationships/customXml" Target="../ink/ink1236.xml"/><Relationship Id="rId159" Type="http://schemas.openxmlformats.org/officeDocument/2006/relationships/customXml" Target="../ink/ink1257.xml"/><Relationship Id="rId170" Type="http://schemas.openxmlformats.org/officeDocument/2006/relationships/customXml" Target="../ink/ink1268.xml"/><Relationship Id="rId191" Type="http://schemas.openxmlformats.org/officeDocument/2006/relationships/customXml" Target="../ink/ink1289.xml"/><Relationship Id="rId205" Type="http://schemas.openxmlformats.org/officeDocument/2006/relationships/customXml" Target="../ink/ink1303.xml"/><Relationship Id="rId226" Type="http://schemas.openxmlformats.org/officeDocument/2006/relationships/customXml" Target="../ink/ink1324.xml"/><Relationship Id="rId247" Type="http://schemas.openxmlformats.org/officeDocument/2006/relationships/customXml" Target="../ink/ink1345.xml"/><Relationship Id="rId107" Type="http://schemas.openxmlformats.org/officeDocument/2006/relationships/customXml" Target="../ink/ink1205.xml"/><Relationship Id="rId11" Type="http://schemas.openxmlformats.org/officeDocument/2006/relationships/customXml" Target="../ink/ink1109.xml"/><Relationship Id="rId32" Type="http://schemas.openxmlformats.org/officeDocument/2006/relationships/customXml" Target="../ink/ink1130.xml"/><Relationship Id="rId53" Type="http://schemas.openxmlformats.org/officeDocument/2006/relationships/customXml" Target="../ink/ink1151.xml"/><Relationship Id="rId74" Type="http://schemas.openxmlformats.org/officeDocument/2006/relationships/customXml" Target="../ink/ink1172.xml"/><Relationship Id="rId128" Type="http://schemas.openxmlformats.org/officeDocument/2006/relationships/customXml" Target="../ink/ink1226.xml"/><Relationship Id="rId149" Type="http://schemas.openxmlformats.org/officeDocument/2006/relationships/customXml" Target="../ink/ink1247.xml"/><Relationship Id="rId5" Type="http://schemas.openxmlformats.org/officeDocument/2006/relationships/customXml" Target="../ink/ink1103.xml"/><Relationship Id="rId95" Type="http://schemas.openxmlformats.org/officeDocument/2006/relationships/customXml" Target="../ink/ink1193.xml"/><Relationship Id="rId160" Type="http://schemas.openxmlformats.org/officeDocument/2006/relationships/customXml" Target="../ink/ink1258.xml"/><Relationship Id="rId181" Type="http://schemas.openxmlformats.org/officeDocument/2006/relationships/customXml" Target="../ink/ink1279.xml"/><Relationship Id="rId216" Type="http://schemas.openxmlformats.org/officeDocument/2006/relationships/customXml" Target="../ink/ink1314.xml"/><Relationship Id="rId237" Type="http://schemas.openxmlformats.org/officeDocument/2006/relationships/customXml" Target="../ink/ink1335.xml"/><Relationship Id="rId22" Type="http://schemas.openxmlformats.org/officeDocument/2006/relationships/customXml" Target="../ink/ink1120.xml"/><Relationship Id="rId43" Type="http://schemas.openxmlformats.org/officeDocument/2006/relationships/customXml" Target="../ink/ink1141.xml"/><Relationship Id="rId64" Type="http://schemas.openxmlformats.org/officeDocument/2006/relationships/customXml" Target="../ink/ink1162.xml"/><Relationship Id="rId118" Type="http://schemas.openxmlformats.org/officeDocument/2006/relationships/customXml" Target="../ink/ink1216.xml"/><Relationship Id="rId139" Type="http://schemas.openxmlformats.org/officeDocument/2006/relationships/customXml" Target="../ink/ink1237.xml"/><Relationship Id="rId85" Type="http://schemas.openxmlformats.org/officeDocument/2006/relationships/customXml" Target="../ink/ink1183.xml"/><Relationship Id="rId150" Type="http://schemas.openxmlformats.org/officeDocument/2006/relationships/customXml" Target="../ink/ink1248.xml"/><Relationship Id="rId171" Type="http://schemas.openxmlformats.org/officeDocument/2006/relationships/customXml" Target="../ink/ink1269.xml"/><Relationship Id="rId192" Type="http://schemas.openxmlformats.org/officeDocument/2006/relationships/customXml" Target="../ink/ink1290.xml"/><Relationship Id="rId206" Type="http://schemas.openxmlformats.org/officeDocument/2006/relationships/customXml" Target="../ink/ink1304.xml"/><Relationship Id="rId227" Type="http://schemas.openxmlformats.org/officeDocument/2006/relationships/customXml" Target="../ink/ink1325.xml"/><Relationship Id="rId248" Type="http://schemas.openxmlformats.org/officeDocument/2006/relationships/customXml" Target="../ink/ink1346.xml"/><Relationship Id="rId12" Type="http://schemas.openxmlformats.org/officeDocument/2006/relationships/customXml" Target="../ink/ink1110.xml"/><Relationship Id="rId33" Type="http://schemas.openxmlformats.org/officeDocument/2006/relationships/customXml" Target="../ink/ink1131.xml"/><Relationship Id="rId108" Type="http://schemas.openxmlformats.org/officeDocument/2006/relationships/customXml" Target="../ink/ink1206.xml"/><Relationship Id="rId129" Type="http://schemas.openxmlformats.org/officeDocument/2006/relationships/customXml" Target="../ink/ink1227.xml"/><Relationship Id="rId54" Type="http://schemas.openxmlformats.org/officeDocument/2006/relationships/customXml" Target="../ink/ink1152.xml"/><Relationship Id="rId75" Type="http://schemas.openxmlformats.org/officeDocument/2006/relationships/customXml" Target="../ink/ink1173.xml"/><Relationship Id="rId96" Type="http://schemas.openxmlformats.org/officeDocument/2006/relationships/customXml" Target="../ink/ink1194.xml"/><Relationship Id="rId140" Type="http://schemas.openxmlformats.org/officeDocument/2006/relationships/customXml" Target="../ink/ink1238.xml"/><Relationship Id="rId161" Type="http://schemas.openxmlformats.org/officeDocument/2006/relationships/customXml" Target="../ink/ink1259.xml"/><Relationship Id="rId182" Type="http://schemas.openxmlformats.org/officeDocument/2006/relationships/customXml" Target="../ink/ink1280.xml"/><Relationship Id="rId217" Type="http://schemas.openxmlformats.org/officeDocument/2006/relationships/customXml" Target="../ink/ink1315.xml"/><Relationship Id="rId6" Type="http://schemas.openxmlformats.org/officeDocument/2006/relationships/customXml" Target="../ink/ink1104.xml"/><Relationship Id="rId238" Type="http://schemas.openxmlformats.org/officeDocument/2006/relationships/customXml" Target="../ink/ink1336.xml"/><Relationship Id="rId23" Type="http://schemas.openxmlformats.org/officeDocument/2006/relationships/customXml" Target="../ink/ink1121.xml"/><Relationship Id="rId119" Type="http://schemas.openxmlformats.org/officeDocument/2006/relationships/customXml" Target="../ink/ink1217.xml"/><Relationship Id="rId44" Type="http://schemas.openxmlformats.org/officeDocument/2006/relationships/customXml" Target="../ink/ink1142.xml"/><Relationship Id="rId65" Type="http://schemas.openxmlformats.org/officeDocument/2006/relationships/customXml" Target="../ink/ink1163.xml"/><Relationship Id="rId86" Type="http://schemas.openxmlformats.org/officeDocument/2006/relationships/customXml" Target="../ink/ink1184.xml"/><Relationship Id="rId130" Type="http://schemas.openxmlformats.org/officeDocument/2006/relationships/customXml" Target="../ink/ink1228.xml"/><Relationship Id="rId151" Type="http://schemas.openxmlformats.org/officeDocument/2006/relationships/customXml" Target="../ink/ink1249.xml"/><Relationship Id="rId172" Type="http://schemas.openxmlformats.org/officeDocument/2006/relationships/customXml" Target="../ink/ink1270.xml"/><Relationship Id="rId193" Type="http://schemas.openxmlformats.org/officeDocument/2006/relationships/customXml" Target="../ink/ink1291.xml"/><Relationship Id="rId207" Type="http://schemas.openxmlformats.org/officeDocument/2006/relationships/customXml" Target="../ink/ink1305.xml"/><Relationship Id="rId228" Type="http://schemas.openxmlformats.org/officeDocument/2006/relationships/customXml" Target="../ink/ink1326.xml"/><Relationship Id="rId249" Type="http://schemas.openxmlformats.org/officeDocument/2006/relationships/customXml" Target="../ink/ink1347.xml"/><Relationship Id="rId13" Type="http://schemas.openxmlformats.org/officeDocument/2006/relationships/customXml" Target="../ink/ink1111.xml"/><Relationship Id="rId109" Type="http://schemas.openxmlformats.org/officeDocument/2006/relationships/customXml" Target="../ink/ink1207.xml"/><Relationship Id="rId34" Type="http://schemas.openxmlformats.org/officeDocument/2006/relationships/customXml" Target="../ink/ink1132.xml"/><Relationship Id="rId55" Type="http://schemas.openxmlformats.org/officeDocument/2006/relationships/customXml" Target="../ink/ink1153.xml"/><Relationship Id="rId76" Type="http://schemas.openxmlformats.org/officeDocument/2006/relationships/customXml" Target="../ink/ink1174.xml"/><Relationship Id="rId97" Type="http://schemas.openxmlformats.org/officeDocument/2006/relationships/customXml" Target="../ink/ink1195.xml"/><Relationship Id="rId120" Type="http://schemas.openxmlformats.org/officeDocument/2006/relationships/customXml" Target="../ink/ink1218.xml"/><Relationship Id="rId141" Type="http://schemas.openxmlformats.org/officeDocument/2006/relationships/customXml" Target="../ink/ink1239.xml"/><Relationship Id="rId7" Type="http://schemas.openxmlformats.org/officeDocument/2006/relationships/customXml" Target="../ink/ink1105.xml"/><Relationship Id="rId162" Type="http://schemas.openxmlformats.org/officeDocument/2006/relationships/customXml" Target="../ink/ink1260.xml"/><Relationship Id="rId183" Type="http://schemas.openxmlformats.org/officeDocument/2006/relationships/customXml" Target="../ink/ink1281.xml"/><Relationship Id="rId218" Type="http://schemas.openxmlformats.org/officeDocument/2006/relationships/customXml" Target="../ink/ink1316.xml"/><Relationship Id="rId239" Type="http://schemas.openxmlformats.org/officeDocument/2006/relationships/customXml" Target="../ink/ink1337.xml"/><Relationship Id="rId250" Type="http://schemas.openxmlformats.org/officeDocument/2006/relationships/customXml" Target="../ink/ink1348.xml"/><Relationship Id="rId24" Type="http://schemas.openxmlformats.org/officeDocument/2006/relationships/customXml" Target="../ink/ink1122.xml"/><Relationship Id="rId45" Type="http://schemas.openxmlformats.org/officeDocument/2006/relationships/customXml" Target="../ink/ink1143.xml"/><Relationship Id="rId66" Type="http://schemas.openxmlformats.org/officeDocument/2006/relationships/customXml" Target="../ink/ink1164.xml"/><Relationship Id="rId87" Type="http://schemas.openxmlformats.org/officeDocument/2006/relationships/customXml" Target="../ink/ink1185.xml"/><Relationship Id="rId110" Type="http://schemas.openxmlformats.org/officeDocument/2006/relationships/customXml" Target="../ink/ink1208.xml"/><Relationship Id="rId131" Type="http://schemas.openxmlformats.org/officeDocument/2006/relationships/customXml" Target="../ink/ink1229.xml"/><Relationship Id="rId152" Type="http://schemas.openxmlformats.org/officeDocument/2006/relationships/customXml" Target="../ink/ink1250.xml"/><Relationship Id="rId173" Type="http://schemas.openxmlformats.org/officeDocument/2006/relationships/customXml" Target="../ink/ink1271.xml"/><Relationship Id="rId194" Type="http://schemas.openxmlformats.org/officeDocument/2006/relationships/customXml" Target="../ink/ink1292.xml"/><Relationship Id="rId208" Type="http://schemas.openxmlformats.org/officeDocument/2006/relationships/customXml" Target="../ink/ink1306.xml"/><Relationship Id="rId229" Type="http://schemas.openxmlformats.org/officeDocument/2006/relationships/customXml" Target="../ink/ink1327.xml"/><Relationship Id="rId240" Type="http://schemas.openxmlformats.org/officeDocument/2006/relationships/customXml" Target="../ink/ink1338.xml"/><Relationship Id="rId14" Type="http://schemas.openxmlformats.org/officeDocument/2006/relationships/customXml" Target="../ink/ink1112.xml"/><Relationship Id="rId35" Type="http://schemas.openxmlformats.org/officeDocument/2006/relationships/customXml" Target="../ink/ink1133.xml"/><Relationship Id="rId56" Type="http://schemas.openxmlformats.org/officeDocument/2006/relationships/customXml" Target="../ink/ink1154.xml"/><Relationship Id="rId77" Type="http://schemas.openxmlformats.org/officeDocument/2006/relationships/customXml" Target="../ink/ink1175.xml"/><Relationship Id="rId100" Type="http://schemas.openxmlformats.org/officeDocument/2006/relationships/customXml" Target="../ink/ink1198.xml"/><Relationship Id="rId8" Type="http://schemas.openxmlformats.org/officeDocument/2006/relationships/customXml" Target="../ink/ink1106.xml"/><Relationship Id="rId98" Type="http://schemas.openxmlformats.org/officeDocument/2006/relationships/customXml" Target="../ink/ink1196.xml"/><Relationship Id="rId121" Type="http://schemas.openxmlformats.org/officeDocument/2006/relationships/customXml" Target="../ink/ink1219.xml"/><Relationship Id="rId142" Type="http://schemas.openxmlformats.org/officeDocument/2006/relationships/customXml" Target="../ink/ink1240.xml"/><Relationship Id="rId163" Type="http://schemas.openxmlformats.org/officeDocument/2006/relationships/customXml" Target="../ink/ink1261.xml"/><Relationship Id="rId184" Type="http://schemas.openxmlformats.org/officeDocument/2006/relationships/customXml" Target="../ink/ink1282.xml"/><Relationship Id="rId219" Type="http://schemas.openxmlformats.org/officeDocument/2006/relationships/customXml" Target="../ink/ink1317.xml"/><Relationship Id="rId230" Type="http://schemas.openxmlformats.org/officeDocument/2006/relationships/customXml" Target="../ink/ink1328.xml"/><Relationship Id="rId251" Type="http://schemas.openxmlformats.org/officeDocument/2006/relationships/customXml" Target="../ink/ink1349.xml"/><Relationship Id="rId25" Type="http://schemas.openxmlformats.org/officeDocument/2006/relationships/customXml" Target="../ink/ink1123.xml"/><Relationship Id="rId46" Type="http://schemas.openxmlformats.org/officeDocument/2006/relationships/customXml" Target="../ink/ink1144.xml"/><Relationship Id="rId67" Type="http://schemas.openxmlformats.org/officeDocument/2006/relationships/customXml" Target="../ink/ink1165.xml"/><Relationship Id="rId88" Type="http://schemas.openxmlformats.org/officeDocument/2006/relationships/customXml" Target="../ink/ink1186.xml"/><Relationship Id="rId111" Type="http://schemas.openxmlformats.org/officeDocument/2006/relationships/customXml" Target="../ink/ink1209.xml"/><Relationship Id="rId132" Type="http://schemas.openxmlformats.org/officeDocument/2006/relationships/customXml" Target="../ink/ink1230.xml"/><Relationship Id="rId153" Type="http://schemas.openxmlformats.org/officeDocument/2006/relationships/customXml" Target="../ink/ink1251.xml"/><Relationship Id="rId174" Type="http://schemas.openxmlformats.org/officeDocument/2006/relationships/customXml" Target="../ink/ink1272.xml"/><Relationship Id="rId195" Type="http://schemas.openxmlformats.org/officeDocument/2006/relationships/customXml" Target="../ink/ink1293.xml"/><Relationship Id="rId209" Type="http://schemas.openxmlformats.org/officeDocument/2006/relationships/customXml" Target="../ink/ink1307.xml"/><Relationship Id="rId220" Type="http://schemas.openxmlformats.org/officeDocument/2006/relationships/customXml" Target="../ink/ink1318.xml"/><Relationship Id="rId241" Type="http://schemas.openxmlformats.org/officeDocument/2006/relationships/customXml" Target="../ink/ink1339.xml"/><Relationship Id="rId15" Type="http://schemas.openxmlformats.org/officeDocument/2006/relationships/customXml" Target="../ink/ink1113.xml"/><Relationship Id="rId36" Type="http://schemas.openxmlformats.org/officeDocument/2006/relationships/customXml" Target="../ink/ink1134.xml"/><Relationship Id="rId57" Type="http://schemas.openxmlformats.org/officeDocument/2006/relationships/customXml" Target="../ink/ink1155.xml"/><Relationship Id="rId78" Type="http://schemas.openxmlformats.org/officeDocument/2006/relationships/customXml" Target="../ink/ink1176.xml"/><Relationship Id="rId99" Type="http://schemas.openxmlformats.org/officeDocument/2006/relationships/customXml" Target="../ink/ink1197.xml"/><Relationship Id="rId101" Type="http://schemas.openxmlformats.org/officeDocument/2006/relationships/customXml" Target="../ink/ink1199.xml"/><Relationship Id="rId122" Type="http://schemas.openxmlformats.org/officeDocument/2006/relationships/customXml" Target="../ink/ink1220.xml"/><Relationship Id="rId143" Type="http://schemas.openxmlformats.org/officeDocument/2006/relationships/customXml" Target="../ink/ink1241.xml"/><Relationship Id="rId164" Type="http://schemas.openxmlformats.org/officeDocument/2006/relationships/customXml" Target="../ink/ink1262.xml"/><Relationship Id="rId185" Type="http://schemas.openxmlformats.org/officeDocument/2006/relationships/customXml" Target="../ink/ink1283.xml"/><Relationship Id="rId4" Type="http://schemas.openxmlformats.org/officeDocument/2006/relationships/customXml" Target="../ink/ink1102.xml"/><Relationship Id="rId9" Type="http://schemas.openxmlformats.org/officeDocument/2006/relationships/customXml" Target="../ink/ink1107.xml"/><Relationship Id="rId180" Type="http://schemas.openxmlformats.org/officeDocument/2006/relationships/customXml" Target="../ink/ink1278.xml"/><Relationship Id="rId210" Type="http://schemas.openxmlformats.org/officeDocument/2006/relationships/customXml" Target="../ink/ink1308.xml"/><Relationship Id="rId215" Type="http://schemas.openxmlformats.org/officeDocument/2006/relationships/customXml" Target="../ink/ink1313.xml"/><Relationship Id="rId236" Type="http://schemas.openxmlformats.org/officeDocument/2006/relationships/customXml" Target="../ink/ink1334.xml"/><Relationship Id="rId26" Type="http://schemas.openxmlformats.org/officeDocument/2006/relationships/customXml" Target="../ink/ink1124.xml"/><Relationship Id="rId231" Type="http://schemas.openxmlformats.org/officeDocument/2006/relationships/customXml" Target="../ink/ink1329.xml"/><Relationship Id="rId47" Type="http://schemas.openxmlformats.org/officeDocument/2006/relationships/customXml" Target="../ink/ink1145.xml"/><Relationship Id="rId68" Type="http://schemas.openxmlformats.org/officeDocument/2006/relationships/customXml" Target="../ink/ink1166.xml"/><Relationship Id="rId89" Type="http://schemas.openxmlformats.org/officeDocument/2006/relationships/customXml" Target="../ink/ink1187.xml"/><Relationship Id="rId112" Type="http://schemas.openxmlformats.org/officeDocument/2006/relationships/customXml" Target="../ink/ink1210.xml"/><Relationship Id="rId133" Type="http://schemas.openxmlformats.org/officeDocument/2006/relationships/customXml" Target="../ink/ink1231.xml"/><Relationship Id="rId154" Type="http://schemas.openxmlformats.org/officeDocument/2006/relationships/customXml" Target="../ink/ink1252.xml"/><Relationship Id="rId175" Type="http://schemas.openxmlformats.org/officeDocument/2006/relationships/customXml" Target="../ink/ink1273.xml"/><Relationship Id="rId196" Type="http://schemas.openxmlformats.org/officeDocument/2006/relationships/customXml" Target="../ink/ink1294.xml"/><Relationship Id="rId200" Type="http://schemas.openxmlformats.org/officeDocument/2006/relationships/customXml" Target="../ink/ink1298.xml"/><Relationship Id="rId16" Type="http://schemas.openxmlformats.org/officeDocument/2006/relationships/customXml" Target="../ink/ink1114.xml"/><Relationship Id="rId221" Type="http://schemas.openxmlformats.org/officeDocument/2006/relationships/customXml" Target="../ink/ink1319.xml"/><Relationship Id="rId242" Type="http://schemas.openxmlformats.org/officeDocument/2006/relationships/customXml" Target="../ink/ink1340.xml"/><Relationship Id="rId37" Type="http://schemas.openxmlformats.org/officeDocument/2006/relationships/customXml" Target="../ink/ink1135.xml"/><Relationship Id="rId58" Type="http://schemas.openxmlformats.org/officeDocument/2006/relationships/customXml" Target="../ink/ink1156.xml"/><Relationship Id="rId79" Type="http://schemas.openxmlformats.org/officeDocument/2006/relationships/customXml" Target="../ink/ink1177.xml"/><Relationship Id="rId102" Type="http://schemas.openxmlformats.org/officeDocument/2006/relationships/customXml" Target="../ink/ink1200.xml"/><Relationship Id="rId123" Type="http://schemas.openxmlformats.org/officeDocument/2006/relationships/customXml" Target="../ink/ink1221.xml"/><Relationship Id="rId144" Type="http://schemas.openxmlformats.org/officeDocument/2006/relationships/customXml" Target="../ink/ink1242.xml"/><Relationship Id="rId90" Type="http://schemas.openxmlformats.org/officeDocument/2006/relationships/customXml" Target="../ink/ink1188.xml"/><Relationship Id="rId165" Type="http://schemas.openxmlformats.org/officeDocument/2006/relationships/customXml" Target="../ink/ink1263.xml"/><Relationship Id="rId186" Type="http://schemas.openxmlformats.org/officeDocument/2006/relationships/customXml" Target="../ink/ink1284.xml"/><Relationship Id="rId211" Type="http://schemas.openxmlformats.org/officeDocument/2006/relationships/customXml" Target="../ink/ink1309.xml"/><Relationship Id="rId232" Type="http://schemas.openxmlformats.org/officeDocument/2006/relationships/customXml" Target="../ink/ink1330.xml"/><Relationship Id="rId27" Type="http://schemas.openxmlformats.org/officeDocument/2006/relationships/customXml" Target="../ink/ink1125.xml"/><Relationship Id="rId48" Type="http://schemas.openxmlformats.org/officeDocument/2006/relationships/customXml" Target="../ink/ink1146.xml"/><Relationship Id="rId69" Type="http://schemas.openxmlformats.org/officeDocument/2006/relationships/customXml" Target="../ink/ink1167.xml"/><Relationship Id="rId113" Type="http://schemas.openxmlformats.org/officeDocument/2006/relationships/customXml" Target="../ink/ink1211.xml"/><Relationship Id="rId134" Type="http://schemas.openxmlformats.org/officeDocument/2006/relationships/customXml" Target="../ink/ink1232.xml"/><Relationship Id="rId80" Type="http://schemas.openxmlformats.org/officeDocument/2006/relationships/customXml" Target="../ink/ink1178.xml"/><Relationship Id="rId155" Type="http://schemas.openxmlformats.org/officeDocument/2006/relationships/customXml" Target="../ink/ink1253.xml"/><Relationship Id="rId176" Type="http://schemas.openxmlformats.org/officeDocument/2006/relationships/customXml" Target="../ink/ink1274.xml"/><Relationship Id="rId197" Type="http://schemas.openxmlformats.org/officeDocument/2006/relationships/customXml" Target="../ink/ink1295.xml"/><Relationship Id="rId201" Type="http://schemas.openxmlformats.org/officeDocument/2006/relationships/customXml" Target="../ink/ink1299.xml"/><Relationship Id="rId222" Type="http://schemas.openxmlformats.org/officeDocument/2006/relationships/customXml" Target="../ink/ink1320.xml"/><Relationship Id="rId243" Type="http://schemas.openxmlformats.org/officeDocument/2006/relationships/customXml" Target="../ink/ink1341.xml"/><Relationship Id="rId17" Type="http://schemas.openxmlformats.org/officeDocument/2006/relationships/customXml" Target="../ink/ink1115.xml"/><Relationship Id="rId38" Type="http://schemas.openxmlformats.org/officeDocument/2006/relationships/customXml" Target="../ink/ink1136.xml"/><Relationship Id="rId59" Type="http://schemas.openxmlformats.org/officeDocument/2006/relationships/customXml" Target="../ink/ink1157.xml"/><Relationship Id="rId103" Type="http://schemas.openxmlformats.org/officeDocument/2006/relationships/customXml" Target="../ink/ink1201.xml"/><Relationship Id="rId124" Type="http://schemas.openxmlformats.org/officeDocument/2006/relationships/customXml" Target="../ink/ink1222.xml"/><Relationship Id="rId70" Type="http://schemas.openxmlformats.org/officeDocument/2006/relationships/customXml" Target="../ink/ink1168.xml"/><Relationship Id="rId91" Type="http://schemas.openxmlformats.org/officeDocument/2006/relationships/customXml" Target="../ink/ink1189.xml"/><Relationship Id="rId145" Type="http://schemas.openxmlformats.org/officeDocument/2006/relationships/customXml" Target="../ink/ink1243.xml"/><Relationship Id="rId166" Type="http://schemas.openxmlformats.org/officeDocument/2006/relationships/customXml" Target="../ink/ink1264.xml"/><Relationship Id="rId187" Type="http://schemas.openxmlformats.org/officeDocument/2006/relationships/customXml" Target="../ink/ink1285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10.xml"/><Relationship Id="rId233" Type="http://schemas.openxmlformats.org/officeDocument/2006/relationships/customXml" Target="../ink/ink1331.xml"/><Relationship Id="rId28" Type="http://schemas.openxmlformats.org/officeDocument/2006/relationships/customXml" Target="../ink/ink1126.xml"/><Relationship Id="rId49" Type="http://schemas.openxmlformats.org/officeDocument/2006/relationships/customXml" Target="../ink/ink1147.xml"/><Relationship Id="rId114" Type="http://schemas.openxmlformats.org/officeDocument/2006/relationships/customXml" Target="../ink/ink1212.xml"/><Relationship Id="rId60" Type="http://schemas.openxmlformats.org/officeDocument/2006/relationships/customXml" Target="../ink/ink1158.xml"/><Relationship Id="rId81" Type="http://schemas.openxmlformats.org/officeDocument/2006/relationships/customXml" Target="../ink/ink1179.xml"/><Relationship Id="rId135" Type="http://schemas.openxmlformats.org/officeDocument/2006/relationships/customXml" Target="../ink/ink1233.xml"/><Relationship Id="rId156" Type="http://schemas.openxmlformats.org/officeDocument/2006/relationships/customXml" Target="../ink/ink1254.xml"/><Relationship Id="rId177" Type="http://schemas.openxmlformats.org/officeDocument/2006/relationships/customXml" Target="../ink/ink1275.xml"/><Relationship Id="rId198" Type="http://schemas.openxmlformats.org/officeDocument/2006/relationships/customXml" Target="../ink/ink1296.xml"/><Relationship Id="rId202" Type="http://schemas.openxmlformats.org/officeDocument/2006/relationships/customXml" Target="../ink/ink1300.xml"/><Relationship Id="rId223" Type="http://schemas.openxmlformats.org/officeDocument/2006/relationships/customXml" Target="../ink/ink1321.xml"/><Relationship Id="rId244" Type="http://schemas.openxmlformats.org/officeDocument/2006/relationships/customXml" Target="../ink/ink1342.xml"/><Relationship Id="rId18" Type="http://schemas.openxmlformats.org/officeDocument/2006/relationships/customXml" Target="../ink/ink1116.xml"/><Relationship Id="rId39" Type="http://schemas.openxmlformats.org/officeDocument/2006/relationships/customXml" Target="../ink/ink1137.xml"/><Relationship Id="rId50" Type="http://schemas.openxmlformats.org/officeDocument/2006/relationships/customXml" Target="../ink/ink1148.xml"/><Relationship Id="rId104" Type="http://schemas.openxmlformats.org/officeDocument/2006/relationships/customXml" Target="../ink/ink1202.xml"/><Relationship Id="rId125" Type="http://schemas.openxmlformats.org/officeDocument/2006/relationships/customXml" Target="../ink/ink1223.xml"/><Relationship Id="rId146" Type="http://schemas.openxmlformats.org/officeDocument/2006/relationships/customXml" Target="../ink/ink1244.xml"/><Relationship Id="rId167" Type="http://schemas.openxmlformats.org/officeDocument/2006/relationships/customXml" Target="../ink/ink1265.xml"/><Relationship Id="rId188" Type="http://schemas.openxmlformats.org/officeDocument/2006/relationships/customXml" Target="../ink/ink1286.xml"/><Relationship Id="rId71" Type="http://schemas.openxmlformats.org/officeDocument/2006/relationships/customXml" Target="../ink/ink1169.xml"/><Relationship Id="rId92" Type="http://schemas.openxmlformats.org/officeDocument/2006/relationships/customXml" Target="../ink/ink1190.xml"/><Relationship Id="rId213" Type="http://schemas.openxmlformats.org/officeDocument/2006/relationships/customXml" Target="../ink/ink1311.xml"/><Relationship Id="rId234" Type="http://schemas.openxmlformats.org/officeDocument/2006/relationships/customXml" Target="../ink/ink1332.xml"/><Relationship Id="rId2" Type="http://schemas.openxmlformats.org/officeDocument/2006/relationships/customXml" Target="../ink/ink1100.xml"/><Relationship Id="rId29" Type="http://schemas.openxmlformats.org/officeDocument/2006/relationships/customXml" Target="../ink/ink1127.xml"/><Relationship Id="rId40" Type="http://schemas.openxmlformats.org/officeDocument/2006/relationships/customXml" Target="../ink/ink1138.xml"/><Relationship Id="rId115" Type="http://schemas.openxmlformats.org/officeDocument/2006/relationships/customXml" Target="../ink/ink1213.xml"/><Relationship Id="rId136" Type="http://schemas.openxmlformats.org/officeDocument/2006/relationships/customXml" Target="../ink/ink1234.xml"/><Relationship Id="rId157" Type="http://schemas.openxmlformats.org/officeDocument/2006/relationships/customXml" Target="../ink/ink1255.xml"/><Relationship Id="rId178" Type="http://schemas.openxmlformats.org/officeDocument/2006/relationships/customXml" Target="../ink/ink1276.xml"/><Relationship Id="rId61" Type="http://schemas.openxmlformats.org/officeDocument/2006/relationships/customXml" Target="../ink/ink1159.xml"/><Relationship Id="rId82" Type="http://schemas.openxmlformats.org/officeDocument/2006/relationships/customXml" Target="../ink/ink1180.xml"/><Relationship Id="rId199" Type="http://schemas.openxmlformats.org/officeDocument/2006/relationships/customXml" Target="../ink/ink1297.xml"/><Relationship Id="rId203" Type="http://schemas.openxmlformats.org/officeDocument/2006/relationships/customXml" Target="../ink/ink1301.xml"/><Relationship Id="rId19" Type="http://schemas.openxmlformats.org/officeDocument/2006/relationships/customXml" Target="../ink/ink1117.xml"/><Relationship Id="rId224" Type="http://schemas.openxmlformats.org/officeDocument/2006/relationships/customXml" Target="../ink/ink1322.xml"/><Relationship Id="rId245" Type="http://schemas.openxmlformats.org/officeDocument/2006/relationships/customXml" Target="../ink/ink1343.xml"/><Relationship Id="rId30" Type="http://schemas.openxmlformats.org/officeDocument/2006/relationships/customXml" Target="../ink/ink1128.xml"/><Relationship Id="rId105" Type="http://schemas.openxmlformats.org/officeDocument/2006/relationships/customXml" Target="../ink/ink1203.xml"/><Relationship Id="rId126" Type="http://schemas.openxmlformats.org/officeDocument/2006/relationships/customXml" Target="../ink/ink1224.xml"/><Relationship Id="rId147" Type="http://schemas.openxmlformats.org/officeDocument/2006/relationships/customXml" Target="../ink/ink1245.xml"/><Relationship Id="rId168" Type="http://schemas.openxmlformats.org/officeDocument/2006/relationships/customXml" Target="../ink/ink1266.xml"/><Relationship Id="rId51" Type="http://schemas.openxmlformats.org/officeDocument/2006/relationships/customXml" Target="../ink/ink1149.xml"/><Relationship Id="rId72" Type="http://schemas.openxmlformats.org/officeDocument/2006/relationships/customXml" Target="../ink/ink1170.xml"/><Relationship Id="rId93" Type="http://schemas.openxmlformats.org/officeDocument/2006/relationships/customXml" Target="../ink/ink1191.xml"/><Relationship Id="rId189" Type="http://schemas.openxmlformats.org/officeDocument/2006/relationships/customXml" Target="../ink/ink1287.xml"/><Relationship Id="rId3" Type="http://schemas.openxmlformats.org/officeDocument/2006/relationships/customXml" Target="../ink/ink1101.xml"/><Relationship Id="rId214" Type="http://schemas.openxmlformats.org/officeDocument/2006/relationships/customXml" Target="../ink/ink1312.xml"/><Relationship Id="rId235" Type="http://schemas.openxmlformats.org/officeDocument/2006/relationships/customXml" Target="../ink/ink1333.xml"/><Relationship Id="rId116" Type="http://schemas.openxmlformats.org/officeDocument/2006/relationships/customXml" Target="../ink/ink1214.xml"/><Relationship Id="rId137" Type="http://schemas.openxmlformats.org/officeDocument/2006/relationships/customXml" Target="../ink/ink1235.xml"/><Relationship Id="rId158" Type="http://schemas.openxmlformats.org/officeDocument/2006/relationships/customXml" Target="../ink/ink1256.xml"/><Relationship Id="rId20" Type="http://schemas.openxmlformats.org/officeDocument/2006/relationships/customXml" Target="../ink/ink1118.xml"/><Relationship Id="rId41" Type="http://schemas.openxmlformats.org/officeDocument/2006/relationships/customXml" Target="../ink/ink1139.xml"/><Relationship Id="rId62" Type="http://schemas.openxmlformats.org/officeDocument/2006/relationships/customXml" Target="../ink/ink1160.xml"/><Relationship Id="rId83" Type="http://schemas.openxmlformats.org/officeDocument/2006/relationships/customXml" Target="../ink/ink1181.xml"/><Relationship Id="rId179" Type="http://schemas.openxmlformats.org/officeDocument/2006/relationships/customXml" Target="../ink/ink1277.xml"/><Relationship Id="rId190" Type="http://schemas.openxmlformats.org/officeDocument/2006/relationships/customXml" Target="../ink/ink1288.xml"/><Relationship Id="rId204" Type="http://schemas.openxmlformats.org/officeDocument/2006/relationships/customXml" Target="../ink/ink1302.xml"/><Relationship Id="rId225" Type="http://schemas.openxmlformats.org/officeDocument/2006/relationships/customXml" Target="../ink/ink1323.xml"/><Relationship Id="rId246" Type="http://schemas.openxmlformats.org/officeDocument/2006/relationships/customXml" Target="../ink/ink1344.xml"/><Relationship Id="rId106" Type="http://schemas.openxmlformats.org/officeDocument/2006/relationships/customXml" Target="../ink/ink1204.xml"/><Relationship Id="rId127" Type="http://schemas.openxmlformats.org/officeDocument/2006/relationships/customXml" Target="../ink/ink1225.xml"/><Relationship Id="rId10" Type="http://schemas.openxmlformats.org/officeDocument/2006/relationships/customXml" Target="../ink/ink1108.xml"/><Relationship Id="rId31" Type="http://schemas.openxmlformats.org/officeDocument/2006/relationships/customXml" Target="../ink/ink1129.xml"/><Relationship Id="rId52" Type="http://schemas.openxmlformats.org/officeDocument/2006/relationships/customXml" Target="../ink/ink1150.xml"/><Relationship Id="rId73" Type="http://schemas.openxmlformats.org/officeDocument/2006/relationships/customXml" Target="../ink/ink1171.xml"/><Relationship Id="rId94" Type="http://schemas.openxmlformats.org/officeDocument/2006/relationships/customXml" Target="../ink/ink1192.xml"/><Relationship Id="rId148" Type="http://schemas.openxmlformats.org/officeDocument/2006/relationships/customXml" Target="../ink/ink1246.xml"/><Relationship Id="rId169" Type="http://schemas.openxmlformats.org/officeDocument/2006/relationships/customXml" Target="../ink/ink126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63.xml"/><Relationship Id="rId21" Type="http://schemas.openxmlformats.org/officeDocument/2006/relationships/customXml" Target="../ink/ink1367.xml"/><Relationship Id="rId42" Type="http://schemas.openxmlformats.org/officeDocument/2006/relationships/customXml" Target="../ink/ink1388.xml"/><Relationship Id="rId63" Type="http://schemas.openxmlformats.org/officeDocument/2006/relationships/customXml" Target="../ink/ink1409.xml"/><Relationship Id="rId84" Type="http://schemas.openxmlformats.org/officeDocument/2006/relationships/customXml" Target="../ink/ink1430.xml"/><Relationship Id="rId138" Type="http://schemas.openxmlformats.org/officeDocument/2006/relationships/customXml" Target="../ink/ink1484.xml"/><Relationship Id="rId159" Type="http://schemas.openxmlformats.org/officeDocument/2006/relationships/customXml" Target="../ink/ink1505.xml"/><Relationship Id="rId170" Type="http://schemas.openxmlformats.org/officeDocument/2006/relationships/customXml" Target="../ink/ink1516.xml"/><Relationship Id="rId107" Type="http://schemas.openxmlformats.org/officeDocument/2006/relationships/customXml" Target="../ink/ink1453.xml"/><Relationship Id="rId11" Type="http://schemas.openxmlformats.org/officeDocument/2006/relationships/customXml" Target="../ink/ink1357.xml"/><Relationship Id="rId32" Type="http://schemas.openxmlformats.org/officeDocument/2006/relationships/customXml" Target="../ink/ink1378.xml"/><Relationship Id="rId53" Type="http://schemas.openxmlformats.org/officeDocument/2006/relationships/customXml" Target="../ink/ink1399.xml"/><Relationship Id="rId74" Type="http://schemas.openxmlformats.org/officeDocument/2006/relationships/customXml" Target="../ink/ink1420.xml"/><Relationship Id="rId128" Type="http://schemas.openxmlformats.org/officeDocument/2006/relationships/customXml" Target="../ink/ink1474.xml"/><Relationship Id="rId149" Type="http://schemas.openxmlformats.org/officeDocument/2006/relationships/customXml" Target="../ink/ink1495.xml"/><Relationship Id="rId5" Type="http://schemas.openxmlformats.org/officeDocument/2006/relationships/customXml" Target="../ink/ink1351.xml"/><Relationship Id="rId95" Type="http://schemas.openxmlformats.org/officeDocument/2006/relationships/customXml" Target="../ink/ink1441.xml"/><Relationship Id="rId160" Type="http://schemas.openxmlformats.org/officeDocument/2006/relationships/customXml" Target="../ink/ink1506.xml"/><Relationship Id="rId181" Type="http://schemas.openxmlformats.org/officeDocument/2006/relationships/customXml" Target="../ink/ink1527.xml"/><Relationship Id="rId22" Type="http://schemas.openxmlformats.org/officeDocument/2006/relationships/customXml" Target="../ink/ink1368.xml"/><Relationship Id="rId43" Type="http://schemas.openxmlformats.org/officeDocument/2006/relationships/customXml" Target="../ink/ink1389.xml"/><Relationship Id="rId64" Type="http://schemas.openxmlformats.org/officeDocument/2006/relationships/customXml" Target="../ink/ink1410.xml"/><Relationship Id="rId118" Type="http://schemas.openxmlformats.org/officeDocument/2006/relationships/customXml" Target="../ink/ink1464.xml"/><Relationship Id="rId139" Type="http://schemas.openxmlformats.org/officeDocument/2006/relationships/customXml" Target="../ink/ink1485.xml"/><Relationship Id="rId85" Type="http://schemas.openxmlformats.org/officeDocument/2006/relationships/customXml" Target="../ink/ink1431.xml"/><Relationship Id="rId150" Type="http://schemas.openxmlformats.org/officeDocument/2006/relationships/customXml" Target="../ink/ink1496.xml"/><Relationship Id="rId171" Type="http://schemas.openxmlformats.org/officeDocument/2006/relationships/customXml" Target="../ink/ink1517.xml"/><Relationship Id="rId12" Type="http://schemas.openxmlformats.org/officeDocument/2006/relationships/customXml" Target="../ink/ink1358.xml"/><Relationship Id="rId33" Type="http://schemas.openxmlformats.org/officeDocument/2006/relationships/customXml" Target="../ink/ink1379.xml"/><Relationship Id="rId108" Type="http://schemas.openxmlformats.org/officeDocument/2006/relationships/customXml" Target="../ink/ink1454.xml"/><Relationship Id="rId129" Type="http://schemas.openxmlformats.org/officeDocument/2006/relationships/customXml" Target="../ink/ink1475.xml"/><Relationship Id="rId54" Type="http://schemas.openxmlformats.org/officeDocument/2006/relationships/customXml" Target="../ink/ink1400.xml"/><Relationship Id="rId75" Type="http://schemas.openxmlformats.org/officeDocument/2006/relationships/customXml" Target="../ink/ink1421.xml"/><Relationship Id="rId96" Type="http://schemas.openxmlformats.org/officeDocument/2006/relationships/customXml" Target="../ink/ink1442.xml"/><Relationship Id="rId140" Type="http://schemas.openxmlformats.org/officeDocument/2006/relationships/customXml" Target="../ink/ink1486.xml"/><Relationship Id="rId161" Type="http://schemas.openxmlformats.org/officeDocument/2006/relationships/customXml" Target="../ink/ink1507.xml"/><Relationship Id="rId182" Type="http://schemas.openxmlformats.org/officeDocument/2006/relationships/customXml" Target="../ink/ink1528.xml"/><Relationship Id="rId6" Type="http://schemas.openxmlformats.org/officeDocument/2006/relationships/customXml" Target="../ink/ink1352.xml"/><Relationship Id="rId23" Type="http://schemas.openxmlformats.org/officeDocument/2006/relationships/customXml" Target="../ink/ink1369.xml"/><Relationship Id="rId119" Type="http://schemas.openxmlformats.org/officeDocument/2006/relationships/customXml" Target="../ink/ink1465.xml"/><Relationship Id="rId44" Type="http://schemas.openxmlformats.org/officeDocument/2006/relationships/customXml" Target="../ink/ink1390.xml"/><Relationship Id="rId65" Type="http://schemas.openxmlformats.org/officeDocument/2006/relationships/customXml" Target="../ink/ink1411.xml"/><Relationship Id="rId86" Type="http://schemas.openxmlformats.org/officeDocument/2006/relationships/customXml" Target="../ink/ink1432.xml"/><Relationship Id="rId130" Type="http://schemas.openxmlformats.org/officeDocument/2006/relationships/customXml" Target="../ink/ink1476.xml"/><Relationship Id="rId151" Type="http://schemas.openxmlformats.org/officeDocument/2006/relationships/customXml" Target="../ink/ink1497.xml"/><Relationship Id="rId172" Type="http://schemas.openxmlformats.org/officeDocument/2006/relationships/customXml" Target="../ink/ink1518.xml"/><Relationship Id="rId13" Type="http://schemas.openxmlformats.org/officeDocument/2006/relationships/customXml" Target="../ink/ink1359.xml"/><Relationship Id="rId18" Type="http://schemas.openxmlformats.org/officeDocument/2006/relationships/customXml" Target="../ink/ink1364.xml"/><Relationship Id="rId39" Type="http://schemas.openxmlformats.org/officeDocument/2006/relationships/customXml" Target="../ink/ink1385.xml"/><Relationship Id="rId109" Type="http://schemas.openxmlformats.org/officeDocument/2006/relationships/customXml" Target="../ink/ink1455.xml"/><Relationship Id="rId34" Type="http://schemas.openxmlformats.org/officeDocument/2006/relationships/customXml" Target="../ink/ink1380.xml"/><Relationship Id="rId50" Type="http://schemas.openxmlformats.org/officeDocument/2006/relationships/customXml" Target="../ink/ink1396.xml"/><Relationship Id="rId55" Type="http://schemas.openxmlformats.org/officeDocument/2006/relationships/customXml" Target="../ink/ink1401.xml"/><Relationship Id="rId76" Type="http://schemas.openxmlformats.org/officeDocument/2006/relationships/customXml" Target="../ink/ink1422.xml"/><Relationship Id="rId97" Type="http://schemas.openxmlformats.org/officeDocument/2006/relationships/customXml" Target="../ink/ink1443.xml"/><Relationship Id="rId104" Type="http://schemas.openxmlformats.org/officeDocument/2006/relationships/customXml" Target="../ink/ink1450.xml"/><Relationship Id="rId120" Type="http://schemas.openxmlformats.org/officeDocument/2006/relationships/customXml" Target="../ink/ink1466.xml"/><Relationship Id="rId125" Type="http://schemas.openxmlformats.org/officeDocument/2006/relationships/customXml" Target="../ink/ink1471.xml"/><Relationship Id="rId141" Type="http://schemas.openxmlformats.org/officeDocument/2006/relationships/customXml" Target="../ink/ink1487.xml"/><Relationship Id="rId146" Type="http://schemas.openxmlformats.org/officeDocument/2006/relationships/customXml" Target="../ink/ink1492.xml"/><Relationship Id="rId167" Type="http://schemas.openxmlformats.org/officeDocument/2006/relationships/customXml" Target="../ink/ink1513.xml"/><Relationship Id="rId7" Type="http://schemas.openxmlformats.org/officeDocument/2006/relationships/customXml" Target="../ink/ink1353.xml"/><Relationship Id="rId71" Type="http://schemas.openxmlformats.org/officeDocument/2006/relationships/customXml" Target="../ink/ink1417.xml"/><Relationship Id="rId92" Type="http://schemas.openxmlformats.org/officeDocument/2006/relationships/customXml" Target="../ink/ink1438.xml"/><Relationship Id="rId162" Type="http://schemas.openxmlformats.org/officeDocument/2006/relationships/customXml" Target="../ink/ink1508.xml"/><Relationship Id="rId183" Type="http://schemas.openxmlformats.org/officeDocument/2006/relationships/customXml" Target="../ink/ink1529.xml"/><Relationship Id="rId2" Type="http://schemas.openxmlformats.org/officeDocument/2006/relationships/image" Target="../media/image25.emf"/><Relationship Id="rId29" Type="http://schemas.openxmlformats.org/officeDocument/2006/relationships/customXml" Target="../ink/ink1375.xml"/><Relationship Id="rId24" Type="http://schemas.openxmlformats.org/officeDocument/2006/relationships/customXml" Target="../ink/ink1370.xml"/><Relationship Id="rId40" Type="http://schemas.openxmlformats.org/officeDocument/2006/relationships/customXml" Target="../ink/ink1386.xml"/><Relationship Id="rId45" Type="http://schemas.openxmlformats.org/officeDocument/2006/relationships/customXml" Target="../ink/ink1391.xml"/><Relationship Id="rId66" Type="http://schemas.openxmlformats.org/officeDocument/2006/relationships/customXml" Target="../ink/ink1412.xml"/><Relationship Id="rId87" Type="http://schemas.openxmlformats.org/officeDocument/2006/relationships/customXml" Target="../ink/ink1433.xml"/><Relationship Id="rId110" Type="http://schemas.openxmlformats.org/officeDocument/2006/relationships/customXml" Target="../ink/ink1456.xml"/><Relationship Id="rId115" Type="http://schemas.openxmlformats.org/officeDocument/2006/relationships/customXml" Target="../ink/ink1461.xml"/><Relationship Id="rId131" Type="http://schemas.openxmlformats.org/officeDocument/2006/relationships/customXml" Target="../ink/ink1477.xml"/><Relationship Id="rId136" Type="http://schemas.openxmlformats.org/officeDocument/2006/relationships/customXml" Target="../ink/ink1482.xml"/><Relationship Id="rId157" Type="http://schemas.openxmlformats.org/officeDocument/2006/relationships/customXml" Target="../ink/ink1503.xml"/><Relationship Id="rId178" Type="http://schemas.openxmlformats.org/officeDocument/2006/relationships/customXml" Target="../ink/ink1524.xml"/><Relationship Id="rId61" Type="http://schemas.openxmlformats.org/officeDocument/2006/relationships/customXml" Target="../ink/ink1407.xml"/><Relationship Id="rId82" Type="http://schemas.openxmlformats.org/officeDocument/2006/relationships/customXml" Target="../ink/ink1428.xml"/><Relationship Id="rId152" Type="http://schemas.openxmlformats.org/officeDocument/2006/relationships/customXml" Target="../ink/ink1498.xml"/><Relationship Id="rId173" Type="http://schemas.openxmlformats.org/officeDocument/2006/relationships/customXml" Target="../ink/ink1519.xml"/><Relationship Id="rId19" Type="http://schemas.openxmlformats.org/officeDocument/2006/relationships/customXml" Target="../ink/ink1365.xml"/><Relationship Id="rId14" Type="http://schemas.openxmlformats.org/officeDocument/2006/relationships/customXml" Target="../ink/ink1360.xml"/><Relationship Id="rId30" Type="http://schemas.openxmlformats.org/officeDocument/2006/relationships/customXml" Target="../ink/ink1376.xml"/><Relationship Id="rId35" Type="http://schemas.openxmlformats.org/officeDocument/2006/relationships/customXml" Target="../ink/ink1381.xml"/><Relationship Id="rId56" Type="http://schemas.openxmlformats.org/officeDocument/2006/relationships/customXml" Target="../ink/ink1402.xml"/><Relationship Id="rId77" Type="http://schemas.openxmlformats.org/officeDocument/2006/relationships/customXml" Target="../ink/ink1423.xml"/><Relationship Id="rId100" Type="http://schemas.openxmlformats.org/officeDocument/2006/relationships/customXml" Target="../ink/ink1446.xml"/><Relationship Id="rId105" Type="http://schemas.openxmlformats.org/officeDocument/2006/relationships/customXml" Target="../ink/ink1451.xml"/><Relationship Id="rId126" Type="http://schemas.openxmlformats.org/officeDocument/2006/relationships/customXml" Target="../ink/ink1472.xml"/><Relationship Id="rId147" Type="http://schemas.openxmlformats.org/officeDocument/2006/relationships/customXml" Target="../ink/ink1493.xml"/><Relationship Id="rId168" Type="http://schemas.openxmlformats.org/officeDocument/2006/relationships/customXml" Target="../ink/ink1514.xml"/><Relationship Id="rId8" Type="http://schemas.openxmlformats.org/officeDocument/2006/relationships/customXml" Target="../ink/ink1354.xml"/><Relationship Id="rId51" Type="http://schemas.openxmlformats.org/officeDocument/2006/relationships/customXml" Target="../ink/ink1397.xml"/><Relationship Id="rId72" Type="http://schemas.openxmlformats.org/officeDocument/2006/relationships/customXml" Target="../ink/ink1418.xml"/><Relationship Id="rId93" Type="http://schemas.openxmlformats.org/officeDocument/2006/relationships/customXml" Target="../ink/ink1439.xml"/><Relationship Id="rId98" Type="http://schemas.openxmlformats.org/officeDocument/2006/relationships/customXml" Target="../ink/ink1444.xml"/><Relationship Id="rId121" Type="http://schemas.openxmlformats.org/officeDocument/2006/relationships/customXml" Target="../ink/ink1467.xml"/><Relationship Id="rId142" Type="http://schemas.openxmlformats.org/officeDocument/2006/relationships/customXml" Target="../ink/ink1488.xml"/><Relationship Id="rId163" Type="http://schemas.openxmlformats.org/officeDocument/2006/relationships/customXml" Target="../ink/ink1509.xml"/><Relationship Id="rId184" Type="http://schemas.openxmlformats.org/officeDocument/2006/relationships/customXml" Target="../ink/ink1530.xml"/><Relationship Id="rId3" Type="http://schemas.openxmlformats.org/officeDocument/2006/relationships/image" Target="../media/image26.png"/><Relationship Id="rId25" Type="http://schemas.openxmlformats.org/officeDocument/2006/relationships/customXml" Target="../ink/ink1371.xml"/><Relationship Id="rId46" Type="http://schemas.openxmlformats.org/officeDocument/2006/relationships/customXml" Target="../ink/ink1392.xml"/><Relationship Id="rId67" Type="http://schemas.openxmlformats.org/officeDocument/2006/relationships/customXml" Target="../ink/ink1413.xml"/><Relationship Id="rId116" Type="http://schemas.openxmlformats.org/officeDocument/2006/relationships/customXml" Target="../ink/ink1462.xml"/><Relationship Id="rId137" Type="http://schemas.openxmlformats.org/officeDocument/2006/relationships/customXml" Target="../ink/ink1483.xml"/><Relationship Id="rId158" Type="http://schemas.openxmlformats.org/officeDocument/2006/relationships/customXml" Target="../ink/ink1504.xml"/><Relationship Id="rId20" Type="http://schemas.openxmlformats.org/officeDocument/2006/relationships/customXml" Target="../ink/ink1366.xml"/><Relationship Id="rId41" Type="http://schemas.openxmlformats.org/officeDocument/2006/relationships/customXml" Target="../ink/ink1387.xml"/><Relationship Id="rId62" Type="http://schemas.openxmlformats.org/officeDocument/2006/relationships/customXml" Target="../ink/ink1408.xml"/><Relationship Id="rId83" Type="http://schemas.openxmlformats.org/officeDocument/2006/relationships/customXml" Target="../ink/ink1429.xml"/><Relationship Id="rId88" Type="http://schemas.openxmlformats.org/officeDocument/2006/relationships/customXml" Target="../ink/ink1434.xml"/><Relationship Id="rId111" Type="http://schemas.openxmlformats.org/officeDocument/2006/relationships/customXml" Target="../ink/ink1457.xml"/><Relationship Id="rId132" Type="http://schemas.openxmlformats.org/officeDocument/2006/relationships/customXml" Target="../ink/ink1478.xml"/><Relationship Id="rId153" Type="http://schemas.openxmlformats.org/officeDocument/2006/relationships/customXml" Target="../ink/ink1499.xml"/><Relationship Id="rId174" Type="http://schemas.openxmlformats.org/officeDocument/2006/relationships/customXml" Target="../ink/ink1520.xml"/><Relationship Id="rId179" Type="http://schemas.openxmlformats.org/officeDocument/2006/relationships/customXml" Target="../ink/ink1525.xml"/><Relationship Id="rId15" Type="http://schemas.openxmlformats.org/officeDocument/2006/relationships/customXml" Target="../ink/ink1361.xml"/><Relationship Id="rId36" Type="http://schemas.openxmlformats.org/officeDocument/2006/relationships/customXml" Target="../ink/ink1382.xml"/><Relationship Id="rId57" Type="http://schemas.openxmlformats.org/officeDocument/2006/relationships/customXml" Target="../ink/ink1403.xml"/><Relationship Id="rId106" Type="http://schemas.openxmlformats.org/officeDocument/2006/relationships/customXml" Target="../ink/ink1452.xml"/><Relationship Id="rId127" Type="http://schemas.openxmlformats.org/officeDocument/2006/relationships/customXml" Target="../ink/ink1473.xml"/><Relationship Id="rId10" Type="http://schemas.openxmlformats.org/officeDocument/2006/relationships/customXml" Target="../ink/ink1356.xml"/><Relationship Id="rId31" Type="http://schemas.openxmlformats.org/officeDocument/2006/relationships/customXml" Target="../ink/ink1377.xml"/><Relationship Id="rId52" Type="http://schemas.openxmlformats.org/officeDocument/2006/relationships/customXml" Target="../ink/ink1398.xml"/><Relationship Id="rId73" Type="http://schemas.openxmlformats.org/officeDocument/2006/relationships/customXml" Target="../ink/ink1419.xml"/><Relationship Id="rId78" Type="http://schemas.openxmlformats.org/officeDocument/2006/relationships/customXml" Target="../ink/ink1424.xml"/><Relationship Id="rId94" Type="http://schemas.openxmlformats.org/officeDocument/2006/relationships/customXml" Target="../ink/ink1440.xml"/><Relationship Id="rId99" Type="http://schemas.openxmlformats.org/officeDocument/2006/relationships/customXml" Target="../ink/ink1445.xml"/><Relationship Id="rId101" Type="http://schemas.openxmlformats.org/officeDocument/2006/relationships/customXml" Target="../ink/ink1447.xml"/><Relationship Id="rId122" Type="http://schemas.openxmlformats.org/officeDocument/2006/relationships/customXml" Target="../ink/ink1468.xml"/><Relationship Id="rId143" Type="http://schemas.openxmlformats.org/officeDocument/2006/relationships/customXml" Target="../ink/ink1489.xml"/><Relationship Id="rId148" Type="http://schemas.openxmlformats.org/officeDocument/2006/relationships/customXml" Target="../ink/ink1494.xml"/><Relationship Id="rId164" Type="http://schemas.openxmlformats.org/officeDocument/2006/relationships/customXml" Target="../ink/ink1510.xml"/><Relationship Id="rId169" Type="http://schemas.openxmlformats.org/officeDocument/2006/relationships/customXml" Target="../ink/ink1515.xml"/><Relationship Id="rId185" Type="http://schemas.openxmlformats.org/officeDocument/2006/relationships/customXml" Target="../ink/ink1531.xml"/><Relationship Id="rId4" Type="http://schemas.openxmlformats.org/officeDocument/2006/relationships/customXml" Target="../ink/ink1350.xml"/><Relationship Id="rId9" Type="http://schemas.openxmlformats.org/officeDocument/2006/relationships/customXml" Target="../ink/ink1355.xml"/><Relationship Id="rId180" Type="http://schemas.openxmlformats.org/officeDocument/2006/relationships/customXml" Target="../ink/ink1526.xml"/><Relationship Id="rId26" Type="http://schemas.openxmlformats.org/officeDocument/2006/relationships/customXml" Target="../ink/ink1372.xml"/><Relationship Id="rId47" Type="http://schemas.openxmlformats.org/officeDocument/2006/relationships/customXml" Target="../ink/ink1393.xml"/><Relationship Id="rId68" Type="http://schemas.openxmlformats.org/officeDocument/2006/relationships/customXml" Target="../ink/ink1414.xml"/><Relationship Id="rId89" Type="http://schemas.openxmlformats.org/officeDocument/2006/relationships/customXml" Target="../ink/ink1435.xml"/><Relationship Id="rId112" Type="http://schemas.openxmlformats.org/officeDocument/2006/relationships/customXml" Target="../ink/ink1458.xml"/><Relationship Id="rId133" Type="http://schemas.openxmlformats.org/officeDocument/2006/relationships/customXml" Target="../ink/ink1479.xml"/><Relationship Id="rId154" Type="http://schemas.openxmlformats.org/officeDocument/2006/relationships/customXml" Target="../ink/ink1500.xml"/><Relationship Id="rId175" Type="http://schemas.openxmlformats.org/officeDocument/2006/relationships/customXml" Target="../ink/ink1521.xml"/><Relationship Id="rId16" Type="http://schemas.openxmlformats.org/officeDocument/2006/relationships/customXml" Target="../ink/ink1362.xml"/><Relationship Id="rId37" Type="http://schemas.openxmlformats.org/officeDocument/2006/relationships/customXml" Target="../ink/ink1383.xml"/><Relationship Id="rId58" Type="http://schemas.openxmlformats.org/officeDocument/2006/relationships/customXml" Target="../ink/ink1404.xml"/><Relationship Id="rId79" Type="http://schemas.openxmlformats.org/officeDocument/2006/relationships/customXml" Target="../ink/ink1425.xml"/><Relationship Id="rId102" Type="http://schemas.openxmlformats.org/officeDocument/2006/relationships/customXml" Target="../ink/ink1448.xml"/><Relationship Id="rId123" Type="http://schemas.openxmlformats.org/officeDocument/2006/relationships/customXml" Target="../ink/ink1469.xml"/><Relationship Id="rId144" Type="http://schemas.openxmlformats.org/officeDocument/2006/relationships/customXml" Target="../ink/ink1490.xml"/><Relationship Id="rId90" Type="http://schemas.openxmlformats.org/officeDocument/2006/relationships/customXml" Target="../ink/ink1436.xml"/><Relationship Id="rId165" Type="http://schemas.openxmlformats.org/officeDocument/2006/relationships/customXml" Target="../ink/ink1511.xml"/><Relationship Id="rId186" Type="http://schemas.openxmlformats.org/officeDocument/2006/relationships/customXml" Target="../ink/ink1532.xml"/><Relationship Id="rId27" Type="http://schemas.openxmlformats.org/officeDocument/2006/relationships/customXml" Target="../ink/ink1373.xml"/><Relationship Id="rId48" Type="http://schemas.openxmlformats.org/officeDocument/2006/relationships/customXml" Target="../ink/ink1394.xml"/><Relationship Id="rId69" Type="http://schemas.openxmlformats.org/officeDocument/2006/relationships/customXml" Target="../ink/ink1415.xml"/><Relationship Id="rId113" Type="http://schemas.openxmlformats.org/officeDocument/2006/relationships/customXml" Target="../ink/ink1459.xml"/><Relationship Id="rId134" Type="http://schemas.openxmlformats.org/officeDocument/2006/relationships/customXml" Target="../ink/ink1480.xml"/><Relationship Id="rId80" Type="http://schemas.openxmlformats.org/officeDocument/2006/relationships/customXml" Target="../ink/ink1426.xml"/><Relationship Id="rId155" Type="http://schemas.openxmlformats.org/officeDocument/2006/relationships/customXml" Target="../ink/ink1501.xml"/><Relationship Id="rId176" Type="http://schemas.openxmlformats.org/officeDocument/2006/relationships/customXml" Target="../ink/ink1522.xml"/><Relationship Id="rId17" Type="http://schemas.openxmlformats.org/officeDocument/2006/relationships/customXml" Target="../ink/ink1363.xml"/><Relationship Id="rId38" Type="http://schemas.openxmlformats.org/officeDocument/2006/relationships/customXml" Target="../ink/ink1384.xml"/><Relationship Id="rId59" Type="http://schemas.openxmlformats.org/officeDocument/2006/relationships/customXml" Target="../ink/ink1405.xml"/><Relationship Id="rId103" Type="http://schemas.openxmlformats.org/officeDocument/2006/relationships/customXml" Target="../ink/ink1449.xml"/><Relationship Id="rId124" Type="http://schemas.openxmlformats.org/officeDocument/2006/relationships/customXml" Target="../ink/ink1470.xml"/><Relationship Id="rId70" Type="http://schemas.openxmlformats.org/officeDocument/2006/relationships/customXml" Target="../ink/ink1416.xml"/><Relationship Id="rId91" Type="http://schemas.openxmlformats.org/officeDocument/2006/relationships/customXml" Target="../ink/ink1437.xml"/><Relationship Id="rId145" Type="http://schemas.openxmlformats.org/officeDocument/2006/relationships/customXml" Target="../ink/ink1491.xml"/><Relationship Id="rId166" Type="http://schemas.openxmlformats.org/officeDocument/2006/relationships/customXml" Target="../ink/ink1512.xml"/><Relationship Id="rId187" Type="http://schemas.openxmlformats.org/officeDocument/2006/relationships/customXml" Target="../ink/ink1533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374.xml"/><Relationship Id="rId49" Type="http://schemas.openxmlformats.org/officeDocument/2006/relationships/customXml" Target="../ink/ink1395.xml"/><Relationship Id="rId114" Type="http://schemas.openxmlformats.org/officeDocument/2006/relationships/customXml" Target="../ink/ink1460.xml"/><Relationship Id="rId60" Type="http://schemas.openxmlformats.org/officeDocument/2006/relationships/customXml" Target="../ink/ink1406.xml"/><Relationship Id="rId81" Type="http://schemas.openxmlformats.org/officeDocument/2006/relationships/customXml" Target="../ink/ink1427.xml"/><Relationship Id="rId135" Type="http://schemas.openxmlformats.org/officeDocument/2006/relationships/customXml" Target="../ink/ink1481.xml"/><Relationship Id="rId156" Type="http://schemas.openxmlformats.org/officeDocument/2006/relationships/customXml" Target="../ink/ink1502.xml"/><Relationship Id="rId177" Type="http://schemas.openxmlformats.org/officeDocument/2006/relationships/customXml" Target="../ink/ink1523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49.xml"/><Relationship Id="rId21" Type="http://schemas.openxmlformats.org/officeDocument/2006/relationships/customXml" Target="../ink/ink1553.xml"/><Relationship Id="rId63" Type="http://schemas.openxmlformats.org/officeDocument/2006/relationships/customXml" Target="../ink/ink1595.xml"/><Relationship Id="rId159" Type="http://schemas.openxmlformats.org/officeDocument/2006/relationships/customXml" Target="../ink/ink1691.xml"/><Relationship Id="rId170" Type="http://schemas.openxmlformats.org/officeDocument/2006/relationships/customXml" Target="../ink/ink1702.xml"/><Relationship Id="rId191" Type="http://schemas.openxmlformats.org/officeDocument/2006/relationships/customXml" Target="../ink/ink1723.xml"/><Relationship Id="rId205" Type="http://schemas.openxmlformats.org/officeDocument/2006/relationships/customXml" Target="../ink/ink1737.xml"/><Relationship Id="rId226" Type="http://schemas.openxmlformats.org/officeDocument/2006/relationships/customXml" Target="../ink/ink1758.xml"/><Relationship Id="rId247" Type="http://schemas.openxmlformats.org/officeDocument/2006/relationships/customXml" Target="../ink/ink1779.xml"/><Relationship Id="rId107" Type="http://schemas.openxmlformats.org/officeDocument/2006/relationships/customXml" Target="../ink/ink1639.xml"/><Relationship Id="rId11" Type="http://schemas.openxmlformats.org/officeDocument/2006/relationships/customXml" Target="../ink/ink1543.xml"/><Relationship Id="rId32" Type="http://schemas.openxmlformats.org/officeDocument/2006/relationships/customXml" Target="../ink/ink1564.xml"/><Relationship Id="rId53" Type="http://schemas.openxmlformats.org/officeDocument/2006/relationships/customXml" Target="../ink/ink1585.xml"/><Relationship Id="rId74" Type="http://schemas.openxmlformats.org/officeDocument/2006/relationships/customXml" Target="../ink/ink1606.xml"/><Relationship Id="rId128" Type="http://schemas.openxmlformats.org/officeDocument/2006/relationships/customXml" Target="../ink/ink1660.xml"/><Relationship Id="rId149" Type="http://schemas.openxmlformats.org/officeDocument/2006/relationships/customXml" Target="../ink/ink1681.xml"/><Relationship Id="rId5" Type="http://schemas.openxmlformats.org/officeDocument/2006/relationships/customXml" Target="../ink/ink1537.xml"/><Relationship Id="rId95" Type="http://schemas.openxmlformats.org/officeDocument/2006/relationships/customXml" Target="../ink/ink1627.xml"/><Relationship Id="rId160" Type="http://schemas.openxmlformats.org/officeDocument/2006/relationships/customXml" Target="../ink/ink1692.xml"/><Relationship Id="rId181" Type="http://schemas.openxmlformats.org/officeDocument/2006/relationships/customXml" Target="../ink/ink1713.xml"/><Relationship Id="rId216" Type="http://schemas.openxmlformats.org/officeDocument/2006/relationships/customXml" Target="../ink/ink1748.xml"/><Relationship Id="rId237" Type="http://schemas.openxmlformats.org/officeDocument/2006/relationships/customXml" Target="../ink/ink1769.xml"/><Relationship Id="rId258" Type="http://schemas.openxmlformats.org/officeDocument/2006/relationships/customXml" Target="../ink/ink1790.xml"/><Relationship Id="rId22" Type="http://schemas.openxmlformats.org/officeDocument/2006/relationships/customXml" Target="../ink/ink1554.xml"/><Relationship Id="rId43" Type="http://schemas.openxmlformats.org/officeDocument/2006/relationships/customXml" Target="../ink/ink1575.xml"/><Relationship Id="rId64" Type="http://schemas.openxmlformats.org/officeDocument/2006/relationships/customXml" Target="../ink/ink1596.xml"/><Relationship Id="rId118" Type="http://schemas.openxmlformats.org/officeDocument/2006/relationships/customXml" Target="../ink/ink1650.xml"/><Relationship Id="rId139" Type="http://schemas.openxmlformats.org/officeDocument/2006/relationships/customXml" Target="../ink/ink1671.xml"/><Relationship Id="rId85" Type="http://schemas.openxmlformats.org/officeDocument/2006/relationships/customXml" Target="../ink/ink1617.xml"/><Relationship Id="rId150" Type="http://schemas.openxmlformats.org/officeDocument/2006/relationships/customXml" Target="../ink/ink1682.xml"/><Relationship Id="rId171" Type="http://schemas.openxmlformats.org/officeDocument/2006/relationships/customXml" Target="../ink/ink1703.xml"/><Relationship Id="rId192" Type="http://schemas.openxmlformats.org/officeDocument/2006/relationships/customXml" Target="../ink/ink1724.xml"/><Relationship Id="rId206" Type="http://schemas.openxmlformats.org/officeDocument/2006/relationships/customXml" Target="../ink/ink1738.xml"/><Relationship Id="rId227" Type="http://schemas.openxmlformats.org/officeDocument/2006/relationships/customXml" Target="../ink/ink1759.xml"/><Relationship Id="rId248" Type="http://schemas.openxmlformats.org/officeDocument/2006/relationships/customXml" Target="../ink/ink1780.xml"/><Relationship Id="rId12" Type="http://schemas.openxmlformats.org/officeDocument/2006/relationships/customXml" Target="../ink/ink1544.xml"/><Relationship Id="rId33" Type="http://schemas.openxmlformats.org/officeDocument/2006/relationships/customXml" Target="../ink/ink1565.xml"/><Relationship Id="rId108" Type="http://schemas.openxmlformats.org/officeDocument/2006/relationships/customXml" Target="../ink/ink1640.xml"/><Relationship Id="rId129" Type="http://schemas.openxmlformats.org/officeDocument/2006/relationships/customXml" Target="../ink/ink1661.xml"/><Relationship Id="rId54" Type="http://schemas.openxmlformats.org/officeDocument/2006/relationships/customXml" Target="../ink/ink1586.xml"/><Relationship Id="rId75" Type="http://schemas.openxmlformats.org/officeDocument/2006/relationships/customXml" Target="../ink/ink1607.xml"/><Relationship Id="rId96" Type="http://schemas.openxmlformats.org/officeDocument/2006/relationships/customXml" Target="../ink/ink1628.xml"/><Relationship Id="rId140" Type="http://schemas.openxmlformats.org/officeDocument/2006/relationships/customXml" Target="../ink/ink1672.xml"/><Relationship Id="rId161" Type="http://schemas.openxmlformats.org/officeDocument/2006/relationships/customXml" Target="../ink/ink1693.xml"/><Relationship Id="rId182" Type="http://schemas.openxmlformats.org/officeDocument/2006/relationships/customXml" Target="../ink/ink1714.xml"/><Relationship Id="rId217" Type="http://schemas.openxmlformats.org/officeDocument/2006/relationships/customXml" Target="../ink/ink1749.xml"/><Relationship Id="rId6" Type="http://schemas.openxmlformats.org/officeDocument/2006/relationships/customXml" Target="../ink/ink1538.xml"/><Relationship Id="rId238" Type="http://schemas.openxmlformats.org/officeDocument/2006/relationships/customXml" Target="../ink/ink1770.xml"/><Relationship Id="rId259" Type="http://schemas.openxmlformats.org/officeDocument/2006/relationships/customXml" Target="../ink/ink1791.xml"/><Relationship Id="rId23" Type="http://schemas.openxmlformats.org/officeDocument/2006/relationships/customXml" Target="../ink/ink1555.xml"/><Relationship Id="rId119" Type="http://schemas.openxmlformats.org/officeDocument/2006/relationships/customXml" Target="../ink/ink1651.xml"/><Relationship Id="rId44" Type="http://schemas.openxmlformats.org/officeDocument/2006/relationships/customXml" Target="../ink/ink1576.xml"/><Relationship Id="rId65" Type="http://schemas.openxmlformats.org/officeDocument/2006/relationships/customXml" Target="../ink/ink1597.xml"/><Relationship Id="rId86" Type="http://schemas.openxmlformats.org/officeDocument/2006/relationships/customXml" Target="../ink/ink1618.xml"/><Relationship Id="rId130" Type="http://schemas.openxmlformats.org/officeDocument/2006/relationships/customXml" Target="../ink/ink1662.xml"/><Relationship Id="rId151" Type="http://schemas.openxmlformats.org/officeDocument/2006/relationships/customXml" Target="../ink/ink1683.xml"/><Relationship Id="rId172" Type="http://schemas.openxmlformats.org/officeDocument/2006/relationships/customXml" Target="../ink/ink1704.xml"/><Relationship Id="rId193" Type="http://schemas.openxmlformats.org/officeDocument/2006/relationships/customXml" Target="../ink/ink1725.xml"/><Relationship Id="rId207" Type="http://schemas.openxmlformats.org/officeDocument/2006/relationships/customXml" Target="../ink/ink1739.xml"/><Relationship Id="rId228" Type="http://schemas.openxmlformats.org/officeDocument/2006/relationships/customXml" Target="../ink/ink1760.xml"/><Relationship Id="rId249" Type="http://schemas.openxmlformats.org/officeDocument/2006/relationships/customXml" Target="../ink/ink1781.xml"/><Relationship Id="rId13" Type="http://schemas.openxmlformats.org/officeDocument/2006/relationships/customXml" Target="../ink/ink1545.xml"/><Relationship Id="rId109" Type="http://schemas.openxmlformats.org/officeDocument/2006/relationships/customXml" Target="../ink/ink1641.xml"/><Relationship Id="rId260" Type="http://schemas.openxmlformats.org/officeDocument/2006/relationships/customXml" Target="../ink/ink1792.xml"/><Relationship Id="rId34" Type="http://schemas.openxmlformats.org/officeDocument/2006/relationships/customXml" Target="../ink/ink1566.xml"/><Relationship Id="rId55" Type="http://schemas.openxmlformats.org/officeDocument/2006/relationships/customXml" Target="../ink/ink1587.xml"/><Relationship Id="rId76" Type="http://schemas.openxmlformats.org/officeDocument/2006/relationships/customXml" Target="../ink/ink1608.xml"/><Relationship Id="rId97" Type="http://schemas.openxmlformats.org/officeDocument/2006/relationships/customXml" Target="../ink/ink1629.xml"/><Relationship Id="rId120" Type="http://schemas.openxmlformats.org/officeDocument/2006/relationships/customXml" Target="../ink/ink1652.xml"/><Relationship Id="rId141" Type="http://schemas.openxmlformats.org/officeDocument/2006/relationships/customXml" Target="../ink/ink1673.xml"/><Relationship Id="rId7" Type="http://schemas.openxmlformats.org/officeDocument/2006/relationships/customXml" Target="../ink/ink1539.xml"/><Relationship Id="rId162" Type="http://schemas.openxmlformats.org/officeDocument/2006/relationships/customXml" Target="../ink/ink1694.xml"/><Relationship Id="rId183" Type="http://schemas.openxmlformats.org/officeDocument/2006/relationships/customXml" Target="../ink/ink1715.xml"/><Relationship Id="rId218" Type="http://schemas.openxmlformats.org/officeDocument/2006/relationships/customXml" Target="../ink/ink1750.xml"/><Relationship Id="rId239" Type="http://schemas.openxmlformats.org/officeDocument/2006/relationships/customXml" Target="../ink/ink1771.xml"/><Relationship Id="rId250" Type="http://schemas.openxmlformats.org/officeDocument/2006/relationships/customXml" Target="../ink/ink1782.xml"/><Relationship Id="rId24" Type="http://schemas.openxmlformats.org/officeDocument/2006/relationships/customXml" Target="../ink/ink1556.xml"/><Relationship Id="rId45" Type="http://schemas.openxmlformats.org/officeDocument/2006/relationships/customXml" Target="../ink/ink1577.xml"/><Relationship Id="rId66" Type="http://schemas.openxmlformats.org/officeDocument/2006/relationships/customXml" Target="../ink/ink1598.xml"/><Relationship Id="rId87" Type="http://schemas.openxmlformats.org/officeDocument/2006/relationships/customXml" Target="../ink/ink1619.xml"/><Relationship Id="rId110" Type="http://schemas.openxmlformats.org/officeDocument/2006/relationships/customXml" Target="../ink/ink1642.xml"/><Relationship Id="rId131" Type="http://schemas.openxmlformats.org/officeDocument/2006/relationships/customXml" Target="../ink/ink1663.xml"/><Relationship Id="rId152" Type="http://schemas.openxmlformats.org/officeDocument/2006/relationships/customXml" Target="../ink/ink1684.xml"/><Relationship Id="rId173" Type="http://schemas.openxmlformats.org/officeDocument/2006/relationships/customXml" Target="../ink/ink1705.xml"/><Relationship Id="rId194" Type="http://schemas.openxmlformats.org/officeDocument/2006/relationships/customXml" Target="../ink/ink1726.xml"/><Relationship Id="rId208" Type="http://schemas.openxmlformats.org/officeDocument/2006/relationships/customXml" Target="../ink/ink1740.xml"/><Relationship Id="rId229" Type="http://schemas.openxmlformats.org/officeDocument/2006/relationships/customXml" Target="../ink/ink1761.xml"/><Relationship Id="rId240" Type="http://schemas.openxmlformats.org/officeDocument/2006/relationships/customXml" Target="../ink/ink1772.xml"/><Relationship Id="rId261" Type="http://schemas.openxmlformats.org/officeDocument/2006/relationships/customXml" Target="../ink/ink1793.xml"/><Relationship Id="rId14" Type="http://schemas.openxmlformats.org/officeDocument/2006/relationships/customXml" Target="../ink/ink1546.xml"/><Relationship Id="rId35" Type="http://schemas.openxmlformats.org/officeDocument/2006/relationships/customXml" Target="../ink/ink1567.xml"/><Relationship Id="rId56" Type="http://schemas.openxmlformats.org/officeDocument/2006/relationships/customXml" Target="../ink/ink1588.xml"/><Relationship Id="rId77" Type="http://schemas.openxmlformats.org/officeDocument/2006/relationships/customXml" Target="../ink/ink1609.xml"/><Relationship Id="rId100" Type="http://schemas.openxmlformats.org/officeDocument/2006/relationships/customXml" Target="../ink/ink1632.xml"/><Relationship Id="rId8" Type="http://schemas.openxmlformats.org/officeDocument/2006/relationships/customXml" Target="../ink/ink1540.xml"/><Relationship Id="rId98" Type="http://schemas.openxmlformats.org/officeDocument/2006/relationships/customXml" Target="../ink/ink1630.xml"/><Relationship Id="rId121" Type="http://schemas.openxmlformats.org/officeDocument/2006/relationships/customXml" Target="../ink/ink1653.xml"/><Relationship Id="rId142" Type="http://schemas.openxmlformats.org/officeDocument/2006/relationships/customXml" Target="../ink/ink1674.xml"/><Relationship Id="rId163" Type="http://schemas.openxmlformats.org/officeDocument/2006/relationships/customXml" Target="../ink/ink1695.xml"/><Relationship Id="rId184" Type="http://schemas.openxmlformats.org/officeDocument/2006/relationships/customXml" Target="../ink/ink1716.xml"/><Relationship Id="rId219" Type="http://schemas.openxmlformats.org/officeDocument/2006/relationships/customXml" Target="../ink/ink1751.xml"/><Relationship Id="rId230" Type="http://schemas.openxmlformats.org/officeDocument/2006/relationships/customXml" Target="../ink/ink1762.xml"/><Relationship Id="rId251" Type="http://schemas.openxmlformats.org/officeDocument/2006/relationships/customXml" Target="../ink/ink1783.xml"/><Relationship Id="rId25" Type="http://schemas.openxmlformats.org/officeDocument/2006/relationships/customXml" Target="../ink/ink1557.xml"/><Relationship Id="rId46" Type="http://schemas.openxmlformats.org/officeDocument/2006/relationships/customXml" Target="../ink/ink1578.xml"/><Relationship Id="rId67" Type="http://schemas.openxmlformats.org/officeDocument/2006/relationships/customXml" Target="../ink/ink1599.xml"/><Relationship Id="rId88" Type="http://schemas.openxmlformats.org/officeDocument/2006/relationships/customXml" Target="../ink/ink1620.xml"/><Relationship Id="rId111" Type="http://schemas.openxmlformats.org/officeDocument/2006/relationships/customXml" Target="../ink/ink1643.xml"/><Relationship Id="rId132" Type="http://schemas.openxmlformats.org/officeDocument/2006/relationships/customXml" Target="../ink/ink1664.xml"/><Relationship Id="rId153" Type="http://schemas.openxmlformats.org/officeDocument/2006/relationships/customXml" Target="../ink/ink1685.xml"/><Relationship Id="rId174" Type="http://schemas.openxmlformats.org/officeDocument/2006/relationships/customXml" Target="../ink/ink1706.xml"/><Relationship Id="rId195" Type="http://schemas.openxmlformats.org/officeDocument/2006/relationships/customXml" Target="../ink/ink1727.xml"/><Relationship Id="rId209" Type="http://schemas.openxmlformats.org/officeDocument/2006/relationships/customXml" Target="../ink/ink1741.xml"/><Relationship Id="rId220" Type="http://schemas.openxmlformats.org/officeDocument/2006/relationships/customXml" Target="../ink/ink1752.xml"/><Relationship Id="rId241" Type="http://schemas.openxmlformats.org/officeDocument/2006/relationships/customXml" Target="../ink/ink1773.xml"/><Relationship Id="rId15" Type="http://schemas.openxmlformats.org/officeDocument/2006/relationships/customXml" Target="../ink/ink1547.xml"/><Relationship Id="rId36" Type="http://schemas.openxmlformats.org/officeDocument/2006/relationships/customXml" Target="../ink/ink1568.xml"/><Relationship Id="rId57" Type="http://schemas.openxmlformats.org/officeDocument/2006/relationships/customXml" Target="../ink/ink1589.xml"/><Relationship Id="rId262" Type="http://schemas.openxmlformats.org/officeDocument/2006/relationships/customXml" Target="../ink/ink1794.xml"/><Relationship Id="rId78" Type="http://schemas.openxmlformats.org/officeDocument/2006/relationships/customXml" Target="../ink/ink1610.xml"/><Relationship Id="rId99" Type="http://schemas.openxmlformats.org/officeDocument/2006/relationships/customXml" Target="../ink/ink1631.xml"/><Relationship Id="rId101" Type="http://schemas.openxmlformats.org/officeDocument/2006/relationships/customXml" Target="../ink/ink1633.xml"/><Relationship Id="rId122" Type="http://schemas.openxmlformats.org/officeDocument/2006/relationships/customXml" Target="../ink/ink1654.xml"/><Relationship Id="rId143" Type="http://schemas.openxmlformats.org/officeDocument/2006/relationships/customXml" Target="../ink/ink1675.xml"/><Relationship Id="rId164" Type="http://schemas.openxmlformats.org/officeDocument/2006/relationships/customXml" Target="../ink/ink1696.xml"/><Relationship Id="rId185" Type="http://schemas.openxmlformats.org/officeDocument/2006/relationships/customXml" Target="../ink/ink1717.xml"/><Relationship Id="rId9" Type="http://schemas.openxmlformats.org/officeDocument/2006/relationships/customXml" Target="../ink/ink1541.xml"/><Relationship Id="rId210" Type="http://schemas.openxmlformats.org/officeDocument/2006/relationships/customXml" Target="../ink/ink1742.xml"/><Relationship Id="rId26" Type="http://schemas.openxmlformats.org/officeDocument/2006/relationships/customXml" Target="../ink/ink1558.xml"/><Relationship Id="rId231" Type="http://schemas.openxmlformats.org/officeDocument/2006/relationships/customXml" Target="../ink/ink1763.xml"/><Relationship Id="rId252" Type="http://schemas.openxmlformats.org/officeDocument/2006/relationships/customXml" Target="../ink/ink1784.xml"/><Relationship Id="rId47" Type="http://schemas.openxmlformats.org/officeDocument/2006/relationships/customXml" Target="../ink/ink1579.xml"/><Relationship Id="rId68" Type="http://schemas.openxmlformats.org/officeDocument/2006/relationships/customXml" Target="../ink/ink1600.xml"/><Relationship Id="rId89" Type="http://schemas.openxmlformats.org/officeDocument/2006/relationships/customXml" Target="../ink/ink1621.xml"/><Relationship Id="rId112" Type="http://schemas.openxmlformats.org/officeDocument/2006/relationships/customXml" Target="../ink/ink1644.xml"/><Relationship Id="rId133" Type="http://schemas.openxmlformats.org/officeDocument/2006/relationships/customXml" Target="../ink/ink1665.xml"/><Relationship Id="rId154" Type="http://schemas.openxmlformats.org/officeDocument/2006/relationships/customXml" Target="../ink/ink1686.xml"/><Relationship Id="rId175" Type="http://schemas.openxmlformats.org/officeDocument/2006/relationships/customXml" Target="../ink/ink1707.xml"/><Relationship Id="rId196" Type="http://schemas.openxmlformats.org/officeDocument/2006/relationships/customXml" Target="../ink/ink1728.xml"/><Relationship Id="rId200" Type="http://schemas.openxmlformats.org/officeDocument/2006/relationships/customXml" Target="../ink/ink1732.xml"/><Relationship Id="rId16" Type="http://schemas.openxmlformats.org/officeDocument/2006/relationships/customXml" Target="../ink/ink1548.xml"/><Relationship Id="rId221" Type="http://schemas.openxmlformats.org/officeDocument/2006/relationships/customXml" Target="../ink/ink1753.xml"/><Relationship Id="rId242" Type="http://schemas.openxmlformats.org/officeDocument/2006/relationships/customXml" Target="../ink/ink1774.xml"/><Relationship Id="rId263" Type="http://schemas.openxmlformats.org/officeDocument/2006/relationships/customXml" Target="../ink/ink1795.xml"/><Relationship Id="rId37" Type="http://schemas.openxmlformats.org/officeDocument/2006/relationships/customXml" Target="../ink/ink1569.xml"/><Relationship Id="rId58" Type="http://schemas.openxmlformats.org/officeDocument/2006/relationships/customXml" Target="../ink/ink1590.xml"/><Relationship Id="rId79" Type="http://schemas.openxmlformats.org/officeDocument/2006/relationships/customXml" Target="../ink/ink1611.xml"/><Relationship Id="rId102" Type="http://schemas.openxmlformats.org/officeDocument/2006/relationships/customXml" Target="../ink/ink1634.xml"/><Relationship Id="rId123" Type="http://schemas.openxmlformats.org/officeDocument/2006/relationships/customXml" Target="../ink/ink1655.xml"/><Relationship Id="rId144" Type="http://schemas.openxmlformats.org/officeDocument/2006/relationships/customXml" Target="../ink/ink1676.xml"/><Relationship Id="rId90" Type="http://schemas.openxmlformats.org/officeDocument/2006/relationships/customXml" Target="../ink/ink1622.xml"/><Relationship Id="rId165" Type="http://schemas.openxmlformats.org/officeDocument/2006/relationships/customXml" Target="../ink/ink1697.xml"/><Relationship Id="rId186" Type="http://schemas.openxmlformats.org/officeDocument/2006/relationships/customXml" Target="../ink/ink1718.xml"/><Relationship Id="rId211" Type="http://schemas.openxmlformats.org/officeDocument/2006/relationships/customXml" Target="../ink/ink1743.xml"/><Relationship Id="rId232" Type="http://schemas.openxmlformats.org/officeDocument/2006/relationships/customXml" Target="../ink/ink1764.xml"/><Relationship Id="rId253" Type="http://schemas.openxmlformats.org/officeDocument/2006/relationships/customXml" Target="../ink/ink1785.xml"/><Relationship Id="rId27" Type="http://schemas.openxmlformats.org/officeDocument/2006/relationships/customXml" Target="../ink/ink1559.xml"/><Relationship Id="rId48" Type="http://schemas.openxmlformats.org/officeDocument/2006/relationships/customXml" Target="../ink/ink1580.xml"/><Relationship Id="rId69" Type="http://schemas.openxmlformats.org/officeDocument/2006/relationships/customXml" Target="../ink/ink1601.xml"/><Relationship Id="rId113" Type="http://schemas.openxmlformats.org/officeDocument/2006/relationships/customXml" Target="../ink/ink1645.xml"/><Relationship Id="rId134" Type="http://schemas.openxmlformats.org/officeDocument/2006/relationships/customXml" Target="../ink/ink1666.xml"/><Relationship Id="rId80" Type="http://schemas.openxmlformats.org/officeDocument/2006/relationships/customXml" Target="../ink/ink1612.xml"/><Relationship Id="rId155" Type="http://schemas.openxmlformats.org/officeDocument/2006/relationships/customXml" Target="../ink/ink1687.xml"/><Relationship Id="rId176" Type="http://schemas.openxmlformats.org/officeDocument/2006/relationships/customXml" Target="../ink/ink1708.xml"/><Relationship Id="rId197" Type="http://schemas.openxmlformats.org/officeDocument/2006/relationships/customXml" Target="../ink/ink1729.xml"/><Relationship Id="rId201" Type="http://schemas.openxmlformats.org/officeDocument/2006/relationships/customXml" Target="../ink/ink1733.xml"/><Relationship Id="rId222" Type="http://schemas.openxmlformats.org/officeDocument/2006/relationships/customXml" Target="../ink/ink1754.xml"/><Relationship Id="rId243" Type="http://schemas.openxmlformats.org/officeDocument/2006/relationships/customXml" Target="../ink/ink1775.xml"/><Relationship Id="rId264" Type="http://schemas.openxmlformats.org/officeDocument/2006/relationships/customXml" Target="../ink/ink1796.xml"/><Relationship Id="rId17" Type="http://schemas.openxmlformats.org/officeDocument/2006/relationships/customXml" Target="../ink/ink1549.xml"/><Relationship Id="rId38" Type="http://schemas.openxmlformats.org/officeDocument/2006/relationships/customXml" Target="../ink/ink1570.xml"/><Relationship Id="rId59" Type="http://schemas.openxmlformats.org/officeDocument/2006/relationships/customXml" Target="../ink/ink1591.xml"/><Relationship Id="rId103" Type="http://schemas.openxmlformats.org/officeDocument/2006/relationships/customXml" Target="../ink/ink1635.xml"/><Relationship Id="rId124" Type="http://schemas.openxmlformats.org/officeDocument/2006/relationships/customXml" Target="../ink/ink1656.xml"/><Relationship Id="rId70" Type="http://schemas.openxmlformats.org/officeDocument/2006/relationships/customXml" Target="../ink/ink1602.xml"/><Relationship Id="rId91" Type="http://schemas.openxmlformats.org/officeDocument/2006/relationships/customXml" Target="../ink/ink1623.xml"/><Relationship Id="rId145" Type="http://schemas.openxmlformats.org/officeDocument/2006/relationships/customXml" Target="../ink/ink1677.xml"/><Relationship Id="rId166" Type="http://schemas.openxmlformats.org/officeDocument/2006/relationships/customXml" Target="../ink/ink1698.xml"/><Relationship Id="rId187" Type="http://schemas.openxmlformats.org/officeDocument/2006/relationships/customXml" Target="../ink/ink171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44.xml"/><Relationship Id="rId233" Type="http://schemas.openxmlformats.org/officeDocument/2006/relationships/customXml" Target="../ink/ink1765.xml"/><Relationship Id="rId254" Type="http://schemas.openxmlformats.org/officeDocument/2006/relationships/customXml" Target="../ink/ink1786.xml"/><Relationship Id="rId28" Type="http://schemas.openxmlformats.org/officeDocument/2006/relationships/customXml" Target="../ink/ink1560.xml"/><Relationship Id="rId49" Type="http://schemas.openxmlformats.org/officeDocument/2006/relationships/customXml" Target="../ink/ink1581.xml"/><Relationship Id="rId114" Type="http://schemas.openxmlformats.org/officeDocument/2006/relationships/customXml" Target="../ink/ink1646.xml"/><Relationship Id="rId60" Type="http://schemas.openxmlformats.org/officeDocument/2006/relationships/customXml" Target="../ink/ink1592.xml"/><Relationship Id="rId81" Type="http://schemas.openxmlformats.org/officeDocument/2006/relationships/customXml" Target="../ink/ink1613.xml"/><Relationship Id="rId135" Type="http://schemas.openxmlformats.org/officeDocument/2006/relationships/customXml" Target="../ink/ink1667.xml"/><Relationship Id="rId156" Type="http://schemas.openxmlformats.org/officeDocument/2006/relationships/customXml" Target="../ink/ink1688.xml"/><Relationship Id="rId177" Type="http://schemas.openxmlformats.org/officeDocument/2006/relationships/customXml" Target="../ink/ink1709.xml"/><Relationship Id="rId198" Type="http://schemas.openxmlformats.org/officeDocument/2006/relationships/customXml" Target="../ink/ink1730.xml"/><Relationship Id="rId202" Type="http://schemas.openxmlformats.org/officeDocument/2006/relationships/customXml" Target="../ink/ink1734.xml"/><Relationship Id="rId223" Type="http://schemas.openxmlformats.org/officeDocument/2006/relationships/customXml" Target="../ink/ink1755.xml"/><Relationship Id="rId244" Type="http://schemas.openxmlformats.org/officeDocument/2006/relationships/customXml" Target="../ink/ink1776.xml"/><Relationship Id="rId18" Type="http://schemas.openxmlformats.org/officeDocument/2006/relationships/customXml" Target="../ink/ink1550.xml"/><Relationship Id="rId39" Type="http://schemas.openxmlformats.org/officeDocument/2006/relationships/customXml" Target="../ink/ink1571.xml"/><Relationship Id="rId50" Type="http://schemas.openxmlformats.org/officeDocument/2006/relationships/customXml" Target="../ink/ink1582.xml"/><Relationship Id="rId104" Type="http://schemas.openxmlformats.org/officeDocument/2006/relationships/customXml" Target="../ink/ink1636.xml"/><Relationship Id="rId125" Type="http://schemas.openxmlformats.org/officeDocument/2006/relationships/customXml" Target="../ink/ink1657.xml"/><Relationship Id="rId146" Type="http://schemas.openxmlformats.org/officeDocument/2006/relationships/customXml" Target="../ink/ink1678.xml"/><Relationship Id="rId167" Type="http://schemas.openxmlformats.org/officeDocument/2006/relationships/customXml" Target="../ink/ink1699.xml"/><Relationship Id="rId188" Type="http://schemas.openxmlformats.org/officeDocument/2006/relationships/customXml" Target="../ink/ink1720.xml"/><Relationship Id="rId71" Type="http://schemas.openxmlformats.org/officeDocument/2006/relationships/customXml" Target="../ink/ink1603.xml"/><Relationship Id="rId92" Type="http://schemas.openxmlformats.org/officeDocument/2006/relationships/customXml" Target="../ink/ink1624.xml"/><Relationship Id="rId213" Type="http://schemas.openxmlformats.org/officeDocument/2006/relationships/customXml" Target="../ink/ink1745.xml"/><Relationship Id="rId234" Type="http://schemas.openxmlformats.org/officeDocument/2006/relationships/customXml" Target="../ink/ink1766.xml"/><Relationship Id="rId2" Type="http://schemas.openxmlformats.org/officeDocument/2006/relationships/customXml" Target="../ink/ink1534.xml"/><Relationship Id="rId29" Type="http://schemas.openxmlformats.org/officeDocument/2006/relationships/customXml" Target="../ink/ink1561.xml"/><Relationship Id="rId255" Type="http://schemas.openxmlformats.org/officeDocument/2006/relationships/customXml" Target="../ink/ink1787.xml"/><Relationship Id="rId40" Type="http://schemas.openxmlformats.org/officeDocument/2006/relationships/customXml" Target="../ink/ink1572.xml"/><Relationship Id="rId115" Type="http://schemas.openxmlformats.org/officeDocument/2006/relationships/customXml" Target="../ink/ink1647.xml"/><Relationship Id="rId136" Type="http://schemas.openxmlformats.org/officeDocument/2006/relationships/customXml" Target="../ink/ink1668.xml"/><Relationship Id="rId157" Type="http://schemas.openxmlformats.org/officeDocument/2006/relationships/customXml" Target="../ink/ink1689.xml"/><Relationship Id="rId178" Type="http://schemas.openxmlformats.org/officeDocument/2006/relationships/customXml" Target="../ink/ink1710.xml"/><Relationship Id="rId61" Type="http://schemas.openxmlformats.org/officeDocument/2006/relationships/customXml" Target="../ink/ink1593.xml"/><Relationship Id="rId82" Type="http://schemas.openxmlformats.org/officeDocument/2006/relationships/customXml" Target="../ink/ink1614.xml"/><Relationship Id="rId199" Type="http://schemas.openxmlformats.org/officeDocument/2006/relationships/customXml" Target="../ink/ink1731.xml"/><Relationship Id="rId203" Type="http://schemas.openxmlformats.org/officeDocument/2006/relationships/customXml" Target="../ink/ink1735.xml"/><Relationship Id="rId19" Type="http://schemas.openxmlformats.org/officeDocument/2006/relationships/customXml" Target="../ink/ink1551.xml"/><Relationship Id="rId224" Type="http://schemas.openxmlformats.org/officeDocument/2006/relationships/customXml" Target="../ink/ink1756.xml"/><Relationship Id="rId245" Type="http://schemas.openxmlformats.org/officeDocument/2006/relationships/customXml" Target="../ink/ink1777.xml"/><Relationship Id="rId30" Type="http://schemas.openxmlformats.org/officeDocument/2006/relationships/customXml" Target="../ink/ink1562.xml"/><Relationship Id="rId105" Type="http://schemas.openxmlformats.org/officeDocument/2006/relationships/customXml" Target="../ink/ink1637.xml"/><Relationship Id="rId126" Type="http://schemas.openxmlformats.org/officeDocument/2006/relationships/customXml" Target="../ink/ink1658.xml"/><Relationship Id="rId147" Type="http://schemas.openxmlformats.org/officeDocument/2006/relationships/customXml" Target="../ink/ink1679.xml"/><Relationship Id="rId168" Type="http://schemas.openxmlformats.org/officeDocument/2006/relationships/customXml" Target="../ink/ink1700.xml"/><Relationship Id="rId51" Type="http://schemas.openxmlformats.org/officeDocument/2006/relationships/customXml" Target="../ink/ink1583.xml"/><Relationship Id="rId72" Type="http://schemas.openxmlformats.org/officeDocument/2006/relationships/customXml" Target="../ink/ink1604.xml"/><Relationship Id="rId93" Type="http://schemas.openxmlformats.org/officeDocument/2006/relationships/customXml" Target="../ink/ink1625.xml"/><Relationship Id="rId189" Type="http://schemas.openxmlformats.org/officeDocument/2006/relationships/customXml" Target="../ink/ink1721.xml"/><Relationship Id="rId3" Type="http://schemas.openxmlformats.org/officeDocument/2006/relationships/customXml" Target="../ink/ink1535.xml"/><Relationship Id="rId214" Type="http://schemas.openxmlformats.org/officeDocument/2006/relationships/customXml" Target="../ink/ink1746.xml"/><Relationship Id="rId235" Type="http://schemas.openxmlformats.org/officeDocument/2006/relationships/customXml" Target="../ink/ink1767.xml"/><Relationship Id="rId256" Type="http://schemas.openxmlformats.org/officeDocument/2006/relationships/customXml" Target="../ink/ink1788.xml"/><Relationship Id="rId116" Type="http://schemas.openxmlformats.org/officeDocument/2006/relationships/customXml" Target="../ink/ink1648.xml"/><Relationship Id="rId137" Type="http://schemas.openxmlformats.org/officeDocument/2006/relationships/customXml" Target="../ink/ink1669.xml"/><Relationship Id="rId158" Type="http://schemas.openxmlformats.org/officeDocument/2006/relationships/customXml" Target="../ink/ink1690.xml"/><Relationship Id="rId20" Type="http://schemas.openxmlformats.org/officeDocument/2006/relationships/customXml" Target="../ink/ink1552.xml"/><Relationship Id="rId41" Type="http://schemas.openxmlformats.org/officeDocument/2006/relationships/customXml" Target="../ink/ink1573.xml"/><Relationship Id="rId62" Type="http://schemas.openxmlformats.org/officeDocument/2006/relationships/customXml" Target="../ink/ink1594.xml"/><Relationship Id="rId83" Type="http://schemas.openxmlformats.org/officeDocument/2006/relationships/customXml" Target="../ink/ink1615.xml"/><Relationship Id="rId179" Type="http://schemas.openxmlformats.org/officeDocument/2006/relationships/customXml" Target="../ink/ink1711.xml"/><Relationship Id="rId190" Type="http://schemas.openxmlformats.org/officeDocument/2006/relationships/customXml" Target="../ink/ink1722.xml"/><Relationship Id="rId204" Type="http://schemas.openxmlformats.org/officeDocument/2006/relationships/customXml" Target="../ink/ink1736.xml"/><Relationship Id="rId225" Type="http://schemas.openxmlformats.org/officeDocument/2006/relationships/customXml" Target="../ink/ink1757.xml"/><Relationship Id="rId246" Type="http://schemas.openxmlformats.org/officeDocument/2006/relationships/customXml" Target="../ink/ink1778.xml"/><Relationship Id="rId106" Type="http://schemas.openxmlformats.org/officeDocument/2006/relationships/customXml" Target="../ink/ink1638.xml"/><Relationship Id="rId127" Type="http://schemas.openxmlformats.org/officeDocument/2006/relationships/customXml" Target="../ink/ink1659.xml"/><Relationship Id="rId10" Type="http://schemas.openxmlformats.org/officeDocument/2006/relationships/customXml" Target="../ink/ink1542.xml"/><Relationship Id="rId31" Type="http://schemas.openxmlformats.org/officeDocument/2006/relationships/customXml" Target="../ink/ink1563.xml"/><Relationship Id="rId52" Type="http://schemas.openxmlformats.org/officeDocument/2006/relationships/customXml" Target="../ink/ink1584.xml"/><Relationship Id="rId73" Type="http://schemas.openxmlformats.org/officeDocument/2006/relationships/customXml" Target="../ink/ink1605.xml"/><Relationship Id="rId94" Type="http://schemas.openxmlformats.org/officeDocument/2006/relationships/customXml" Target="../ink/ink1626.xml"/><Relationship Id="rId148" Type="http://schemas.openxmlformats.org/officeDocument/2006/relationships/customXml" Target="../ink/ink1680.xml"/><Relationship Id="rId169" Type="http://schemas.openxmlformats.org/officeDocument/2006/relationships/customXml" Target="../ink/ink1701.xml"/><Relationship Id="rId4" Type="http://schemas.openxmlformats.org/officeDocument/2006/relationships/customXml" Target="../ink/ink1536.xml"/><Relationship Id="rId180" Type="http://schemas.openxmlformats.org/officeDocument/2006/relationships/customXml" Target="../ink/ink1712.xml"/><Relationship Id="rId215" Type="http://schemas.openxmlformats.org/officeDocument/2006/relationships/customXml" Target="../ink/ink1747.xml"/><Relationship Id="rId236" Type="http://schemas.openxmlformats.org/officeDocument/2006/relationships/customXml" Target="../ink/ink1768.xml"/><Relationship Id="rId257" Type="http://schemas.openxmlformats.org/officeDocument/2006/relationships/customXml" Target="../ink/ink1789.xml"/><Relationship Id="rId42" Type="http://schemas.openxmlformats.org/officeDocument/2006/relationships/customXml" Target="../ink/ink1574.xml"/><Relationship Id="rId84" Type="http://schemas.openxmlformats.org/officeDocument/2006/relationships/customXml" Target="../ink/ink1616.xml"/><Relationship Id="rId138" Type="http://schemas.openxmlformats.org/officeDocument/2006/relationships/customXml" Target="../ink/ink1670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12.xml"/><Relationship Id="rId21" Type="http://schemas.openxmlformats.org/officeDocument/2006/relationships/customXml" Target="../ink/ink1816.xml"/><Relationship Id="rId42" Type="http://schemas.openxmlformats.org/officeDocument/2006/relationships/customXml" Target="../ink/ink1837.xml"/><Relationship Id="rId63" Type="http://schemas.openxmlformats.org/officeDocument/2006/relationships/customXml" Target="../ink/ink1858.xml"/><Relationship Id="rId84" Type="http://schemas.openxmlformats.org/officeDocument/2006/relationships/customXml" Target="../ink/ink1879.xml"/><Relationship Id="rId138" Type="http://schemas.openxmlformats.org/officeDocument/2006/relationships/customXml" Target="../ink/ink1933.xml"/><Relationship Id="rId159" Type="http://schemas.openxmlformats.org/officeDocument/2006/relationships/customXml" Target="../ink/ink1954.xml"/><Relationship Id="rId170" Type="http://schemas.openxmlformats.org/officeDocument/2006/relationships/customXml" Target="../ink/ink1965.xml"/><Relationship Id="rId191" Type="http://schemas.openxmlformats.org/officeDocument/2006/relationships/customXml" Target="../ink/ink1986.xml"/><Relationship Id="rId205" Type="http://schemas.openxmlformats.org/officeDocument/2006/relationships/customXml" Target="../ink/ink2000.xml"/><Relationship Id="rId226" Type="http://schemas.openxmlformats.org/officeDocument/2006/relationships/customXml" Target="../ink/ink2021.xml"/><Relationship Id="rId247" Type="http://schemas.openxmlformats.org/officeDocument/2006/relationships/customXml" Target="../ink/ink2042.xml"/><Relationship Id="rId107" Type="http://schemas.openxmlformats.org/officeDocument/2006/relationships/customXml" Target="../ink/ink1902.xml"/><Relationship Id="rId11" Type="http://schemas.openxmlformats.org/officeDocument/2006/relationships/customXml" Target="../ink/ink1806.xml"/><Relationship Id="rId32" Type="http://schemas.openxmlformats.org/officeDocument/2006/relationships/customXml" Target="../ink/ink1827.xml"/><Relationship Id="rId53" Type="http://schemas.openxmlformats.org/officeDocument/2006/relationships/customXml" Target="../ink/ink1848.xml"/><Relationship Id="rId74" Type="http://schemas.openxmlformats.org/officeDocument/2006/relationships/customXml" Target="../ink/ink1869.xml"/><Relationship Id="rId128" Type="http://schemas.openxmlformats.org/officeDocument/2006/relationships/customXml" Target="../ink/ink1923.xml"/><Relationship Id="rId149" Type="http://schemas.openxmlformats.org/officeDocument/2006/relationships/customXml" Target="../ink/ink1944.xml"/><Relationship Id="rId5" Type="http://schemas.openxmlformats.org/officeDocument/2006/relationships/customXml" Target="../ink/ink1800.xml"/><Relationship Id="rId95" Type="http://schemas.openxmlformats.org/officeDocument/2006/relationships/customXml" Target="../ink/ink1890.xml"/><Relationship Id="rId160" Type="http://schemas.openxmlformats.org/officeDocument/2006/relationships/customXml" Target="../ink/ink1955.xml"/><Relationship Id="rId181" Type="http://schemas.openxmlformats.org/officeDocument/2006/relationships/customXml" Target="../ink/ink1976.xml"/><Relationship Id="rId216" Type="http://schemas.openxmlformats.org/officeDocument/2006/relationships/customXml" Target="../ink/ink2011.xml"/><Relationship Id="rId237" Type="http://schemas.openxmlformats.org/officeDocument/2006/relationships/customXml" Target="../ink/ink2032.xml"/><Relationship Id="rId22" Type="http://schemas.openxmlformats.org/officeDocument/2006/relationships/customXml" Target="../ink/ink1817.xml"/><Relationship Id="rId43" Type="http://schemas.openxmlformats.org/officeDocument/2006/relationships/customXml" Target="../ink/ink1838.xml"/><Relationship Id="rId64" Type="http://schemas.openxmlformats.org/officeDocument/2006/relationships/customXml" Target="../ink/ink1859.xml"/><Relationship Id="rId118" Type="http://schemas.openxmlformats.org/officeDocument/2006/relationships/customXml" Target="../ink/ink1913.xml"/><Relationship Id="rId139" Type="http://schemas.openxmlformats.org/officeDocument/2006/relationships/customXml" Target="../ink/ink1934.xml"/><Relationship Id="rId85" Type="http://schemas.openxmlformats.org/officeDocument/2006/relationships/customXml" Target="../ink/ink1880.xml"/><Relationship Id="rId150" Type="http://schemas.openxmlformats.org/officeDocument/2006/relationships/customXml" Target="../ink/ink1945.xml"/><Relationship Id="rId171" Type="http://schemas.openxmlformats.org/officeDocument/2006/relationships/customXml" Target="../ink/ink1966.xml"/><Relationship Id="rId192" Type="http://schemas.openxmlformats.org/officeDocument/2006/relationships/customXml" Target="../ink/ink1987.xml"/><Relationship Id="rId206" Type="http://schemas.openxmlformats.org/officeDocument/2006/relationships/customXml" Target="../ink/ink2001.xml"/><Relationship Id="rId227" Type="http://schemas.openxmlformats.org/officeDocument/2006/relationships/customXml" Target="../ink/ink2022.xml"/><Relationship Id="rId248" Type="http://schemas.openxmlformats.org/officeDocument/2006/relationships/customXml" Target="../ink/ink2043.xml"/><Relationship Id="rId12" Type="http://schemas.openxmlformats.org/officeDocument/2006/relationships/customXml" Target="../ink/ink1807.xml"/><Relationship Id="rId33" Type="http://schemas.openxmlformats.org/officeDocument/2006/relationships/customXml" Target="../ink/ink1828.xml"/><Relationship Id="rId108" Type="http://schemas.openxmlformats.org/officeDocument/2006/relationships/customXml" Target="../ink/ink1903.xml"/><Relationship Id="rId129" Type="http://schemas.openxmlformats.org/officeDocument/2006/relationships/customXml" Target="../ink/ink1924.xml"/><Relationship Id="rId54" Type="http://schemas.openxmlformats.org/officeDocument/2006/relationships/customXml" Target="../ink/ink1849.xml"/><Relationship Id="rId75" Type="http://schemas.openxmlformats.org/officeDocument/2006/relationships/customXml" Target="../ink/ink1870.xml"/><Relationship Id="rId96" Type="http://schemas.openxmlformats.org/officeDocument/2006/relationships/customXml" Target="../ink/ink1891.xml"/><Relationship Id="rId140" Type="http://schemas.openxmlformats.org/officeDocument/2006/relationships/customXml" Target="../ink/ink1935.xml"/><Relationship Id="rId161" Type="http://schemas.openxmlformats.org/officeDocument/2006/relationships/customXml" Target="../ink/ink1956.xml"/><Relationship Id="rId182" Type="http://schemas.openxmlformats.org/officeDocument/2006/relationships/customXml" Target="../ink/ink1977.xml"/><Relationship Id="rId217" Type="http://schemas.openxmlformats.org/officeDocument/2006/relationships/customXml" Target="../ink/ink2012.xml"/><Relationship Id="rId6" Type="http://schemas.openxmlformats.org/officeDocument/2006/relationships/customXml" Target="../ink/ink1801.xml"/><Relationship Id="rId238" Type="http://schemas.openxmlformats.org/officeDocument/2006/relationships/customXml" Target="../ink/ink2033.xml"/><Relationship Id="rId23" Type="http://schemas.openxmlformats.org/officeDocument/2006/relationships/customXml" Target="../ink/ink1818.xml"/><Relationship Id="rId119" Type="http://schemas.openxmlformats.org/officeDocument/2006/relationships/customXml" Target="../ink/ink1914.xml"/><Relationship Id="rId44" Type="http://schemas.openxmlformats.org/officeDocument/2006/relationships/customXml" Target="../ink/ink1839.xml"/><Relationship Id="rId65" Type="http://schemas.openxmlformats.org/officeDocument/2006/relationships/customXml" Target="../ink/ink1860.xml"/><Relationship Id="rId86" Type="http://schemas.openxmlformats.org/officeDocument/2006/relationships/customXml" Target="../ink/ink1881.xml"/><Relationship Id="rId130" Type="http://schemas.openxmlformats.org/officeDocument/2006/relationships/customXml" Target="../ink/ink1925.xml"/><Relationship Id="rId151" Type="http://schemas.openxmlformats.org/officeDocument/2006/relationships/customXml" Target="../ink/ink1946.xml"/><Relationship Id="rId172" Type="http://schemas.openxmlformats.org/officeDocument/2006/relationships/customXml" Target="../ink/ink1967.xml"/><Relationship Id="rId193" Type="http://schemas.openxmlformats.org/officeDocument/2006/relationships/customXml" Target="../ink/ink1988.xml"/><Relationship Id="rId207" Type="http://schemas.openxmlformats.org/officeDocument/2006/relationships/customXml" Target="../ink/ink2002.xml"/><Relationship Id="rId228" Type="http://schemas.openxmlformats.org/officeDocument/2006/relationships/customXml" Target="../ink/ink2023.xml"/><Relationship Id="rId249" Type="http://schemas.openxmlformats.org/officeDocument/2006/relationships/customXml" Target="../ink/ink2044.xml"/><Relationship Id="rId13" Type="http://schemas.openxmlformats.org/officeDocument/2006/relationships/customXml" Target="../ink/ink1808.xml"/><Relationship Id="rId109" Type="http://schemas.openxmlformats.org/officeDocument/2006/relationships/customXml" Target="../ink/ink1904.xml"/><Relationship Id="rId34" Type="http://schemas.openxmlformats.org/officeDocument/2006/relationships/customXml" Target="../ink/ink1829.xml"/><Relationship Id="rId55" Type="http://schemas.openxmlformats.org/officeDocument/2006/relationships/customXml" Target="../ink/ink1850.xml"/><Relationship Id="rId76" Type="http://schemas.openxmlformats.org/officeDocument/2006/relationships/customXml" Target="../ink/ink1871.xml"/><Relationship Id="rId97" Type="http://schemas.openxmlformats.org/officeDocument/2006/relationships/customXml" Target="../ink/ink1892.xml"/><Relationship Id="rId120" Type="http://schemas.openxmlformats.org/officeDocument/2006/relationships/customXml" Target="../ink/ink1915.xml"/><Relationship Id="rId141" Type="http://schemas.openxmlformats.org/officeDocument/2006/relationships/customXml" Target="../ink/ink1936.xml"/><Relationship Id="rId7" Type="http://schemas.openxmlformats.org/officeDocument/2006/relationships/customXml" Target="../ink/ink1802.xml"/><Relationship Id="rId162" Type="http://schemas.openxmlformats.org/officeDocument/2006/relationships/customXml" Target="../ink/ink1957.xml"/><Relationship Id="rId183" Type="http://schemas.openxmlformats.org/officeDocument/2006/relationships/customXml" Target="../ink/ink1978.xml"/><Relationship Id="rId218" Type="http://schemas.openxmlformats.org/officeDocument/2006/relationships/customXml" Target="../ink/ink2013.xml"/><Relationship Id="rId239" Type="http://schemas.openxmlformats.org/officeDocument/2006/relationships/customXml" Target="../ink/ink2034.xml"/><Relationship Id="rId250" Type="http://schemas.openxmlformats.org/officeDocument/2006/relationships/customXml" Target="../ink/ink2045.xml"/><Relationship Id="rId24" Type="http://schemas.openxmlformats.org/officeDocument/2006/relationships/customXml" Target="../ink/ink1819.xml"/><Relationship Id="rId45" Type="http://schemas.openxmlformats.org/officeDocument/2006/relationships/customXml" Target="../ink/ink1840.xml"/><Relationship Id="rId66" Type="http://schemas.openxmlformats.org/officeDocument/2006/relationships/customXml" Target="../ink/ink1861.xml"/><Relationship Id="rId87" Type="http://schemas.openxmlformats.org/officeDocument/2006/relationships/customXml" Target="../ink/ink1882.xml"/><Relationship Id="rId110" Type="http://schemas.openxmlformats.org/officeDocument/2006/relationships/customXml" Target="../ink/ink1905.xml"/><Relationship Id="rId131" Type="http://schemas.openxmlformats.org/officeDocument/2006/relationships/customXml" Target="../ink/ink1926.xml"/><Relationship Id="rId152" Type="http://schemas.openxmlformats.org/officeDocument/2006/relationships/customXml" Target="../ink/ink1947.xml"/><Relationship Id="rId173" Type="http://schemas.openxmlformats.org/officeDocument/2006/relationships/customXml" Target="../ink/ink1968.xml"/><Relationship Id="rId194" Type="http://schemas.openxmlformats.org/officeDocument/2006/relationships/customXml" Target="../ink/ink1989.xml"/><Relationship Id="rId208" Type="http://schemas.openxmlformats.org/officeDocument/2006/relationships/customXml" Target="../ink/ink2003.xml"/><Relationship Id="rId229" Type="http://schemas.openxmlformats.org/officeDocument/2006/relationships/customXml" Target="../ink/ink2024.xml"/><Relationship Id="rId240" Type="http://schemas.openxmlformats.org/officeDocument/2006/relationships/customXml" Target="../ink/ink2035.xml"/><Relationship Id="rId14" Type="http://schemas.openxmlformats.org/officeDocument/2006/relationships/customXml" Target="../ink/ink1809.xml"/><Relationship Id="rId35" Type="http://schemas.openxmlformats.org/officeDocument/2006/relationships/customXml" Target="../ink/ink1830.xml"/><Relationship Id="rId56" Type="http://schemas.openxmlformats.org/officeDocument/2006/relationships/customXml" Target="../ink/ink1851.xml"/><Relationship Id="rId77" Type="http://schemas.openxmlformats.org/officeDocument/2006/relationships/customXml" Target="../ink/ink1872.xml"/><Relationship Id="rId100" Type="http://schemas.openxmlformats.org/officeDocument/2006/relationships/customXml" Target="../ink/ink1895.xml"/><Relationship Id="rId8" Type="http://schemas.openxmlformats.org/officeDocument/2006/relationships/customXml" Target="../ink/ink1803.xml"/><Relationship Id="rId98" Type="http://schemas.openxmlformats.org/officeDocument/2006/relationships/customXml" Target="../ink/ink1893.xml"/><Relationship Id="rId121" Type="http://schemas.openxmlformats.org/officeDocument/2006/relationships/customXml" Target="../ink/ink1916.xml"/><Relationship Id="rId142" Type="http://schemas.openxmlformats.org/officeDocument/2006/relationships/customXml" Target="../ink/ink1937.xml"/><Relationship Id="rId163" Type="http://schemas.openxmlformats.org/officeDocument/2006/relationships/customXml" Target="../ink/ink1958.xml"/><Relationship Id="rId184" Type="http://schemas.openxmlformats.org/officeDocument/2006/relationships/customXml" Target="../ink/ink1979.xml"/><Relationship Id="rId219" Type="http://schemas.openxmlformats.org/officeDocument/2006/relationships/customXml" Target="../ink/ink2014.xml"/><Relationship Id="rId230" Type="http://schemas.openxmlformats.org/officeDocument/2006/relationships/customXml" Target="../ink/ink2025.xml"/><Relationship Id="rId251" Type="http://schemas.openxmlformats.org/officeDocument/2006/relationships/customXml" Target="../ink/ink2046.xml"/><Relationship Id="rId25" Type="http://schemas.openxmlformats.org/officeDocument/2006/relationships/customXml" Target="../ink/ink1820.xml"/><Relationship Id="rId46" Type="http://schemas.openxmlformats.org/officeDocument/2006/relationships/customXml" Target="../ink/ink1841.xml"/><Relationship Id="rId67" Type="http://schemas.openxmlformats.org/officeDocument/2006/relationships/customXml" Target="../ink/ink1862.xml"/><Relationship Id="rId88" Type="http://schemas.openxmlformats.org/officeDocument/2006/relationships/customXml" Target="../ink/ink1883.xml"/><Relationship Id="rId111" Type="http://schemas.openxmlformats.org/officeDocument/2006/relationships/customXml" Target="../ink/ink1906.xml"/><Relationship Id="rId132" Type="http://schemas.openxmlformats.org/officeDocument/2006/relationships/customXml" Target="../ink/ink1927.xml"/><Relationship Id="rId153" Type="http://schemas.openxmlformats.org/officeDocument/2006/relationships/customXml" Target="../ink/ink1948.xml"/><Relationship Id="rId174" Type="http://schemas.openxmlformats.org/officeDocument/2006/relationships/customXml" Target="../ink/ink1969.xml"/><Relationship Id="rId195" Type="http://schemas.openxmlformats.org/officeDocument/2006/relationships/customXml" Target="../ink/ink1990.xml"/><Relationship Id="rId209" Type="http://schemas.openxmlformats.org/officeDocument/2006/relationships/customXml" Target="../ink/ink2004.xml"/><Relationship Id="rId220" Type="http://schemas.openxmlformats.org/officeDocument/2006/relationships/customXml" Target="../ink/ink2015.xml"/><Relationship Id="rId241" Type="http://schemas.openxmlformats.org/officeDocument/2006/relationships/customXml" Target="../ink/ink2036.xml"/><Relationship Id="rId15" Type="http://schemas.openxmlformats.org/officeDocument/2006/relationships/customXml" Target="../ink/ink1810.xml"/><Relationship Id="rId36" Type="http://schemas.openxmlformats.org/officeDocument/2006/relationships/customXml" Target="../ink/ink1831.xml"/><Relationship Id="rId57" Type="http://schemas.openxmlformats.org/officeDocument/2006/relationships/customXml" Target="../ink/ink1852.xml"/><Relationship Id="rId78" Type="http://schemas.openxmlformats.org/officeDocument/2006/relationships/customXml" Target="../ink/ink1873.xml"/><Relationship Id="rId99" Type="http://schemas.openxmlformats.org/officeDocument/2006/relationships/customXml" Target="../ink/ink1894.xml"/><Relationship Id="rId101" Type="http://schemas.openxmlformats.org/officeDocument/2006/relationships/customXml" Target="../ink/ink1896.xml"/><Relationship Id="rId122" Type="http://schemas.openxmlformats.org/officeDocument/2006/relationships/customXml" Target="../ink/ink1917.xml"/><Relationship Id="rId143" Type="http://schemas.openxmlformats.org/officeDocument/2006/relationships/customXml" Target="../ink/ink1938.xml"/><Relationship Id="rId164" Type="http://schemas.openxmlformats.org/officeDocument/2006/relationships/customXml" Target="../ink/ink1959.xml"/><Relationship Id="rId185" Type="http://schemas.openxmlformats.org/officeDocument/2006/relationships/customXml" Target="../ink/ink1980.xml"/><Relationship Id="rId9" Type="http://schemas.openxmlformats.org/officeDocument/2006/relationships/customXml" Target="../ink/ink1804.xml"/><Relationship Id="rId210" Type="http://schemas.openxmlformats.org/officeDocument/2006/relationships/customXml" Target="../ink/ink2005.xml"/><Relationship Id="rId26" Type="http://schemas.openxmlformats.org/officeDocument/2006/relationships/customXml" Target="../ink/ink1821.xml"/><Relationship Id="rId231" Type="http://schemas.openxmlformats.org/officeDocument/2006/relationships/customXml" Target="../ink/ink2026.xml"/><Relationship Id="rId252" Type="http://schemas.openxmlformats.org/officeDocument/2006/relationships/customXml" Target="../ink/ink2047.xml"/><Relationship Id="rId47" Type="http://schemas.openxmlformats.org/officeDocument/2006/relationships/customXml" Target="../ink/ink1842.xml"/><Relationship Id="rId68" Type="http://schemas.openxmlformats.org/officeDocument/2006/relationships/customXml" Target="../ink/ink1863.xml"/><Relationship Id="rId89" Type="http://schemas.openxmlformats.org/officeDocument/2006/relationships/customXml" Target="../ink/ink1884.xml"/><Relationship Id="rId112" Type="http://schemas.openxmlformats.org/officeDocument/2006/relationships/customXml" Target="../ink/ink1907.xml"/><Relationship Id="rId133" Type="http://schemas.openxmlformats.org/officeDocument/2006/relationships/customXml" Target="../ink/ink1928.xml"/><Relationship Id="rId154" Type="http://schemas.openxmlformats.org/officeDocument/2006/relationships/customXml" Target="../ink/ink1949.xml"/><Relationship Id="rId175" Type="http://schemas.openxmlformats.org/officeDocument/2006/relationships/customXml" Target="../ink/ink1970.xml"/><Relationship Id="rId196" Type="http://schemas.openxmlformats.org/officeDocument/2006/relationships/customXml" Target="../ink/ink1991.xml"/><Relationship Id="rId200" Type="http://schemas.openxmlformats.org/officeDocument/2006/relationships/customXml" Target="../ink/ink1995.xml"/><Relationship Id="rId16" Type="http://schemas.openxmlformats.org/officeDocument/2006/relationships/customXml" Target="../ink/ink1811.xml"/><Relationship Id="rId221" Type="http://schemas.openxmlformats.org/officeDocument/2006/relationships/customXml" Target="../ink/ink2016.xml"/><Relationship Id="rId242" Type="http://schemas.openxmlformats.org/officeDocument/2006/relationships/customXml" Target="../ink/ink2037.xml"/><Relationship Id="rId37" Type="http://schemas.openxmlformats.org/officeDocument/2006/relationships/customXml" Target="../ink/ink1832.xml"/><Relationship Id="rId58" Type="http://schemas.openxmlformats.org/officeDocument/2006/relationships/customXml" Target="../ink/ink1853.xml"/><Relationship Id="rId79" Type="http://schemas.openxmlformats.org/officeDocument/2006/relationships/customXml" Target="../ink/ink1874.xml"/><Relationship Id="rId102" Type="http://schemas.openxmlformats.org/officeDocument/2006/relationships/customXml" Target="../ink/ink1897.xml"/><Relationship Id="rId123" Type="http://schemas.openxmlformats.org/officeDocument/2006/relationships/customXml" Target="../ink/ink1918.xml"/><Relationship Id="rId144" Type="http://schemas.openxmlformats.org/officeDocument/2006/relationships/customXml" Target="../ink/ink1939.xml"/><Relationship Id="rId90" Type="http://schemas.openxmlformats.org/officeDocument/2006/relationships/customXml" Target="../ink/ink1885.xml"/><Relationship Id="rId165" Type="http://schemas.openxmlformats.org/officeDocument/2006/relationships/customXml" Target="../ink/ink1960.xml"/><Relationship Id="rId186" Type="http://schemas.openxmlformats.org/officeDocument/2006/relationships/customXml" Target="../ink/ink1981.xml"/><Relationship Id="rId211" Type="http://schemas.openxmlformats.org/officeDocument/2006/relationships/customXml" Target="../ink/ink2006.xml"/><Relationship Id="rId232" Type="http://schemas.openxmlformats.org/officeDocument/2006/relationships/customXml" Target="../ink/ink2027.xml"/><Relationship Id="rId253" Type="http://schemas.openxmlformats.org/officeDocument/2006/relationships/customXml" Target="../ink/ink2048.xml"/><Relationship Id="rId27" Type="http://schemas.openxmlformats.org/officeDocument/2006/relationships/customXml" Target="../ink/ink1822.xml"/><Relationship Id="rId48" Type="http://schemas.openxmlformats.org/officeDocument/2006/relationships/customXml" Target="../ink/ink1843.xml"/><Relationship Id="rId69" Type="http://schemas.openxmlformats.org/officeDocument/2006/relationships/customXml" Target="../ink/ink1864.xml"/><Relationship Id="rId113" Type="http://schemas.openxmlformats.org/officeDocument/2006/relationships/customXml" Target="../ink/ink1908.xml"/><Relationship Id="rId134" Type="http://schemas.openxmlformats.org/officeDocument/2006/relationships/customXml" Target="../ink/ink1929.xml"/><Relationship Id="rId80" Type="http://schemas.openxmlformats.org/officeDocument/2006/relationships/customXml" Target="../ink/ink1875.xml"/><Relationship Id="rId155" Type="http://schemas.openxmlformats.org/officeDocument/2006/relationships/customXml" Target="../ink/ink1950.xml"/><Relationship Id="rId176" Type="http://schemas.openxmlformats.org/officeDocument/2006/relationships/customXml" Target="../ink/ink1971.xml"/><Relationship Id="rId197" Type="http://schemas.openxmlformats.org/officeDocument/2006/relationships/customXml" Target="../ink/ink1992.xml"/><Relationship Id="rId201" Type="http://schemas.openxmlformats.org/officeDocument/2006/relationships/customXml" Target="../ink/ink1996.xml"/><Relationship Id="rId222" Type="http://schemas.openxmlformats.org/officeDocument/2006/relationships/customXml" Target="../ink/ink2017.xml"/><Relationship Id="rId243" Type="http://schemas.openxmlformats.org/officeDocument/2006/relationships/customXml" Target="../ink/ink2038.xml"/><Relationship Id="rId17" Type="http://schemas.openxmlformats.org/officeDocument/2006/relationships/customXml" Target="../ink/ink1812.xml"/><Relationship Id="rId38" Type="http://schemas.openxmlformats.org/officeDocument/2006/relationships/customXml" Target="../ink/ink1833.xml"/><Relationship Id="rId59" Type="http://schemas.openxmlformats.org/officeDocument/2006/relationships/customXml" Target="../ink/ink1854.xml"/><Relationship Id="rId103" Type="http://schemas.openxmlformats.org/officeDocument/2006/relationships/customXml" Target="../ink/ink1898.xml"/><Relationship Id="rId124" Type="http://schemas.openxmlformats.org/officeDocument/2006/relationships/customXml" Target="../ink/ink1919.xml"/><Relationship Id="rId70" Type="http://schemas.openxmlformats.org/officeDocument/2006/relationships/customXml" Target="../ink/ink1865.xml"/><Relationship Id="rId91" Type="http://schemas.openxmlformats.org/officeDocument/2006/relationships/customXml" Target="../ink/ink1886.xml"/><Relationship Id="rId145" Type="http://schemas.openxmlformats.org/officeDocument/2006/relationships/customXml" Target="../ink/ink1940.xml"/><Relationship Id="rId166" Type="http://schemas.openxmlformats.org/officeDocument/2006/relationships/customXml" Target="../ink/ink1961.xml"/><Relationship Id="rId187" Type="http://schemas.openxmlformats.org/officeDocument/2006/relationships/customXml" Target="../ink/ink198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07.xml"/><Relationship Id="rId233" Type="http://schemas.openxmlformats.org/officeDocument/2006/relationships/customXml" Target="../ink/ink2028.xml"/><Relationship Id="rId254" Type="http://schemas.openxmlformats.org/officeDocument/2006/relationships/customXml" Target="../ink/ink2049.xml"/><Relationship Id="rId28" Type="http://schemas.openxmlformats.org/officeDocument/2006/relationships/customXml" Target="../ink/ink1823.xml"/><Relationship Id="rId49" Type="http://schemas.openxmlformats.org/officeDocument/2006/relationships/customXml" Target="../ink/ink1844.xml"/><Relationship Id="rId114" Type="http://schemas.openxmlformats.org/officeDocument/2006/relationships/customXml" Target="../ink/ink1909.xml"/><Relationship Id="rId60" Type="http://schemas.openxmlformats.org/officeDocument/2006/relationships/customXml" Target="../ink/ink1855.xml"/><Relationship Id="rId81" Type="http://schemas.openxmlformats.org/officeDocument/2006/relationships/customXml" Target="../ink/ink1876.xml"/><Relationship Id="rId135" Type="http://schemas.openxmlformats.org/officeDocument/2006/relationships/customXml" Target="../ink/ink1930.xml"/><Relationship Id="rId156" Type="http://schemas.openxmlformats.org/officeDocument/2006/relationships/customXml" Target="../ink/ink1951.xml"/><Relationship Id="rId177" Type="http://schemas.openxmlformats.org/officeDocument/2006/relationships/customXml" Target="../ink/ink1972.xml"/><Relationship Id="rId198" Type="http://schemas.openxmlformats.org/officeDocument/2006/relationships/customXml" Target="../ink/ink1993.xml"/><Relationship Id="rId202" Type="http://schemas.openxmlformats.org/officeDocument/2006/relationships/customXml" Target="../ink/ink1997.xml"/><Relationship Id="rId223" Type="http://schemas.openxmlformats.org/officeDocument/2006/relationships/customXml" Target="../ink/ink2018.xml"/><Relationship Id="rId244" Type="http://schemas.openxmlformats.org/officeDocument/2006/relationships/customXml" Target="../ink/ink2039.xml"/><Relationship Id="rId18" Type="http://schemas.openxmlformats.org/officeDocument/2006/relationships/customXml" Target="../ink/ink1813.xml"/><Relationship Id="rId39" Type="http://schemas.openxmlformats.org/officeDocument/2006/relationships/customXml" Target="../ink/ink1834.xml"/><Relationship Id="rId50" Type="http://schemas.openxmlformats.org/officeDocument/2006/relationships/customXml" Target="../ink/ink1845.xml"/><Relationship Id="rId104" Type="http://schemas.openxmlformats.org/officeDocument/2006/relationships/customXml" Target="../ink/ink1899.xml"/><Relationship Id="rId125" Type="http://schemas.openxmlformats.org/officeDocument/2006/relationships/customXml" Target="../ink/ink1920.xml"/><Relationship Id="rId146" Type="http://schemas.openxmlformats.org/officeDocument/2006/relationships/customXml" Target="../ink/ink1941.xml"/><Relationship Id="rId167" Type="http://schemas.openxmlformats.org/officeDocument/2006/relationships/customXml" Target="../ink/ink1962.xml"/><Relationship Id="rId188" Type="http://schemas.openxmlformats.org/officeDocument/2006/relationships/customXml" Target="../ink/ink1983.xml"/><Relationship Id="rId71" Type="http://schemas.openxmlformats.org/officeDocument/2006/relationships/customXml" Target="../ink/ink1866.xml"/><Relationship Id="rId92" Type="http://schemas.openxmlformats.org/officeDocument/2006/relationships/customXml" Target="../ink/ink1887.xml"/><Relationship Id="rId213" Type="http://schemas.openxmlformats.org/officeDocument/2006/relationships/customXml" Target="../ink/ink2008.xml"/><Relationship Id="rId234" Type="http://schemas.openxmlformats.org/officeDocument/2006/relationships/customXml" Target="../ink/ink2029.xml"/><Relationship Id="rId2" Type="http://schemas.openxmlformats.org/officeDocument/2006/relationships/customXml" Target="../ink/ink1797.xml"/><Relationship Id="rId29" Type="http://schemas.openxmlformats.org/officeDocument/2006/relationships/customXml" Target="../ink/ink1824.xml"/><Relationship Id="rId255" Type="http://schemas.openxmlformats.org/officeDocument/2006/relationships/customXml" Target="../ink/ink2050.xml"/><Relationship Id="rId40" Type="http://schemas.openxmlformats.org/officeDocument/2006/relationships/customXml" Target="../ink/ink1835.xml"/><Relationship Id="rId115" Type="http://schemas.openxmlformats.org/officeDocument/2006/relationships/customXml" Target="../ink/ink1910.xml"/><Relationship Id="rId136" Type="http://schemas.openxmlformats.org/officeDocument/2006/relationships/customXml" Target="../ink/ink1931.xml"/><Relationship Id="rId157" Type="http://schemas.openxmlformats.org/officeDocument/2006/relationships/customXml" Target="../ink/ink1952.xml"/><Relationship Id="rId178" Type="http://schemas.openxmlformats.org/officeDocument/2006/relationships/customXml" Target="../ink/ink1973.xml"/><Relationship Id="rId61" Type="http://schemas.openxmlformats.org/officeDocument/2006/relationships/customXml" Target="../ink/ink1856.xml"/><Relationship Id="rId82" Type="http://schemas.openxmlformats.org/officeDocument/2006/relationships/customXml" Target="../ink/ink1877.xml"/><Relationship Id="rId199" Type="http://schemas.openxmlformats.org/officeDocument/2006/relationships/customXml" Target="../ink/ink1994.xml"/><Relationship Id="rId203" Type="http://schemas.openxmlformats.org/officeDocument/2006/relationships/customXml" Target="../ink/ink1998.xml"/><Relationship Id="rId19" Type="http://schemas.openxmlformats.org/officeDocument/2006/relationships/customXml" Target="../ink/ink1814.xml"/><Relationship Id="rId224" Type="http://schemas.openxmlformats.org/officeDocument/2006/relationships/customXml" Target="../ink/ink2019.xml"/><Relationship Id="rId245" Type="http://schemas.openxmlformats.org/officeDocument/2006/relationships/customXml" Target="../ink/ink2040.xml"/><Relationship Id="rId30" Type="http://schemas.openxmlformats.org/officeDocument/2006/relationships/customXml" Target="../ink/ink1825.xml"/><Relationship Id="rId105" Type="http://schemas.openxmlformats.org/officeDocument/2006/relationships/customXml" Target="../ink/ink1900.xml"/><Relationship Id="rId126" Type="http://schemas.openxmlformats.org/officeDocument/2006/relationships/customXml" Target="../ink/ink1921.xml"/><Relationship Id="rId147" Type="http://schemas.openxmlformats.org/officeDocument/2006/relationships/customXml" Target="../ink/ink1942.xml"/><Relationship Id="rId168" Type="http://schemas.openxmlformats.org/officeDocument/2006/relationships/customXml" Target="../ink/ink1963.xml"/><Relationship Id="rId51" Type="http://schemas.openxmlformats.org/officeDocument/2006/relationships/customXml" Target="../ink/ink1846.xml"/><Relationship Id="rId72" Type="http://schemas.openxmlformats.org/officeDocument/2006/relationships/customXml" Target="../ink/ink1867.xml"/><Relationship Id="rId93" Type="http://schemas.openxmlformats.org/officeDocument/2006/relationships/customXml" Target="../ink/ink1888.xml"/><Relationship Id="rId189" Type="http://schemas.openxmlformats.org/officeDocument/2006/relationships/customXml" Target="../ink/ink1984.xml"/><Relationship Id="rId3" Type="http://schemas.openxmlformats.org/officeDocument/2006/relationships/customXml" Target="../ink/ink1798.xml"/><Relationship Id="rId214" Type="http://schemas.openxmlformats.org/officeDocument/2006/relationships/customXml" Target="../ink/ink2009.xml"/><Relationship Id="rId235" Type="http://schemas.openxmlformats.org/officeDocument/2006/relationships/customXml" Target="../ink/ink2030.xml"/><Relationship Id="rId116" Type="http://schemas.openxmlformats.org/officeDocument/2006/relationships/customXml" Target="../ink/ink1911.xml"/><Relationship Id="rId137" Type="http://schemas.openxmlformats.org/officeDocument/2006/relationships/customXml" Target="../ink/ink1932.xml"/><Relationship Id="rId158" Type="http://schemas.openxmlformats.org/officeDocument/2006/relationships/customXml" Target="../ink/ink1953.xml"/><Relationship Id="rId20" Type="http://schemas.openxmlformats.org/officeDocument/2006/relationships/customXml" Target="../ink/ink1815.xml"/><Relationship Id="rId41" Type="http://schemas.openxmlformats.org/officeDocument/2006/relationships/customXml" Target="../ink/ink1836.xml"/><Relationship Id="rId62" Type="http://schemas.openxmlformats.org/officeDocument/2006/relationships/customXml" Target="../ink/ink1857.xml"/><Relationship Id="rId83" Type="http://schemas.openxmlformats.org/officeDocument/2006/relationships/customXml" Target="../ink/ink1878.xml"/><Relationship Id="rId179" Type="http://schemas.openxmlformats.org/officeDocument/2006/relationships/customXml" Target="../ink/ink1974.xml"/><Relationship Id="rId190" Type="http://schemas.openxmlformats.org/officeDocument/2006/relationships/customXml" Target="../ink/ink1985.xml"/><Relationship Id="rId204" Type="http://schemas.openxmlformats.org/officeDocument/2006/relationships/customXml" Target="../ink/ink1999.xml"/><Relationship Id="rId225" Type="http://schemas.openxmlformats.org/officeDocument/2006/relationships/customXml" Target="../ink/ink2020.xml"/><Relationship Id="rId246" Type="http://schemas.openxmlformats.org/officeDocument/2006/relationships/customXml" Target="../ink/ink2041.xml"/><Relationship Id="rId106" Type="http://schemas.openxmlformats.org/officeDocument/2006/relationships/customXml" Target="../ink/ink1901.xml"/><Relationship Id="rId127" Type="http://schemas.openxmlformats.org/officeDocument/2006/relationships/customXml" Target="../ink/ink1922.xml"/><Relationship Id="rId10" Type="http://schemas.openxmlformats.org/officeDocument/2006/relationships/customXml" Target="../ink/ink1805.xml"/><Relationship Id="rId31" Type="http://schemas.openxmlformats.org/officeDocument/2006/relationships/customXml" Target="../ink/ink1826.xml"/><Relationship Id="rId52" Type="http://schemas.openxmlformats.org/officeDocument/2006/relationships/customXml" Target="../ink/ink1847.xml"/><Relationship Id="rId73" Type="http://schemas.openxmlformats.org/officeDocument/2006/relationships/customXml" Target="../ink/ink1868.xml"/><Relationship Id="rId94" Type="http://schemas.openxmlformats.org/officeDocument/2006/relationships/customXml" Target="../ink/ink1889.xml"/><Relationship Id="rId148" Type="http://schemas.openxmlformats.org/officeDocument/2006/relationships/customXml" Target="../ink/ink1943.xml"/><Relationship Id="rId169" Type="http://schemas.openxmlformats.org/officeDocument/2006/relationships/customXml" Target="../ink/ink1964.xml"/><Relationship Id="rId4" Type="http://schemas.openxmlformats.org/officeDocument/2006/relationships/customXml" Target="../ink/ink1799.xml"/><Relationship Id="rId180" Type="http://schemas.openxmlformats.org/officeDocument/2006/relationships/customXml" Target="../ink/ink1975.xml"/><Relationship Id="rId215" Type="http://schemas.openxmlformats.org/officeDocument/2006/relationships/customXml" Target="../ink/ink2010.xml"/><Relationship Id="rId236" Type="http://schemas.openxmlformats.org/officeDocument/2006/relationships/customXml" Target="../ink/ink2031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66.xml"/><Relationship Id="rId21" Type="http://schemas.openxmlformats.org/officeDocument/2006/relationships/customXml" Target="../ink/ink2070.xml"/><Relationship Id="rId42" Type="http://schemas.openxmlformats.org/officeDocument/2006/relationships/customXml" Target="../ink/ink2091.xml"/><Relationship Id="rId63" Type="http://schemas.openxmlformats.org/officeDocument/2006/relationships/customXml" Target="../ink/ink2112.xml"/><Relationship Id="rId84" Type="http://schemas.openxmlformats.org/officeDocument/2006/relationships/customXml" Target="../ink/ink2133.xml"/><Relationship Id="rId138" Type="http://schemas.openxmlformats.org/officeDocument/2006/relationships/customXml" Target="../ink/ink2187.xml"/><Relationship Id="rId159" Type="http://schemas.openxmlformats.org/officeDocument/2006/relationships/customXml" Target="../ink/ink2208.xml"/><Relationship Id="rId170" Type="http://schemas.openxmlformats.org/officeDocument/2006/relationships/customXml" Target="../ink/ink2219.xml"/><Relationship Id="rId107" Type="http://schemas.openxmlformats.org/officeDocument/2006/relationships/customXml" Target="../ink/ink2156.xml"/><Relationship Id="rId11" Type="http://schemas.openxmlformats.org/officeDocument/2006/relationships/customXml" Target="../ink/ink2060.xml"/><Relationship Id="rId32" Type="http://schemas.openxmlformats.org/officeDocument/2006/relationships/customXml" Target="../ink/ink2081.xml"/><Relationship Id="rId53" Type="http://schemas.openxmlformats.org/officeDocument/2006/relationships/customXml" Target="../ink/ink2102.xml"/><Relationship Id="rId74" Type="http://schemas.openxmlformats.org/officeDocument/2006/relationships/customXml" Target="../ink/ink2123.xml"/><Relationship Id="rId128" Type="http://schemas.openxmlformats.org/officeDocument/2006/relationships/customXml" Target="../ink/ink2177.xml"/><Relationship Id="rId149" Type="http://schemas.openxmlformats.org/officeDocument/2006/relationships/customXml" Target="../ink/ink2198.xml"/><Relationship Id="rId5" Type="http://schemas.openxmlformats.org/officeDocument/2006/relationships/customXml" Target="../ink/ink2054.xml"/><Relationship Id="rId95" Type="http://schemas.openxmlformats.org/officeDocument/2006/relationships/customXml" Target="../ink/ink2144.xml"/><Relationship Id="rId160" Type="http://schemas.openxmlformats.org/officeDocument/2006/relationships/customXml" Target="../ink/ink2209.xml"/><Relationship Id="rId22" Type="http://schemas.openxmlformats.org/officeDocument/2006/relationships/customXml" Target="../ink/ink2071.xml"/><Relationship Id="rId43" Type="http://schemas.openxmlformats.org/officeDocument/2006/relationships/customXml" Target="../ink/ink2092.xml"/><Relationship Id="rId64" Type="http://schemas.openxmlformats.org/officeDocument/2006/relationships/customXml" Target="../ink/ink2113.xml"/><Relationship Id="rId118" Type="http://schemas.openxmlformats.org/officeDocument/2006/relationships/customXml" Target="../ink/ink2167.xml"/><Relationship Id="rId139" Type="http://schemas.openxmlformats.org/officeDocument/2006/relationships/customXml" Target="../ink/ink2188.xml"/><Relationship Id="rId85" Type="http://schemas.openxmlformats.org/officeDocument/2006/relationships/customXml" Target="../ink/ink2134.xml"/><Relationship Id="rId150" Type="http://schemas.openxmlformats.org/officeDocument/2006/relationships/customXml" Target="../ink/ink2199.xml"/><Relationship Id="rId171" Type="http://schemas.openxmlformats.org/officeDocument/2006/relationships/customXml" Target="../ink/ink2220.xml"/><Relationship Id="rId12" Type="http://schemas.openxmlformats.org/officeDocument/2006/relationships/customXml" Target="../ink/ink2061.xml"/><Relationship Id="rId33" Type="http://schemas.openxmlformats.org/officeDocument/2006/relationships/customXml" Target="../ink/ink2082.xml"/><Relationship Id="rId108" Type="http://schemas.openxmlformats.org/officeDocument/2006/relationships/customXml" Target="../ink/ink2157.xml"/><Relationship Id="rId129" Type="http://schemas.openxmlformats.org/officeDocument/2006/relationships/customXml" Target="../ink/ink2178.xml"/><Relationship Id="rId54" Type="http://schemas.openxmlformats.org/officeDocument/2006/relationships/customXml" Target="../ink/ink2103.xml"/><Relationship Id="rId75" Type="http://schemas.openxmlformats.org/officeDocument/2006/relationships/customXml" Target="../ink/ink2124.xml"/><Relationship Id="rId96" Type="http://schemas.openxmlformats.org/officeDocument/2006/relationships/customXml" Target="../ink/ink2145.xml"/><Relationship Id="rId140" Type="http://schemas.openxmlformats.org/officeDocument/2006/relationships/customXml" Target="../ink/ink2189.xml"/><Relationship Id="rId161" Type="http://schemas.openxmlformats.org/officeDocument/2006/relationships/customXml" Target="../ink/ink22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55.xml"/><Relationship Id="rId23" Type="http://schemas.openxmlformats.org/officeDocument/2006/relationships/customXml" Target="../ink/ink2072.xml"/><Relationship Id="rId28" Type="http://schemas.openxmlformats.org/officeDocument/2006/relationships/customXml" Target="../ink/ink2077.xml"/><Relationship Id="rId49" Type="http://schemas.openxmlformats.org/officeDocument/2006/relationships/customXml" Target="../ink/ink2098.xml"/><Relationship Id="rId114" Type="http://schemas.openxmlformats.org/officeDocument/2006/relationships/customXml" Target="../ink/ink2163.xml"/><Relationship Id="rId119" Type="http://schemas.openxmlformats.org/officeDocument/2006/relationships/customXml" Target="../ink/ink2168.xml"/><Relationship Id="rId44" Type="http://schemas.openxmlformats.org/officeDocument/2006/relationships/customXml" Target="../ink/ink2093.xml"/><Relationship Id="rId60" Type="http://schemas.openxmlformats.org/officeDocument/2006/relationships/customXml" Target="../ink/ink2109.xml"/><Relationship Id="rId65" Type="http://schemas.openxmlformats.org/officeDocument/2006/relationships/customXml" Target="../ink/ink2114.xml"/><Relationship Id="rId81" Type="http://schemas.openxmlformats.org/officeDocument/2006/relationships/customXml" Target="../ink/ink2130.xml"/><Relationship Id="rId86" Type="http://schemas.openxmlformats.org/officeDocument/2006/relationships/customXml" Target="../ink/ink2135.xml"/><Relationship Id="rId130" Type="http://schemas.openxmlformats.org/officeDocument/2006/relationships/customXml" Target="../ink/ink2179.xml"/><Relationship Id="rId135" Type="http://schemas.openxmlformats.org/officeDocument/2006/relationships/customXml" Target="../ink/ink2184.xml"/><Relationship Id="rId151" Type="http://schemas.openxmlformats.org/officeDocument/2006/relationships/customXml" Target="../ink/ink2200.xml"/><Relationship Id="rId156" Type="http://schemas.openxmlformats.org/officeDocument/2006/relationships/customXml" Target="../ink/ink2205.xml"/><Relationship Id="rId172" Type="http://schemas.openxmlformats.org/officeDocument/2006/relationships/customXml" Target="../ink/ink2221.xml"/><Relationship Id="rId13" Type="http://schemas.openxmlformats.org/officeDocument/2006/relationships/customXml" Target="../ink/ink2062.xml"/><Relationship Id="rId18" Type="http://schemas.openxmlformats.org/officeDocument/2006/relationships/customXml" Target="../ink/ink2067.xml"/><Relationship Id="rId39" Type="http://schemas.openxmlformats.org/officeDocument/2006/relationships/customXml" Target="../ink/ink2088.xml"/><Relationship Id="rId109" Type="http://schemas.openxmlformats.org/officeDocument/2006/relationships/customXml" Target="../ink/ink2158.xml"/><Relationship Id="rId34" Type="http://schemas.openxmlformats.org/officeDocument/2006/relationships/customXml" Target="../ink/ink2083.xml"/><Relationship Id="rId50" Type="http://schemas.openxmlformats.org/officeDocument/2006/relationships/customXml" Target="../ink/ink2099.xml"/><Relationship Id="rId55" Type="http://schemas.openxmlformats.org/officeDocument/2006/relationships/customXml" Target="../ink/ink2104.xml"/><Relationship Id="rId76" Type="http://schemas.openxmlformats.org/officeDocument/2006/relationships/customXml" Target="../ink/ink2125.xml"/><Relationship Id="rId97" Type="http://schemas.openxmlformats.org/officeDocument/2006/relationships/customXml" Target="../ink/ink2146.xml"/><Relationship Id="rId104" Type="http://schemas.openxmlformats.org/officeDocument/2006/relationships/customXml" Target="../ink/ink2153.xml"/><Relationship Id="rId120" Type="http://schemas.openxmlformats.org/officeDocument/2006/relationships/customXml" Target="../ink/ink2169.xml"/><Relationship Id="rId125" Type="http://schemas.openxmlformats.org/officeDocument/2006/relationships/customXml" Target="../ink/ink2174.xml"/><Relationship Id="rId141" Type="http://schemas.openxmlformats.org/officeDocument/2006/relationships/customXml" Target="../ink/ink2190.xml"/><Relationship Id="rId146" Type="http://schemas.openxmlformats.org/officeDocument/2006/relationships/customXml" Target="../ink/ink2195.xml"/><Relationship Id="rId167" Type="http://schemas.openxmlformats.org/officeDocument/2006/relationships/customXml" Target="../ink/ink2216.xml"/><Relationship Id="rId7" Type="http://schemas.openxmlformats.org/officeDocument/2006/relationships/customXml" Target="../ink/ink2056.xml"/><Relationship Id="rId71" Type="http://schemas.openxmlformats.org/officeDocument/2006/relationships/customXml" Target="../ink/ink2120.xml"/><Relationship Id="rId92" Type="http://schemas.openxmlformats.org/officeDocument/2006/relationships/customXml" Target="../ink/ink2141.xml"/><Relationship Id="rId162" Type="http://schemas.openxmlformats.org/officeDocument/2006/relationships/customXml" Target="../ink/ink2211.xml"/><Relationship Id="rId2" Type="http://schemas.openxmlformats.org/officeDocument/2006/relationships/customXml" Target="../ink/ink2051.xml"/><Relationship Id="rId29" Type="http://schemas.openxmlformats.org/officeDocument/2006/relationships/customXml" Target="../ink/ink2078.xml"/><Relationship Id="rId24" Type="http://schemas.openxmlformats.org/officeDocument/2006/relationships/customXml" Target="../ink/ink2073.xml"/><Relationship Id="rId40" Type="http://schemas.openxmlformats.org/officeDocument/2006/relationships/customXml" Target="../ink/ink2089.xml"/><Relationship Id="rId45" Type="http://schemas.openxmlformats.org/officeDocument/2006/relationships/customXml" Target="../ink/ink2094.xml"/><Relationship Id="rId66" Type="http://schemas.openxmlformats.org/officeDocument/2006/relationships/customXml" Target="../ink/ink2115.xml"/><Relationship Id="rId87" Type="http://schemas.openxmlformats.org/officeDocument/2006/relationships/customXml" Target="../ink/ink2136.xml"/><Relationship Id="rId110" Type="http://schemas.openxmlformats.org/officeDocument/2006/relationships/customXml" Target="../ink/ink2159.xml"/><Relationship Id="rId115" Type="http://schemas.openxmlformats.org/officeDocument/2006/relationships/customXml" Target="../ink/ink2164.xml"/><Relationship Id="rId131" Type="http://schemas.openxmlformats.org/officeDocument/2006/relationships/customXml" Target="../ink/ink2180.xml"/><Relationship Id="rId136" Type="http://schemas.openxmlformats.org/officeDocument/2006/relationships/customXml" Target="../ink/ink2185.xml"/><Relationship Id="rId157" Type="http://schemas.openxmlformats.org/officeDocument/2006/relationships/customXml" Target="../ink/ink2206.xml"/><Relationship Id="rId61" Type="http://schemas.openxmlformats.org/officeDocument/2006/relationships/customXml" Target="../ink/ink2110.xml"/><Relationship Id="rId82" Type="http://schemas.openxmlformats.org/officeDocument/2006/relationships/customXml" Target="../ink/ink2131.xml"/><Relationship Id="rId152" Type="http://schemas.openxmlformats.org/officeDocument/2006/relationships/customXml" Target="../ink/ink2201.xml"/><Relationship Id="rId173" Type="http://schemas.openxmlformats.org/officeDocument/2006/relationships/customXml" Target="../ink/ink2222.xml"/><Relationship Id="rId19" Type="http://schemas.openxmlformats.org/officeDocument/2006/relationships/customXml" Target="../ink/ink2068.xml"/><Relationship Id="rId14" Type="http://schemas.openxmlformats.org/officeDocument/2006/relationships/customXml" Target="../ink/ink2063.xml"/><Relationship Id="rId30" Type="http://schemas.openxmlformats.org/officeDocument/2006/relationships/customXml" Target="../ink/ink2079.xml"/><Relationship Id="rId35" Type="http://schemas.openxmlformats.org/officeDocument/2006/relationships/customXml" Target="../ink/ink2084.xml"/><Relationship Id="rId56" Type="http://schemas.openxmlformats.org/officeDocument/2006/relationships/customXml" Target="../ink/ink2105.xml"/><Relationship Id="rId77" Type="http://schemas.openxmlformats.org/officeDocument/2006/relationships/customXml" Target="../ink/ink2126.xml"/><Relationship Id="rId100" Type="http://schemas.openxmlformats.org/officeDocument/2006/relationships/customXml" Target="../ink/ink2149.xml"/><Relationship Id="rId105" Type="http://schemas.openxmlformats.org/officeDocument/2006/relationships/customXml" Target="../ink/ink2154.xml"/><Relationship Id="rId126" Type="http://schemas.openxmlformats.org/officeDocument/2006/relationships/customXml" Target="../ink/ink2175.xml"/><Relationship Id="rId147" Type="http://schemas.openxmlformats.org/officeDocument/2006/relationships/customXml" Target="../ink/ink2196.xml"/><Relationship Id="rId168" Type="http://schemas.openxmlformats.org/officeDocument/2006/relationships/customXml" Target="../ink/ink2217.xml"/><Relationship Id="rId8" Type="http://schemas.openxmlformats.org/officeDocument/2006/relationships/customXml" Target="../ink/ink2057.xml"/><Relationship Id="rId51" Type="http://schemas.openxmlformats.org/officeDocument/2006/relationships/customXml" Target="../ink/ink2100.xml"/><Relationship Id="rId72" Type="http://schemas.openxmlformats.org/officeDocument/2006/relationships/customXml" Target="../ink/ink2121.xml"/><Relationship Id="rId93" Type="http://schemas.openxmlformats.org/officeDocument/2006/relationships/customXml" Target="../ink/ink2142.xml"/><Relationship Id="rId98" Type="http://schemas.openxmlformats.org/officeDocument/2006/relationships/customXml" Target="../ink/ink2147.xml"/><Relationship Id="rId121" Type="http://schemas.openxmlformats.org/officeDocument/2006/relationships/customXml" Target="../ink/ink2170.xml"/><Relationship Id="rId142" Type="http://schemas.openxmlformats.org/officeDocument/2006/relationships/customXml" Target="../ink/ink2191.xml"/><Relationship Id="rId163" Type="http://schemas.openxmlformats.org/officeDocument/2006/relationships/customXml" Target="../ink/ink2212.xml"/><Relationship Id="rId3" Type="http://schemas.openxmlformats.org/officeDocument/2006/relationships/customXml" Target="../ink/ink2052.xml"/><Relationship Id="rId25" Type="http://schemas.openxmlformats.org/officeDocument/2006/relationships/customXml" Target="../ink/ink2074.xml"/><Relationship Id="rId46" Type="http://schemas.openxmlformats.org/officeDocument/2006/relationships/customXml" Target="../ink/ink2095.xml"/><Relationship Id="rId67" Type="http://schemas.openxmlformats.org/officeDocument/2006/relationships/customXml" Target="../ink/ink2116.xml"/><Relationship Id="rId116" Type="http://schemas.openxmlformats.org/officeDocument/2006/relationships/customXml" Target="../ink/ink2165.xml"/><Relationship Id="rId137" Type="http://schemas.openxmlformats.org/officeDocument/2006/relationships/customXml" Target="../ink/ink2186.xml"/><Relationship Id="rId158" Type="http://schemas.openxmlformats.org/officeDocument/2006/relationships/customXml" Target="../ink/ink2207.xml"/><Relationship Id="rId20" Type="http://schemas.openxmlformats.org/officeDocument/2006/relationships/customXml" Target="../ink/ink2069.xml"/><Relationship Id="rId41" Type="http://schemas.openxmlformats.org/officeDocument/2006/relationships/customXml" Target="../ink/ink2090.xml"/><Relationship Id="rId62" Type="http://schemas.openxmlformats.org/officeDocument/2006/relationships/customXml" Target="../ink/ink2111.xml"/><Relationship Id="rId83" Type="http://schemas.openxmlformats.org/officeDocument/2006/relationships/customXml" Target="../ink/ink2132.xml"/><Relationship Id="rId88" Type="http://schemas.openxmlformats.org/officeDocument/2006/relationships/customXml" Target="../ink/ink2137.xml"/><Relationship Id="rId111" Type="http://schemas.openxmlformats.org/officeDocument/2006/relationships/customXml" Target="../ink/ink2160.xml"/><Relationship Id="rId132" Type="http://schemas.openxmlformats.org/officeDocument/2006/relationships/customXml" Target="../ink/ink2181.xml"/><Relationship Id="rId153" Type="http://schemas.openxmlformats.org/officeDocument/2006/relationships/customXml" Target="../ink/ink2202.xml"/><Relationship Id="rId174" Type="http://schemas.openxmlformats.org/officeDocument/2006/relationships/customXml" Target="../ink/ink2223.xml"/><Relationship Id="rId15" Type="http://schemas.openxmlformats.org/officeDocument/2006/relationships/customXml" Target="../ink/ink2064.xml"/><Relationship Id="rId36" Type="http://schemas.openxmlformats.org/officeDocument/2006/relationships/customXml" Target="../ink/ink2085.xml"/><Relationship Id="rId57" Type="http://schemas.openxmlformats.org/officeDocument/2006/relationships/customXml" Target="../ink/ink2106.xml"/><Relationship Id="rId106" Type="http://schemas.openxmlformats.org/officeDocument/2006/relationships/customXml" Target="../ink/ink2155.xml"/><Relationship Id="rId127" Type="http://schemas.openxmlformats.org/officeDocument/2006/relationships/customXml" Target="../ink/ink2176.xml"/><Relationship Id="rId10" Type="http://schemas.openxmlformats.org/officeDocument/2006/relationships/customXml" Target="../ink/ink2059.xml"/><Relationship Id="rId31" Type="http://schemas.openxmlformats.org/officeDocument/2006/relationships/customXml" Target="../ink/ink2080.xml"/><Relationship Id="rId52" Type="http://schemas.openxmlformats.org/officeDocument/2006/relationships/customXml" Target="../ink/ink2101.xml"/><Relationship Id="rId73" Type="http://schemas.openxmlformats.org/officeDocument/2006/relationships/customXml" Target="../ink/ink2122.xml"/><Relationship Id="rId78" Type="http://schemas.openxmlformats.org/officeDocument/2006/relationships/customXml" Target="../ink/ink2127.xml"/><Relationship Id="rId94" Type="http://schemas.openxmlformats.org/officeDocument/2006/relationships/customXml" Target="../ink/ink2143.xml"/><Relationship Id="rId99" Type="http://schemas.openxmlformats.org/officeDocument/2006/relationships/customXml" Target="../ink/ink2148.xml"/><Relationship Id="rId101" Type="http://schemas.openxmlformats.org/officeDocument/2006/relationships/customXml" Target="../ink/ink2150.xml"/><Relationship Id="rId122" Type="http://schemas.openxmlformats.org/officeDocument/2006/relationships/customXml" Target="../ink/ink2171.xml"/><Relationship Id="rId143" Type="http://schemas.openxmlformats.org/officeDocument/2006/relationships/customXml" Target="../ink/ink2192.xml"/><Relationship Id="rId148" Type="http://schemas.openxmlformats.org/officeDocument/2006/relationships/customXml" Target="../ink/ink2197.xml"/><Relationship Id="rId164" Type="http://schemas.openxmlformats.org/officeDocument/2006/relationships/customXml" Target="../ink/ink2213.xml"/><Relationship Id="rId169" Type="http://schemas.openxmlformats.org/officeDocument/2006/relationships/customXml" Target="../ink/ink2218.xml"/><Relationship Id="rId4" Type="http://schemas.openxmlformats.org/officeDocument/2006/relationships/customXml" Target="../ink/ink2053.xml"/><Relationship Id="rId9" Type="http://schemas.openxmlformats.org/officeDocument/2006/relationships/customXml" Target="../ink/ink2058.xml"/><Relationship Id="rId26" Type="http://schemas.openxmlformats.org/officeDocument/2006/relationships/customXml" Target="../ink/ink2075.xml"/><Relationship Id="rId47" Type="http://schemas.openxmlformats.org/officeDocument/2006/relationships/customXml" Target="../ink/ink2096.xml"/><Relationship Id="rId68" Type="http://schemas.openxmlformats.org/officeDocument/2006/relationships/customXml" Target="../ink/ink2117.xml"/><Relationship Id="rId89" Type="http://schemas.openxmlformats.org/officeDocument/2006/relationships/customXml" Target="../ink/ink2138.xml"/><Relationship Id="rId112" Type="http://schemas.openxmlformats.org/officeDocument/2006/relationships/customXml" Target="../ink/ink2161.xml"/><Relationship Id="rId133" Type="http://schemas.openxmlformats.org/officeDocument/2006/relationships/customXml" Target="../ink/ink2182.xml"/><Relationship Id="rId154" Type="http://schemas.openxmlformats.org/officeDocument/2006/relationships/customXml" Target="../ink/ink2203.xml"/><Relationship Id="rId175" Type="http://schemas.openxmlformats.org/officeDocument/2006/relationships/customXml" Target="../ink/ink2224.xml"/><Relationship Id="rId16" Type="http://schemas.openxmlformats.org/officeDocument/2006/relationships/customXml" Target="../ink/ink2065.xml"/><Relationship Id="rId37" Type="http://schemas.openxmlformats.org/officeDocument/2006/relationships/customXml" Target="../ink/ink2086.xml"/><Relationship Id="rId58" Type="http://schemas.openxmlformats.org/officeDocument/2006/relationships/customXml" Target="../ink/ink2107.xml"/><Relationship Id="rId79" Type="http://schemas.openxmlformats.org/officeDocument/2006/relationships/customXml" Target="../ink/ink2128.xml"/><Relationship Id="rId102" Type="http://schemas.openxmlformats.org/officeDocument/2006/relationships/customXml" Target="../ink/ink2151.xml"/><Relationship Id="rId123" Type="http://schemas.openxmlformats.org/officeDocument/2006/relationships/customXml" Target="../ink/ink2172.xml"/><Relationship Id="rId144" Type="http://schemas.openxmlformats.org/officeDocument/2006/relationships/customXml" Target="../ink/ink2193.xml"/><Relationship Id="rId90" Type="http://schemas.openxmlformats.org/officeDocument/2006/relationships/customXml" Target="../ink/ink2139.xml"/><Relationship Id="rId165" Type="http://schemas.openxmlformats.org/officeDocument/2006/relationships/customXml" Target="../ink/ink2214.xml"/><Relationship Id="rId27" Type="http://schemas.openxmlformats.org/officeDocument/2006/relationships/customXml" Target="../ink/ink2076.xml"/><Relationship Id="rId48" Type="http://schemas.openxmlformats.org/officeDocument/2006/relationships/customXml" Target="../ink/ink2097.xml"/><Relationship Id="rId69" Type="http://schemas.openxmlformats.org/officeDocument/2006/relationships/customXml" Target="../ink/ink2118.xml"/><Relationship Id="rId113" Type="http://schemas.openxmlformats.org/officeDocument/2006/relationships/customXml" Target="../ink/ink2162.xml"/><Relationship Id="rId134" Type="http://schemas.openxmlformats.org/officeDocument/2006/relationships/customXml" Target="../ink/ink2183.xml"/><Relationship Id="rId80" Type="http://schemas.openxmlformats.org/officeDocument/2006/relationships/customXml" Target="../ink/ink2129.xml"/><Relationship Id="rId155" Type="http://schemas.openxmlformats.org/officeDocument/2006/relationships/customXml" Target="../ink/ink2204.xml"/><Relationship Id="rId176" Type="http://schemas.openxmlformats.org/officeDocument/2006/relationships/customXml" Target="../ink/ink2225.xml"/><Relationship Id="rId17" Type="http://schemas.openxmlformats.org/officeDocument/2006/relationships/customXml" Target="../ink/ink2066.xml"/><Relationship Id="rId38" Type="http://schemas.openxmlformats.org/officeDocument/2006/relationships/customXml" Target="../ink/ink2087.xml"/><Relationship Id="rId59" Type="http://schemas.openxmlformats.org/officeDocument/2006/relationships/customXml" Target="../ink/ink2108.xml"/><Relationship Id="rId103" Type="http://schemas.openxmlformats.org/officeDocument/2006/relationships/customXml" Target="../ink/ink2152.xml"/><Relationship Id="rId124" Type="http://schemas.openxmlformats.org/officeDocument/2006/relationships/customXml" Target="../ink/ink2173.xml"/><Relationship Id="rId70" Type="http://schemas.openxmlformats.org/officeDocument/2006/relationships/customXml" Target="../ink/ink2119.xml"/><Relationship Id="rId91" Type="http://schemas.openxmlformats.org/officeDocument/2006/relationships/customXml" Target="../ink/ink2140.xml"/><Relationship Id="rId145" Type="http://schemas.openxmlformats.org/officeDocument/2006/relationships/customXml" Target="../ink/ink2194.xml"/><Relationship Id="rId166" Type="http://schemas.openxmlformats.org/officeDocument/2006/relationships/customXml" Target="../ink/ink2215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34.xml"/><Relationship Id="rId18" Type="http://schemas.openxmlformats.org/officeDocument/2006/relationships/customXml" Target="../ink/ink2239.xml"/><Relationship Id="rId26" Type="http://schemas.openxmlformats.org/officeDocument/2006/relationships/customXml" Target="../ink/ink2247.xml"/><Relationship Id="rId39" Type="http://schemas.openxmlformats.org/officeDocument/2006/relationships/customXml" Target="../ink/ink2260.xml"/><Relationship Id="rId21" Type="http://schemas.openxmlformats.org/officeDocument/2006/relationships/customXml" Target="../ink/ink2242.xml"/><Relationship Id="rId34" Type="http://schemas.openxmlformats.org/officeDocument/2006/relationships/customXml" Target="../ink/ink2255.xml"/><Relationship Id="rId42" Type="http://schemas.openxmlformats.org/officeDocument/2006/relationships/customXml" Target="../ink/ink2263.xml"/><Relationship Id="rId7" Type="http://schemas.openxmlformats.org/officeDocument/2006/relationships/customXml" Target="../ink/ink2228.xml"/><Relationship Id="rId2" Type="http://schemas.openxmlformats.org/officeDocument/2006/relationships/image" Target="../media/image27.emf"/><Relationship Id="rId16" Type="http://schemas.openxmlformats.org/officeDocument/2006/relationships/customXml" Target="../ink/ink2237.xml"/><Relationship Id="rId20" Type="http://schemas.openxmlformats.org/officeDocument/2006/relationships/customXml" Target="../ink/ink2241.xml"/><Relationship Id="rId29" Type="http://schemas.openxmlformats.org/officeDocument/2006/relationships/customXml" Target="../ink/ink2250.xml"/><Relationship Id="rId41" Type="http://schemas.openxmlformats.org/officeDocument/2006/relationships/customXml" Target="../ink/ink226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27.xml"/><Relationship Id="rId11" Type="http://schemas.openxmlformats.org/officeDocument/2006/relationships/customXml" Target="../ink/ink2232.xml"/><Relationship Id="rId24" Type="http://schemas.openxmlformats.org/officeDocument/2006/relationships/customXml" Target="../ink/ink2245.xml"/><Relationship Id="rId32" Type="http://schemas.openxmlformats.org/officeDocument/2006/relationships/customXml" Target="../ink/ink2253.xml"/><Relationship Id="rId37" Type="http://schemas.openxmlformats.org/officeDocument/2006/relationships/customXml" Target="../ink/ink2258.xml"/><Relationship Id="rId40" Type="http://schemas.openxmlformats.org/officeDocument/2006/relationships/customXml" Target="../ink/ink2261.xml"/><Relationship Id="rId5" Type="http://schemas.openxmlformats.org/officeDocument/2006/relationships/customXml" Target="../ink/ink2226.xml"/><Relationship Id="rId15" Type="http://schemas.openxmlformats.org/officeDocument/2006/relationships/customXml" Target="../ink/ink2236.xml"/><Relationship Id="rId23" Type="http://schemas.openxmlformats.org/officeDocument/2006/relationships/customXml" Target="../ink/ink2244.xml"/><Relationship Id="rId28" Type="http://schemas.openxmlformats.org/officeDocument/2006/relationships/customXml" Target="../ink/ink2249.xml"/><Relationship Id="rId36" Type="http://schemas.openxmlformats.org/officeDocument/2006/relationships/customXml" Target="../ink/ink2257.xml"/><Relationship Id="rId10" Type="http://schemas.openxmlformats.org/officeDocument/2006/relationships/customXml" Target="../ink/ink2231.xml"/><Relationship Id="rId19" Type="http://schemas.openxmlformats.org/officeDocument/2006/relationships/customXml" Target="../ink/ink2240.xml"/><Relationship Id="rId31" Type="http://schemas.openxmlformats.org/officeDocument/2006/relationships/customXml" Target="../ink/ink2252.xml"/><Relationship Id="rId44" Type="http://schemas.openxmlformats.org/officeDocument/2006/relationships/customXml" Target="../ink/ink2265.xml"/><Relationship Id="rId4" Type="http://schemas.openxmlformats.org/officeDocument/2006/relationships/image" Target="../media/image29.png"/><Relationship Id="rId9" Type="http://schemas.openxmlformats.org/officeDocument/2006/relationships/customXml" Target="../ink/ink2230.xml"/><Relationship Id="rId14" Type="http://schemas.openxmlformats.org/officeDocument/2006/relationships/customXml" Target="../ink/ink2235.xml"/><Relationship Id="rId22" Type="http://schemas.openxmlformats.org/officeDocument/2006/relationships/customXml" Target="../ink/ink2243.xml"/><Relationship Id="rId27" Type="http://schemas.openxmlformats.org/officeDocument/2006/relationships/customXml" Target="../ink/ink2248.xml"/><Relationship Id="rId30" Type="http://schemas.openxmlformats.org/officeDocument/2006/relationships/customXml" Target="../ink/ink2251.xml"/><Relationship Id="rId35" Type="http://schemas.openxmlformats.org/officeDocument/2006/relationships/customXml" Target="../ink/ink2256.xml"/><Relationship Id="rId43" Type="http://schemas.openxmlformats.org/officeDocument/2006/relationships/customXml" Target="../ink/ink2264.xml"/><Relationship Id="rId8" Type="http://schemas.openxmlformats.org/officeDocument/2006/relationships/customXml" Target="../ink/ink2229.xml"/><Relationship Id="rId3" Type="http://schemas.openxmlformats.org/officeDocument/2006/relationships/image" Target="../media/image28.png"/><Relationship Id="rId12" Type="http://schemas.openxmlformats.org/officeDocument/2006/relationships/customXml" Target="../ink/ink2233.xml"/><Relationship Id="rId17" Type="http://schemas.openxmlformats.org/officeDocument/2006/relationships/customXml" Target="../ink/ink2238.xml"/><Relationship Id="rId25" Type="http://schemas.openxmlformats.org/officeDocument/2006/relationships/customXml" Target="../ink/ink2246.xml"/><Relationship Id="rId33" Type="http://schemas.openxmlformats.org/officeDocument/2006/relationships/customXml" Target="../ink/ink2254.xml"/><Relationship Id="rId38" Type="http://schemas.openxmlformats.org/officeDocument/2006/relationships/customXml" Target="../ink/ink225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73.xml"/><Relationship Id="rId18" Type="http://schemas.openxmlformats.org/officeDocument/2006/relationships/customXml" Target="../ink/ink2278.xml"/><Relationship Id="rId26" Type="http://schemas.openxmlformats.org/officeDocument/2006/relationships/customXml" Target="../ink/ink2286.xml"/><Relationship Id="rId21" Type="http://schemas.openxmlformats.org/officeDocument/2006/relationships/customXml" Target="../ink/ink2281.xml"/><Relationship Id="rId34" Type="http://schemas.openxmlformats.org/officeDocument/2006/relationships/customXml" Target="../ink/ink2294.xml"/><Relationship Id="rId7" Type="http://schemas.openxmlformats.org/officeDocument/2006/relationships/customXml" Target="../ink/ink2267.xml"/><Relationship Id="rId12" Type="http://schemas.openxmlformats.org/officeDocument/2006/relationships/customXml" Target="../ink/ink2272.xml"/><Relationship Id="rId17" Type="http://schemas.openxmlformats.org/officeDocument/2006/relationships/customXml" Target="../ink/ink2277.xml"/><Relationship Id="rId25" Type="http://schemas.openxmlformats.org/officeDocument/2006/relationships/customXml" Target="../ink/ink2285.xml"/><Relationship Id="rId33" Type="http://schemas.openxmlformats.org/officeDocument/2006/relationships/customXml" Target="../ink/ink2293.xml"/><Relationship Id="rId2" Type="http://schemas.openxmlformats.org/officeDocument/2006/relationships/image" Target="../media/image30.png"/><Relationship Id="rId16" Type="http://schemas.openxmlformats.org/officeDocument/2006/relationships/customXml" Target="../ink/ink2276.xml"/><Relationship Id="rId20" Type="http://schemas.openxmlformats.org/officeDocument/2006/relationships/customXml" Target="../ink/ink2280.xml"/><Relationship Id="rId29" Type="http://schemas.openxmlformats.org/officeDocument/2006/relationships/customXml" Target="../ink/ink228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66.xml"/><Relationship Id="rId11" Type="http://schemas.openxmlformats.org/officeDocument/2006/relationships/customXml" Target="../ink/ink2271.xml"/><Relationship Id="rId24" Type="http://schemas.openxmlformats.org/officeDocument/2006/relationships/customXml" Target="../ink/ink2284.xml"/><Relationship Id="rId32" Type="http://schemas.openxmlformats.org/officeDocument/2006/relationships/customXml" Target="../ink/ink2292.xml"/><Relationship Id="rId37" Type="http://schemas.openxmlformats.org/officeDocument/2006/relationships/customXml" Target="../ink/ink2297.xml"/><Relationship Id="rId5" Type="http://schemas.openxmlformats.org/officeDocument/2006/relationships/image" Target="../media/image33.png"/><Relationship Id="rId15" Type="http://schemas.openxmlformats.org/officeDocument/2006/relationships/customXml" Target="../ink/ink2275.xml"/><Relationship Id="rId23" Type="http://schemas.openxmlformats.org/officeDocument/2006/relationships/customXml" Target="../ink/ink2283.xml"/><Relationship Id="rId28" Type="http://schemas.openxmlformats.org/officeDocument/2006/relationships/customXml" Target="../ink/ink2288.xml"/><Relationship Id="rId36" Type="http://schemas.openxmlformats.org/officeDocument/2006/relationships/customXml" Target="../ink/ink2296.xml"/><Relationship Id="rId10" Type="http://schemas.openxmlformats.org/officeDocument/2006/relationships/customXml" Target="../ink/ink2270.xml"/><Relationship Id="rId19" Type="http://schemas.openxmlformats.org/officeDocument/2006/relationships/customXml" Target="../ink/ink2279.xml"/><Relationship Id="rId31" Type="http://schemas.openxmlformats.org/officeDocument/2006/relationships/customXml" Target="../ink/ink2291.xml"/><Relationship Id="rId4" Type="http://schemas.openxmlformats.org/officeDocument/2006/relationships/image" Target="../media/image32.png"/><Relationship Id="rId9" Type="http://schemas.openxmlformats.org/officeDocument/2006/relationships/customXml" Target="../ink/ink2269.xml"/><Relationship Id="rId14" Type="http://schemas.openxmlformats.org/officeDocument/2006/relationships/customXml" Target="../ink/ink2274.xml"/><Relationship Id="rId22" Type="http://schemas.openxmlformats.org/officeDocument/2006/relationships/customXml" Target="../ink/ink2282.xml"/><Relationship Id="rId27" Type="http://schemas.openxmlformats.org/officeDocument/2006/relationships/customXml" Target="../ink/ink2287.xml"/><Relationship Id="rId30" Type="http://schemas.openxmlformats.org/officeDocument/2006/relationships/customXml" Target="../ink/ink2290.xml"/><Relationship Id="rId35" Type="http://schemas.openxmlformats.org/officeDocument/2006/relationships/customXml" Target="../ink/ink2295.xml"/><Relationship Id="rId8" Type="http://schemas.openxmlformats.org/officeDocument/2006/relationships/customXml" Target="../ink/ink2268.xml"/><Relationship Id="rId3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305.xml"/><Relationship Id="rId18" Type="http://schemas.openxmlformats.org/officeDocument/2006/relationships/customXml" Target="../ink/ink2310.xml"/><Relationship Id="rId26" Type="http://schemas.openxmlformats.org/officeDocument/2006/relationships/customXml" Target="../ink/ink2318.xml"/><Relationship Id="rId39" Type="http://schemas.openxmlformats.org/officeDocument/2006/relationships/customXml" Target="../ink/ink2331.xml"/><Relationship Id="rId21" Type="http://schemas.openxmlformats.org/officeDocument/2006/relationships/customXml" Target="../ink/ink2313.xml"/><Relationship Id="rId34" Type="http://schemas.openxmlformats.org/officeDocument/2006/relationships/customXml" Target="../ink/ink2326.xml"/><Relationship Id="rId42" Type="http://schemas.openxmlformats.org/officeDocument/2006/relationships/customXml" Target="../ink/ink2334.xml"/><Relationship Id="rId47" Type="http://schemas.openxmlformats.org/officeDocument/2006/relationships/customXml" Target="../ink/ink2339.xml"/><Relationship Id="rId50" Type="http://schemas.openxmlformats.org/officeDocument/2006/relationships/customXml" Target="../ink/ink2342.xml"/><Relationship Id="rId55" Type="http://schemas.openxmlformats.org/officeDocument/2006/relationships/customXml" Target="../ink/ink2347.xml"/><Relationship Id="rId7" Type="http://schemas.openxmlformats.org/officeDocument/2006/relationships/customXml" Target="../ink/ink2299.xml"/><Relationship Id="rId2" Type="http://schemas.openxmlformats.org/officeDocument/2006/relationships/image" Target="../media/image34.emf"/><Relationship Id="rId16" Type="http://schemas.openxmlformats.org/officeDocument/2006/relationships/customXml" Target="../ink/ink2308.xml"/><Relationship Id="rId29" Type="http://schemas.openxmlformats.org/officeDocument/2006/relationships/customXml" Target="../ink/ink2321.xml"/><Relationship Id="rId11" Type="http://schemas.openxmlformats.org/officeDocument/2006/relationships/customXml" Target="../ink/ink2303.xml"/><Relationship Id="rId24" Type="http://schemas.openxmlformats.org/officeDocument/2006/relationships/customXml" Target="../ink/ink2316.xml"/><Relationship Id="rId32" Type="http://schemas.openxmlformats.org/officeDocument/2006/relationships/customXml" Target="../ink/ink2324.xml"/><Relationship Id="rId37" Type="http://schemas.openxmlformats.org/officeDocument/2006/relationships/customXml" Target="../ink/ink2329.xml"/><Relationship Id="rId40" Type="http://schemas.openxmlformats.org/officeDocument/2006/relationships/customXml" Target="../ink/ink2332.xml"/><Relationship Id="rId45" Type="http://schemas.openxmlformats.org/officeDocument/2006/relationships/customXml" Target="../ink/ink2337.xml"/><Relationship Id="rId53" Type="http://schemas.openxmlformats.org/officeDocument/2006/relationships/customXml" Target="../ink/ink2345.xml"/><Relationship Id="rId58" Type="http://schemas.openxmlformats.org/officeDocument/2006/relationships/customXml" Target="../ink/ink2350.xml"/><Relationship Id="rId5" Type="http://schemas.openxmlformats.org/officeDocument/2006/relationships/image" Target="../media/image37.png"/><Relationship Id="rId19" Type="http://schemas.openxmlformats.org/officeDocument/2006/relationships/customXml" Target="../ink/ink2311.xml"/><Relationship Id="rId4" Type="http://schemas.openxmlformats.org/officeDocument/2006/relationships/image" Target="../media/image36.png"/><Relationship Id="rId9" Type="http://schemas.openxmlformats.org/officeDocument/2006/relationships/customXml" Target="../ink/ink2301.xml"/><Relationship Id="rId14" Type="http://schemas.openxmlformats.org/officeDocument/2006/relationships/customXml" Target="../ink/ink2306.xml"/><Relationship Id="rId22" Type="http://schemas.openxmlformats.org/officeDocument/2006/relationships/customXml" Target="../ink/ink2314.xml"/><Relationship Id="rId27" Type="http://schemas.openxmlformats.org/officeDocument/2006/relationships/customXml" Target="../ink/ink2319.xml"/><Relationship Id="rId30" Type="http://schemas.openxmlformats.org/officeDocument/2006/relationships/customXml" Target="../ink/ink2322.xml"/><Relationship Id="rId35" Type="http://schemas.openxmlformats.org/officeDocument/2006/relationships/customXml" Target="../ink/ink2327.xml"/><Relationship Id="rId43" Type="http://schemas.openxmlformats.org/officeDocument/2006/relationships/customXml" Target="../ink/ink2335.xml"/><Relationship Id="rId48" Type="http://schemas.openxmlformats.org/officeDocument/2006/relationships/customXml" Target="../ink/ink2340.xml"/><Relationship Id="rId56" Type="http://schemas.openxmlformats.org/officeDocument/2006/relationships/customXml" Target="../ink/ink2348.xml"/><Relationship Id="rId8" Type="http://schemas.openxmlformats.org/officeDocument/2006/relationships/customXml" Target="../ink/ink2300.xml"/><Relationship Id="rId51" Type="http://schemas.openxmlformats.org/officeDocument/2006/relationships/customXml" Target="../ink/ink2343.xml"/><Relationship Id="rId3" Type="http://schemas.openxmlformats.org/officeDocument/2006/relationships/image" Target="../media/image35.png"/><Relationship Id="rId12" Type="http://schemas.openxmlformats.org/officeDocument/2006/relationships/customXml" Target="../ink/ink2304.xml"/><Relationship Id="rId17" Type="http://schemas.openxmlformats.org/officeDocument/2006/relationships/customXml" Target="../ink/ink2309.xml"/><Relationship Id="rId25" Type="http://schemas.openxmlformats.org/officeDocument/2006/relationships/customXml" Target="../ink/ink2317.xml"/><Relationship Id="rId33" Type="http://schemas.openxmlformats.org/officeDocument/2006/relationships/customXml" Target="../ink/ink2325.xml"/><Relationship Id="rId38" Type="http://schemas.openxmlformats.org/officeDocument/2006/relationships/customXml" Target="../ink/ink2330.xml"/><Relationship Id="rId46" Type="http://schemas.openxmlformats.org/officeDocument/2006/relationships/customXml" Target="../ink/ink2338.xml"/><Relationship Id="rId20" Type="http://schemas.openxmlformats.org/officeDocument/2006/relationships/customXml" Target="../ink/ink2312.xml"/><Relationship Id="rId41" Type="http://schemas.openxmlformats.org/officeDocument/2006/relationships/customXml" Target="../ink/ink2333.xml"/><Relationship Id="rId54" Type="http://schemas.openxmlformats.org/officeDocument/2006/relationships/customXml" Target="../ink/ink23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98.xml"/><Relationship Id="rId15" Type="http://schemas.openxmlformats.org/officeDocument/2006/relationships/customXml" Target="../ink/ink2307.xml"/><Relationship Id="rId23" Type="http://schemas.openxmlformats.org/officeDocument/2006/relationships/customXml" Target="../ink/ink2315.xml"/><Relationship Id="rId28" Type="http://schemas.openxmlformats.org/officeDocument/2006/relationships/customXml" Target="../ink/ink2320.xml"/><Relationship Id="rId36" Type="http://schemas.openxmlformats.org/officeDocument/2006/relationships/customXml" Target="../ink/ink2328.xml"/><Relationship Id="rId49" Type="http://schemas.openxmlformats.org/officeDocument/2006/relationships/customXml" Target="../ink/ink2341.xml"/><Relationship Id="rId57" Type="http://schemas.openxmlformats.org/officeDocument/2006/relationships/customXml" Target="../ink/ink2349.xml"/><Relationship Id="rId10" Type="http://schemas.openxmlformats.org/officeDocument/2006/relationships/customXml" Target="../ink/ink2302.xml"/><Relationship Id="rId31" Type="http://schemas.openxmlformats.org/officeDocument/2006/relationships/customXml" Target="../ink/ink2323.xml"/><Relationship Id="rId44" Type="http://schemas.openxmlformats.org/officeDocument/2006/relationships/customXml" Target="../ink/ink2336.xml"/><Relationship Id="rId52" Type="http://schemas.openxmlformats.org/officeDocument/2006/relationships/customXml" Target="../ink/ink2344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75.xml"/><Relationship Id="rId117" Type="http://schemas.openxmlformats.org/officeDocument/2006/relationships/customXml" Target="../ink/ink2466.xml"/><Relationship Id="rId21" Type="http://schemas.openxmlformats.org/officeDocument/2006/relationships/customXml" Target="../ink/ink2370.xml"/><Relationship Id="rId42" Type="http://schemas.openxmlformats.org/officeDocument/2006/relationships/customXml" Target="../ink/ink2391.xml"/><Relationship Id="rId47" Type="http://schemas.openxmlformats.org/officeDocument/2006/relationships/customXml" Target="../ink/ink2396.xml"/><Relationship Id="rId63" Type="http://schemas.openxmlformats.org/officeDocument/2006/relationships/customXml" Target="../ink/ink2412.xml"/><Relationship Id="rId68" Type="http://schemas.openxmlformats.org/officeDocument/2006/relationships/customXml" Target="../ink/ink2417.xml"/><Relationship Id="rId84" Type="http://schemas.openxmlformats.org/officeDocument/2006/relationships/customXml" Target="../ink/ink2433.xml"/><Relationship Id="rId89" Type="http://schemas.openxmlformats.org/officeDocument/2006/relationships/customXml" Target="../ink/ink2438.xml"/><Relationship Id="rId112" Type="http://schemas.openxmlformats.org/officeDocument/2006/relationships/customXml" Target="../ink/ink2461.xml"/><Relationship Id="rId16" Type="http://schemas.openxmlformats.org/officeDocument/2006/relationships/customXml" Target="../ink/ink2365.xml"/><Relationship Id="rId107" Type="http://schemas.openxmlformats.org/officeDocument/2006/relationships/customXml" Target="../ink/ink2456.xml"/><Relationship Id="rId11" Type="http://schemas.openxmlformats.org/officeDocument/2006/relationships/customXml" Target="../ink/ink2360.xml"/><Relationship Id="rId32" Type="http://schemas.openxmlformats.org/officeDocument/2006/relationships/customXml" Target="../ink/ink2381.xml"/><Relationship Id="rId37" Type="http://schemas.openxmlformats.org/officeDocument/2006/relationships/customXml" Target="../ink/ink2386.xml"/><Relationship Id="rId53" Type="http://schemas.openxmlformats.org/officeDocument/2006/relationships/customXml" Target="../ink/ink2402.xml"/><Relationship Id="rId58" Type="http://schemas.openxmlformats.org/officeDocument/2006/relationships/customXml" Target="../ink/ink2407.xml"/><Relationship Id="rId74" Type="http://schemas.openxmlformats.org/officeDocument/2006/relationships/customXml" Target="../ink/ink2423.xml"/><Relationship Id="rId79" Type="http://schemas.openxmlformats.org/officeDocument/2006/relationships/customXml" Target="../ink/ink2428.xml"/><Relationship Id="rId102" Type="http://schemas.openxmlformats.org/officeDocument/2006/relationships/customXml" Target="../ink/ink2451.xml"/><Relationship Id="rId123" Type="http://schemas.openxmlformats.org/officeDocument/2006/relationships/customXml" Target="../ink/ink2472.xml"/><Relationship Id="rId5" Type="http://schemas.openxmlformats.org/officeDocument/2006/relationships/customXml" Target="../ink/ink2354.xml"/><Relationship Id="rId90" Type="http://schemas.openxmlformats.org/officeDocument/2006/relationships/customXml" Target="../ink/ink2439.xml"/><Relationship Id="rId95" Type="http://schemas.openxmlformats.org/officeDocument/2006/relationships/customXml" Target="../ink/ink2444.xml"/><Relationship Id="rId22" Type="http://schemas.openxmlformats.org/officeDocument/2006/relationships/customXml" Target="../ink/ink2371.xml"/><Relationship Id="rId27" Type="http://schemas.openxmlformats.org/officeDocument/2006/relationships/customXml" Target="../ink/ink2376.xml"/><Relationship Id="rId43" Type="http://schemas.openxmlformats.org/officeDocument/2006/relationships/customXml" Target="../ink/ink2392.xml"/><Relationship Id="rId48" Type="http://schemas.openxmlformats.org/officeDocument/2006/relationships/customXml" Target="../ink/ink2397.xml"/><Relationship Id="rId64" Type="http://schemas.openxmlformats.org/officeDocument/2006/relationships/customXml" Target="../ink/ink2413.xml"/><Relationship Id="rId69" Type="http://schemas.openxmlformats.org/officeDocument/2006/relationships/customXml" Target="../ink/ink2418.xml"/><Relationship Id="rId113" Type="http://schemas.openxmlformats.org/officeDocument/2006/relationships/customXml" Target="../ink/ink2462.xml"/><Relationship Id="rId118" Type="http://schemas.openxmlformats.org/officeDocument/2006/relationships/customXml" Target="../ink/ink2467.xml"/><Relationship Id="rId80" Type="http://schemas.openxmlformats.org/officeDocument/2006/relationships/customXml" Target="../ink/ink2429.xml"/><Relationship Id="rId85" Type="http://schemas.openxmlformats.org/officeDocument/2006/relationships/customXml" Target="../ink/ink2434.xml"/><Relationship Id="rId12" Type="http://schemas.openxmlformats.org/officeDocument/2006/relationships/customXml" Target="../ink/ink2361.xml"/><Relationship Id="rId17" Type="http://schemas.openxmlformats.org/officeDocument/2006/relationships/customXml" Target="../ink/ink2366.xml"/><Relationship Id="rId33" Type="http://schemas.openxmlformats.org/officeDocument/2006/relationships/customXml" Target="../ink/ink2382.xml"/><Relationship Id="rId38" Type="http://schemas.openxmlformats.org/officeDocument/2006/relationships/customXml" Target="../ink/ink2387.xml"/><Relationship Id="rId59" Type="http://schemas.openxmlformats.org/officeDocument/2006/relationships/customXml" Target="../ink/ink2408.xml"/><Relationship Id="rId103" Type="http://schemas.openxmlformats.org/officeDocument/2006/relationships/customXml" Target="../ink/ink2452.xml"/><Relationship Id="rId108" Type="http://schemas.openxmlformats.org/officeDocument/2006/relationships/customXml" Target="../ink/ink2457.xml"/><Relationship Id="rId124" Type="http://schemas.openxmlformats.org/officeDocument/2006/relationships/customXml" Target="../ink/ink2473.xml"/><Relationship Id="rId54" Type="http://schemas.openxmlformats.org/officeDocument/2006/relationships/customXml" Target="../ink/ink2403.xml"/><Relationship Id="rId70" Type="http://schemas.openxmlformats.org/officeDocument/2006/relationships/customXml" Target="../ink/ink2419.xml"/><Relationship Id="rId75" Type="http://schemas.openxmlformats.org/officeDocument/2006/relationships/customXml" Target="../ink/ink2424.xml"/><Relationship Id="rId91" Type="http://schemas.openxmlformats.org/officeDocument/2006/relationships/customXml" Target="../ink/ink2440.xml"/><Relationship Id="rId96" Type="http://schemas.openxmlformats.org/officeDocument/2006/relationships/customXml" Target="../ink/ink24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55.xml"/><Relationship Id="rId23" Type="http://schemas.openxmlformats.org/officeDocument/2006/relationships/customXml" Target="../ink/ink2372.xml"/><Relationship Id="rId28" Type="http://schemas.openxmlformats.org/officeDocument/2006/relationships/customXml" Target="../ink/ink2377.xml"/><Relationship Id="rId49" Type="http://schemas.openxmlformats.org/officeDocument/2006/relationships/customXml" Target="../ink/ink2398.xml"/><Relationship Id="rId114" Type="http://schemas.openxmlformats.org/officeDocument/2006/relationships/customXml" Target="../ink/ink2463.xml"/><Relationship Id="rId119" Type="http://schemas.openxmlformats.org/officeDocument/2006/relationships/customXml" Target="../ink/ink2468.xml"/><Relationship Id="rId44" Type="http://schemas.openxmlformats.org/officeDocument/2006/relationships/customXml" Target="../ink/ink2393.xml"/><Relationship Id="rId60" Type="http://schemas.openxmlformats.org/officeDocument/2006/relationships/customXml" Target="../ink/ink2409.xml"/><Relationship Id="rId65" Type="http://schemas.openxmlformats.org/officeDocument/2006/relationships/customXml" Target="../ink/ink2414.xml"/><Relationship Id="rId81" Type="http://schemas.openxmlformats.org/officeDocument/2006/relationships/customXml" Target="../ink/ink2430.xml"/><Relationship Id="rId86" Type="http://schemas.openxmlformats.org/officeDocument/2006/relationships/customXml" Target="../ink/ink2435.xml"/><Relationship Id="rId13" Type="http://schemas.openxmlformats.org/officeDocument/2006/relationships/customXml" Target="../ink/ink2362.xml"/><Relationship Id="rId18" Type="http://schemas.openxmlformats.org/officeDocument/2006/relationships/customXml" Target="../ink/ink2367.xml"/><Relationship Id="rId39" Type="http://schemas.openxmlformats.org/officeDocument/2006/relationships/customXml" Target="../ink/ink2388.xml"/><Relationship Id="rId109" Type="http://schemas.openxmlformats.org/officeDocument/2006/relationships/customXml" Target="../ink/ink2458.xml"/><Relationship Id="rId34" Type="http://schemas.openxmlformats.org/officeDocument/2006/relationships/customXml" Target="../ink/ink2383.xml"/><Relationship Id="rId50" Type="http://schemas.openxmlformats.org/officeDocument/2006/relationships/customXml" Target="../ink/ink2399.xml"/><Relationship Id="rId55" Type="http://schemas.openxmlformats.org/officeDocument/2006/relationships/customXml" Target="../ink/ink2404.xml"/><Relationship Id="rId76" Type="http://schemas.openxmlformats.org/officeDocument/2006/relationships/customXml" Target="../ink/ink2425.xml"/><Relationship Id="rId97" Type="http://schemas.openxmlformats.org/officeDocument/2006/relationships/customXml" Target="../ink/ink2446.xml"/><Relationship Id="rId104" Type="http://schemas.openxmlformats.org/officeDocument/2006/relationships/customXml" Target="../ink/ink2453.xml"/><Relationship Id="rId120" Type="http://schemas.openxmlformats.org/officeDocument/2006/relationships/customXml" Target="../ink/ink2469.xml"/><Relationship Id="rId125" Type="http://schemas.openxmlformats.org/officeDocument/2006/relationships/customXml" Target="../ink/ink2474.xml"/><Relationship Id="rId7" Type="http://schemas.openxmlformats.org/officeDocument/2006/relationships/customXml" Target="../ink/ink2356.xml"/><Relationship Id="rId71" Type="http://schemas.openxmlformats.org/officeDocument/2006/relationships/customXml" Target="../ink/ink2420.xml"/><Relationship Id="rId92" Type="http://schemas.openxmlformats.org/officeDocument/2006/relationships/customXml" Target="../ink/ink2441.xml"/><Relationship Id="rId2" Type="http://schemas.openxmlformats.org/officeDocument/2006/relationships/customXml" Target="../ink/ink2351.xml"/><Relationship Id="rId29" Type="http://schemas.openxmlformats.org/officeDocument/2006/relationships/customXml" Target="../ink/ink2378.xml"/><Relationship Id="rId24" Type="http://schemas.openxmlformats.org/officeDocument/2006/relationships/customXml" Target="../ink/ink2373.xml"/><Relationship Id="rId40" Type="http://schemas.openxmlformats.org/officeDocument/2006/relationships/customXml" Target="../ink/ink2389.xml"/><Relationship Id="rId45" Type="http://schemas.openxmlformats.org/officeDocument/2006/relationships/customXml" Target="../ink/ink2394.xml"/><Relationship Id="rId66" Type="http://schemas.openxmlformats.org/officeDocument/2006/relationships/customXml" Target="../ink/ink2415.xml"/><Relationship Id="rId87" Type="http://schemas.openxmlformats.org/officeDocument/2006/relationships/customXml" Target="../ink/ink2436.xml"/><Relationship Id="rId110" Type="http://schemas.openxmlformats.org/officeDocument/2006/relationships/customXml" Target="../ink/ink2459.xml"/><Relationship Id="rId115" Type="http://schemas.openxmlformats.org/officeDocument/2006/relationships/customXml" Target="../ink/ink2464.xml"/><Relationship Id="rId61" Type="http://schemas.openxmlformats.org/officeDocument/2006/relationships/customXml" Target="../ink/ink2410.xml"/><Relationship Id="rId82" Type="http://schemas.openxmlformats.org/officeDocument/2006/relationships/customXml" Target="../ink/ink2431.xml"/><Relationship Id="rId19" Type="http://schemas.openxmlformats.org/officeDocument/2006/relationships/customXml" Target="../ink/ink2368.xml"/><Relationship Id="rId14" Type="http://schemas.openxmlformats.org/officeDocument/2006/relationships/customXml" Target="../ink/ink2363.xml"/><Relationship Id="rId30" Type="http://schemas.openxmlformats.org/officeDocument/2006/relationships/customXml" Target="../ink/ink2379.xml"/><Relationship Id="rId35" Type="http://schemas.openxmlformats.org/officeDocument/2006/relationships/customXml" Target="../ink/ink2384.xml"/><Relationship Id="rId56" Type="http://schemas.openxmlformats.org/officeDocument/2006/relationships/customXml" Target="../ink/ink2405.xml"/><Relationship Id="rId77" Type="http://schemas.openxmlformats.org/officeDocument/2006/relationships/customXml" Target="../ink/ink2426.xml"/><Relationship Id="rId100" Type="http://schemas.openxmlformats.org/officeDocument/2006/relationships/customXml" Target="../ink/ink2449.xml"/><Relationship Id="rId105" Type="http://schemas.openxmlformats.org/officeDocument/2006/relationships/customXml" Target="../ink/ink2454.xml"/><Relationship Id="rId8" Type="http://schemas.openxmlformats.org/officeDocument/2006/relationships/customXml" Target="../ink/ink2357.xml"/><Relationship Id="rId51" Type="http://schemas.openxmlformats.org/officeDocument/2006/relationships/customXml" Target="../ink/ink2400.xml"/><Relationship Id="rId72" Type="http://schemas.openxmlformats.org/officeDocument/2006/relationships/customXml" Target="../ink/ink2421.xml"/><Relationship Id="rId93" Type="http://schemas.openxmlformats.org/officeDocument/2006/relationships/customXml" Target="../ink/ink2442.xml"/><Relationship Id="rId98" Type="http://schemas.openxmlformats.org/officeDocument/2006/relationships/customXml" Target="../ink/ink2447.xml"/><Relationship Id="rId121" Type="http://schemas.openxmlformats.org/officeDocument/2006/relationships/customXml" Target="../ink/ink2470.xml"/><Relationship Id="rId3" Type="http://schemas.openxmlformats.org/officeDocument/2006/relationships/customXml" Target="../ink/ink2352.xml"/><Relationship Id="rId25" Type="http://schemas.openxmlformats.org/officeDocument/2006/relationships/customXml" Target="../ink/ink2374.xml"/><Relationship Id="rId46" Type="http://schemas.openxmlformats.org/officeDocument/2006/relationships/customXml" Target="../ink/ink2395.xml"/><Relationship Id="rId67" Type="http://schemas.openxmlformats.org/officeDocument/2006/relationships/customXml" Target="../ink/ink2416.xml"/><Relationship Id="rId116" Type="http://schemas.openxmlformats.org/officeDocument/2006/relationships/customXml" Target="../ink/ink2465.xml"/><Relationship Id="rId20" Type="http://schemas.openxmlformats.org/officeDocument/2006/relationships/customXml" Target="../ink/ink2369.xml"/><Relationship Id="rId41" Type="http://schemas.openxmlformats.org/officeDocument/2006/relationships/customXml" Target="../ink/ink2390.xml"/><Relationship Id="rId62" Type="http://schemas.openxmlformats.org/officeDocument/2006/relationships/customXml" Target="../ink/ink2411.xml"/><Relationship Id="rId83" Type="http://schemas.openxmlformats.org/officeDocument/2006/relationships/customXml" Target="../ink/ink2432.xml"/><Relationship Id="rId88" Type="http://schemas.openxmlformats.org/officeDocument/2006/relationships/customXml" Target="../ink/ink2437.xml"/><Relationship Id="rId111" Type="http://schemas.openxmlformats.org/officeDocument/2006/relationships/customXml" Target="../ink/ink2460.xml"/><Relationship Id="rId15" Type="http://schemas.openxmlformats.org/officeDocument/2006/relationships/customXml" Target="../ink/ink2364.xml"/><Relationship Id="rId36" Type="http://schemas.openxmlformats.org/officeDocument/2006/relationships/customXml" Target="../ink/ink2385.xml"/><Relationship Id="rId57" Type="http://schemas.openxmlformats.org/officeDocument/2006/relationships/customXml" Target="../ink/ink2406.xml"/><Relationship Id="rId106" Type="http://schemas.openxmlformats.org/officeDocument/2006/relationships/customXml" Target="../ink/ink2455.xml"/><Relationship Id="rId10" Type="http://schemas.openxmlformats.org/officeDocument/2006/relationships/customXml" Target="../ink/ink2359.xml"/><Relationship Id="rId31" Type="http://schemas.openxmlformats.org/officeDocument/2006/relationships/customXml" Target="../ink/ink2380.xml"/><Relationship Id="rId52" Type="http://schemas.openxmlformats.org/officeDocument/2006/relationships/customXml" Target="../ink/ink2401.xml"/><Relationship Id="rId73" Type="http://schemas.openxmlformats.org/officeDocument/2006/relationships/customXml" Target="../ink/ink2422.xml"/><Relationship Id="rId78" Type="http://schemas.openxmlformats.org/officeDocument/2006/relationships/customXml" Target="../ink/ink2427.xml"/><Relationship Id="rId94" Type="http://schemas.openxmlformats.org/officeDocument/2006/relationships/customXml" Target="../ink/ink2443.xml"/><Relationship Id="rId99" Type="http://schemas.openxmlformats.org/officeDocument/2006/relationships/customXml" Target="../ink/ink2448.xml"/><Relationship Id="rId101" Type="http://schemas.openxmlformats.org/officeDocument/2006/relationships/customXml" Target="../ink/ink2450.xml"/><Relationship Id="rId122" Type="http://schemas.openxmlformats.org/officeDocument/2006/relationships/customXml" Target="../ink/ink2471.xml"/><Relationship Id="rId4" Type="http://schemas.openxmlformats.org/officeDocument/2006/relationships/customXml" Target="../ink/ink2353.xml"/><Relationship Id="rId9" Type="http://schemas.openxmlformats.org/officeDocument/2006/relationships/customXml" Target="../ink/ink235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78.xml"/><Relationship Id="rId13" Type="http://schemas.openxmlformats.org/officeDocument/2006/relationships/customXml" Target="../ink/ink2483.xml"/><Relationship Id="rId18" Type="http://schemas.openxmlformats.org/officeDocument/2006/relationships/customXml" Target="../ink/ink2488.xml"/><Relationship Id="rId3" Type="http://schemas.openxmlformats.org/officeDocument/2006/relationships/image" Target="../media/image39.png"/><Relationship Id="rId7" Type="http://schemas.openxmlformats.org/officeDocument/2006/relationships/customXml" Target="../ink/ink2477.xml"/><Relationship Id="rId12" Type="http://schemas.openxmlformats.org/officeDocument/2006/relationships/customXml" Target="../ink/ink2482.xml"/><Relationship Id="rId17" Type="http://schemas.openxmlformats.org/officeDocument/2006/relationships/customXml" Target="../ink/ink2487.xml"/><Relationship Id="rId2" Type="http://schemas.openxmlformats.org/officeDocument/2006/relationships/image" Target="../media/image38.emf"/><Relationship Id="rId16" Type="http://schemas.openxmlformats.org/officeDocument/2006/relationships/customXml" Target="../ink/ink24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76.xml"/><Relationship Id="rId11" Type="http://schemas.openxmlformats.org/officeDocument/2006/relationships/customXml" Target="../ink/ink2481.xml"/><Relationship Id="rId5" Type="http://schemas.openxmlformats.org/officeDocument/2006/relationships/customXml" Target="../ink/ink2475.xml"/><Relationship Id="rId15" Type="http://schemas.openxmlformats.org/officeDocument/2006/relationships/customXml" Target="../ink/ink2485.xml"/><Relationship Id="rId10" Type="http://schemas.openxmlformats.org/officeDocument/2006/relationships/customXml" Target="../ink/ink2480.xml"/><Relationship Id="rId19" Type="http://schemas.openxmlformats.org/officeDocument/2006/relationships/customXml" Target="../ink/ink2489.xml"/><Relationship Id="rId4" Type="http://schemas.openxmlformats.org/officeDocument/2006/relationships/image" Target="../media/image40.png"/><Relationship Id="rId9" Type="http://schemas.openxmlformats.org/officeDocument/2006/relationships/customXml" Target="../ink/ink2479.xml"/><Relationship Id="rId14" Type="http://schemas.openxmlformats.org/officeDocument/2006/relationships/customXml" Target="../ink/ink2484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14.xml"/><Relationship Id="rId117" Type="http://schemas.openxmlformats.org/officeDocument/2006/relationships/customXml" Target="../ink/ink2605.xml"/><Relationship Id="rId21" Type="http://schemas.openxmlformats.org/officeDocument/2006/relationships/customXml" Target="../ink/ink2509.xml"/><Relationship Id="rId42" Type="http://schemas.openxmlformats.org/officeDocument/2006/relationships/customXml" Target="../ink/ink2530.xml"/><Relationship Id="rId47" Type="http://schemas.openxmlformats.org/officeDocument/2006/relationships/customXml" Target="../ink/ink2535.xml"/><Relationship Id="rId63" Type="http://schemas.openxmlformats.org/officeDocument/2006/relationships/customXml" Target="../ink/ink2551.xml"/><Relationship Id="rId68" Type="http://schemas.openxmlformats.org/officeDocument/2006/relationships/customXml" Target="../ink/ink2556.xml"/><Relationship Id="rId84" Type="http://schemas.openxmlformats.org/officeDocument/2006/relationships/customXml" Target="../ink/ink2572.xml"/><Relationship Id="rId89" Type="http://schemas.openxmlformats.org/officeDocument/2006/relationships/customXml" Target="../ink/ink2577.xml"/><Relationship Id="rId112" Type="http://schemas.openxmlformats.org/officeDocument/2006/relationships/customXml" Target="../ink/ink2600.xml"/><Relationship Id="rId16" Type="http://schemas.openxmlformats.org/officeDocument/2006/relationships/customXml" Target="../ink/ink2504.xml"/><Relationship Id="rId107" Type="http://schemas.openxmlformats.org/officeDocument/2006/relationships/customXml" Target="../ink/ink2595.xml"/><Relationship Id="rId11" Type="http://schemas.openxmlformats.org/officeDocument/2006/relationships/customXml" Target="../ink/ink2499.xml"/><Relationship Id="rId32" Type="http://schemas.openxmlformats.org/officeDocument/2006/relationships/customXml" Target="../ink/ink2520.xml"/><Relationship Id="rId37" Type="http://schemas.openxmlformats.org/officeDocument/2006/relationships/customXml" Target="../ink/ink2525.xml"/><Relationship Id="rId53" Type="http://schemas.openxmlformats.org/officeDocument/2006/relationships/customXml" Target="../ink/ink2541.xml"/><Relationship Id="rId58" Type="http://schemas.openxmlformats.org/officeDocument/2006/relationships/customXml" Target="../ink/ink2546.xml"/><Relationship Id="rId74" Type="http://schemas.openxmlformats.org/officeDocument/2006/relationships/customXml" Target="../ink/ink2562.xml"/><Relationship Id="rId79" Type="http://schemas.openxmlformats.org/officeDocument/2006/relationships/customXml" Target="../ink/ink2567.xml"/><Relationship Id="rId102" Type="http://schemas.openxmlformats.org/officeDocument/2006/relationships/customXml" Target="../ink/ink2590.xml"/><Relationship Id="rId123" Type="http://schemas.openxmlformats.org/officeDocument/2006/relationships/customXml" Target="../ink/ink2611.xml"/><Relationship Id="rId5" Type="http://schemas.openxmlformats.org/officeDocument/2006/relationships/customXml" Target="../ink/ink2493.xml"/><Relationship Id="rId90" Type="http://schemas.openxmlformats.org/officeDocument/2006/relationships/customXml" Target="../ink/ink2578.xml"/><Relationship Id="rId95" Type="http://schemas.openxmlformats.org/officeDocument/2006/relationships/customXml" Target="../ink/ink2583.xml"/><Relationship Id="rId22" Type="http://schemas.openxmlformats.org/officeDocument/2006/relationships/customXml" Target="../ink/ink2510.xml"/><Relationship Id="rId27" Type="http://schemas.openxmlformats.org/officeDocument/2006/relationships/customXml" Target="../ink/ink2515.xml"/><Relationship Id="rId43" Type="http://schemas.openxmlformats.org/officeDocument/2006/relationships/customXml" Target="../ink/ink2531.xml"/><Relationship Id="rId48" Type="http://schemas.openxmlformats.org/officeDocument/2006/relationships/customXml" Target="../ink/ink2536.xml"/><Relationship Id="rId64" Type="http://schemas.openxmlformats.org/officeDocument/2006/relationships/customXml" Target="../ink/ink2552.xml"/><Relationship Id="rId69" Type="http://schemas.openxmlformats.org/officeDocument/2006/relationships/customXml" Target="../ink/ink2557.xml"/><Relationship Id="rId113" Type="http://schemas.openxmlformats.org/officeDocument/2006/relationships/customXml" Target="../ink/ink2601.xml"/><Relationship Id="rId118" Type="http://schemas.openxmlformats.org/officeDocument/2006/relationships/customXml" Target="../ink/ink2606.xml"/><Relationship Id="rId80" Type="http://schemas.openxmlformats.org/officeDocument/2006/relationships/customXml" Target="../ink/ink2568.xml"/><Relationship Id="rId85" Type="http://schemas.openxmlformats.org/officeDocument/2006/relationships/customXml" Target="../ink/ink2573.xml"/><Relationship Id="rId12" Type="http://schemas.openxmlformats.org/officeDocument/2006/relationships/customXml" Target="../ink/ink2500.xml"/><Relationship Id="rId17" Type="http://schemas.openxmlformats.org/officeDocument/2006/relationships/customXml" Target="../ink/ink2505.xml"/><Relationship Id="rId33" Type="http://schemas.openxmlformats.org/officeDocument/2006/relationships/customXml" Target="../ink/ink2521.xml"/><Relationship Id="rId38" Type="http://schemas.openxmlformats.org/officeDocument/2006/relationships/customXml" Target="../ink/ink2526.xml"/><Relationship Id="rId59" Type="http://schemas.openxmlformats.org/officeDocument/2006/relationships/customXml" Target="../ink/ink2547.xml"/><Relationship Id="rId103" Type="http://schemas.openxmlformats.org/officeDocument/2006/relationships/customXml" Target="../ink/ink2591.xml"/><Relationship Id="rId108" Type="http://schemas.openxmlformats.org/officeDocument/2006/relationships/customXml" Target="../ink/ink2596.xml"/><Relationship Id="rId54" Type="http://schemas.openxmlformats.org/officeDocument/2006/relationships/customXml" Target="../ink/ink2542.xml"/><Relationship Id="rId70" Type="http://schemas.openxmlformats.org/officeDocument/2006/relationships/customXml" Target="../ink/ink2558.xml"/><Relationship Id="rId75" Type="http://schemas.openxmlformats.org/officeDocument/2006/relationships/customXml" Target="../ink/ink2563.xml"/><Relationship Id="rId91" Type="http://schemas.openxmlformats.org/officeDocument/2006/relationships/customXml" Target="../ink/ink2579.xml"/><Relationship Id="rId96" Type="http://schemas.openxmlformats.org/officeDocument/2006/relationships/customXml" Target="../ink/ink258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94.xml"/><Relationship Id="rId23" Type="http://schemas.openxmlformats.org/officeDocument/2006/relationships/customXml" Target="../ink/ink2511.xml"/><Relationship Id="rId28" Type="http://schemas.openxmlformats.org/officeDocument/2006/relationships/customXml" Target="../ink/ink2516.xml"/><Relationship Id="rId49" Type="http://schemas.openxmlformats.org/officeDocument/2006/relationships/customXml" Target="../ink/ink2537.xml"/><Relationship Id="rId114" Type="http://schemas.openxmlformats.org/officeDocument/2006/relationships/customXml" Target="../ink/ink2602.xml"/><Relationship Id="rId119" Type="http://schemas.openxmlformats.org/officeDocument/2006/relationships/customXml" Target="../ink/ink2607.xml"/><Relationship Id="rId44" Type="http://schemas.openxmlformats.org/officeDocument/2006/relationships/customXml" Target="../ink/ink2532.xml"/><Relationship Id="rId60" Type="http://schemas.openxmlformats.org/officeDocument/2006/relationships/customXml" Target="../ink/ink2548.xml"/><Relationship Id="rId65" Type="http://schemas.openxmlformats.org/officeDocument/2006/relationships/customXml" Target="../ink/ink2553.xml"/><Relationship Id="rId81" Type="http://schemas.openxmlformats.org/officeDocument/2006/relationships/customXml" Target="../ink/ink2569.xml"/><Relationship Id="rId86" Type="http://schemas.openxmlformats.org/officeDocument/2006/relationships/customXml" Target="../ink/ink2574.xml"/><Relationship Id="rId4" Type="http://schemas.openxmlformats.org/officeDocument/2006/relationships/customXml" Target="../ink/ink2492.xml"/><Relationship Id="rId9" Type="http://schemas.openxmlformats.org/officeDocument/2006/relationships/customXml" Target="../ink/ink2497.xml"/><Relationship Id="rId13" Type="http://schemas.openxmlformats.org/officeDocument/2006/relationships/customXml" Target="../ink/ink2501.xml"/><Relationship Id="rId18" Type="http://schemas.openxmlformats.org/officeDocument/2006/relationships/customXml" Target="../ink/ink2506.xml"/><Relationship Id="rId39" Type="http://schemas.openxmlformats.org/officeDocument/2006/relationships/customXml" Target="../ink/ink2527.xml"/><Relationship Id="rId109" Type="http://schemas.openxmlformats.org/officeDocument/2006/relationships/customXml" Target="../ink/ink2597.xml"/><Relationship Id="rId34" Type="http://schemas.openxmlformats.org/officeDocument/2006/relationships/customXml" Target="../ink/ink2522.xml"/><Relationship Id="rId50" Type="http://schemas.openxmlformats.org/officeDocument/2006/relationships/customXml" Target="../ink/ink2538.xml"/><Relationship Id="rId55" Type="http://schemas.openxmlformats.org/officeDocument/2006/relationships/customXml" Target="../ink/ink2543.xml"/><Relationship Id="rId76" Type="http://schemas.openxmlformats.org/officeDocument/2006/relationships/customXml" Target="../ink/ink2564.xml"/><Relationship Id="rId97" Type="http://schemas.openxmlformats.org/officeDocument/2006/relationships/customXml" Target="../ink/ink2585.xml"/><Relationship Id="rId104" Type="http://schemas.openxmlformats.org/officeDocument/2006/relationships/customXml" Target="../ink/ink2592.xml"/><Relationship Id="rId120" Type="http://schemas.openxmlformats.org/officeDocument/2006/relationships/customXml" Target="../ink/ink2608.xml"/><Relationship Id="rId7" Type="http://schemas.openxmlformats.org/officeDocument/2006/relationships/customXml" Target="../ink/ink2495.xml"/><Relationship Id="rId71" Type="http://schemas.openxmlformats.org/officeDocument/2006/relationships/customXml" Target="../ink/ink2559.xml"/><Relationship Id="rId92" Type="http://schemas.openxmlformats.org/officeDocument/2006/relationships/customXml" Target="../ink/ink2580.xml"/><Relationship Id="rId2" Type="http://schemas.openxmlformats.org/officeDocument/2006/relationships/customXml" Target="../ink/ink2490.xml"/><Relationship Id="rId29" Type="http://schemas.openxmlformats.org/officeDocument/2006/relationships/customXml" Target="../ink/ink2517.xml"/><Relationship Id="rId24" Type="http://schemas.openxmlformats.org/officeDocument/2006/relationships/customXml" Target="../ink/ink2512.xml"/><Relationship Id="rId40" Type="http://schemas.openxmlformats.org/officeDocument/2006/relationships/customXml" Target="../ink/ink2528.xml"/><Relationship Id="rId45" Type="http://schemas.openxmlformats.org/officeDocument/2006/relationships/customXml" Target="../ink/ink2533.xml"/><Relationship Id="rId66" Type="http://schemas.openxmlformats.org/officeDocument/2006/relationships/customXml" Target="../ink/ink2554.xml"/><Relationship Id="rId87" Type="http://schemas.openxmlformats.org/officeDocument/2006/relationships/customXml" Target="../ink/ink2575.xml"/><Relationship Id="rId110" Type="http://schemas.openxmlformats.org/officeDocument/2006/relationships/customXml" Target="../ink/ink2598.xml"/><Relationship Id="rId115" Type="http://schemas.openxmlformats.org/officeDocument/2006/relationships/customXml" Target="../ink/ink2603.xml"/><Relationship Id="rId61" Type="http://schemas.openxmlformats.org/officeDocument/2006/relationships/customXml" Target="../ink/ink2549.xml"/><Relationship Id="rId82" Type="http://schemas.openxmlformats.org/officeDocument/2006/relationships/customXml" Target="../ink/ink2570.xml"/><Relationship Id="rId19" Type="http://schemas.openxmlformats.org/officeDocument/2006/relationships/customXml" Target="../ink/ink2507.xml"/><Relationship Id="rId14" Type="http://schemas.openxmlformats.org/officeDocument/2006/relationships/customXml" Target="../ink/ink2502.xml"/><Relationship Id="rId30" Type="http://schemas.openxmlformats.org/officeDocument/2006/relationships/customXml" Target="../ink/ink2518.xml"/><Relationship Id="rId35" Type="http://schemas.openxmlformats.org/officeDocument/2006/relationships/customXml" Target="../ink/ink2523.xml"/><Relationship Id="rId56" Type="http://schemas.openxmlformats.org/officeDocument/2006/relationships/customXml" Target="../ink/ink2544.xml"/><Relationship Id="rId77" Type="http://schemas.openxmlformats.org/officeDocument/2006/relationships/customXml" Target="../ink/ink2565.xml"/><Relationship Id="rId100" Type="http://schemas.openxmlformats.org/officeDocument/2006/relationships/customXml" Target="../ink/ink2588.xml"/><Relationship Id="rId105" Type="http://schemas.openxmlformats.org/officeDocument/2006/relationships/customXml" Target="../ink/ink2593.xml"/><Relationship Id="rId8" Type="http://schemas.openxmlformats.org/officeDocument/2006/relationships/customXml" Target="../ink/ink2496.xml"/><Relationship Id="rId51" Type="http://schemas.openxmlformats.org/officeDocument/2006/relationships/customXml" Target="../ink/ink2539.xml"/><Relationship Id="rId72" Type="http://schemas.openxmlformats.org/officeDocument/2006/relationships/customXml" Target="../ink/ink2560.xml"/><Relationship Id="rId93" Type="http://schemas.openxmlformats.org/officeDocument/2006/relationships/customXml" Target="../ink/ink2581.xml"/><Relationship Id="rId98" Type="http://schemas.openxmlformats.org/officeDocument/2006/relationships/customXml" Target="../ink/ink2586.xml"/><Relationship Id="rId121" Type="http://schemas.openxmlformats.org/officeDocument/2006/relationships/customXml" Target="../ink/ink2609.xml"/><Relationship Id="rId3" Type="http://schemas.openxmlformats.org/officeDocument/2006/relationships/customXml" Target="../ink/ink2491.xml"/><Relationship Id="rId25" Type="http://schemas.openxmlformats.org/officeDocument/2006/relationships/customXml" Target="../ink/ink2513.xml"/><Relationship Id="rId46" Type="http://schemas.openxmlformats.org/officeDocument/2006/relationships/customXml" Target="../ink/ink2534.xml"/><Relationship Id="rId67" Type="http://schemas.openxmlformats.org/officeDocument/2006/relationships/customXml" Target="../ink/ink2555.xml"/><Relationship Id="rId116" Type="http://schemas.openxmlformats.org/officeDocument/2006/relationships/customXml" Target="../ink/ink2604.xml"/><Relationship Id="rId20" Type="http://schemas.openxmlformats.org/officeDocument/2006/relationships/customXml" Target="../ink/ink2508.xml"/><Relationship Id="rId41" Type="http://schemas.openxmlformats.org/officeDocument/2006/relationships/customXml" Target="../ink/ink2529.xml"/><Relationship Id="rId62" Type="http://schemas.openxmlformats.org/officeDocument/2006/relationships/customXml" Target="../ink/ink2550.xml"/><Relationship Id="rId83" Type="http://schemas.openxmlformats.org/officeDocument/2006/relationships/customXml" Target="../ink/ink2571.xml"/><Relationship Id="rId88" Type="http://schemas.openxmlformats.org/officeDocument/2006/relationships/customXml" Target="../ink/ink2576.xml"/><Relationship Id="rId111" Type="http://schemas.openxmlformats.org/officeDocument/2006/relationships/customXml" Target="../ink/ink2599.xml"/><Relationship Id="rId15" Type="http://schemas.openxmlformats.org/officeDocument/2006/relationships/customXml" Target="../ink/ink2503.xml"/><Relationship Id="rId36" Type="http://schemas.openxmlformats.org/officeDocument/2006/relationships/customXml" Target="../ink/ink2524.xml"/><Relationship Id="rId57" Type="http://schemas.openxmlformats.org/officeDocument/2006/relationships/customXml" Target="../ink/ink2545.xml"/><Relationship Id="rId106" Type="http://schemas.openxmlformats.org/officeDocument/2006/relationships/customXml" Target="../ink/ink2594.xml"/><Relationship Id="rId10" Type="http://schemas.openxmlformats.org/officeDocument/2006/relationships/customXml" Target="../ink/ink2498.xml"/><Relationship Id="rId31" Type="http://schemas.openxmlformats.org/officeDocument/2006/relationships/customXml" Target="../ink/ink2519.xml"/><Relationship Id="rId52" Type="http://schemas.openxmlformats.org/officeDocument/2006/relationships/customXml" Target="../ink/ink2540.xml"/><Relationship Id="rId73" Type="http://schemas.openxmlformats.org/officeDocument/2006/relationships/customXml" Target="../ink/ink2561.xml"/><Relationship Id="rId78" Type="http://schemas.openxmlformats.org/officeDocument/2006/relationships/customXml" Target="../ink/ink2566.xml"/><Relationship Id="rId94" Type="http://schemas.openxmlformats.org/officeDocument/2006/relationships/customXml" Target="../ink/ink2582.xml"/><Relationship Id="rId99" Type="http://schemas.openxmlformats.org/officeDocument/2006/relationships/customXml" Target="../ink/ink2587.xml"/><Relationship Id="rId101" Type="http://schemas.openxmlformats.org/officeDocument/2006/relationships/customXml" Target="../ink/ink2589.xml"/><Relationship Id="rId122" Type="http://schemas.openxmlformats.org/officeDocument/2006/relationships/customXml" Target="../ink/ink2610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33.xml"/><Relationship Id="rId117" Type="http://schemas.openxmlformats.org/officeDocument/2006/relationships/customXml" Target="../ink/ink2724.xml"/><Relationship Id="rId21" Type="http://schemas.openxmlformats.org/officeDocument/2006/relationships/customXml" Target="../ink/ink2628.xml"/><Relationship Id="rId42" Type="http://schemas.openxmlformats.org/officeDocument/2006/relationships/customXml" Target="../ink/ink2649.xml"/><Relationship Id="rId47" Type="http://schemas.openxmlformats.org/officeDocument/2006/relationships/customXml" Target="../ink/ink2654.xml"/><Relationship Id="rId63" Type="http://schemas.openxmlformats.org/officeDocument/2006/relationships/customXml" Target="../ink/ink2670.xml"/><Relationship Id="rId68" Type="http://schemas.openxmlformats.org/officeDocument/2006/relationships/customXml" Target="../ink/ink2675.xml"/><Relationship Id="rId84" Type="http://schemas.openxmlformats.org/officeDocument/2006/relationships/customXml" Target="../ink/ink2691.xml"/><Relationship Id="rId89" Type="http://schemas.openxmlformats.org/officeDocument/2006/relationships/customXml" Target="../ink/ink2696.xml"/><Relationship Id="rId112" Type="http://schemas.openxmlformats.org/officeDocument/2006/relationships/customXml" Target="../ink/ink2719.xml"/><Relationship Id="rId16" Type="http://schemas.openxmlformats.org/officeDocument/2006/relationships/customXml" Target="../ink/ink2623.xml"/><Relationship Id="rId107" Type="http://schemas.openxmlformats.org/officeDocument/2006/relationships/customXml" Target="../ink/ink2714.xml"/><Relationship Id="rId11" Type="http://schemas.openxmlformats.org/officeDocument/2006/relationships/customXml" Target="../ink/ink2618.xml"/><Relationship Id="rId32" Type="http://schemas.openxmlformats.org/officeDocument/2006/relationships/customXml" Target="../ink/ink2639.xml"/><Relationship Id="rId37" Type="http://schemas.openxmlformats.org/officeDocument/2006/relationships/customXml" Target="../ink/ink2644.xml"/><Relationship Id="rId53" Type="http://schemas.openxmlformats.org/officeDocument/2006/relationships/customXml" Target="../ink/ink2660.xml"/><Relationship Id="rId58" Type="http://schemas.openxmlformats.org/officeDocument/2006/relationships/customXml" Target="../ink/ink2665.xml"/><Relationship Id="rId74" Type="http://schemas.openxmlformats.org/officeDocument/2006/relationships/customXml" Target="../ink/ink2681.xml"/><Relationship Id="rId79" Type="http://schemas.openxmlformats.org/officeDocument/2006/relationships/customXml" Target="../ink/ink2686.xml"/><Relationship Id="rId102" Type="http://schemas.openxmlformats.org/officeDocument/2006/relationships/customXml" Target="../ink/ink2709.xml"/><Relationship Id="rId5" Type="http://schemas.openxmlformats.org/officeDocument/2006/relationships/customXml" Target="../ink/ink2612.xml"/><Relationship Id="rId90" Type="http://schemas.openxmlformats.org/officeDocument/2006/relationships/customXml" Target="../ink/ink2697.xml"/><Relationship Id="rId95" Type="http://schemas.openxmlformats.org/officeDocument/2006/relationships/customXml" Target="../ink/ink2702.xml"/><Relationship Id="rId22" Type="http://schemas.openxmlformats.org/officeDocument/2006/relationships/customXml" Target="../ink/ink2629.xml"/><Relationship Id="rId27" Type="http://schemas.openxmlformats.org/officeDocument/2006/relationships/customXml" Target="../ink/ink2634.xml"/><Relationship Id="rId43" Type="http://schemas.openxmlformats.org/officeDocument/2006/relationships/customXml" Target="../ink/ink2650.xml"/><Relationship Id="rId48" Type="http://schemas.openxmlformats.org/officeDocument/2006/relationships/customXml" Target="../ink/ink2655.xml"/><Relationship Id="rId64" Type="http://schemas.openxmlformats.org/officeDocument/2006/relationships/customXml" Target="../ink/ink2671.xml"/><Relationship Id="rId69" Type="http://schemas.openxmlformats.org/officeDocument/2006/relationships/customXml" Target="../ink/ink2676.xml"/><Relationship Id="rId113" Type="http://schemas.openxmlformats.org/officeDocument/2006/relationships/customXml" Target="../ink/ink2720.xml"/><Relationship Id="rId80" Type="http://schemas.openxmlformats.org/officeDocument/2006/relationships/customXml" Target="../ink/ink2687.xml"/><Relationship Id="rId85" Type="http://schemas.openxmlformats.org/officeDocument/2006/relationships/customXml" Target="../ink/ink2692.xml"/><Relationship Id="rId12" Type="http://schemas.openxmlformats.org/officeDocument/2006/relationships/customXml" Target="../ink/ink2619.xml"/><Relationship Id="rId17" Type="http://schemas.openxmlformats.org/officeDocument/2006/relationships/customXml" Target="../ink/ink2624.xml"/><Relationship Id="rId33" Type="http://schemas.openxmlformats.org/officeDocument/2006/relationships/customXml" Target="../ink/ink2640.xml"/><Relationship Id="rId38" Type="http://schemas.openxmlformats.org/officeDocument/2006/relationships/customXml" Target="../ink/ink2645.xml"/><Relationship Id="rId59" Type="http://schemas.openxmlformats.org/officeDocument/2006/relationships/customXml" Target="../ink/ink2666.xml"/><Relationship Id="rId103" Type="http://schemas.openxmlformats.org/officeDocument/2006/relationships/customXml" Target="../ink/ink2710.xml"/><Relationship Id="rId108" Type="http://schemas.openxmlformats.org/officeDocument/2006/relationships/customXml" Target="../ink/ink2715.xml"/><Relationship Id="rId54" Type="http://schemas.openxmlformats.org/officeDocument/2006/relationships/customXml" Target="../ink/ink2661.xml"/><Relationship Id="rId70" Type="http://schemas.openxmlformats.org/officeDocument/2006/relationships/customXml" Target="../ink/ink2677.xml"/><Relationship Id="rId75" Type="http://schemas.openxmlformats.org/officeDocument/2006/relationships/customXml" Target="../ink/ink2682.xml"/><Relationship Id="rId91" Type="http://schemas.openxmlformats.org/officeDocument/2006/relationships/customXml" Target="../ink/ink2698.xml"/><Relationship Id="rId96" Type="http://schemas.openxmlformats.org/officeDocument/2006/relationships/customXml" Target="../ink/ink27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13.xml"/><Relationship Id="rId23" Type="http://schemas.openxmlformats.org/officeDocument/2006/relationships/customXml" Target="../ink/ink2630.xml"/><Relationship Id="rId28" Type="http://schemas.openxmlformats.org/officeDocument/2006/relationships/customXml" Target="../ink/ink2635.xml"/><Relationship Id="rId49" Type="http://schemas.openxmlformats.org/officeDocument/2006/relationships/customXml" Target="../ink/ink2656.xml"/><Relationship Id="rId114" Type="http://schemas.openxmlformats.org/officeDocument/2006/relationships/customXml" Target="../ink/ink2721.xml"/><Relationship Id="rId10" Type="http://schemas.openxmlformats.org/officeDocument/2006/relationships/customXml" Target="../ink/ink2617.xml"/><Relationship Id="rId31" Type="http://schemas.openxmlformats.org/officeDocument/2006/relationships/customXml" Target="../ink/ink2638.xml"/><Relationship Id="rId44" Type="http://schemas.openxmlformats.org/officeDocument/2006/relationships/customXml" Target="../ink/ink2651.xml"/><Relationship Id="rId52" Type="http://schemas.openxmlformats.org/officeDocument/2006/relationships/customXml" Target="../ink/ink2659.xml"/><Relationship Id="rId60" Type="http://schemas.openxmlformats.org/officeDocument/2006/relationships/customXml" Target="../ink/ink2667.xml"/><Relationship Id="rId65" Type="http://schemas.openxmlformats.org/officeDocument/2006/relationships/customXml" Target="../ink/ink2672.xml"/><Relationship Id="rId73" Type="http://schemas.openxmlformats.org/officeDocument/2006/relationships/customXml" Target="../ink/ink2680.xml"/><Relationship Id="rId78" Type="http://schemas.openxmlformats.org/officeDocument/2006/relationships/customXml" Target="../ink/ink2685.xml"/><Relationship Id="rId81" Type="http://schemas.openxmlformats.org/officeDocument/2006/relationships/customXml" Target="../ink/ink2688.xml"/><Relationship Id="rId86" Type="http://schemas.openxmlformats.org/officeDocument/2006/relationships/customXml" Target="../ink/ink2693.xml"/><Relationship Id="rId94" Type="http://schemas.openxmlformats.org/officeDocument/2006/relationships/customXml" Target="../ink/ink2701.xml"/><Relationship Id="rId99" Type="http://schemas.openxmlformats.org/officeDocument/2006/relationships/customXml" Target="../ink/ink2706.xml"/><Relationship Id="rId101" Type="http://schemas.openxmlformats.org/officeDocument/2006/relationships/customXml" Target="../ink/ink2708.xml"/><Relationship Id="rId4" Type="http://schemas.openxmlformats.org/officeDocument/2006/relationships/image" Target="../media/image43.png"/><Relationship Id="rId9" Type="http://schemas.openxmlformats.org/officeDocument/2006/relationships/customXml" Target="../ink/ink2616.xml"/><Relationship Id="rId13" Type="http://schemas.openxmlformats.org/officeDocument/2006/relationships/customXml" Target="../ink/ink2620.xml"/><Relationship Id="rId18" Type="http://schemas.openxmlformats.org/officeDocument/2006/relationships/customXml" Target="../ink/ink2625.xml"/><Relationship Id="rId39" Type="http://schemas.openxmlformats.org/officeDocument/2006/relationships/customXml" Target="../ink/ink2646.xml"/><Relationship Id="rId109" Type="http://schemas.openxmlformats.org/officeDocument/2006/relationships/customXml" Target="../ink/ink2716.xml"/><Relationship Id="rId34" Type="http://schemas.openxmlformats.org/officeDocument/2006/relationships/customXml" Target="../ink/ink2641.xml"/><Relationship Id="rId50" Type="http://schemas.openxmlformats.org/officeDocument/2006/relationships/customXml" Target="../ink/ink2657.xml"/><Relationship Id="rId55" Type="http://schemas.openxmlformats.org/officeDocument/2006/relationships/customXml" Target="../ink/ink2662.xml"/><Relationship Id="rId76" Type="http://schemas.openxmlformats.org/officeDocument/2006/relationships/customXml" Target="../ink/ink2683.xml"/><Relationship Id="rId97" Type="http://schemas.openxmlformats.org/officeDocument/2006/relationships/customXml" Target="../ink/ink2704.xml"/><Relationship Id="rId104" Type="http://schemas.openxmlformats.org/officeDocument/2006/relationships/customXml" Target="../ink/ink2711.xml"/><Relationship Id="rId7" Type="http://schemas.openxmlformats.org/officeDocument/2006/relationships/customXml" Target="../ink/ink2614.xml"/><Relationship Id="rId71" Type="http://schemas.openxmlformats.org/officeDocument/2006/relationships/customXml" Target="../ink/ink2678.xml"/><Relationship Id="rId92" Type="http://schemas.openxmlformats.org/officeDocument/2006/relationships/customXml" Target="../ink/ink2699.xml"/><Relationship Id="rId2" Type="http://schemas.openxmlformats.org/officeDocument/2006/relationships/image" Target="../media/image41.png"/><Relationship Id="rId29" Type="http://schemas.openxmlformats.org/officeDocument/2006/relationships/customXml" Target="../ink/ink2636.xml"/><Relationship Id="rId24" Type="http://schemas.openxmlformats.org/officeDocument/2006/relationships/customXml" Target="../ink/ink2631.xml"/><Relationship Id="rId40" Type="http://schemas.openxmlformats.org/officeDocument/2006/relationships/customXml" Target="../ink/ink2647.xml"/><Relationship Id="rId45" Type="http://schemas.openxmlformats.org/officeDocument/2006/relationships/customXml" Target="../ink/ink2652.xml"/><Relationship Id="rId66" Type="http://schemas.openxmlformats.org/officeDocument/2006/relationships/customXml" Target="../ink/ink2673.xml"/><Relationship Id="rId87" Type="http://schemas.openxmlformats.org/officeDocument/2006/relationships/customXml" Target="../ink/ink2694.xml"/><Relationship Id="rId110" Type="http://schemas.openxmlformats.org/officeDocument/2006/relationships/customXml" Target="../ink/ink2717.xml"/><Relationship Id="rId115" Type="http://schemas.openxmlformats.org/officeDocument/2006/relationships/customXml" Target="../ink/ink2722.xml"/><Relationship Id="rId61" Type="http://schemas.openxmlformats.org/officeDocument/2006/relationships/customXml" Target="../ink/ink2668.xml"/><Relationship Id="rId82" Type="http://schemas.openxmlformats.org/officeDocument/2006/relationships/customXml" Target="../ink/ink2689.xml"/><Relationship Id="rId19" Type="http://schemas.openxmlformats.org/officeDocument/2006/relationships/customXml" Target="../ink/ink2626.xml"/><Relationship Id="rId14" Type="http://schemas.openxmlformats.org/officeDocument/2006/relationships/customXml" Target="../ink/ink2621.xml"/><Relationship Id="rId30" Type="http://schemas.openxmlformats.org/officeDocument/2006/relationships/customXml" Target="../ink/ink2637.xml"/><Relationship Id="rId35" Type="http://schemas.openxmlformats.org/officeDocument/2006/relationships/customXml" Target="../ink/ink2642.xml"/><Relationship Id="rId56" Type="http://schemas.openxmlformats.org/officeDocument/2006/relationships/customXml" Target="../ink/ink2663.xml"/><Relationship Id="rId77" Type="http://schemas.openxmlformats.org/officeDocument/2006/relationships/customXml" Target="../ink/ink2684.xml"/><Relationship Id="rId100" Type="http://schemas.openxmlformats.org/officeDocument/2006/relationships/customXml" Target="../ink/ink2707.xml"/><Relationship Id="rId105" Type="http://schemas.openxmlformats.org/officeDocument/2006/relationships/customXml" Target="../ink/ink2712.xml"/><Relationship Id="rId8" Type="http://schemas.openxmlformats.org/officeDocument/2006/relationships/customXml" Target="../ink/ink2615.xml"/><Relationship Id="rId51" Type="http://schemas.openxmlformats.org/officeDocument/2006/relationships/customXml" Target="../ink/ink2658.xml"/><Relationship Id="rId72" Type="http://schemas.openxmlformats.org/officeDocument/2006/relationships/customXml" Target="../ink/ink2679.xml"/><Relationship Id="rId93" Type="http://schemas.openxmlformats.org/officeDocument/2006/relationships/customXml" Target="../ink/ink2700.xml"/><Relationship Id="rId98" Type="http://schemas.openxmlformats.org/officeDocument/2006/relationships/customXml" Target="../ink/ink2705.xml"/><Relationship Id="rId3" Type="http://schemas.openxmlformats.org/officeDocument/2006/relationships/image" Target="../media/image42.png"/><Relationship Id="rId25" Type="http://schemas.openxmlformats.org/officeDocument/2006/relationships/customXml" Target="../ink/ink2632.xml"/><Relationship Id="rId46" Type="http://schemas.openxmlformats.org/officeDocument/2006/relationships/customXml" Target="../ink/ink2653.xml"/><Relationship Id="rId67" Type="http://schemas.openxmlformats.org/officeDocument/2006/relationships/customXml" Target="../ink/ink2674.xml"/><Relationship Id="rId116" Type="http://schemas.openxmlformats.org/officeDocument/2006/relationships/customXml" Target="../ink/ink2723.xml"/><Relationship Id="rId20" Type="http://schemas.openxmlformats.org/officeDocument/2006/relationships/customXml" Target="../ink/ink2627.xml"/><Relationship Id="rId41" Type="http://schemas.openxmlformats.org/officeDocument/2006/relationships/customXml" Target="../ink/ink2648.xml"/><Relationship Id="rId62" Type="http://schemas.openxmlformats.org/officeDocument/2006/relationships/customXml" Target="../ink/ink2669.xml"/><Relationship Id="rId83" Type="http://schemas.openxmlformats.org/officeDocument/2006/relationships/customXml" Target="../ink/ink2690.xml"/><Relationship Id="rId88" Type="http://schemas.openxmlformats.org/officeDocument/2006/relationships/customXml" Target="../ink/ink2695.xml"/><Relationship Id="rId111" Type="http://schemas.openxmlformats.org/officeDocument/2006/relationships/customXml" Target="../ink/ink2718.xml"/><Relationship Id="rId15" Type="http://schemas.openxmlformats.org/officeDocument/2006/relationships/customXml" Target="../ink/ink2622.xml"/><Relationship Id="rId36" Type="http://schemas.openxmlformats.org/officeDocument/2006/relationships/customXml" Target="../ink/ink2643.xml"/><Relationship Id="rId57" Type="http://schemas.openxmlformats.org/officeDocument/2006/relationships/customXml" Target="../ink/ink2664.xml"/><Relationship Id="rId106" Type="http://schemas.openxmlformats.org/officeDocument/2006/relationships/customXml" Target="../ink/ink27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29.xml"/><Relationship Id="rId3" Type="http://schemas.openxmlformats.org/officeDocument/2006/relationships/image" Target="../media/image45.png"/><Relationship Id="rId7" Type="http://schemas.openxmlformats.org/officeDocument/2006/relationships/customXml" Target="../ink/ink272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27.xml"/><Relationship Id="rId5" Type="http://schemas.openxmlformats.org/officeDocument/2006/relationships/customXml" Target="../ink/ink2726.xml"/><Relationship Id="rId4" Type="http://schemas.openxmlformats.org/officeDocument/2006/relationships/customXml" Target="../ink/ink2725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45.xml"/><Relationship Id="rId21" Type="http://schemas.openxmlformats.org/officeDocument/2006/relationships/customXml" Target="../ink/ink2749.xml"/><Relationship Id="rId42" Type="http://schemas.openxmlformats.org/officeDocument/2006/relationships/customXml" Target="../ink/ink2770.xml"/><Relationship Id="rId63" Type="http://schemas.openxmlformats.org/officeDocument/2006/relationships/customXml" Target="../ink/ink2791.xml"/><Relationship Id="rId84" Type="http://schemas.openxmlformats.org/officeDocument/2006/relationships/customXml" Target="../ink/ink2812.xml"/><Relationship Id="rId138" Type="http://schemas.openxmlformats.org/officeDocument/2006/relationships/customXml" Target="../ink/ink2866.xml"/><Relationship Id="rId159" Type="http://schemas.openxmlformats.org/officeDocument/2006/relationships/customXml" Target="../ink/ink2887.xml"/><Relationship Id="rId107" Type="http://schemas.openxmlformats.org/officeDocument/2006/relationships/customXml" Target="../ink/ink2835.xml"/><Relationship Id="rId11" Type="http://schemas.openxmlformats.org/officeDocument/2006/relationships/customXml" Target="../ink/ink2739.xml"/><Relationship Id="rId32" Type="http://schemas.openxmlformats.org/officeDocument/2006/relationships/customXml" Target="../ink/ink2760.xml"/><Relationship Id="rId53" Type="http://schemas.openxmlformats.org/officeDocument/2006/relationships/customXml" Target="../ink/ink2781.xml"/><Relationship Id="rId74" Type="http://schemas.openxmlformats.org/officeDocument/2006/relationships/customXml" Target="../ink/ink2802.xml"/><Relationship Id="rId128" Type="http://schemas.openxmlformats.org/officeDocument/2006/relationships/customXml" Target="../ink/ink2856.xml"/><Relationship Id="rId149" Type="http://schemas.openxmlformats.org/officeDocument/2006/relationships/customXml" Target="../ink/ink2877.xml"/><Relationship Id="rId5" Type="http://schemas.openxmlformats.org/officeDocument/2006/relationships/customXml" Target="../ink/ink2733.xml"/><Relationship Id="rId95" Type="http://schemas.openxmlformats.org/officeDocument/2006/relationships/customXml" Target="../ink/ink2823.xml"/><Relationship Id="rId160" Type="http://schemas.openxmlformats.org/officeDocument/2006/relationships/customXml" Target="../ink/ink2888.xml"/><Relationship Id="rId22" Type="http://schemas.openxmlformats.org/officeDocument/2006/relationships/customXml" Target="../ink/ink2750.xml"/><Relationship Id="rId43" Type="http://schemas.openxmlformats.org/officeDocument/2006/relationships/customXml" Target="../ink/ink2771.xml"/><Relationship Id="rId64" Type="http://schemas.openxmlformats.org/officeDocument/2006/relationships/customXml" Target="../ink/ink2792.xml"/><Relationship Id="rId118" Type="http://schemas.openxmlformats.org/officeDocument/2006/relationships/customXml" Target="../ink/ink2846.xml"/><Relationship Id="rId139" Type="http://schemas.openxmlformats.org/officeDocument/2006/relationships/customXml" Target="../ink/ink2867.xml"/><Relationship Id="rId85" Type="http://schemas.openxmlformats.org/officeDocument/2006/relationships/customXml" Target="../ink/ink2813.xml"/><Relationship Id="rId150" Type="http://schemas.openxmlformats.org/officeDocument/2006/relationships/customXml" Target="../ink/ink2878.xml"/><Relationship Id="rId12" Type="http://schemas.openxmlformats.org/officeDocument/2006/relationships/customXml" Target="../ink/ink2740.xml"/><Relationship Id="rId33" Type="http://schemas.openxmlformats.org/officeDocument/2006/relationships/customXml" Target="../ink/ink2761.xml"/><Relationship Id="rId108" Type="http://schemas.openxmlformats.org/officeDocument/2006/relationships/customXml" Target="../ink/ink2836.xml"/><Relationship Id="rId129" Type="http://schemas.openxmlformats.org/officeDocument/2006/relationships/customXml" Target="../ink/ink2857.xml"/><Relationship Id="rId54" Type="http://schemas.openxmlformats.org/officeDocument/2006/relationships/customXml" Target="../ink/ink2782.xml"/><Relationship Id="rId70" Type="http://schemas.openxmlformats.org/officeDocument/2006/relationships/customXml" Target="../ink/ink2798.xml"/><Relationship Id="rId75" Type="http://schemas.openxmlformats.org/officeDocument/2006/relationships/customXml" Target="../ink/ink2803.xml"/><Relationship Id="rId91" Type="http://schemas.openxmlformats.org/officeDocument/2006/relationships/customXml" Target="../ink/ink2819.xml"/><Relationship Id="rId96" Type="http://schemas.openxmlformats.org/officeDocument/2006/relationships/customXml" Target="../ink/ink2824.xml"/><Relationship Id="rId140" Type="http://schemas.openxmlformats.org/officeDocument/2006/relationships/customXml" Target="../ink/ink2868.xml"/><Relationship Id="rId145" Type="http://schemas.openxmlformats.org/officeDocument/2006/relationships/customXml" Target="../ink/ink2873.xml"/><Relationship Id="rId161" Type="http://schemas.openxmlformats.org/officeDocument/2006/relationships/customXml" Target="../ink/ink2889.xml"/><Relationship Id="rId166" Type="http://schemas.openxmlformats.org/officeDocument/2006/relationships/customXml" Target="../ink/ink289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34.xml"/><Relationship Id="rId23" Type="http://schemas.openxmlformats.org/officeDocument/2006/relationships/customXml" Target="../ink/ink2751.xml"/><Relationship Id="rId28" Type="http://schemas.openxmlformats.org/officeDocument/2006/relationships/customXml" Target="../ink/ink2756.xml"/><Relationship Id="rId49" Type="http://schemas.openxmlformats.org/officeDocument/2006/relationships/customXml" Target="../ink/ink2777.xml"/><Relationship Id="rId114" Type="http://schemas.openxmlformats.org/officeDocument/2006/relationships/customXml" Target="../ink/ink2842.xml"/><Relationship Id="rId119" Type="http://schemas.openxmlformats.org/officeDocument/2006/relationships/customXml" Target="../ink/ink2847.xml"/><Relationship Id="rId44" Type="http://schemas.openxmlformats.org/officeDocument/2006/relationships/customXml" Target="../ink/ink2772.xml"/><Relationship Id="rId60" Type="http://schemas.openxmlformats.org/officeDocument/2006/relationships/customXml" Target="../ink/ink2788.xml"/><Relationship Id="rId65" Type="http://schemas.openxmlformats.org/officeDocument/2006/relationships/customXml" Target="../ink/ink2793.xml"/><Relationship Id="rId81" Type="http://schemas.openxmlformats.org/officeDocument/2006/relationships/customXml" Target="../ink/ink2809.xml"/><Relationship Id="rId86" Type="http://schemas.openxmlformats.org/officeDocument/2006/relationships/customXml" Target="../ink/ink2814.xml"/><Relationship Id="rId130" Type="http://schemas.openxmlformats.org/officeDocument/2006/relationships/customXml" Target="../ink/ink2858.xml"/><Relationship Id="rId135" Type="http://schemas.openxmlformats.org/officeDocument/2006/relationships/customXml" Target="../ink/ink2863.xml"/><Relationship Id="rId151" Type="http://schemas.openxmlformats.org/officeDocument/2006/relationships/customXml" Target="../ink/ink2879.xml"/><Relationship Id="rId156" Type="http://schemas.openxmlformats.org/officeDocument/2006/relationships/customXml" Target="../ink/ink2884.xml"/><Relationship Id="rId13" Type="http://schemas.openxmlformats.org/officeDocument/2006/relationships/customXml" Target="../ink/ink2741.xml"/><Relationship Id="rId18" Type="http://schemas.openxmlformats.org/officeDocument/2006/relationships/customXml" Target="../ink/ink2746.xml"/><Relationship Id="rId39" Type="http://schemas.openxmlformats.org/officeDocument/2006/relationships/customXml" Target="../ink/ink2767.xml"/><Relationship Id="rId109" Type="http://schemas.openxmlformats.org/officeDocument/2006/relationships/customXml" Target="../ink/ink2837.xml"/><Relationship Id="rId34" Type="http://schemas.openxmlformats.org/officeDocument/2006/relationships/customXml" Target="../ink/ink2762.xml"/><Relationship Id="rId50" Type="http://schemas.openxmlformats.org/officeDocument/2006/relationships/customXml" Target="../ink/ink2778.xml"/><Relationship Id="rId55" Type="http://schemas.openxmlformats.org/officeDocument/2006/relationships/customXml" Target="../ink/ink2783.xml"/><Relationship Id="rId76" Type="http://schemas.openxmlformats.org/officeDocument/2006/relationships/customXml" Target="../ink/ink2804.xml"/><Relationship Id="rId97" Type="http://schemas.openxmlformats.org/officeDocument/2006/relationships/customXml" Target="../ink/ink2825.xml"/><Relationship Id="rId104" Type="http://schemas.openxmlformats.org/officeDocument/2006/relationships/customXml" Target="../ink/ink2832.xml"/><Relationship Id="rId120" Type="http://schemas.openxmlformats.org/officeDocument/2006/relationships/customXml" Target="../ink/ink2848.xml"/><Relationship Id="rId125" Type="http://schemas.openxmlformats.org/officeDocument/2006/relationships/customXml" Target="../ink/ink2853.xml"/><Relationship Id="rId141" Type="http://schemas.openxmlformats.org/officeDocument/2006/relationships/customXml" Target="../ink/ink2869.xml"/><Relationship Id="rId146" Type="http://schemas.openxmlformats.org/officeDocument/2006/relationships/customXml" Target="../ink/ink2874.xml"/><Relationship Id="rId167" Type="http://schemas.openxmlformats.org/officeDocument/2006/relationships/customXml" Target="../ink/ink2895.xml"/><Relationship Id="rId7" Type="http://schemas.openxmlformats.org/officeDocument/2006/relationships/customXml" Target="../ink/ink2735.xml"/><Relationship Id="rId71" Type="http://schemas.openxmlformats.org/officeDocument/2006/relationships/customXml" Target="../ink/ink2799.xml"/><Relationship Id="rId92" Type="http://schemas.openxmlformats.org/officeDocument/2006/relationships/customXml" Target="../ink/ink2820.xml"/><Relationship Id="rId162" Type="http://schemas.openxmlformats.org/officeDocument/2006/relationships/customXml" Target="../ink/ink2890.xml"/><Relationship Id="rId2" Type="http://schemas.openxmlformats.org/officeDocument/2006/relationships/customXml" Target="../ink/ink2730.xml"/><Relationship Id="rId29" Type="http://schemas.openxmlformats.org/officeDocument/2006/relationships/customXml" Target="../ink/ink2757.xml"/><Relationship Id="rId24" Type="http://schemas.openxmlformats.org/officeDocument/2006/relationships/customXml" Target="../ink/ink2752.xml"/><Relationship Id="rId40" Type="http://schemas.openxmlformats.org/officeDocument/2006/relationships/customXml" Target="../ink/ink2768.xml"/><Relationship Id="rId45" Type="http://schemas.openxmlformats.org/officeDocument/2006/relationships/customXml" Target="../ink/ink2773.xml"/><Relationship Id="rId66" Type="http://schemas.openxmlformats.org/officeDocument/2006/relationships/customXml" Target="../ink/ink2794.xml"/><Relationship Id="rId87" Type="http://schemas.openxmlformats.org/officeDocument/2006/relationships/customXml" Target="../ink/ink2815.xml"/><Relationship Id="rId110" Type="http://schemas.openxmlformats.org/officeDocument/2006/relationships/customXml" Target="../ink/ink2838.xml"/><Relationship Id="rId115" Type="http://schemas.openxmlformats.org/officeDocument/2006/relationships/customXml" Target="../ink/ink2843.xml"/><Relationship Id="rId131" Type="http://schemas.openxmlformats.org/officeDocument/2006/relationships/customXml" Target="../ink/ink2859.xml"/><Relationship Id="rId136" Type="http://schemas.openxmlformats.org/officeDocument/2006/relationships/customXml" Target="../ink/ink2864.xml"/><Relationship Id="rId157" Type="http://schemas.openxmlformats.org/officeDocument/2006/relationships/customXml" Target="../ink/ink2885.xml"/><Relationship Id="rId61" Type="http://schemas.openxmlformats.org/officeDocument/2006/relationships/customXml" Target="../ink/ink2789.xml"/><Relationship Id="rId82" Type="http://schemas.openxmlformats.org/officeDocument/2006/relationships/customXml" Target="../ink/ink2810.xml"/><Relationship Id="rId152" Type="http://schemas.openxmlformats.org/officeDocument/2006/relationships/customXml" Target="../ink/ink2880.xml"/><Relationship Id="rId19" Type="http://schemas.openxmlformats.org/officeDocument/2006/relationships/customXml" Target="../ink/ink2747.xml"/><Relationship Id="rId14" Type="http://schemas.openxmlformats.org/officeDocument/2006/relationships/customXml" Target="../ink/ink2742.xml"/><Relationship Id="rId30" Type="http://schemas.openxmlformats.org/officeDocument/2006/relationships/customXml" Target="../ink/ink2758.xml"/><Relationship Id="rId35" Type="http://schemas.openxmlformats.org/officeDocument/2006/relationships/customXml" Target="../ink/ink2763.xml"/><Relationship Id="rId56" Type="http://schemas.openxmlformats.org/officeDocument/2006/relationships/customXml" Target="../ink/ink2784.xml"/><Relationship Id="rId77" Type="http://schemas.openxmlformats.org/officeDocument/2006/relationships/customXml" Target="../ink/ink2805.xml"/><Relationship Id="rId100" Type="http://schemas.openxmlformats.org/officeDocument/2006/relationships/customXml" Target="../ink/ink2828.xml"/><Relationship Id="rId105" Type="http://schemas.openxmlformats.org/officeDocument/2006/relationships/customXml" Target="../ink/ink2833.xml"/><Relationship Id="rId126" Type="http://schemas.openxmlformats.org/officeDocument/2006/relationships/customXml" Target="../ink/ink2854.xml"/><Relationship Id="rId147" Type="http://schemas.openxmlformats.org/officeDocument/2006/relationships/customXml" Target="../ink/ink2875.xml"/><Relationship Id="rId168" Type="http://schemas.openxmlformats.org/officeDocument/2006/relationships/customXml" Target="../ink/ink2896.xml"/><Relationship Id="rId8" Type="http://schemas.openxmlformats.org/officeDocument/2006/relationships/customXml" Target="../ink/ink2736.xml"/><Relationship Id="rId51" Type="http://schemas.openxmlformats.org/officeDocument/2006/relationships/customXml" Target="../ink/ink2779.xml"/><Relationship Id="rId72" Type="http://schemas.openxmlformats.org/officeDocument/2006/relationships/customXml" Target="../ink/ink2800.xml"/><Relationship Id="rId93" Type="http://schemas.openxmlformats.org/officeDocument/2006/relationships/customXml" Target="../ink/ink2821.xml"/><Relationship Id="rId98" Type="http://schemas.openxmlformats.org/officeDocument/2006/relationships/customXml" Target="../ink/ink2826.xml"/><Relationship Id="rId121" Type="http://schemas.openxmlformats.org/officeDocument/2006/relationships/customXml" Target="../ink/ink2849.xml"/><Relationship Id="rId142" Type="http://schemas.openxmlformats.org/officeDocument/2006/relationships/customXml" Target="../ink/ink2870.xml"/><Relationship Id="rId163" Type="http://schemas.openxmlformats.org/officeDocument/2006/relationships/customXml" Target="../ink/ink2891.xml"/><Relationship Id="rId3" Type="http://schemas.openxmlformats.org/officeDocument/2006/relationships/customXml" Target="../ink/ink2731.xml"/><Relationship Id="rId25" Type="http://schemas.openxmlformats.org/officeDocument/2006/relationships/customXml" Target="../ink/ink2753.xml"/><Relationship Id="rId46" Type="http://schemas.openxmlformats.org/officeDocument/2006/relationships/customXml" Target="../ink/ink2774.xml"/><Relationship Id="rId67" Type="http://schemas.openxmlformats.org/officeDocument/2006/relationships/customXml" Target="../ink/ink2795.xml"/><Relationship Id="rId116" Type="http://schemas.openxmlformats.org/officeDocument/2006/relationships/customXml" Target="../ink/ink2844.xml"/><Relationship Id="rId137" Type="http://schemas.openxmlformats.org/officeDocument/2006/relationships/customXml" Target="../ink/ink2865.xml"/><Relationship Id="rId158" Type="http://schemas.openxmlformats.org/officeDocument/2006/relationships/customXml" Target="../ink/ink2886.xml"/><Relationship Id="rId20" Type="http://schemas.openxmlformats.org/officeDocument/2006/relationships/customXml" Target="../ink/ink2748.xml"/><Relationship Id="rId41" Type="http://schemas.openxmlformats.org/officeDocument/2006/relationships/customXml" Target="../ink/ink2769.xml"/><Relationship Id="rId62" Type="http://schemas.openxmlformats.org/officeDocument/2006/relationships/customXml" Target="../ink/ink2790.xml"/><Relationship Id="rId83" Type="http://schemas.openxmlformats.org/officeDocument/2006/relationships/customXml" Target="../ink/ink2811.xml"/><Relationship Id="rId88" Type="http://schemas.openxmlformats.org/officeDocument/2006/relationships/customXml" Target="../ink/ink2816.xml"/><Relationship Id="rId111" Type="http://schemas.openxmlformats.org/officeDocument/2006/relationships/customXml" Target="../ink/ink2839.xml"/><Relationship Id="rId132" Type="http://schemas.openxmlformats.org/officeDocument/2006/relationships/customXml" Target="../ink/ink2860.xml"/><Relationship Id="rId153" Type="http://schemas.openxmlformats.org/officeDocument/2006/relationships/customXml" Target="../ink/ink2881.xml"/><Relationship Id="rId15" Type="http://schemas.openxmlformats.org/officeDocument/2006/relationships/customXml" Target="../ink/ink2743.xml"/><Relationship Id="rId36" Type="http://schemas.openxmlformats.org/officeDocument/2006/relationships/customXml" Target="../ink/ink2764.xml"/><Relationship Id="rId57" Type="http://schemas.openxmlformats.org/officeDocument/2006/relationships/customXml" Target="../ink/ink2785.xml"/><Relationship Id="rId106" Type="http://schemas.openxmlformats.org/officeDocument/2006/relationships/customXml" Target="../ink/ink2834.xml"/><Relationship Id="rId127" Type="http://schemas.openxmlformats.org/officeDocument/2006/relationships/customXml" Target="../ink/ink2855.xml"/><Relationship Id="rId10" Type="http://schemas.openxmlformats.org/officeDocument/2006/relationships/customXml" Target="../ink/ink2738.xml"/><Relationship Id="rId31" Type="http://schemas.openxmlformats.org/officeDocument/2006/relationships/customXml" Target="../ink/ink2759.xml"/><Relationship Id="rId52" Type="http://schemas.openxmlformats.org/officeDocument/2006/relationships/customXml" Target="../ink/ink2780.xml"/><Relationship Id="rId73" Type="http://schemas.openxmlformats.org/officeDocument/2006/relationships/customXml" Target="../ink/ink2801.xml"/><Relationship Id="rId78" Type="http://schemas.openxmlformats.org/officeDocument/2006/relationships/customXml" Target="../ink/ink2806.xml"/><Relationship Id="rId94" Type="http://schemas.openxmlformats.org/officeDocument/2006/relationships/customXml" Target="../ink/ink2822.xml"/><Relationship Id="rId99" Type="http://schemas.openxmlformats.org/officeDocument/2006/relationships/customXml" Target="../ink/ink2827.xml"/><Relationship Id="rId101" Type="http://schemas.openxmlformats.org/officeDocument/2006/relationships/customXml" Target="../ink/ink2829.xml"/><Relationship Id="rId122" Type="http://schemas.openxmlformats.org/officeDocument/2006/relationships/customXml" Target="../ink/ink2850.xml"/><Relationship Id="rId143" Type="http://schemas.openxmlformats.org/officeDocument/2006/relationships/customXml" Target="../ink/ink2871.xml"/><Relationship Id="rId148" Type="http://schemas.openxmlformats.org/officeDocument/2006/relationships/customXml" Target="../ink/ink2876.xml"/><Relationship Id="rId164" Type="http://schemas.openxmlformats.org/officeDocument/2006/relationships/customXml" Target="../ink/ink2892.xml"/><Relationship Id="rId169" Type="http://schemas.openxmlformats.org/officeDocument/2006/relationships/customXml" Target="../ink/ink2897.xml"/><Relationship Id="rId4" Type="http://schemas.openxmlformats.org/officeDocument/2006/relationships/customXml" Target="../ink/ink2732.xml"/><Relationship Id="rId9" Type="http://schemas.openxmlformats.org/officeDocument/2006/relationships/customXml" Target="../ink/ink2737.xml"/><Relationship Id="rId26" Type="http://schemas.openxmlformats.org/officeDocument/2006/relationships/customXml" Target="../ink/ink2754.xml"/><Relationship Id="rId47" Type="http://schemas.openxmlformats.org/officeDocument/2006/relationships/customXml" Target="../ink/ink2775.xml"/><Relationship Id="rId68" Type="http://schemas.openxmlformats.org/officeDocument/2006/relationships/customXml" Target="../ink/ink2796.xml"/><Relationship Id="rId89" Type="http://schemas.openxmlformats.org/officeDocument/2006/relationships/customXml" Target="../ink/ink2817.xml"/><Relationship Id="rId112" Type="http://schemas.openxmlformats.org/officeDocument/2006/relationships/customXml" Target="../ink/ink2840.xml"/><Relationship Id="rId133" Type="http://schemas.openxmlformats.org/officeDocument/2006/relationships/customXml" Target="../ink/ink2861.xml"/><Relationship Id="rId154" Type="http://schemas.openxmlformats.org/officeDocument/2006/relationships/customXml" Target="../ink/ink2882.xml"/><Relationship Id="rId16" Type="http://schemas.openxmlformats.org/officeDocument/2006/relationships/customXml" Target="../ink/ink2744.xml"/><Relationship Id="rId37" Type="http://schemas.openxmlformats.org/officeDocument/2006/relationships/customXml" Target="../ink/ink2765.xml"/><Relationship Id="rId58" Type="http://schemas.openxmlformats.org/officeDocument/2006/relationships/customXml" Target="../ink/ink2786.xml"/><Relationship Id="rId79" Type="http://schemas.openxmlformats.org/officeDocument/2006/relationships/customXml" Target="../ink/ink2807.xml"/><Relationship Id="rId102" Type="http://schemas.openxmlformats.org/officeDocument/2006/relationships/customXml" Target="../ink/ink2830.xml"/><Relationship Id="rId123" Type="http://schemas.openxmlformats.org/officeDocument/2006/relationships/customXml" Target="../ink/ink2851.xml"/><Relationship Id="rId144" Type="http://schemas.openxmlformats.org/officeDocument/2006/relationships/customXml" Target="../ink/ink2872.xml"/><Relationship Id="rId90" Type="http://schemas.openxmlformats.org/officeDocument/2006/relationships/customXml" Target="../ink/ink2818.xml"/><Relationship Id="rId165" Type="http://schemas.openxmlformats.org/officeDocument/2006/relationships/customXml" Target="../ink/ink2893.xml"/><Relationship Id="rId27" Type="http://schemas.openxmlformats.org/officeDocument/2006/relationships/customXml" Target="../ink/ink2755.xml"/><Relationship Id="rId48" Type="http://schemas.openxmlformats.org/officeDocument/2006/relationships/customXml" Target="../ink/ink2776.xml"/><Relationship Id="rId69" Type="http://schemas.openxmlformats.org/officeDocument/2006/relationships/customXml" Target="../ink/ink2797.xml"/><Relationship Id="rId113" Type="http://schemas.openxmlformats.org/officeDocument/2006/relationships/customXml" Target="../ink/ink2841.xml"/><Relationship Id="rId134" Type="http://schemas.openxmlformats.org/officeDocument/2006/relationships/customXml" Target="../ink/ink2862.xml"/><Relationship Id="rId80" Type="http://schemas.openxmlformats.org/officeDocument/2006/relationships/customXml" Target="../ink/ink2808.xml"/><Relationship Id="rId155" Type="http://schemas.openxmlformats.org/officeDocument/2006/relationships/customXml" Target="../ink/ink2883.xml"/><Relationship Id="rId17" Type="http://schemas.openxmlformats.org/officeDocument/2006/relationships/customXml" Target="../ink/ink2745.xml"/><Relationship Id="rId38" Type="http://schemas.openxmlformats.org/officeDocument/2006/relationships/customXml" Target="../ink/ink2766.xml"/><Relationship Id="rId59" Type="http://schemas.openxmlformats.org/officeDocument/2006/relationships/customXml" Target="../ink/ink2787.xml"/><Relationship Id="rId103" Type="http://schemas.openxmlformats.org/officeDocument/2006/relationships/customXml" Target="../ink/ink2831.xml"/><Relationship Id="rId124" Type="http://schemas.openxmlformats.org/officeDocument/2006/relationships/customXml" Target="../ink/ink2852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916.xml"/><Relationship Id="rId21" Type="http://schemas.openxmlformats.org/officeDocument/2006/relationships/customXml" Target="../ink/ink2911.xml"/><Relationship Id="rId42" Type="http://schemas.openxmlformats.org/officeDocument/2006/relationships/customXml" Target="../ink/ink2932.xml"/><Relationship Id="rId47" Type="http://schemas.openxmlformats.org/officeDocument/2006/relationships/customXml" Target="../ink/ink2937.xml"/><Relationship Id="rId63" Type="http://schemas.openxmlformats.org/officeDocument/2006/relationships/customXml" Target="../ink/ink2953.xml"/><Relationship Id="rId68" Type="http://schemas.openxmlformats.org/officeDocument/2006/relationships/customXml" Target="../ink/ink2958.xml"/><Relationship Id="rId84" Type="http://schemas.openxmlformats.org/officeDocument/2006/relationships/customXml" Target="../ink/ink2974.xml"/><Relationship Id="rId16" Type="http://schemas.openxmlformats.org/officeDocument/2006/relationships/customXml" Target="../ink/ink2906.xml"/><Relationship Id="rId11" Type="http://schemas.openxmlformats.org/officeDocument/2006/relationships/customXml" Target="../ink/ink2901.xml"/><Relationship Id="rId32" Type="http://schemas.openxmlformats.org/officeDocument/2006/relationships/customXml" Target="../ink/ink2922.xml"/><Relationship Id="rId37" Type="http://schemas.openxmlformats.org/officeDocument/2006/relationships/customXml" Target="../ink/ink2927.xml"/><Relationship Id="rId53" Type="http://schemas.openxmlformats.org/officeDocument/2006/relationships/customXml" Target="../ink/ink2943.xml"/><Relationship Id="rId58" Type="http://schemas.openxmlformats.org/officeDocument/2006/relationships/customXml" Target="../ink/ink2948.xml"/><Relationship Id="rId74" Type="http://schemas.openxmlformats.org/officeDocument/2006/relationships/customXml" Target="../ink/ink2964.xml"/><Relationship Id="rId79" Type="http://schemas.openxmlformats.org/officeDocument/2006/relationships/customXml" Target="../ink/ink2969.xml"/><Relationship Id="rId5" Type="http://schemas.openxmlformats.org/officeDocument/2006/relationships/image" Target="../media/image49.png"/><Relationship Id="rId19" Type="http://schemas.openxmlformats.org/officeDocument/2006/relationships/customXml" Target="../ink/ink2909.xml"/><Relationship Id="rId14" Type="http://schemas.openxmlformats.org/officeDocument/2006/relationships/customXml" Target="../ink/ink2904.xml"/><Relationship Id="rId22" Type="http://schemas.openxmlformats.org/officeDocument/2006/relationships/customXml" Target="../ink/ink2912.xml"/><Relationship Id="rId27" Type="http://schemas.openxmlformats.org/officeDocument/2006/relationships/customXml" Target="../ink/ink2917.xml"/><Relationship Id="rId30" Type="http://schemas.openxmlformats.org/officeDocument/2006/relationships/customXml" Target="../ink/ink2920.xml"/><Relationship Id="rId35" Type="http://schemas.openxmlformats.org/officeDocument/2006/relationships/customXml" Target="../ink/ink2925.xml"/><Relationship Id="rId43" Type="http://schemas.openxmlformats.org/officeDocument/2006/relationships/customXml" Target="../ink/ink2933.xml"/><Relationship Id="rId48" Type="http://schemas.openxmlformats.org/officeDocument/2006/relationships/customXml" Target="../ink/ink2938.xml"/><Relationship Id="rId56" Type="http://schemas.openxmlformats.org/officeDocument/2006/relationships/customXml" Target="../ink/ink2946.xml"/><Relationship Id="rId64" Type="http://schemas.openxmlformats.org/officeDocument/2006/relationships/customXml" Target="../ink/ink2954.xml"/><Relationship Id="rId69" Type="http://schemas.openxmlformats.org/officeDocument/2006/relationships/customXml" Target="../ink/ink2959.xml"/><Relationship Id="rId77" Type="http://schemas.openxmlformats.org/officeDocument/2006/relationships/customXml" Target="../ink/ink2967.xml"/><Relationship Id="rId8" Type="http://schemas.openxmlformats.org/officeDocument/2006/relationships/customXml" Target="../ink/ink2898.xml"/><Relationship Id="rId51" Type="http://schemas.openxmlformats.org/officeDocument/2006/relationships/customXml" Target="../ink/ink2941.xml"/><Relationship Id="rId72" Type="http://schemas.openxmlformats.org/officeDocument/2006/relationships/customXml" Target="../ink/ink2962.xml"/><Relationship Id="rId80" Type="http://schemas.openxmlformats.org/officeDocument/2006/relationships/customXml" Target="../ink/ink2970.xml"/><Relationship Id="rId85" Type="http://schemas.openxmlformats.org/officeDocument/2006/relationships/customXml" Target="../ink/ink2975.xml"/><Relationship Id="rId3" Type="http://schemas.openxmlformats.org/officeDocument/2006/relationships/image" Target="../media/image47.png"/><Relationship Id="rId12" Type="http://schemas.openxmlformats.org/officeDocument/2006/relationships/customXml" Target="../ink/ink2902.xml"/><Relationship Id="rId17" Type="http://schemas.openxmlformats.org/officeDocument/2006/relationships/customXml" Target="../ink/ink2907.xml"/><Relationship Id="rId25" Type="http://schemas.openxmlformats.org/officeDocument/2006/relationships/customXml" Target="../ink/ink2915.xml"/><Relationship Id="rId33" Type="http://schemas.openxmlformats.org/officeDocument/2006/relationships/customXml" Target="../ink/ink2923.xml"/><Relationship Id="rId38" Type="http://schemas.openxmlformats.org/officeDocument/2006/relationships/customXml" Target="../ink/ink2928.xml"/><Relationship Id="rId46" Type="http://schemas.openxmlformats.org/officeDocument/2006/relationships/customXml" Target="../ink/ink2936.xml"/><Relationship Id="rId59" Type="http://schemas.openxmlformats.org/officeDocument/2006/relationships/customXml" Target="../ink/ink2949.xml"/><Relationship Id="rId67" Type="http://schemas.openxmlformats.org/officeDocument/2006/relationships/customXml" Target="../ink/ink2957.xml"/><Relationship Id="rId20" Type="http://schemas.openxmlformats.org/officeDocument/2006/relationships/customXml" Target="../ink/ink2910.xml"/><Relationship Id="rId41" Type="http://schemas.openxmlformats.org/officeDocument/2006/relationships/customXml" Target="../ink/ink2931.xml"/><Relationship Id="rId54" Type="http://schemas.openxmlformats.org/officeDocument/2006/relationships/customXml" Target="../ink/ink2944.xml"/><Relationship Id="rId62" Type="http://schemas.openxmlformats.org/officeDocument/2006/relationships/customXml" Target="../ink/ink2952.xml"/><Relationship Id="rId70" Type="http://schemas.openxmlformats.org/officeDocument/2006/relationships/customXml" Target="../ink/ink2960.xml"/><Relationship Id="rId75" Type="http://schemas.openxmlformats.org/officeDocument/2006/relationships/customXml" Target="../ink/ink2965.xml"/><Relationship Id="rId83" Type="http://schemas.openxmlformats.org/officeDocument/2006/relationships/customXml" Target="../ink/ink29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5" Type="http://schemas.openxmlformats.org/officeDocument/2006/relationships/customXml" Target="../ink/ink2905.xml"/><Relationship Id="rId23" Type="http://schemas.openxmlformats.org/officeDocument/2006/relationships/customXml" Target="../ink/ink2913.xml"/><Relationship Id="rId28" Type="http://schemas.openxmlformats.org/officeDocument/2006/relationships/customXml" Target="../ink/ink2918.xml"/><Relationship Id="rId36" Type="http://schemas.openxmlformats.org/officeDocument/2006/relationships/customXml" Target="../ink/ink2926.xml"/><Relationship Id="rId49" Type="http://schemas.openxmlformats.org/officeDocument/2006/relationships/customXml" Target="../ink/ink2939.xml"/><Relationship Id="rId57" Type="http://schemas.openxmlformats.org/officeDocument/2006/relationships/customXml" Target="../ink/ink2947.xml"/><Relationship Id="rId10" Type="http://schemas.openxmlformats.org/officeDocument/2006/relationships/customXml" Target="../ink/ink2900.xml"/><Relationship Id="rId31" Type="http://schemas.openxmlformats.org/officeDocument/2006/relationships/customXml" Target="../ink/ink2921.xml"/><Relationship Id="rId44" Type="http://schemas.openxmlformats.org/officeDocument/2006/relationships/customXml" Target="../ink/ink2934.xml"/><Relationship Id="rId52" Type="http://schemas.openxmlformats.org/officeDocument/2006/relationships/customXml" Target="../ink/ink2942.xml"/><Relationship Id="rId60" Type="http://schemas.openxmlformats.org/officeDocument/2006/relationships/customXml" Target="../ink/ink2950.xml"/><Relationship Id="rId65" Type="http://schemas.openxmlformats.org/officeDocument/2006/relationships/customXml" Target="../ink/ink2955.xml"/><Relationship Id="rId73" Type="http://schemas.openxmlformats.org/officeDocument/2006/relationships/customXml" Target="../ink/ink2963.xml"/><Relationship Id="rId78" Type="http://schemas.openxmlformats.org/officeDocument/2006/relationships/customXml" Target="../ink/ink2968.xml"/><Relationship Id="rId81" Type="http://schemas.openxmlformats.org/officeDocument/2006/relationships/customXml" Target="../ink/ink2971.xml"/><Relationship Id="rId4" Type="http://schemas.openxmlformats.org/officeDocument/2006/relationships/image" Target="../media/image48.png"/><Relationship Id="rId9" Type="http://schemas.openxmlformats.org/officeDocument/2006/relationships/customXml" Target="../ink/ink2899.xml"/><Relationship Id="rId13" Type="http://schemas.openxmlformats.org/officeDocument/2006/relationships/customXml" Target="../ink/ink2903.xml"/><Relationship Id="rId18" Type="http://schemas.openxmlformats.org/officeDocument/2006/relationships/customXml" Target="../ink/ink2908.xml"/><Relationship Id="rId39" Type="http://schemas.openxmlformats.org/officeDocument/2006/relationships/customXml" Target="../ink/ink2929.xml"/><Relationship Id="rId34" Type="http://schemas.openxmlformats.org/officeDocument/2006/relationships/customXml" Target="../ink/ink2924.xml"/><Relationship Id="rId50" Type="http://schemas.openxmlformats.org/officeDocument/2006/relationships/customXml" Target="../ink/ink2940.xml"/><Relationship Id="rId55" Type="http://schemas.openxmlformats.org/officeDocument/2006/relationships/customXml" Target="../ink/ink2945.xml"/><Relationship Id="rId76" Type="http://schemas.openxmlformats.org/officeDocument/2006/relationships/customXml" Target="../ink/ink2966.xml"/><Relationship Id="rId7" Type="http://schemas.openxmlformats.org/officeDocument/2006/relationships/image" Target="../media/image51.png"/><Relationship Id="rId71" Type="http://schemas.openxmlformats.org/officeDocument/2006/relationships/customXml" Target="../ink/ink2961.xml"/><Relationship Id="rId2" Type="http://schemas.openxmlformats.org/officeDocument/2006/relationships/image" Target="../media/image46.png"/><Relationship Id="rId29" Type="http://schemas.openxmlformats.org/officeDocument/2006/relationships/customXml" Target="../ink/ink2919.xml"/><Relationship Id="rId24" Type="http://schemas.openxmlformats.org/officeDocument/2006/relationships/customXml" Target="../ink/ink2914.xml"/><Relationship Id="rId40" Type="http://schemas.openxmlformats.org/officeDocument/2006/relationships/customXml" Target="../ink/ink2930.xml"/><Relationship Id="rId45" Type="http://schemas.openxmlformats.org/officeDocument/2006/relationships/customXml" Target="../ink/ink2935.xml"/><Relationship Id="rId66" Type="http://schemas.openxmlformats.org/officeDocument/2006/relationships/customXml" Target="../ink/ink2956.xml"/><Relationship Id="rId61" Type="http://schemas.openxmlformats.org/officeDocument/2006/relationships/customXml" Target="../ink/ink2951.xml"/><Relationship Id="rId82" Type="http://schemas.openxmlformats.org/officeDocument/2006/relationships/customXml" Target="../ink/ink2972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87.xml"/><Relationship Id="rId18" Type="http://schemas.openxmlformats.org/officeDocument/2006/relationships/customXml" Target="../ink/ink2992.xml"/><Relationship Id="rId26" Type="http://schemas.openxmlformats.org/officeDocument/2006/relationships/customXml" Target="../ink/ink3000.xml"/><Relationship Id="rId39" Type="http://schemas.openxmlformats.org/officeDocument/2006/relationships/customXml" Target="../ink/ink3013.xml"/><Relationship Id="rId21" Type="http://schemas.openxmlformats.org/officeDocument/2006/relationships/customXml" Target="../ink/ink2995.xml"/><Relationship Id="rId34" Type="http://schemas.openxmlformats.org/officeDocument/2006/relationships/customXml" Target="../ink/ink3008.xml"/><Relationship Id="rId42" Type="http://schemas.openxmlformats.org/officeDocument/2006/relationships/customXml" Target="../ink/ink3016.xml"/><Relationship Id="rId7" Type="http://schemas.openxmlformats.org/officeDocument/2006/relationships/customXml" Target="../ink/ink2981.xml"/><Relationship Id="rId2" Type="http://schemas.openxmlformats.org/officeDocument/2006/relationships/customXml" Target="../ink/ink2976.xml"/><Relationship Id="rId16" Type="http://schemas.openxmlformats.org/officeDocument/2006/relationships/customXml" Target="../ink/ink2990.xml"/><Relationship Id="rId29" Type="http://schemas.openxmlformats.org/officeDocument/2006/relationships/customXml" Target="../ink/ink30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80.xml"/><Relationship Id="rId11" Type="http://schemas.openxmlformats.org/officeDocument/2006/relationships/customXml" Target="../ink/ink2985.xml"/><Relationship Id="rId24" Type="http://schemas.openxmlformats.org/officeDocument/2006/relationships/customXml" Target="../ink/ink2998.xml"/><Relationship Id="rId32" Type="http://schemas.openxmlformats.org/officeDocument/2006/relationships/customXml" Target="../ink/ink3006.xml"/><Relationship Id="rId37" Type="http://schemas.openxmlformats.org/officeDocument/2006/relationships/customXml" Target="../ink/ink3011.xml"/><Relationship Id="rId40" Type="http://schemas.openxmlformats.org/officeDocument/2006/relationships/customXml" Target="../ink/ink3014.xml"/><Relationship Id="rId45" Type="http://schemas.openxmlformats.org/officeDocument/2006/relationships/customXml" Target="../ink/ink3019.xml"/><Relationship Id="rId5" Type="http://schemas.openxmlformats.org/officeDocument/2006/relationships/customXml" Target="../ink/ink2979.xml"/><Relationship Id="rId15" Type="http://schemas.openxmlformats.org/officeDocument/2006/relationships/customXml" Target="../ink/ink2989.xml"/><Relationship Id="rId23" Type="http://schemas.openxmlformats.org/officeDocument/2006/relationships/customXml" Target="../ink/ink2997.xml"/><Relationship Id="rId28" Type="http://schemas.openxmlformats.org/officeDocument/2006/relationships/customXml" Target="../ink/ink3002.xml"/><Relationship Id="rId36" Type="http://schemas.openxmlformats.org/officeDocument/2006/relationships/customXml" Target="../ink/ink3010.xml"/><Relationship Id="rId10" Type="http://schemas.openxmlformats.org/officeDocument/2006/relationships/customXml" Target="../ink/ink2984.xml"/><Relationship Id="rId19" Type="http://schemas.openxmlformats.org/officeDocument/2006/relationships/customXml" Target="../ink/ink2993.xml"/><Relationship Id="rId31" Type="http://schemas.openxmlformats.org/officeDocument/2006/relationships/customXml" Target="../ink/ink3005.xml"/><Relationship Id="rId44" Type="http://schemas.openxmlformats.org/officeDocument/2006/relationships/customXml" Target="../ink/ink3018.xml"/><Relationship Id="rId4" Type="http://schemas.openxmlformats.org/officeDocument/2006/relationships/customXml" Target="../ink/ink2978.xml"/><Relationship Id="rId9" Type="http://schemas.openxmlformats.org/officeDocument/2006/relationships/customXml" Target="../ink/ink2983.xml"/><Relationship Id="rId14" Type="http://schemas.openxmlformats.org/officeDocument/2006/relationships/customXml" Target="../ink/ink2988.xml"/><Relationship Id="rId22" Type="http://schemas.openxmlformats.org/officeDocument/2006/relationships/customXml" Target="../ink/ink2996.xml"/><Relationship Id="rId27" Type="http://schemas.openxmlformats.org/officeDocument/2006/relationships/customXml" Target="../ink/ink3001.xml"/><Relationship Id="rId30" Type="http://schemas.openxmlformats.org/officeDocument/2006/relationships/customXml" Target="../ink/ink3004.xml"/><Relationship Id="rId35" Type="http://schemas.openxmlformats.org/officeDocument/2006/relationships/customXml" Target="../ink/ink3009.xml"/><Relationship Id="rId43" Type="http://schemas.openxmlformats.org/officeDocument/2006/relationships/customXml" Target="../ink/ink3017.xml"/><Relationship Id="rId8" Type="http://schemas.openxmlformats.org/officeDocument/2006/relationships/customXml" Target="../ink/ink2982.xml"/><Relationship Id="rId3" Type="http://schemas.openxmlformats.org/officeDocument/2006/relationships/customXml" Target="../ink/ink2977.xml"/><Relationship Id="rId12" Type="http://schemas.openxmlformats.org/officeDocument/2006/relationships/customXml" Target="../ink/ink2986.xml"/><Relationship Id="rId17" Type="http://schemas.openxmlformats.org/officeDocument/2006/relationships/customXml" Target="../ink/ink2991.xml"/><Relationship Id="rId25" Type="http://schemas.openxmlformats.org/officeDocument/2006/relationships/customXml" Target="../ink/ink2999.xml"/><Relationship Id="rId33" Type="http://schemas.openxmlformats.org/officeDocument/2006/relationships/customXml" Target="../ink/ink3007.xml"/><Relationship Id="rId38" Type="http://schemas.openxmlformats.org/officeDocument/2006/relationships/customXml" Target="../ink/ink3012.xml"/><Relationship Id="rId46" Type="http://schemas.openxmlformats.org/officeDocument/2006/relationships/customXml" Target="../ink/ink3020.xml"/><Relationship Id="rId20" Type="http://schemas.openxmlformats.org/officeDocument/2006/relationships/customXml" Target="../ink/ink2994.xml"/><Relationship Id="rId41" Type="http://schemas.openxmlformats.org/officeDocument/2006/relationships/customXml" Target="../ink/ink301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22.xml"/><Relationship Id="rId3" Type="http://schemas.openxmlformats.org/officeDocument/2006/relationships/image" Target="../media/image38.emf"/><Relationship Id="rId7" Type="http://schemas.openxmlformats.org/officeDocument/2006/relationships/customXml" Target="../ink/ink3021.xml"/><Relationship Id="rId12" Type="http://schemas.openxmlformats.org/officeDocument/2006/relationships/customXml" Target="../ink/ink3026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customXml" Target="../ink/ink3025.xml"/><Relationship Id="rId5" Type="http://schemas.openxmlformats.org/officeDocument/2006/relationships/image" Target="../media/image54.png"/><Relationship Id="rId10" Type="http://schemas.openxmlformats.org/officeDocument/2006/relationships/customXml" Target="../ink/ink3024.xml"/><Relationship Id="rId4" Type="http://schemas.openxmlformats.org/officeDocument/2006/relationships/image" Target="../media/image53.png"/><Relationship Id="rId9" Type="http://schemas.openxmlformats.org/officeDocument/2006/relationships/customXml" Target="../ink/ink3023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42.xml"/><Relationship Id="rId21" Type="http://schemas.openxmlformats.org/officeDocument/2006/relationships/customXml" Target="../ink/ink3046.xml"/><Relationship Id="rId42" Type="http://schemas.openxmlformats.org/officeDocument/2006/relationships/customXml" Target="../ink/ink3067.xml"/><Relationship Id="rId63" Type="http://schemas.openxmlformats.org/officeDocument/2006/relationships/customXml" Target="../ink/ink3088.xml"/><Relationship Id="rId84" Type="http://schemas.openxmlformats.org/officeDocument/2006/relationships/customXml" Target="../ink/ink3109.xml"/><Relationship Id="rId138" Type="http://schemas.openxmlformats.org/officeDocument/2006/relationships/customXml" Target="../ink/ink3163.xml"/><Relationship Id="rId159" Type="http://schemas.openxmlformats.org/officeDocument/2006/relationships/customXml" Target="../ink/ink3184.xml"/><Relationship Id="rId170" Type="http://schemas.openxmlformats.org/officeDocument/2006/relationships/customXml" Target="../ink/ink3195.xml"/><Relationship Id="rId191" Type="http://schemas.openxmlformats.org/officeDocument/2006/relationships/customXml" Target="../ink/ink3216.xml"/><Relationship Id="rId205" Type="http://schemas.openxmlformats.org/officeDocument/2006/relationships/customXml" Target="../ink/ink3230.xml"/><Relationship Id="rId107" Type="http://schemas.openxmlformats.org/officeDocument/2006/relationships/customXml" Target="../ink/ink3132.xml"/><Relationship Id="rId11" Type="http://schemas.openxmlformats.org/officeDocument/2006/relationships/customXml" Target="../ink/ink3036.xml"/><Relationship Id="rId32" Type="http://schemas.openxmlformats.org/officeDocument/2006/relationships/customXml" Target="../ink/ink3057.xml"/><Relationship Id="rId53" Type="http://schemas.openxmlformats.org/officeDocument/2006/relationships/customXml" Target="../ink/ink3078.xml"/><Relationship Id="rId74" Type="http://schemas.openxmlformats.org/officeDocument/2006/relationships/customXml" Target="../ink/ink3099.xml"/><Relationship Id="rId128" Type="http://schemas.openxmlformats.org/officeDocument/2006/relationships/customXml" Target="../ink/ink3153.xml"/><Relationship Id="rId149" Type="http://schemas.openxmlformats.org/officeDocument/2006/relationships/customXml" Target="../ink/ink3174.xml"/><Relationship Id="rId5" Type="http://schemas.openxmlformats.org/officeDocument/2006/relationships/customXml" Target="../ink/ink3030.xml"/><Relationship Id="rId95" Type="http://schemas.openxmlformats.org/officeDocument/2006/relationships/customXml" Target="../ink/ink3120.xml"/><Relationship Id="rId160" Type="http://schemas.openxmlformats.org/officeDocument/2006/relationships/customXml" Target="../ink/ink3185.xml"/><Relationship Id="rId181" Type="http://schemas.openxmlformats.org/officeDocument/2006/relationships/customXml" Target="../ink/ink3206.xml"/><Relationship Id="rId216" Type="http://schemas.openxmlformats.org/officeDocument/2006/relationships/customXml" Target="../ink/ink3241.xml"/><Relationship Id="rId22" Type="http://schemas.openxmlformats.org/officeDocument/2006/relationships/customXml" Target="../ink/ink3047.xml"/><Relationship Id="rId43" Type="http://schemas.openxmlformats.org/officeDocument/2006/relationships/customXml" Target="../ink/ink3068.xml"/><Relationship Id="rId64" Type="http://schemas.openxmlformats.org/officeDocument/2006/relationships/customXml" Target="../ink/ink3089.xml"/><Relationship Id="rId118" Type="http://schemas.openxmlformats.org/officeDocument/2006/relationships/customXml" Target="../ink/ink3143.xml"/><Relationship Id="rId139" Type="http://schemas.openxmlformats.org/officeDocument/2006/relationships/customXml" Target="../ink/ink3164.xml"/><Relationship Id="rId85" Type="http://schemas.openxmlformats.org/officeDocument/2006/relationships/customXml" Target="../ink/ink3110.xml"/><Relationship Id="rId150" Type="http://schemas.openxmlformats.org/officeDocument/2006/relationships/customXml" Target="../ink/ink3175.xml"/><Relationship Id="rId171" Type="http://schemas.openxmlformats.org/officeDocument/2006/relationships/customXml" Target="../ink/ink3196.xml"/><Relationship Id="rId192" Type="http://schemas.openxmlformats.org/officeDocument/2006/relationships/customXml" Target="../ink/ink3217.xml"/><Relationship Id="rId206" Type="http://schemas.openxmlformats.org/officeDocument/2006/relationships/customXml" Target="../ink/ink3231.xml"/><Relationship Id="rId12" Type="http://schemas.openxmlformats.org/officeDocument/2006/relationships/customXml" Target="../ink/ink3037.xml"/><Relationship Id="rId33" Type="http://schemas.openxmlformats.org/officeDocument/2006/relationships/customXml" Target="../ink/ink3058.xml"/><Relationship Id="rId108" Type="http://schemas.openxmlformats.org/officeDocument/2006/relationships/customXml" Target="../ink/ink3133.xml"/><Relationship Id="rId129" Type="http://schemas.openxmlformats.org/officeDocument/2006/relationships/customXml" Target="../ink/ink3154.xml"/><Relationship Id="rId54" Type="http://schemas.openxmlformats.org/officeDocument/2006/relationships/customXml" Target="../ink/ink3079.xml"/><Relationship Id="rId75" Type="http://schemas.openxmlformats.org/officeDocument/2006/relationships/customXml" Target="../ink/ink3100.xml"/><Relationship Id="rId96" Type="http://schemas.openxmlformats.org/officeDocument/2006/relationships/customXml" Target="../ink/ink3121.xml"/><Relationship Id="rId140" Type="http://schemas.openxmlformats.org/officeDocument/2006/relationships/customXml" Target="../ink/ink3165.xml"/><Relationship Id="rId161" Type="http://schemas.openxmlformats.org/officeDocument/2006/relationships/customXml" Target="../ink/ink3186.xml"/><Relationship Id="rId182" Type="http://schemas.openxmlformats.org/officeDocument/2006/relationships/customXml" Target="../ink/ink3207.xml"/><Relationship Id="rId217" Type="http://schemas.openxmlformats.org/officeDocument/2006/relationships/customXml" Target="../ink/ink3242.xml"/><Relationship Id="rId6" Type="http://schemas.openxmlformats.org/officeDocument/2006/relationships/customXml" Target="../ink/ink3031.xml"/><Relationship Id="rId23" Type="http://schemas.openxmlformats.org/officeDocument/2006/relationships/customXml" Target="../ink/ink3048.xml"/><Relationship Id="rId119" Type="http://schemas.openxmlformats.org/officeDocument/2006/relationships/customXml" Target="../ink/ink3144.xml"/><Relationship Id="rId44" Type="http://schemas.openxmlformats.org/officeDocument/2006/relationships/customXml" Target="../ink/ink3069.xml"/><Relationship Id="rId65" Type="http://schemas.openxmlformats.org/officeDocument/2006/relationships/customXml" Target="../ink/ink3090.xml"/><Relationship Id="rId86" Type="http://schemas.openxmlformats.org/officeDocument/2006/relationships/customXml" Target="../ink/ink3111.xml"/><Relationship Id="rId130" Type="http://schemas.openxmlformats.org/officeDocument/2006/relationships/customXml" Target="../ink/ink3155.xml"/><Relationship Id="rId151" Type="http://schemas.openxmlformats.org/officeDocument/2006/relationships/customXml" Target="../ink/ink3176.xml"/><Relationship Id="rId172" Type="http://schemas.openxmlformats.org/officeDocument/2006/relationships/customXml" Target="../ink/ink3197.xml"/><Relationship Id="rId193" Type="http://schemas.openxmlformats.org/officeDocument/2006/relationships/customXml" Target="../ink/ink3218.xml"/><Relationship Id="rId207" Type="http://schemas.openxmlformats.org/officeDocument/2006/relationships/customXml" Target="../ink/ink3232.xml"/><Relationship Id="rId13" Type="http://schemas.openxmlformats.org/officeDocument/2006/relationships/customXml" Target="../ink/ink3038.xml"/><Relationship Id="rId109" Type="http://schemas.openxmlformats.org/officeDocument/2006/relationships/customXml" Target="../ink/ink3134.xml"/><Relationship Id="rId34" Type="http://schemas.openxmlformats.org/officeDocument/2006/relationships/customXml" Target="../ink/ink3059.xml"/><Relationship Id="rId55" Type="http://schemas.openxmlformats.org/officeDocument/2006/relationships/customXml" Target="../ink/ink3080.xml"/><Relationship Id="rId76" Type="http://schemas.openxmlformats.org/officeDocument/2006/relationships/customXml" Target="../ink/ink3101.xml"/><Relationship Id="rId97" Type="http://schemas.openxmlformats.org/officeDocument/2006/relationships/customXml" Target="../ink/ink3122.xml"/><Relationship Id="rId120" Type="http://schemas.openxmlformats.org/officeDocument/2006/relationships/customXml" Target="../ink/ink3145.xml"/><Relationship Id="rId141" Type="http://schemas.openxmlformats.org/officeDocument/2006/relationships/customXml" Target="../ink/ink3166.xml"/><Relationship Id="rId7" Type="http://schemas.openxmlformats.org/officeDocument/2006/relationships/customXml" Target="../ink/ink3032.xml"/><Relationship Id="rId162" Type="http://schemas.openxmlformats.org/officeDocument/2006/relationships/customXml" Target="../ink/ink3187.xml"/><Relationship Id="rId183" Type="http://schemas.openxmlformats.org/officeDocument/2006/relationships/customXml" Target="../ink/ink3208.xml"/><Relationship Id="rId218" Type="http://schemas.openxmlformats.org/officeDocument/2006/relationships/customXml" Target="../ink/ink3243.xml"/><Relationship Id="rId24" Type="http://schemas.openxmlformats.org/officeDocument/2006/relationships/customXml" Target="../ink/ink3049.xml"/><Relationship Id="rId45" Type="http://schemas.openxmlformats.org/officeDocument/2006/relationships/customXml" Target="../ink/ink3070.xml"/><Relationship Id="rId66" Type="http://schemas.openxmlformats.org/officeDocument/2006/relationships/customXml" Target="../ink/ink3091.xml"/><Relationship Id="rId87" Type="http://schemas.openxmlformats.org/officeDocument/2006/relationships/customXml" Target="../ink/ink3112.xml"/><Relationship Id="rId110" Type="http://schemas.openxmlformats.org/officeDocument/2006/relationships/customXml" Target="../ink/ink3135.xml"/><Relationship Id="rId131" Type="http://schemas.openxmlformats.org/officeDocument/2006/relationships/customXml" Target="../ink/ink3156.xml"/><Relationship Id="rId152" Type="http://schemas.openxmlformats.org/officeDocument/2006/relationships/customXml" Target="../ink/ink3177.xml"/><Relationship Id="rId173" Type="http://schemas.openxmlformats.org/officeDocument/2006/relationships/customXml" Target="../ink/ink3198.xml"/><Relationship Id="rId194" Type="http://schemas.openxmlformats.org/officeDocument/2006/relationships/customXml" Target="../ink/ink3219.xml"/><Relationship Id="rId208" Type="http://schemas.openxmlformats.org/officeDocument/2006/relationships/customXml" Target="../ink/ink3233.xml"/><Relationship Id="rId14" Type="http://schemas.openxmlformats.org/officeDocument/2006/relationships/customXml" Target="../ink/ink3039.xml"/><Relationship Id="rId30" Type="http://schemas.openxmlformats.org/officeDocument/2006/relationships/customXml" Target="../ink/ink3055.xml"/><Relationship Id="rId35" Type="http://schemas.openxmlformats.org/officeDocument/2006/relationships/customXml" Target="../ink/ink3060.xml"/><Relationship Id="rId56" Type="http://schemas.openxmlformats.org/officeDocument/2006/relationships/customXml" Target="../ink/ink3081.xml"/><Relationship Id="rId77" Type="http://schemas.openxmlformats.org/officeDocument/2006/relationships/customXml" Target="../ink/ink3102.xml"/><Relationship Id="rId100" Type="http://schemas.openxmlformats.org/officeDocument/2006/relationships/customXml" Target="../ink/ink3125.xml"/><Relationship Id="rId105" Type="http://schemas.openxmlformats.org/officeDocument/2006/relationships/customXml" Target="../ink/ink3130.xml"/><Relationship Id="rId126" Type="http://schemas.openxmlformats.org/officeDocument/2006/relationships/customXml" Target="../ink/ink3151.xml"/><Relationship Id="rId147" Type="http://schemas.openxmlformats.org/officeDocument/2006/relationships/customXml" Target="../ink/ink3172.xml"/><Relationship Id="rId168" Type="http://schemas.openxmlformats.org/officeDocument/2006/relationships/customXml" Target="../ink/ink3193.xml"/><Relationship Id="rId8" Type="http://schemas.openxmlformats.org/officeDocument/2006/relationships/customXml" Target="../ink/ink3033.xml"/><Relationship Id="rId51" Type="http://schemas.openxmlformats.org/officeDocument/2006/relationships/customXml" Target="../ink/ink3076.xml"/><Relationship Id="rId72" Type="http://schemas.openxmlformats.org/officeDocument/2006/relationships/customXml" Target="../ink/ink3097.xml"/><Relationship Id="rId93" Type="http://schemas.openxmlformats.org/officeDocument/2006/relationships/customXml" Target="../ink/ink3118.xml"/><Relationship Id="rId98" Type="http://schemas.openxmlformats.org/officeDocument/2006/relationships/customXml" Target="../ink/ink3123.xml"/><Relationship Id="rId121" Type="http://schemas.openxmlformats.org/officeDocument/2006/relationships/customXml" Target="../ink/ink3146.xml"/><Relationship Id="rId142" Type="http://schemas.openxmlformats.org/officeDocument/2006/relationships/customXml" Target="../ink/ink3167.xml"/><Relationship Id="rId163" Type="http://schemas.openxmlformats.org/officeDocument/2006/relationships/customXml" Target="../ink/ink3188.xml"/><Relationship Id="rId184" Type="http://schemas.openxmlformats.org/officeDocument/2006/relationships/customXml" Target="../ink/ink3209.xml"/><Relationship Id="rId189" Type="http://schemas.openxmlformats.org/officeDocument/2006/relationships/customXml" Target="../ink/ink3214.xml"/><Relationship Id="rId219" Type="http://schemas.openxmlformats.org/officeDocument/2006/relationships/customXml" Target="../ink/ink3244.xml"/><Relationship Id="rId3" Type="http://schemas.openxmlformats.org/officeDocument/2006/relationships/customXml" Target="../ink/ink3028.xml"/><Relationship Id="rId214" Type="http://schemas.openxmlformats.org/officeDocument/2006/relationships/customXml" Target="../ink/ink3239.xml"/><Relationship Id="rId25" Type="http://schemas.openxmlformats.org/officeDocument/2006/relationships/customXml" Target="../ink/ink3050.xml"/><Relationship Id="rId46" Type="http://schemas.openxmlformats.org/officeDocument/2006/relationships/customXml" Target="../ink/ink3071.xml"/><Relationship Id="rId67" Type="http://schemas.openxmlformats.org/officeDocument/2006/relationships/customXml" Target="../ink/ink3092.xml"/><Relationship Id="rId116" Type="http://schemas.openxmlformats.org/officeDocument/2006/relationships/customXml" Target="../ink/ink3141.xml"/><Relationship Id="rId137" Type="http://schemas.openxmlformats.org/officeDocument/2006/relationships/customXml" Target="../ink/ink3162.xml"/><Relationship Id="rId158" Type="http://schemas.openxmlformats.org/officeDocument/2006/relationships/customXml" Target="../ink/ink3183.xml"/><Relationship Id="rId20" Type="http://schemas.openxmlformats.org/officeDocument/2006/relationships/customXml" Target="../ink/ink3045.xml"/><Relationship Id="rId41" Type="http://schemas.openxmlformats.org/officeDocument/2006/relationships/customXml" Target="../ink/ink3066.xml"/><Relationship Id="rId62" Type="http://schemas.openxmlformats.org/officeDocument/2006/relationships/customXml" Target="../ink/ink3087.xml"/><Relationship Id="rId83" Type="http://schemas.openxmlformats.org/officeDocument/2006/relationships/customXml" Target="../ink/ink3108.xml"/><Relationship Id="rId88" Type="http://schemas.openxmlformats.org/officeDocument/2006/relationships/customXml" Target="../ink/ink3113.xml"/><Relationship Id="rId111" Type="http://schemas.openxmlformats.org/officeDocument/2006/relationships/customXml" Target="../ink/ink3136.xml"/><Relationship Id="rId132" Type="http://schemas.openxmlformats.org/officeDocument/2006/relationships/customXml" Target="../ink/ink3157.xml"/><Relationship Id="rId153" Type="http://schemas.openxmlformats.org/officeDocument/2006/relationships/customXml" Target="../ink/ink3178.xml"/><Relationship Id="rId174" Type="http://schemas.openxmlformats.org/officeDocument/2006/relationships/customXml" Target="../ink/ink3199.xml"/><Relationship Id="rId179" Type="http://schemas.openxmlformats.org/officeDocument/2006/relationships/customXml" Target="../ink/ink3204.xml"/><Relationship Id="rId195" Type="http://schemas.openxmlformats.org/officeDocument/2006/relationships/customXml" Target="../ink/ink3220.xml"/><Relationship Id="rId209" Type="http://schemas.openxmlformats.org/officeDocument/2006/relationships/customXml" Target="../ink/ink3234.xml"/><Relationship Id="rId190" Type="http://schemas.openxmlformats.org/officeDocument/2006/relationships/customXml" Target="../ink/ink3215.xml"/><Relationship Id="rId204" Type="http://schemas.openxmlformats.org/officeDocument/2006/relationships/customXml" Target="../ink/ink3229.xml"/><Relationship Id="rId15" Type="http://schemas.openxmlformats.org/officeDocument/2006/relationships/customXml" Target="../ink/ink3040.xml"/><Relationship Id="rId36" Type="http://schemas.openxmlformats.org/officeDocument/2006/relationships/customXml" Target="../ink/ink3061.xml"/><Relationship Id="rId57" Type="http://schemas.openxmlformats.org/officeDocument/2006/relationships/customXml" Target="../ink/ink3082.xml"/><Relationship Id="rId106" Type="http://schemas.openxmlformats.org/officeDocument/2006/relationships/customXml" Target="../ink/ink3131.xml"/><Relationship Id="rId127" Type="http://schemas.openxmlformats.org/officeDocument/2006/relationships/customXml" Target="../ink/ink3152.xml"/><Relationship Id="rId10" Type="http://schemas.openxmlformats.org/officeDocument/2006/relationships/customXml" Target="../ink/ink3035.xml"/><Relationship Id="rId31" Type="http://schemas.openxmlformats.org/officeDocument/2006/relationships/customXml" Target="../ink/ink3056.xml"/><Relationship Id="rId52" Type="http://schemas.openxmlformats.org/officeDocument/2006/relationships/customXml" Target="../ink/ink3077.xml"/><Relationship Id="rId73" Type="http://schemas.openxmlformats.org/officeDocument/2006/relationships/customXml" Target="../ink/ink3098.xml"/><Relationship Id="rId78" Type="http://schemas.openxmlformats.org/officeDocument/2006/relationships/customXml" Target="../ink/ink3103.xml"/><Relationship Id="rId94" Type="http://schemas.openxmlformats.org/officeDocument/2006/relationships/customXml" Target="../ink/ink3119.xml"/><Relationship Id="rId99" Type="http://schemas.openxmlformats.org/officeDocument/2006/relationships/customXml" Target="../ink/ink3124.xml"/><Relationship Id="rId101" Type="http://schemas.openxmlformats.org/officeDocument/2006/relationships/customXml" Target="../ink/ink3126.xml"/><Relationship Id="rId122" Type="http://schemas.openxmlformats.org/officeDocument/2006/relationships/customXml" Target="../ink/ink3147.xml"/><Relationship Id="rId143" Type="http://schemas.openxmlformats.org/officeDocument/2006/relationships/customXml" Target="../ink/ink3168.xml"/><Relationship Id="rId148" Type="http://schemas.openxmlformats.org/officeDocument/2006/relationships/customXml" Target="../ink/ink3173.xml"/><Relationship Id="rId164" Type="http://schemas.openxmlformats.org/officeDocument/2006/relationships/customXml" Target="../ink/ink3189.xml"/><Relationship Id="rId169" Type="http://schemas.openxmlformats.org/officeDocument/2006/relationships/customXml" Target="../ink/ink3194.xml"/><Relationship Id="rId185" Type="http://schemas.openxmlformats.org/officeDocument/2006/relationships/customXml" Target="../ink/ink3210.xml"/><Relationship Id="rId4" Type="http://schemas.openxmlformats.org/officeDocument/2006/relationships/customXml" Target="../ink/ink3029.xml"/><Relationship Id="rId9" Type="http://schemas.openxmlformats.org/officeDocument/2006/relationships/customXml" Target="../ink/ink3034.xml"/><Relationship Id="rId180" Type="http://schemas.openxmlformats.org/officeDocument/2006/relationships/customXml" Target="../ink/ink3205.xml"/><Relationship Id="rId210" Type="http://schemas.openxmlformats.org/officeDocument/2006/relationships/customXml" Target="../ink/ink3235.xml"/><Relationship Id="rId215" Type="http://schemas.openxmlformats.org/officeDocument/2006/relationships/customXml" Target="../ink/ink3240.xml"/><Relationship Id="rId26" Type="http://schemas.openxmlformats.org/officeDocument/2006/relationships/customXml" Target="../ink/ink3051.xml"/><Relationship Id="rId47" Type="http://schemas.openxmlformats.org/officeDocument/2006/relationships/customXml" Target="../ink/ink3072.xml"/><Relationship Id="rId68" Type="http://schemas.openxmlformats.org/officeDocument/2006/relationships/customXml" Target="../ink/ink3093.xml"/><Relationship Id="rId89" Type="http://schemas.openxmlformats.org/officeDocument/2006/relationships/customXml" Target="../ink/ink3114.xml"/><Relationship Id="rId112" Type="http://schemas.openxmlformats.org/officeDocument/2006/relationships/customXml" Target="../ink/ink3137.xml"/><Relationship Id="rId133" Type="http://schemas.openxmlformats.org/officeDocument/2006/relationships/customXml" Target="../ink/ink3158.xml"/><Relationship Id="rId154" Type="http://schemas.openxmlformats.org/officeDocument/2006/relationships/customXml" Target="../ink/ink3179.xml"/><Relationship Id="rId175" Type="http://schemas.openxmlformats.org/officeDocument/2006/relationships/customXml" Target="../ink/ink3200.xml"/><Relationship Id="rId196" Type="http://schemas.openxmlformats.org/officeDocument/2006/relationships/customXml" Target="../ink/ink3221.xml"/><Relationship Id="rId200" Type="http://schemas.openxmlformats.org/officeDocument/2006/relationships/customXml" Target="../ink/ink3225.xml"/><Relationship Id="rId16" Type="http://schemas.openxmlformats.org/officeDocument/2006/relationships/customXml" Target="../ink/ink3041.xml"/><Relationship Id="rId37" Type="http://schemas.openxmlformats.org/officeDocument/2006/relationships/customXml" Target="../ink/ink3062.xml"/><Relationship Id="rId58" Type="http://schemas.openxmlformats.org/officeDocument/2006/relationships/customXml" Target="../ink/ink3083.xml"/><Relationship Id="rId79" Type="http://schemas.openxmlformats.org/officeDocument/2006/relationships/customXml" Target="../ink/ink3104.xml"/><Relationship Id="rId102" Type="http://schemas.openxmlformats.org/officeDocument/2006/relationships/customXml" Target="../ink/ink3127.xml"/><Relationship Id="rId123" Type="http://schemas.openxmlformats.org/officeDocument/2006/relationships/customXml" Target="../ink/ink3148.xml"/><Relationship Id="rId144" Type="http://schemas.openxmlformats.org/officeDocument/2006/relationships/customXml" Target="../ink/ink3169.xml"/><Relationship Id="rId90" Type="http://schemas.openxmlformats.org/officeDocument/2006/relationships/customXml" Target="../ink/ink3115.xml"/><Relationship Id="rId165" Type="http://schemas.openxmlformats.org/officeDocument/2006/relationships/customXml" Target="../ink/ink3190.xml"/><Relationship Id="rId186" Type="http://schemas.openxmlformats.org/officeDocument/2006/relationships/customXml" Target="../ink/ink3211.xml"/><Relationship Id="rId211" Type="http://schemas.openxmlformats.org/officeDocument/2006/relationships/customXml" Target="../ink/ink3236.xml"/><Relationship Id="rId27" Type="http://schemas.openxmlformats.org/officeDocument/2006/relationships/customXml" Target="../ink/ink3052.xml"/><Relationship Id="rId48" Type="http://schemas.openxmlformats.org/officeDocument/2006/relationships/customXml" Target="../ink/ink3073.xml"/><Relationship Id="rId69" Type="http://schemas.openxmlformats.org/officeDocument/2006/relationships/customXml" Target="../ink/ink3094.xml"/><Relationship Id="rId113" Type="http://schemas.openxmlformats.org/officeDocument/2006/relationships/customXml" Target="../ink/ink3138.xml"/><Relationship Id="rId134" Type="http://schemas.openxmlformats.org/officeDocument/2006/relationships/customXml" Target="../ink/ink3159.xml"/><Relationship Id="rId80" Type="http://schemas.openxmlformats.org/officeDocument/2006/relationships/customXml" Target="../ink/ink3105.xml"/><Relationship Id="rId155" Type="http://schemas.openxmlformats.org/officeDocument/2006/relationships/customXml" Target="../ink/ink3180.xml"/><Relationship Id="rId176" Type="http://schemas.openxmlformats.org/officeDocument/2006/relationships/customXml" Target="../ink/ink3201.xml"/><Relationship Id="rId197" Type="http://schemas.openxmlformats.org/officeDocument/2006/relationships/customXml" Target="../ink/ink3222.xml"/><Relationship Id="rId201" Type="http://schemas.openxmlformats.org/officeDocument/2006/relationships/customXml" Target="../ink/ink3226.xml"/><Relationship Id="rId17" Type="http://schemas.openxmlformats.org/officeDocument/2006/relationships/customXml" Target="../ink/ink3042.xml"/><Relationship Id="rId38" Type="http://schemas.openxmlformats.org/officeDocument/2006/relationships/customXml" Target="../ink/ink3063.xml"/><Relationship Id="rId59" Type="http://schemas.openxmlformats.org/officeDocument/2006/relationships/customXml" Target="../ink/ink3084.xml"/><Relationship Id="rId103" Type="http://schemas.openxmlformats.org/officeDocument/2006/relationships/customXml" Target="../ink/ink3128.xml"/><Relationship Id="rId124" Type="http://schemas.openxmlformats.org/officeDocument/2006/relationships/customXml" Target="../ink/ink3149.xml"/><Relationship Id="rId70" Type="http://schemas.openxmlformats.org/officeDocument/2006/relationships/customXml" Target="../ink/ink3095.xml"/><Relationship Id="rId91" Type="http://schemas.openxmlformats.org/officeDocument/2006/relationships/customXml" Target="../ink/ink3116.xml"/><Relationship Id="rId145" Type="http://schemas.openxmlformats.org/officeDocument/2006/relationships/customXml" Target="../ink/ink3170.xml"/><Relationship Id="rId166" Type="http://schemas.openxmlformats.org/officeDocument/2006/relationships/customXml" Target="../ink/ink3191.xml"/><Relationship Id="rId187" Type="http://schemas.openxmlformats.org/officeDocument/2006/relationships/customXml" Target="../ink/ink321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237.xml"/><Relationship Id="rId28" Type="http://schemas.openxmlformats.org/officeDocument/2006/relationships/customXml" Target="../ink/ink3053.xml"/><Relationship Id="rId49" Type="http://schemas.openxmlformats.org/officeDocument/2006/relationships/customXml" Target="../ink/ink3074.xml"/><Relationship Id="rId114" Type="http://schemas.openxmlformats.org/officeDocument/2006/relationships/customXml" Target="../ink/ink3139.xml"/><Relationship Id="rId60" Type="http://schemas.openxmlformats.org/officeDocument/2006/relationships/customXml" Target="../ink/ink3085.xml"/><Relationship Id="rId81" Type="http://schemas.openxmlformats.org/officeDocument/2006/relationships/customXml" Target="../ink/ink3106.xml"/><Relationship Id="rId135" Type="http://schemas.openxmlformats.org/officeDocument/2006/relationships/customXml" Target="../ink/ink3160.xml"/><Relationship Id="rId156" Type="http://schemas.openxmlformats.org/officeDocument/2006/relationships/customXml" Target="../ink/ink3181.xml"/><Relationship Id="rId177" Type="http://schemas.openxmlformats.org/officeDocument/2006/relationships/customXml" Target="../ink/ink3202.xml"/><Relationship Id="rId198" Type="http://schemas.openxmlformats.org/officeDocument/2006/relationships/customXml" Target="../ink/ink3223.xml"/><Relationship Id="rId202" Type="http://schemas.openxmlformats.org/officeDocument/2006/relationships/customXml" Target="../ink/ink3227.xml"/><Relationship Id="rId18" Type="http://schemas.openxmlformats.org/officeDocument/2006/relationships/customXml" Target="../ink/ink3043.xml"/><Relationship Id="rId39" Type="http://schemas.openxmlformats.org/officeDocument/2006/relationships/customXml" Target="../ink/ink3064.xml"/><Relationship Id="rId50" Type="http://schemas.openxmlformats.org/officeDocument/2006/relationships/customXml" Target="../ink/ink3075.xml"/><Relationship Id="rId104" Type="http://schemas.openxmlformats.org/officeDocument/2006/relationships/customXml" Target="../ink/ink3129.xml"/><Relationship Id="rId125" Type="http://schemas.openxmlformats.org/officeDocument/2006/relationships/customXml" Target="../ink/ink3150.xml"/><Relationship Id="rId146" Type="http://schemas.openxmlformats.org/officeDocument/2006/relationships/customXml" Target="../ink/ink3171.xml"/><Relationship Id="rId167" Type="http://schemas.openxmlformats.org/officeDocument/2006/relationships/customXml" Target="../ink/ink3192.xml"/><Relationship Id="rId188" Type="http://schemas.openxmlformats.org/officeDocument/2006/relationships/customXml" Target="../ink/ink3213.xml"/><Relationship Id="rId71" Type="http://schemas.openxmlformats.org/officeDocument/2006/relationships/customXml" Target="../ink/ink3096.xml"/><Relationship Id="rId92" Type="http://schemas.openxmlformats.org/officeDocument/2006/relationships/customXml" Target="../ink/ink3117.xml"/><Relationship Id="rId213" Type="http://schemas.openxmlformats.org/officeDocument/2006/relationships/customXml" Target="../ink/ink3238.xml"/><Relationship Id="rId2" Type="http://schemas.openxmlformats.org/officeDocument/2006/relationships/customXml" Target="../ink/ink3027.xml"/><Relationship Id="rId29" Type="http://schemas.openxmlformats.org/officeDocument/2006/relationships/customXml" Target="../ink/ink3054.xml"/><Relationship Id="rId40" Type="http://schemas.openxmlformats.org/officeDocument/2006/relationships/customXml" Target="../ink/ink3065.xml"/><Relationship Id="rId115" Type="http://schemas.openxmlformats.org/officeDocument/2006/relationships/customXml" Target="../ink/ink3140.xml"/><Relationship Id="rId136" Type="http://schemas.openxmlformats.org/officeDocument/2006/relationships/customXml" Target="../ink/ink3161.xml"/><Relationship Id="rId157" Type="http://schemas.openxmlformats.org/officeDocument/2006/relationships/customXml" Target="../ink/ink3182.xml"/><Relationship Id="rId178" Type="http://schemas.openxmlformats.org/officeDocument/2006/relationships/customXml" Target="../ink/ink3203.xml"/><Relationship Id="rId61" Type="http://schemas.openxmlformats.org/officeDocument/2006/relationships/customXml" Target="../ink/ink3086.xml"/><Relationship Id="rId82" Type="http://schemas.openxmlformats.org/officeDocument/2006/relationships/customXml" Target="../ink/ink3107.xml"/><Relationship Id="rId199" Type="http://schemas.openxmlformats.org/officeDocument/2006/relationships/customXml" Target="../ink/ink3224.xml"/><Relationship Id="rId203" Type="http://schemas.openxmlformats.org/officeDocument/2006/relationships/customXml" Target="../ink/ink3228.xml"/><Relationship Id="rId19" Type="http://schemas.openxmlformats.org/officeDocument/2006/relationships/customXml" Target="../ink/ink3044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360.xml"/><Relationship Id="rId21" Type="http://schemas.openxmlformats.org/officeDocument/2006/relationships/customXml" Target="../ink/ink3264.xml"/><Relationship Id="rId42" Type="http://schemas.openxmlformats.org/officeDocument/2006/relationships/customXml" Target="../ink/ink3285.xml"/><Relationship Id="rId63" Type="http://schemas.openxmlformats.org/officeDocument/2006/relationships/customXml" Target="../ink/ink3306.xml"/><Relationship Id="rId84" Type="http://schemas.openxmlformats.org/officeDocument/2006/relationships/customXml" Target="../ink/ink3327.xml"/><Relationship Id="rId138" Type="http://schemas.openxmlformats.org/officeDocument/2006/relationships/customXml" Target="../ink/ink3381.xml"/><Relationship Id="rId159" Type="http://schemas.openxmlformats.org/officeDocument/2006/relationships/customXml" Target="../ink/ink3402.xml"/><Relationship Id="rId170" Type="http://schemas.openxmlformats.org/officeDocument/2006/relationships/customXml" Target="../ink/ink3413.xml"/><Relationship Id="rId191" Type="http://schemas.openxmlformats.org/officeDocument/2006/relationships/customXml" Target="../ink/ink3434.xml"/><Relationship Id="rId107" Type="http://schemas.openxmlformats.org/officeDocument/2006/relationships/customXml" Target="../ink/ink3350.xml"/><Relationship Id="rId11" Type="http://schemas.openxmlformats.org/officeDocument/2006/relationships/customXml" Target="../ink/ink3254.xml"/><Relationship Id="rId32" Type="http://schemas.openxmlformats.org/officeDocument/2006/relationships/customXml" Target="../ink/ink3275.xml"/><Relationship Id="rId53" Type="http://schemas.openxmlformats.org/officeDocument/2006/relationships/customXml" Target="../ink/ink3296.xml"/><Relationship Id="rId74" Type="http://schemas.openxmlformats.org/officeDocument/2006/relationships/customXml" Target="../ink/ink3317.xml"/><Relationship Id="rId128" Type="http://schemas.openxmlformats.org/officeDocument/2006/relationships/customXml" Target="../ink/ink3371.xml"/><Relationship Id="rId149" Type="http://schemas.openxmlformats.org/officeDocument/2006/relationships/customXml" Target="../ink/ink3392.xml"/><Relationship Id="rId5" Type="http://schemas.openxmlformats.org/officeDocument/2006/relationships/customXml" Target="../ink/ink3248.xml"/><Relationship Id="rId95" Type="http://schemas.openxmlformats.org/officeDocument/2006/relationships/customXml" Target="../ink/ink3338.xml"/><Relationship Id="rId160" Type="http://schemas.openxmlformats.org/officeDocument/2006/relationships/customXml" Target="../ink/ink3403.xml"/><Relationship Id="rId181" Type="http://schemas.openxmlformats.org/officeDocument/2006/relationships/customXml" Target="../ink/ink3424.xml"/><Relationship Id="rId22" Type="http://schemas.openxmlformats.org/officeDocument/2006/relationships/customXml" Target="../ink/ink3265.xml"/><Relationship Id="rId43" Type="http://schemas.openxmlformats.org/officeDocument/2006/relationships/customXml" Target="../ink/ink3286.xml"/><Relationship Id="rId64" Type="http://schemas.openxmlformats.org/officeDocument/2006/relationships/customXml" Target="../ink/ink3307.xml"/><Relationship Id="rId118" Type="http://schemas.openxmlformats.org/officeDocument/2006/relationships/customXml" Target="../ink/ink3361.xml"/><Relationship Id="rId139" Type="http://schemas.openxmlformats.org/officeDocument/2006/relationships/customXml" Target="../ink/ink3382.xml"/><Relationship Id="rId85" Type="http://schemas.openxmlformats.org/officeDocument/2006/relationships/customXml" Target="../ink/ink3328.xml"/><Relationship Id="rId150" Type="http://schemas.openxmlformats.org/officeDocument/2006/relationships/customXml" Target="../ink/ink3393.xml"/><Relationship Id="rId171" Type="http://schemas.openxmlformats.org/officeDocument/2006/relationships/customXml" Target="../ink/ink3414.xml"/><Relationship Id="rId192" Type="http://schemas.openxmlformats.org/officeDocument/2006/relationships/customXml" Target="../ink/ink3435.xml"/><Relationship Id="rId12" Type="http://schemas.openxmlformats.org/officeDocument/2006/relationships/customXml" Target="../ink/ink3255.xml"/><Relationship Id="rId33" Type="http://schemas.openxmlformats.org/officeDocument/2006/relationships/customXml" Target="../ink/ink3276.xml"/><Relationship Id="rId108" Type="http://schemas.openxmlformats.org/officeDocument/2006/relationships/customXml" Target="../ink/ink3351.xml"/><Relationship Id="rId129" Type="http://schemas.openxmlformats.org/officeDocument/2006/relationships/customXml" Target="../ink/ink3372.xml"/><Relationship Id="rId54" Type="http://schemas.openxmlformats.org/officeDocument/2006/relationships/customXml" Target="../ink/ink3297.xml"/><Relationship Id="rId75" Type="http://schemas.openxmlformats.org/officeDocument/2006/relationships/customXml" Target="../ink/ink3318.xml"/><Relationship Id="rId96" Type="http://schemas.openxmlformats.org/officeDocument/2006/relationships/customXml" Target="../ink/ink3339.xml"/><Relationship Id="rId140" Type="http://schemas.openxmlformats.org/officeDocument/2006/relationships/customXml" Target="../ink/ink3383.xml"/><Relationship Id="rId161" Type="http://schemas.openxmlformats.org/officeDocument/2006/relationships/customXml" Target="../ink/ink3404.xml"/><Relationship Id="rId182" Type="http://schemas.openxmlformats.org/officeDocument/2006/relationships/customXml" Target="../ink/ink3425.xml"/><Relationship Id="rId6" Type="http://schemas.openxmlformats.org/officeDocument/2006/relationships/customXml" Target="../ink/ink3249.xml"/><Relationship Id="rId23" Type="http://schemas.openxmlformats.org/officeDocument/2006/relationships/customXml" Target="../ink/ink3266.xml"/><Relationship Id="rId119" Type="http://schemas.openxmlformats.org/officeDocument/2006/relationships/customXml" Target="../ink/ink3362.xml"/><Relationship Id="rId44" Type="http://schemas.openxmlformats.org/officeDocument/2006/relationships/customXml" Target="../ink/ink3287.xml"/><Relationship Id="rId65" Type="http://schemas.openxmlformats.org/officeDocument/2006/relationships/customXml" Target="../ink/ink3308.xml"/><Relationship Id="rId86" Type="http://schemas.openxmlformats.org/officeDocument/2006/relationships/customXml" Target="../ink/ink3329.xml"/><Relationship Id="rId130" Type="http://schemas.openxmlformats.org/officeDocument/2006/relationships/customXml" Target="../ink/ink3373.xml"/><Relationship Id="rId151" Type="http://schemas.openxmlformats.org/officeDocument/2006/relationships/customXml" Target="../ink/ink3394.xml"/><Relationship Id="rId172" Type="http://schemas.openxmlformats.org/officeDocument/2006/relationships/customXml" Target="../ink/ink3415.xml"/><Relationship Id="rId193" Type="http://schemas.openxmlformats.org/officeDocument/2006/relationships/customXml" Target="../ink/ink3436.xml"/><Relationship Id="rId13" Type="http://schemas.openxmlformats.org/officeDocument/2006/relationships/customXml" Target="../ink/ink3256.xml"/><Relationship Id="rId109" Type="http://schemas.openxmlformats.org/officeDocument/2006/relationships/customXml" Target="../ink/ink3352.xml"/><Relationship Id="rId34" Type="http://schemas.openxmlformats.org/officeDocument/2006/relationships/customXml" Target="../ink/ink3277.xml"/><Relationship Id="rId55" Type="http://schemas.openxmlformats.org/officeDocument/2006/relationships/customXml" Target="../ink/ink3298.xml"/><Relationship Id="rId76" Type="http://schemas.openxmlformats.org/officeDocument/2006/relationships/customXml" Target="../ink/ink3319.xml"/><Relationship Id="rId97" Type="http://schemas.openxmlformats.org/officeDocument/2006/relationships/customXml" Target="../ink/ink3340.xml"/><Relationship Id="rId120" Type="http://schemas.openxmlformats.org/officeDocument/2006/relationships/customXml" Target="../ink/ink3363.xml"/><Relationship Id="rId141" Type="http://schemas.openxmlformats.org/officeDocument/2006/relationships/customXml" Target="../ink/ink3384.xml"/><Relationship Id="rId7" Type="http://schemas.openxmlformats.org/officeDocument/2006/relationships/customXml" Target="../ink/ink3250.xml"/><Relationship Id="rId71" Type="http://schemas.openxmlformats.org/officeDocument/2006/relationships/customXml" Target="../ink/ink3314.xml"/><Relationship Id="rId92" Type="http://schemas.openxmlformats.org/officeDocument/2006/relationships/customXml" Target="../ink/ink3335.xml"/><Relationship Id="rId162" Type="http://schemas.openxmlformats.org/officeDocument/2006/relationships/customXml" Target="../ink/ink3405.xml"/><Relationship Id="rId183" Type="http://schemas.openxmlformats.org/officeDocument/2006/relationships/customXml" Target="../ink/ink3426.xml"/><Relationship Id="rId2" Type="http://schemas.openxmlformats.org/officeDocument/2006/relationships/customXml" Target="../ink/ink3245.xml"/><Relationship Id="rId29" Type="http://schemas.openxmlformats.org/officeDocument/2006/relationships/customXml" Target="../ink/ink3272.xml"/><Relationship Id="rId24" Type="http://schemas.openxmlformats.org/officeDocument/2006/relationships/customXml" Target="../ink/ink3267.xml"/><Relationship Id="rId40" Type="http://schemas.openxmlformats.org/officeDocument/2006/relationships/customXml" Target="../ink/ink3283.xml"/><Relationship Id="rId45" Type="http://schemas.openxmlformats.org/officeDocument/2006/relationships/customXml" Target="../ink/ink3288.xml"/><Relationship Id="rId66" Type="http://schemas.openxmlformats.org/officeDocument/2006/relationships/customXml" Target="../ink/ink3309.xml"/><Relationship Id="rId87" Type="http://schemas.openxmlformats.org/officeDocument/2006/relationships/customXml" Target="../ink/ink3330.xml"/><Relationship Id="rId110" Type="http://schemas.openxmlformats.org/officeDocument/2006/relationships/customXml" Target="../ink/ink3353.xml"/><Relationship Id="rId115" Type="http://schemas.openxmlformats.org/officeDocument/2006/relationships/customXml" Target="../ink/ink3358.xml"/><Relationship Id="rId131" Type="http://schemas.openxmlformats.org/officeDocument/2006/relationships/customXml" Target="../ink/ink3374.xml"/><Relationship Id="rId136" Type="http://schemas.openxmlformats.org/officeDocument/2006/relationships/customXml" Target="../ink/ink3379.xml"/><Relationship Id="rId157" Type="http://schemas.openxmlformats.org/officeDocument/2006/relationships/customXml" Target="../ink/ink3400.xml"/><Relationship Id="rId178" Type="http://schemas.openxmlformats.org/officeDocument/2006/relationships/customXml" Target="../ink/ink3421.xml"/><Relationship Id="rId61" Type="http://schemas.openxmlformats.org/officeDocument/2006/relationships/customXml" Target="../ink/ink3304.xml"/><Relationship Id="rId82" Type="http://schemas.openxmlformats.org/officeDocument/2006/relationships/customXml" Target="../ink/ink3325.xml"/><Relationship Id="rId152" Type="http://schemas.openxmlformats.org/officeDocument/2006/relationships/customXml" Target="../ink/ink3395.xml"/><Relationship Id="rId173" Type="http://schemas.openxmlformats.org/officeDocument/2006/relationships/customXml" Target="../ink/ink3416.xml"/><Relationship Id="rId194" Type="http://schemas.openxmlformats.org/officeDocument/2006/relationships/customXml" Target="../ink/ink3437.xml"/><Relationship Id="rId199" Type="http://schemas.openxmlformats.org/officeDocument/2006/relationships/customXml" Target="../ink/ink3442.xml"/><Relationship Id="rId19" Type="http://schemas.openxmlformats.org/officeDocument/2006/relationships/customXml" Target="../ink/ink3262.xml"/><Relationship Id="rId14" Type="http://schemas.openxmlformats.org/officeDocument/2006/relationships/customXml" Target="../ink/ink3257.xml"/><Relationship Id="rId30" Type="http://schemas.openxmlformats.org/officeDocument/2006/relationships/customXml" Target="../ink/ink3273.xml"/><Relationship Id="rId35" Type="http://schemas.openxmlformats.org/officeDocument/2006/relationships/customXml" Target="../ink/ink3278.xml"/><Relationship Id="rId56" Type="http://schemas.openxmlformats.org/officeDocument/2006/relationships/customXml" Target="../ink/ink3299.xml"/><Relationship Id="rId77" Type="http://schemas.openxmlformats.org/officeDocument/2006/relationships/customXml" Target="../ink/ink3320.xml"/><Relationship Id="rId100" Type="http://schemas.openxmlformats.org/officeDocument/2006/relationships/customXml" Target="../ink/ink3343.xml"/><Relationship Id="rId105" Type="http://schemas.openxmlformats.org/officeDocument/2006/relationships/customXml" Target="../ink/ink3348.xml"/><Relationship Id="rId126" Type="http://schemas.openxmlformats.org/officeDocument/2006/relationships/customXml" Target="../ink/ink3369.xml"/><Relationship Id="rId147" Type="http://schemas.openxmlformats.org/officeDocument/2006/relationships/customXml" Target="../ink/ink3390.xml"/><Relationship Id="rId168" Type="http://schemas.openxmlformats.org/officeDocument/2006/relationships/customXml" Target="../ink/ink3411.xml"/><Relationship Id="rId8" Type="http://schemas.openxmlformats.org/officeDocument/2006/relationships/customXml" Target="../ink/ink3251.xml"/><Relationship Id="rId51" Type="http://schemas.openxmlformats.org/officeDocument/2006/relationships/customXml" Target="../ink/ink3294.xml"/><Relationship Id="rId72" Type="http://schemas.openxmlformats.org/officeDocument/2006/relationships/customXml" Target="../ink/ink3315.xml"/><Relationship Id="rId93" Type="http://schemas.openxmlformats.org/officeDocument/2006/relationships/customXml" Target="../ink/ink3336.xml"/><Relationship Id="rId98" Type="http://schemas.openxmlformats.org/officeDocument/2006/relationships/customXml" Target="../ink/ink3341.xml"/><Relationship Id="rId121" Type="http://schemas.openxmlformats.org/officeDocument/2006/relationships/customXml" Target="../ink/ink3364.xml"/><Relationship Id="rId142" Type="http://schemas.openxmlformats.org/officeDocument/2006/relationships/customXml" Target="../ink/ink3385.xml"/><Relationship Id="rId163" Type="http://schemas.openxmlformats.org/officeDocument/2006/relationships/customXml" Target="../ink/ink3406.xml"/><Relationship Id="rId184" Type="http://schemas.openxmlformats.org/officeDocument/2006/relationships/customXml" Target="../ink/ink3427.xml"/><Relationship Id="rId189" Type="http://schemas.openxmlformats.org/officeDocument/2006/relationships/customXml" Target="../ink/ink3432.xml"/><Relationship Id="rId3" Type="http://schemas.openxmlformats.org/officeDocument/2006/relationships/customXml" Target="../ink/ink3246.xml"/><Relationship Id="rId25" Type="http://schemas.openxmlformats.org/officeDocument/2006/relationships/customXml" Target="../ink/ink3268.xml"/><Relationship Id="rId46" Type="http://schemas.openxmlformats.org/officeDocument/2006/relationships/customXml" Target="../ink/ink3289.xml"/><Relationship Id="rId67" Type="http://schemas.openxmlformats.org/officeDocument/2006/relationships/customXml" Target="../ink/ink3310.xml"/><Relationship Id="rId116" Type="http://schemas.openxmlformats.org/officeDocument/2006/relationships/customXml" Target="../ink/ink3359.xml"/><Relationship Id="rId137" Type="http://schemas.openxmlformats.org/officeDocument/2006/relationships/customXml" Target="../ink/ink3380.xml"/><Relationship Id="rId158" Type="http://schemas.openxmlformats.org/officeDocument/2006/relationships/customXml" Target="../ink/ink3401.xml"/><Relationship Id="rId20" Type="http://schemas.openxmlformats.org/officeDocument/2006/relationships/customXml" Target="../ink/ink3263.xml"/><Relationship Id="rId41" Type="http://schemas.openxmlformats.org/officeDocument/2006/relationships/customXml" Target="../ink/ink3284.xml"/><Relationship Id="rId62" Type="http://schemas.openxmlformats.org/officeDocument/2006/relationships/customXml" Target="../ink/ink3305.xml"/><Relationship Id="rId83" Type="http://schemas.openxmlformats.org/officeDocument/2006/relationships/customXml" Target="../ink/ink3326.xml"/><Relationship Id="rId88" Type="http://schemas.openxmlformats.org/officeDocument/2006/relationships/customXml" Target="../ink/ink3331.xml"/><Relationship Id="rId111" Type="http://schemas.openxmlformats.org/officeDocument/2006/relationships/customXml" Target="../ink/ink3354.xml"/><Relationship Id="rId132" Type="http://schemas.openxmlformats.org/officeDocument/2006/relationships/customXml" Target="../ink/ink3375.xml"/><Relationship Id="rId153" Type="http://schemas.openxmlformats.org/officeDocument/2006/relationships/customXml" Target="../ink/ink3396.xml"/><Relationship Id="rId174" Type="http://schemas.openxmlformats.org/officeDocument/2006/relationships/customXml" Target="../ink/ink3417.xml"/><Relationship Id="rId179" Type="http://schemas.openxmlformats.org/officeDocument/2006/relationships/customXml" Target="../ink/ink3422.xml"/><Relationship Id="rId195" Type="http://schemas.openxmlformats.org/officeDocument/2006/relationships/customXml" Target="../ink/ink3438.xml"/><Relationship Id="rId190" Type="http://schemas.openxmlformats.org/officeDocument/2006/relationships/customXml" Target="../ink/ink3433.xml"/><Relationship Id="rId15" Type="http://schemas.openxmlformats.org/officeDocument/2006/relationships/customXml" Target="../ink/ink3258.xml"/><Relationship Id="rId36" Type="http://schemas.openxmlformats.org/officeDocument/2006/relationships/customXml" Target="../ink/ink3279.xml"/><Relationship Id="rId57" Type="http://schemas.openxmlformats.org/officeDocument/2006/relationships/customXml" Target="../ink/ink3300.xml"/><Relationship Id="rId106" Type="http://schemas.openxmlformats.org/officeDocument/2006/relationships/customXml" Target="../ink/ink3349.xml"/><Relationship Id="rId127" Type="http://schemas.openxmlformats.org/officeDocument/2006/relationships/customXml" Target="../ink/ink3370.xml"/><Relationship Id="rId10" Type="http://schemas.openxmlformats.org/officeDocument/2006/relationships/customXml" Target="../ink/ink3253.xml"/><Relationship Id="rId31" Type="http://schemas.openxmlformats.org/officeDocument/2006/relationships/customXml" Target="../ink/ink3274.xml"/><Relationship Id="rId52" Type="http://schemas.openxmlformats.org/officeDocument/2006/relationships/customXml" Target="../ink/ink3295.xml"/><Relationship Id="rId73" Type="http://schemas.openxmlformats.org/officeDocument/2006/relationships/customXml" Target="../ink/ink3316.xml"/><Relationship Id="rId78" Type="http://schemas.openxmlformats.org/officeDocument/2006/relationships/customXml" Target="../ink/ink3321.xml"/><Relationship Id="rId94" Type="http://schemas.openxmlformats.org/officeDocument/2006/relationships/customXml" Target="../ink/ink3337.xml"/><Relationship Id="rId99" Type="http://schemas.openxmlformats.org/officeDocument/2006/relationships/customXml" Target="../ink/ink3342.xml"/><Relationship Id="rId101" Type="http://schemas.openxmlformats.org/officeDocument/2006/relationships/customXml" Target="../ink/ink3344.xml"/><Relationship Id="rId122" Type="http://schemas.openxmlformats.org/officeDocument/2006/relationships/customXml" Target="../ink/ink3365.xml"/><Relationship Id="rId143" Type="http://schemas.openxmlformats.org/officeDocument/2006/relationships/customXml" Target="../ink/ink3386.xml"/><Relationship Id="rId148" Type="http://schemas.openxmlformats.org/officeDocument/2006/relationships/customXml" Target="../ink/ink3391.xml"/><Relationship Id="rId164" Type="http://schemas.openxmlformats.org/officeDocument/2006/relationships/customXml" Target="../ink/ink3407.xml"/><Relationship Id="rId169" Type="http://schemas.openxmlformats.org/officeDocument/2006/relationships/customXml" Target="../ink/ink3412.xml"/><Relationship Id="rId185" Type="http://schemas.openxmlformats.org/officeDocument/2006/relationships/customXml" Target="../ink/ink3428.xml"/><Relationship Id="rId4" Type="http://schemas.openxmlformats.org/officeDocument/2006/relationships/customXml" Target="../ink/ink3247.xml"/><Relationship Id="rId9" Type="http://schemas.openxmlformats.org/officeDocument/2006/relationships/customXml" Target="../ink/ink3252.xml"/><Relationship Id="rId180" Type="http://schemas.openxmlformats.org/officeDocument/2006/relationships/customXml" Target="../ink/ink3423.xml"/><Relationship Id="rId26" Type="http://schemas.openxmlformats.org/officeDocument/2006/relationships/customXml" Target="../ink/ink3269.xml"/><Relationship Id="rId47" Type="http://schemas.openxmlformats.org/officeDocument/2006/relationships/customXml" Target="../ink/ink3290.xml"/><Relationship Id="rId68" Type="http://schemas.openxmlformats.org/officeDocument/2006/relationships/customXml" Target="../ink/ink3311.xml"/><Relationship Id="rId89" Type="http://schemas.openxmlformats.org/officeDocument/2006/relationships/customXml" Target="../ink/ink3332.xml"/><Relationship Id="rId112" Type="http://schemas.openxmlformats.org/officeDocument/2006/relationships/customXml" Target="../ink/ink3355.xml"/><Relationship Id="rId133" Type="http://schemas.openxmlformats.org/officeDocument/2006/relationships/customXml" Target="../ink/ink3376.xml"/><Relationship Id="rId154" Type="http://schemas.openxmlformats.org/officeDocument/2006/relationships/customXml" Target="../ink/ink3397.xml"/><Relationship Id="rId175" Type="http://schemas.openxmlformats.org/officeDocument/2006/relationships/customXml" Target="../ink/ink3418.xml"/><Relationship Id="rId196" Type="http://schemas.openxmlformats.org/officeDocument/2006/relationships/customXml" Target="../ink/ink3439.xml"/><Relationship Id="rId16" Type="http://schemas.openxmlformats.org/officeDocument/2006/relationships/customXml" Target="../ink/ink3259.xml"/><Relationship Id="rId37" Type="http://schemas.openxmlformats.org/officeDocument/2006/relationships/customXml" Target="../ink/ink3280.xml"/><Relationship Id="rId58" Type="http://schemas.openxmlformats.org/officeDocument/2006/relationships/customXml" Target="../ink/ink3301.xml"/><Relationship Id="rId79" Type="http://schemas.openxmlformats.org/officeDocument/2006/relationships/customXml" Target="../ink/ink3322.xml"/><Relationship Id="rId102" Type="http://schemas.openxmlformats.org/officeDocument/2006/relationships/customXml" Target="../ink/ink3345.xml"/><Relationship Id="rId123" Type="http://schemas.openxmlformats.org/officeDocument/2006/relationships/customXml" Target="../ink/ink3366.xml"/><Relationship Id="rId144" Type="http://schemas.openxmlformats.org/officeDocument/2006/relationships/customXml" Target="../ink/ink3387.xml"/><Relationship Id="rId90" Type="http://schemas.openxmlformats.org/officeDocument/2006/relationships/customXml" Target="../ink/ink3333.xml"/><Relationship Id="rId165" Type="http://schemas.openxmlformats.org/officeDocument/2006/relationships/customXml" Target="../ink/ink3408.xml"/><Relationship Id="rId186" Type="http://schemas.openxmlformats.org/officeDocument/2006/relationships/customXml" Target="../ink/ink3429.xml"/><Relationship Id="rId27" Type="http://schemas.openxmlformats.org/officeDocument/2006/relationships/customXml" Target="../ink/ink3270.xml"/><Relationship Id="rId48" Type="http://schemas.openxmlformats.org/officeDocument/2006/relationships/customXml" Target="../ink/ink3291.xml"/><Relationship Id="rId69" Type="http://schemas.openxmlformats.org/officeDocument/2006/relationships/customXml" Target="../ink/ink3312.xml"/><Relationship Id="rId113" Type="http://schemas.openxmlformats.org/officeDocument/2006/relationships/customXml" Target="../ink/ink3356.xml"/><Relationship Id="rId134" Type="http://schemas.openxmlformats.org/officeDocument/2006/relationships/customXml" Target="../ink/ink3377.xml"/><Relationship Id="rId80" Type="http://schemas.openxmlformats.org/officeDocument/2006/relationships/customXml" Target="../ink/ink3323.xml"/><Relationship Id="rId155" Type="http://schemas.openxmlformats.org/officeDocument/2006/relationships/customXml" Target="../ink/ink3398.xml"/><Relationship Id="rId176" Type="http://schemas.openxmlformats.org/officeDocument/2006/relationships/customXml" Target="../ink/ink3419.xml"/><Relationship Id="rId197" Type="http://schemas.openxmlformats.org/officeDocument/2006/relationships/customXml" Target="../ink/ink3440.xml"/><Relationship Id="rId17" Type="http://schemas.openxmlformats.org/officeDocument/2006/relationships/customXml" Target="../ink/ink3260.xml"/><Relationship Id="rId38" Type="http://schemas.openxmlformats.org/officeDocument/2006/relationships/customXml" Target="../ink/ink3281.xml"/><Relationship Id="rId59" Type="http://schemas.openxmlformats.org/officeDocument/2006/relationships/customXml" Target="../ink/ink3302.xml"/><Relationship Id="rId103" Type="http://schemas.openxmlformats.org/officeDocument/2006/relationships/customXml" Target="../ink/ink3346.xml"/><Relationship Id="rId124" Type="http://schemas.openxmlformats.org/officeDocument/2006/relationships/customXml" Target="../ink/ink3367.xml"/><Relationship Id="rId70" Type="http://schemas.openxmlformats.org/officeDocument/2006/relationships/customXml" Target="../ink/ink3313.xml"/><Relationship Id="rId91" Type="http://schemas.openxmlformats.org/officeDocument/2006/relationships/customXml" Target="../ink/ink3334.xml"/><Relationship Id="rId145" Type="http://schemas.openxmlformats.org/officeDocument/2006/relationships/customXml" Target="../ink/ink3388.xml"/><Relationship Id="rId166" Type="http://schemas.openxmlformats.org/officeDocument/2006/relationships/customXml" Target="../ink/ink3409.xml"/><Relationship Id="rId187" Type="http://schemas.openxmlformats.org/officeDocument/2006/relationships/customXml" Target="../ink/ink3430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3271.xml"/><Relationship Id="rId49" Type="http://schemas.openxmlformats.org/officeDocument/2006/relationships/customXml" Target="../ink/ink3292.xml"/><Relationship Id="rId114" Type="http://schemas.openxmlformats.org/officeDocument/2006/relationships/customXml" Target="../ink/ink3357.xml"/><Relationship Id="rId60" Type="http://schemas.openxmlformats.org/officeDocument/2006/relationships/customXml" Target="../ink/ink3303.xml"/><Relationship Id="rId81" Type="http://schemas.openxmlformats.org/officeDocument/2006/relationships/customXml" Target="../ink/ink3324.xml"/><Relationship Id="rId135" Type="http://schemas.openxmlformats.org/officeDocument/2006/relationships/customXml" Target="../ink/ink3378.xml"/><Relationship Id="rId156" Type="http://schemas.openxmlformats.org/officeDocument/2006/relationships/customXml" Target="../ink/ink3399.xml"/><Relationship Id="rId177" Type="http://schemas.openxmlformats.org/officeDocument/2006/relationships/customXml" Target="../ink/ink3420.xml"/><Relationship Id="rId198" Type="http://schemas.openxmlformats.org/officeDocument/2006/relationships/customXml" Target="../ink/ink3441.xml"/><Relationship Id="rId18" Type="http://schemas.openxmlformats.org/officeDocument/2006/relationships/customXml" Target="../ink/ink3261.xml"/><Relationship Id="rId39" Type="http://schemas.openxmlformats.org/officeDocument/2006/relationships/customXml" Target="../ink/ink3282.xml"/><Relationship Id="rId50" Type="http://schemas.openxmlformats.org/officeDocument/2006/relationships/customXml" Target="../ink/ink3293.xml"/><Relationship Id="rId104" Type="http://schemas.openxmlformats.org/officeDocument/2006/relationships/customXml" Target="../ink/ink3347.xml"/><Relationship Id="rId125" Type="http://schemas.openxmlformats.org/officeDocument/2006/relationships/customXml" Target="../ink/ink3368.xml"/><Relationship Id="rId146" Type="http://schemas.openxmlformats.org/officeDocument/2006/relationships/customXml" Target="../ink/ink3389.xml"/><Relationship Id="rId167" Type="http://schemas.openxmlformats.org/officeDocument/2006/relationships/customXml" Target="../ink/ink3410.xml"/><Relationship Id="rId188" Type="http://schemas.openxmlformats.org/officeDocument/2006/relationships/customXml" Target="../ink/ink3431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67.xml"/><Relationship Id="rId21" Type="http://schemas.openxmlformats.org/officeDocument/2006/relationships/customXml" Target="../ink/ink3462.xml"/><Relationship Id="rId42" Type="http://schemas.openxmlformats.org/officeDocument/2006/relationships/customXml" Target="../ink/ink3483.xml"/><Relationship Id="rId47" Type="http://schemas.openxmlformats.org/officeDocument/2006/relationships/customXml" Target="../ink/ink3488.xml"/><Relationship Id="rId63" Type="http://schemas.openxmlformats.org/officeDocument/2006/relationships/customXml" Target="../ink/ink3504.xml"/><Relationship Id="rId68" Type="http://schemas.openxmlformats.org/officeDocument/2006/relationships/customXml" Target="../ink/ink3509.xml"/><Relationship Id="rId84" Type="http://schemas.openxmlformats.org/officeDocument/2006/relationships/customXml" Target="../ink/ink3525.xml"/><Relationship Id="rId89" Type="http://schemas.openxmlformats.org/officeDocument/2006/relationships/customXml" Target="../ink/ink3530.xml"/><Relationship Id="rId16" Type="http://schemas.openxmlformats.org/officeDocument/2006/relationships/customXml" Target="../ink/ink3457.xml"/><Relationship Id="rId11" Type="http://schemas.openxmlformats.org/officeDocument/2006/relationships/customXml" Target="../ink/ink3452.xml"/><Relationship Id="rId32" Type="http://schemas.openxmlformats.org/officeDocument/2006/relationships/customXml" Target="../ink/ink3473.xml"/><Relationship Id="rId37" Type="http://schemas.openxmlformats.org/officeDocument/2006/relationships/customXml" Target="../ink/ink3478.xml"/><Relationship Id="rId53" Type="http://schemas.openxmlformats.org/officeDocument/2006/relationships/customXml" Target="../ink/ink3494.xml"/><Relationship Id="rId58" Type="http://schemas.openxmlformats.org/officeDocument/2006/relationships/customXml" Target="../ink/ink3499.xml"/><Relationship Id="rId74" Type="http://schemas.openxmlformats.org/officeDocument/2006/relationships/customXml" Target="../ink/ink3515.xml"/><Relationship Id="rId79" Type="http://schemas.openxmlformats.org/officeDocument/2006/relationships/customXml" Target="../ink/ink3520.xml"/><Relationship Id="rId102" Type="http://schemas.openxmlformats.org/officeDocument/2006/relationships/customXml" Target="../ink/ink3543.xml"/><Relationship Id="rId5" Type="http://schemas.openxmlformats.org/officeDocument/2006/relationships/customXml" Target="../ink/ink3446.xml"/><Relationship Id="rId90" Type="http://schemas.openxmlformats.org/officeDocument/2006/relationships/customXml" Target="../ink/ink3531.xml"/><Relationship Id="rId95" Type="http://schemas.openxmlformats.org/officeDocument/2006/relationships/customXml" Target="../ink/ink3536.xml"/><Relationship Id="rId22" Type="http://schemas.openxmlformats.org/officeDocument/2006/relationships/customXml" Target="../ink/ink3463.xml"/><Relationship Id="rId27" Type="http://schemas.openxmlformats.org/officeDocument/2006/relationships/customXml" Target="../ink/ink3468.xml"/><Relationship Id="rId43" Type="http://schemas.openxmlformats.org/officeDocument/2006/relationships/customXml" Target="../ink/ink3484.xml"/><Relationship Id="rId48" Type="http://schemas.openxmlformats.org/officeDocument/2006/relationships/customXml" Target="../ink/ink3489.xml"/><Relationship Id="rId64" Type="http://schemas.openxmlformats.org/officeDocument/2006/relationships/customXml" Target="../ink/ink3505.xml"/><Relationship Id="rId69" Type="http://schemas.openxmlformats.org/officeDocument/2006/relationships/customXml" Target="../ink/ink3510.xml"/><Relationship Id="rId80" Type="http://schemas.openxmlformats.org/officeDocument/2006/relationships/customXml" Target="../ink/ink3521.xml"/><Relationship Id="rId85" Type="http://schemas.openxmlformats.org/officeDocument/2006/relationships/customXml" Target="../ink/ink3526.xml"/><Relationship Id="rId12" Type="http://schemas.openxmlformats.org/officeDocument/2006/relationships/customXml" Target="../ink/ink3453.xml"/><Relationship Id="rId17" Type="http://schemas.openxmlformats.org/officeDocument/2006/relationships/customXml" Target="../ink/ink3458.xml"/><Relationship Id="rId25" Type="http://schemas.openxmlformats.org/officeDocument/2006/relationships/customXml" Target="../ink/ink3466.xml"/><Relationship Id="rId33" Type="http://schemas.openxmlformats.org/officeDocument/2006/relationships/customXml" Target="../ink/ink3474.xml"/><Relationship Id="rId38" Type="http://schemas.openxmlformats.org/officeDocument/2006/relationships/customXml" Target="../ink/ink3479.xml"/><Relationship Id="rId46" Type="http://schemas.openxmlformats.org/officeDocument/2006/relationships/customXml" Target="../ink/ink3487.xml"/><Relationship Id="rId59" Type="http://schemas.openxmlformats.org/officeDocument/2006/relationships/customXml" Target="../ink/ink3500.xml"/><Relationship Id="rId67" Type="http://schemas.openxmlformats.org/officeDocument/2006/relationships/customXml" Target="../ink/ink3508.xml"/><Relationship Id="rId103" Type="http://schemas.openxmlformats.org/officeDocument/2006/relationships/customXml" Target="../ink/ink3544.xml"/><Relationship Id="rId20" Type="http://schemas.openxmlformats.org/officeDocument/2006/relationships/customXml" Target="../ink/ink3461.xml"/><Relationship Id="rId41" Type="http://schemas.openxmlformats.org/officeDocument/2006/relationships/customXml" Target="../ink/ink3482.xml"/><Relationship Id="rId54" Type="http://schemas.openxmlformats.org/officeDocument/2006/relationships/customXml" Target="../ink/ink3495.xml"/><Relationship Id="rId62" Type="http://schemas.openxmlformats.org/officeDocument/2006/relationships/customXml" Target="../ink/ink3503.xml"/><Relationship Id="rId70" Type="http://schemas.openxmlformats.org/officeDocument/2006/relationships/customXml" Target="../ink/ink3511.xml"/><Relationship Id="rId75" Type="http://schemas.openxmlformats.org/officeDocument/2006/relationships/customXml" Target="../ink/ink3516.xml"/><Relationship Id="rId83" Type="http://schemas.openxmlformats.org/officeDocument/2006/relationships/customXml" Target="../ink/ink3524.xml"/><Relationship Id="rId88" Type="http://schemas.openxmlformats.org/officeDocument/2006/relationships/customXml" Target="../ink/ink3529.xml"/><Relationship Id="rId91" Type="http://schemas.openxmlformats.org/officeDocument/2006/relationships/customXml" Target="../ink/ink3532.xml"/><Relationship Id="rId96" Type="http://schemas.openxmlformats.org/officeDocument/2006/relationships/customXml" Target="../ink/ink35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47.xml"/><Relationship Id="rId15" Type="http://schemas.openxmlformats.org/officeDocument/2006/relationships/customXml" Target="../ink/ink3456.xml"/><Relationship Id="rId23" Type="http://schemas.openxmlformats.org/officeDocument/2006/relationships/customXml" Target="../ink/ink3464.xml"/><Relationship Id="rId28" Type="http://schemas.openxmlformats.org/officeDocument/2006/relationships/customXml" Target="../ink/ink3469.xml"/><Relationship Id="rId36" Type="http://schemas.openxmlformats.org/officeDocument/2006/relationships/customXml" Target="../ink/ink3477.xml"/><Relationship Id="rId49" Type="http://schemas.openxmlformats.org/officeDocument/2006/relationships/customXml" Target="../ink/ink3490.xml"/><Relationship Id="rId57" Type="http://schemas.openxmlformats.org/officeDocument/2006/relationships/customXml" Target="../ink/ink3498.xml"/><Relationship Id="rId10" Type="http://schemas.openxmlformats.org/officeDocument/2006/relationships/customXml" Target="../ink/ink3451.xml"/><Relationship Id="rId31" Type="http://schemas.openxmlformats.org/officeDocument/2006/relationships/customXml" Target="../ink/ink3472.xml"/><Relationship Id="rId44" Type="http://schemas.openxmlformats.org/officeDocument/2006/relationships/customXml" Target="../ink/ink3485.xml"/><Relationship Id="rId52" Type="http://schemas.openxmlformats.org/officeDocument/2006/relationships/customXml" Target="../ink/ink3493.xml"/><Relationship Id="rId60" Type="http://schemas.openxmlformats.org/officeDocument/2006/relationships/customXml" Target="../ink/ink3501.xml"/><Relationship Id="rId65" Type="http://schemas.openxmlformats.org/officeDocument/2006/relationships/customXml" Target="../ink/ink3506.xml"/><Relationship Id="rId73" Type="http://schemas.openxmlformats.org/officeDocument/2006/relationships/customXml" Target="../ink/ink3514.xml"/><Relationship Id="rId78" Type="http://schemas.openxmlformats.org/officeDocument/2006/relationships/customXml" Target="../ink/ink3519.xml"/><Relationship Id="rId81" Type="http://schemas.openxmlformats.org/officeDocument/2006/relationships/customXml" Target="../ink/ink3522.xml"/><Relationship Id="rId86" Type="http://schemas.openxmlformats.org/officeDocument/2006/relationships/customXml" Target="../ink/ink3527.xml"/><Relationship Id="rId94" Type="http://schemas.openxmlformats.org/officeDocument/2006/relationships/customXml" Target="../ink/ink3535.xml"/><Relationship Id="rId99" Type="http://schemas.openxmlformats.org/officeDocument/2006/relationships/customXml" Target="../ink/ink3540.xml"/><Relationship Id="rId101" Type="http://schemas.openxmlformats.org/officeDocument/2006/relationships/customXml" Target="../ink/ink3542.xml"/><Relationship Id="rId4" Type="http://schemas.openxmlformats.org/officeDocument/2006/relationships/customXml" Target="../ink/ink3445.xml"/><Relationship Id="rId9" Type="http://schemas.openxmlformats.org/officeDocument/2006/relationships/customXml" Target="../ink/ink3450.xml"/><Relationship Id="rId13" Type="http://schemas.openxmlformats.org/officeDocument/2006/relationships/customXml" Target="../ink/ink3454.xml"/><Relationship Id="rId18" Type="http://schemas.openxmlformats.org/officeDocument/2006/relationships/customXml" Target="../ink/ink3459.xml"/><Relationship Id="rId39" Type="http://schemas.openxmlformats.org/officeDocument/2006/relationships/customXml" Target="../ink/ink3480.xml"/><Relationship Id="rId34" Type="http://schemas.openxmlformats.org/officeDocument/2006/relationships/customXml" Target="../ink/ink3475.xml"/><Relationship Id="rId50" Type="http://schemas.openxmlformats.org/officeDocument/2006/relationships/customXml" Target="../ink/ink3491.xml"/><Relationship Id="rId55" Type="http://schemas.openxmlformats.org/officeDocument/2006/relationships/customXml" Target="../ink/ink3496.xml"/><Relationship Id="rId76" Type="http://schemas.openxmlformats.org/officeDocument/2006/relationships/customXml" Target="../ink/ink3517.xml"/><Relationship Id="rId97" Type="http://schemas.openxmlformats.org/officeDocument/2006/relationships/customXml" Target="../ink/ink3538.xml"/><Relationship Id="rId104" Type="http://schemas.openxmlformats.org/officeDocument/2006/relationships/customXml" Target="../ink/ink3545.xml"/><Relationship Id="rId7" Type="http://schemas.openxmlformats.org/officeDocument/2006/relationships/customXml" Target="../ink/ink3448.xml"/><Relationship Id="rId71" Type="http://schemas.openxmlformats.org/officeDocument/2006/relationships/customXml" Target="../ink/ink3512.xml"/><Relationship Id="rId92" Type="http://schemas.openxmlformats.org/officeDocument/2006/relationships/customXml" Target="../ink/ink3533.xml"/><Relationship Id="rId2" Type="http://schemas.openxmlformats.org/officeDocument/2006/relationships/customXml" Target="../ink/ink3443.xml"/><Relationship Id="rId29" Type="http://schemas.openxmlformats.org/officeDocument/2006/relationships/customXml" Target="../ink/ink3470.xml"/><Relationship Id="rId24" Type="http://schemas.openxmlformats.org/officeDocument/2006/relationships/customXml" Target="../ink/ink3465.xml"/><Relationship Id="rId40" Type="http://schemas.openxmlformats.org/officeDocument/2006/relationships/customXml" Target="../ink/ink3481.xml"/><Relationship Id="rId45" Type="http://schemas.openxmlformats.org/officeDocument/2006/relationships/customXml" Target="../ink/ink3486.xml"/><Relationship Id="rId66" Type="http://schemas.openxmlformats.org/officeDocument/2006/relationships/customXml" Target="../ink/ink3507.xml"/><Relationship Id="rId87" Type="http://schemas.openxmlformats.org/officeDocument/2006/relationships/customXml" Target="../ink/ink3528.xml"/><Relationship Id="rId61" Type="http://schemas.openxmlformats.org/officeDocument/2006/relationships/customXml" Target="../ink/ink3502.xml"/><Relationship Id="rId82" Type="http://schemas.openxmlformats.org/officeDocument/2006/relationships/customXml" Target="../ink/ink3523.xml"/><Relationship Id="rId19" Type="http://schemas.openxmlformats.org/officeDocument/2006/relationships/customXml" Target="../ink/ink3460.xml"/><Relationship Id="rId14" Type="http://schemas.openxmlformats.org/officeDocument/2006/relationships/customXml" Target="../ink/ink3455.xml"/><Relationship Id="rId30" Type="http://schemas.openxmlformats.org/officeDocument/2006/relationships/customXml" Target="../ink/ink3471.xml"/><Relationship Id="rId35" Type="http://schemas.openxmlformats.org/officeDocument/2006/relationships/customXml" Target="../ink/ink3476.xml"/><Relationship Id="rId56" Type="http://schemas.openxmlformats.org/officeDocument/2006/relationships/customXml" Target="../ink/ink3497.xml"/><Relationship Id="rId77" Type="http://schemas.openxmlformats.org/officeDocument/2006/relationships/customXml" Target="../ink/ink3518.xml"/><Relationship Id="rId100" Type="http://schemas.openxmlformats.org/officeDocument/2006/relationships/customXml" Target="../ink/ink3541.xml"/><Relationship Id="rId8" Type="http://schemas.openxmlformats.org/officeDocument/2006/relationships/customXml" Target="../ink/ink3449.xml"/><Relationship Id="rId51" Type="http://schemas.openxmlformats.org/officeDocument/2006/relationships/customXml" Target="../ink/ink3492.xml"/><Relationship Id="rId72" Type="http://schemas.openxmlformats.org/officeDocument/2006/relationships/customXml" Target="../ink/ink3513.xml"/><Relationship Id="rId93" Type="http://schemas.openxmlformats.org/officeDocument/2006/relationships/customXml" Target="../ink/ink3534.xml"/><Relationship Id="rId98" Type="http://schemas.openxmlformats.org/officeDocument/2006/relationships/customXml" Target="../ink/ink3539.xml"/><Relationship Id="rId3" Type="http://schemas.openxmlformats.org/officeDocument/2006/relationships/customXml" Target="../ink/ink3444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54.xml"/><Relationship Id="rId18" Type="http://schemas.openxmlformats.org/officeDocument/2006/relationships/customXml" Target="../ink/ink3559.xml"/><Relationship Id="rId26" Type="http://schemas.openxmlformats.org/officeDocument/2006/relationships/customXml" Target="../ink/ink3567.xml"/><Relationship Id="rId39" Type="http://schemas.openxmlformats.org/officeDocument/2006/relationships/customXml" Target="../ink/ink3580.xml"/><Relationship Id="rId21" Type="http://schemas.openxmlformats.org/officeDocument/2006/relationships/customXml" Target="../ink/ink3562.xml"/><Relationship Id="rId34" Type="http://schemas.openxmlformats.org/officeDocument/2006/relationships/customXml" Target="../ink/ink3575.xml"/><Relationship Id="rId42" Type="http://schemas.openxmlformats.org/officeDocument/2006/relationships/customXml" Target="../ink/ink3583.xml"/><Relationship Id="rId47" Type="http://schemas.openxmlformats.org/officeDocument/2006/relationships/customXml" Target="../ink/ink3588.xml"/><Relationship Id="rId50" Type="http://schemas.openxmlformats.org/officeDocument/2006/relationships/customXml" Target="../ink/ink3591.xml"/><Relationship Id="rId7" Type="http://schemas.openxmlformats.org/officeDocument/2006/relationships/customXml" Target="../ink/ink3548.xml"/><Relationship Id="rId2" Type="http://schemas.openxmlformats.org/officeDocument/2006/relationships/image" Target="../media/image56.png"/><Relationship Id="rId16" Type="http://schemas.openxmlformats.org/officeDocument/2006/relationships/customXml" Target="../ink/ink3557.xml"/><Relationship Id="rId29" Type="http://schemas.openxmlformats.org/officeDocument/2006/relationships/customXml" Target="../ink/ink3570.xml"/><Relationship Id="rId11" Type="http://schemas.openxmlformats.org/officeDocument/2006/relationships/customXml" Target="../ink/ink3552.xml"/><Relationship Id="rId24" Type="http://schemas.openxmlformats.org/officeDocument/2006/relationships/customXml" Target="../ink/ink3565.xml"/><Relationship Id="rId32" Type="http://schemas.openxmlformats.org/officeDocument/2006/relationships/customXml" Target="../ink/ink3573.xml"/><Relationship Id="rId37" Type="http://schemas.openxmlformats.org/officeDocument/2006/relationships/customXml" Target="../ink/ink3578.xml"/><Relationship Id="rId40" Type="http://schemas.openxmlformats.org/officeDocument/2006/relationships/customXml" Target="../ink/ink3581.xml"/><Relationship Id="rId45" Type="http://schemas.openxmlformats.org/officeDocument/2006/relationships/customXml" Target="../ink/ink3586.xml"/><Relationship Id="rId5" Type="http://schemas.openxmlformats.org/officeDocument/2006/relationships/customXml" Target="../ink/ink3546.xml"/><Relationship Id="rId15" Type="http://schemas.openxmlformats.org/officeDocument/2006/relationships/customXml" Target="../ink/ink3556.xml"/><Relationship Id="rId23" Type="http://schemas.openxmlformats.org/officeDocument/2006/relationships/customXml" Target="../ink/ink3564.xml"/><Relationship Id="rId28" Type="http://schemas.openxmlformats.org/officeDocument/2006/relationships/customXml" Target="../ink/ink3569.xml"/><Relationship Id="rId36" Type="http://schemas.openxmlformats.org/officeDocument/2006/relationships/customXml" Target="../ink/ink3577.xml"/><Relationship Id="rId49" Type="http://schemas.openxmlformats.org/officeDocument/2006/relationships/customXml" Target="../ink/ink3590.xml"/><Relationship Id="rId10" Type="http://schemas.openxmlformats.org/officeDocument/2006/relationships/customXml" Target="../ink/ink3551.xml"/><Relationship Id="rId19" Type="http://schemas.openxmlformats.org/officeDocument/2006/relationships/customXml" Target="../ink/ink3560.xml"/><Relationship Id="rId31" Type="http://schemas.openxmlformats.org/officeDocument/2006/relationships/customXml" Target="../ink/ink3572.xml"/><Relationship Id="rId44" Type="http://schemas.openxmlformats.org/officeDocument/2006/relationships/customXml" Target="../ink/ink3585.xml"/><Relationship Id="rId52" Type="http://schemas.openxmlformats.org/officeDocument/2006/relationships/customXml" Target="../ink/ink3593.xml"/><Relationship Id="rId4" Type="http://schemas.openxmlformats.org/officeDocument/2006/relationships/image" Target="../media/image58.png"/><Relationship Id="rId9" Type="http://schemas.openxmlformats.org/officeDocument/2006/relationships/customXml" Target="../ink/ink3550.xml"/><Relationship Id="rId14" Type="http://schemas.openxmlformats.org/officeDocument/2006/relationships/customXml" Target="../ink/ink3555.xml"/><Relationship Id="rId22" Type="http://schemas.openxmlformats.org/officeDocument/2006/relationships/customXml" Target="../ink/ink3563.xml"/><Relationship Id="rId27" Type="http://schemas.openxmlformats.org/officeDocument/2006/relationships/customXml" Target="../ink/ink3568.xml"/><Relationship Id="rId30" Type="http://schemas.openxmlformats.org/officeDocument/2006/relationships/customXml" Target="../ink/ink3571.xml"/><Relationship Id="rId35" Type="http://schemas.openxmlformats.org/officeDocument/2006/relationships/customXml" Target="../ink/ink3576.xml"/><Relationship Id="rId43" Type="http://schemas.openxmlformats.org/officeDocument/2006/relationships/customXml" Target="../ink/ink3584.xml"/><Relationship Id="rId48" Type="http://schemas.openxmlformats.org/officeDocument/2006/relationships/customXml" Target="../ink/ink3589.xml"/><Relationship Id="rId8" Type="http://schemas.openxmlformats.org/officeDocument/2006/relationships/customXml" Target="../ink/ink3549.xml"/><Relationship Id="rId51" Type="http://schemas.openxmlformats.org/officeDocument/2006/relationships/customXml" Target="../ink/ink3592.xml"/><Relationship Id="rId3" Type="http://schemas.openxmlformats.org/officeDocument/2006/relationships/image" Target="../media/image57.png"/><Relationship Id="rId12" Type="http://schemas.openxmlformats.org/officeDocument/2006/relationships/customXml" Target="../ink/ink3553.xml"/><Relationship Id="rId17" Type="http://schemas.openxmlformats.org/officeDocument/2006/relationships/customXml" Target="../ink/ink3558.xml"/><Relationship Id="rId25" Type="http://schemas.openxmlformats.org/officeDocument/2006/relationships/customXml" Target="../ink/ink3566.xml"/><Relationship Id="rId33" Type="http://schemas.openxmlformats.org/officeDocument/2006/relationships/customXml" Target="../ink/ink3574.xml"/><Relationship Id="rId38" Type="http://schemas.openxmlformats.org/officeDocument/2006/relationships/customXml" Target="../ink/ink3579.xml"/><Relationship Id="rId46" Type="http://schemas.openxmlformats.org/officeDocument/2006/relationships/customXml" Target="../ink/ink3587.xml"/><Relationship Id="rId20" Type="http://schemas.openxmlformats.org/officeDocument/2006/relationships/customXml" Target="../ink/ink3561.xml"/><Relationship Id="rId41" Type="http://schemas.openxmlformats.org/officeDocument/2006/relationships/customXml" Target="../ink/ink35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47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14.xml"/><Relationship Id="rId21" Type="http://schemas.openxmlformats.org/officeDocument/2006/relationships/customXml" Target="../ink/ink3609.xml"/><Relationship Id="rId42" Type="http://schemas.openxmlformats.org/officeDocument/2006/relationships/customXml" Target="../ink/ink3630.xml"/><Relationship Id="rId47" Type="http://schemas.openxmlformats.org/officeDocument/2006/relationships/customXml" Target="../ink/ink3635.xml"/><Relationship Id="rId63" Type="http://schemas.openxmlformats.org/officeDocument/2006/relationships/customXml" Target="../ink/ink3651.xml"/><Relationship Id="rId68" Type="http://schemas.openxmlformats.org/officeDocument/2006/relationships/customXml" Target="../ink/ink3656.xml"/><Relationship Id="rId84" Type="http://schemas.openxmlformats.org/officeDocument/2006/relationships/customXml" Target="../ink/ink3672.xml"/><Relationship Id="rId16" Type="http://schemas.openxmlformats.org/officeDocument/2006/relationships/customXml" Target="../ink/ink3604.xml"/><Relationship Id="rId11" Type="http://schemas.openxmlformats.org/officeDocument/2006/relationships/customXml" Target="../ink/ink3599.xml"/><Relationship Id="rId32" Type="http://schemas.openxmlformats.org/officeDocument/2006/relationships/customXml" Target="../ink/ink3620.xml"/><Relationship Id="rId37" Type="http://schemas.openxmlformats.org/officeDocument/2006/relationships/customXml" Target="../ink/ink3625.xml"/><Relationship Id="rId53" Type="http://schemas.openxmlformats.org/officeDocument/2006/relationships/customXml" Target="../ink/ink3641.xml"/><Relationship Id="rId58" Type="http://schemas.openxmlformats.org/officeDocument/2006/relationships/customXml" Target="../ink/ink3646.xml"/><Relationship Id="rId74" Type="http://schemas.openxmlformats.org/officeDocument/2006/relationships/customXml" Target="../ink/ink3662.xml"/><Relationship Id="rId79" Type="http://schemas.openxmlformats.org/officeDocument/2006/relationships/customXml" Target="../ink/ink3667.xml"/><Relationship Id="rId5" Type="http://schemas.openxmlformats.org/officeDocument/2006/relationships/image" Target="../media/image61.png"/><Relationship Id="rId19" Type="http://schemas.openxmlformats.org/officeDocument/2006/relationships/customXml" Target="../ink/ink3607.xml"/><Relationship Id="rId14" Type="http://schemas.openxmlformats.org/officeDocument/2006/relationships/customXml" Target="../ink/ink3602.xml"/><Relationship Id="rId22" Type="http://schemas.openxmlformats.org/officeDocument/2006/relationships/customXml" Target="../ink/ink3610.xml"/><Relationship Id="rId27" Type="http://schemas.openxmlformats.org/officeDocument/2006/relationships/customXml" Target="../ink/ink3615.xml"/><Relationship Id="rId30" Type="http://schemas.openxmlformats.org/officeDocument/2006/relationships/customXml" Target="../ink/ink3618.xml"/><Relationship Id="rId35" Type="http://schemas.openxmlformats.org/officeDocument/2006/relationships/customXml" Target="../ink/ink3623.xml"/><Relationship Id="rId43" Type="http://schemas.openxmlformats.org/officeDocument/2006/relationships/customXml" Target="../ink/ink3631.xml"/><Relationship Id="rId48" Type="http://schemas.openxmlformats.org/officeDocument/2006/relationships/customXml" Target="../ink/ink3636.xml"/><Relationship Id="rId56" Type="http://schemas.openxmlformats.org/officeDocument/2006/relationships/customXml" Target="../ink/ink3644.xml"/><Relationship Id="rId64" Type="http://schemas.openxmlformats.org/officeDocument/2006/relationships/customXml" Target="../ink/ink3652.xml"/><Relationship Id="rId69" Type="http://schemas.openxmlformats.org/officeDocument/2006/relationships/customXml" Target="../ink/ink3657.xml"/><Relationship Id="rId77" Type="http://schemas.openxmlformats.org/officeDocument/2006/relationships/customXml" Target="../ink/ink3665.xml"/><Relationship Id="rId8" Type="http://schemas.openxmlformats.org/officeDocument/2006/relationships/customXml" Target="../ink/ink3596.xml"/><Relationship Id="rId51" Type="http://schemas.openxmlformats.org/officeDocument/2006/relationships/customXml" Target="../ink/ink3639.xml"/><Relationship Id="rId72" Type="http://schemas.openxmlformats.org/officeDocument/2006/relationships/customXml" Target="../ink/ink3660.xml"/><Relationship Id="rId80" Type="http://schemas.openxmlformats.org/officeDocument/2006/relationships/customXml" Target="../ink/ink3668.xml"/><Relationship Id="rId85" Type="http://schemas.openxmlformats.org/officeDocument/2006/relationships/customXml" Target="../ink/ink3673.xml"/><Relationship Id="rId3" Type="http://schemas.openxmlformats.org/officeDocument/2006/relationships/image" Target="../media/image59.png"/><Relationship Id="rId12" Type="http://schemas.openxmlformats.org/officeDocument/2006/relationships/customXml" Target="../ink/ink3600.xml"/><Relationship Id="rId17" Type="http://schemas.openxmlformats.org/officeDocument/2006/relationships/customXml" Target="../ink/ink3605.xml"/><Relationship Id="rId25" Type="http://schemas.openxmlformats.org/officeDocument/2006/relationships/customXml" Target="../ink/ink3613.xml"/><Relationship Id="rId33" Type="http://schemas.openxmlformats.org/officeDocument/2006/relationships/customXml" Target="../ink/ink3621.xml"/><Relationship Id="rId38" Type="http://schemas.openxmlformats.org/officeDocument/2006/relationships/customXml" Target="../ink/ink3626.xml"/><Relationship Id="rId46" Type="http://schemas.openxmlformats.org/officeDocument/2006/relationships/customXml" Target="../ink/ink3634.xml"/><Relationship Id="rId59" Type="http://schemas.openxmlformats.org/officeDocument/2006/relationships/customXml" Target="../ink/ink3647.xml"/><Relationship Id="rId67" Type="http://schemas.openxmlformats.org/officeDocument/2006/relationships/customXml" Target="../ink/ink3655.xml"/><Relationship Id="rId20" Type="http://schemas.openxmlformats.org/officeDocument/2006/relationships/customXml" Target="../ink/ink3608.xml"/><Relationship Id="rId41" Type="http://schemas.openxmlformats.org/officeDocument/2006/relationships/customXml" Target="../ink/ink3629.xml"/><Relationship Id="rId54" Type="http://schemas.openxmlformats.org/officeDocument/2006/relationships/customXml" Target="../ink/ink3642.xml"/><Relationship Id="rId62" Type="http://schemas.openxmlformats.org/officeDocument/2006/relationships/customXml" Target="../ink/ink3650.xml"/><Relationship Id="rId70" Type="http://schemas.openxmlformats.org/officeDocument/2006/relationships/customXml" Target="../ink/ink3658.xml"/><Relationship Id="rId75" Type="http://schemas.openxmlformats.org/officeDocument/2006/relationships/customXml" Target="../ink/ink3663.xml"/><Relationship Id="rId83" Type="http://schemas.openxmlformats.org/officeDocument/2006/relationships/customXml" Target="../ink/ink36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94.xml"/><Relationship Id="rId15" Type="http://schemas.openxmlformats.org/officeDocument/2006/relationships/customXml" Target="../ink/ink3603.xml"/><Relationship Id="rId23" Type="http://schemas.openxmlformats.org/officeDocument/2006/relationships/customXml" Target="../ink/ink3611.xml"/><Relationship Id="rId28" Type="http://schemas.openxmlformats.org/officeDocument/2006/relationships/customXml" Target="../ink/ink3616.xml"/><Relationship Id="rId36" Type="http://schemas.openxmlformats.org/officeDocument/2006/relationships/customXml" Target="../ink/ink3624.xml"/><Relationship Id="rId49" Type="http://schemas.openxmlformats.org/officeDocument/2006/relationships/customXml" Target="../ink/ink3637.xml"/><Relationship Id="rId57" Type="http://schemas.openxmlformats.org/officeDocument/2006/relationships/customXml" Target="../ink/ink3645.xml"/><Relationship Id="rId10" Type="http://schemas.openxmlformats.org/officeDocument/2006/relationships/customXml" Target="../ink/ink3598.xml"/><Relationship Id="rId31" Type="http://schemas.openxmlformats.org/officeDocument/2006/relationships/customXml" Target="../ink/ink3619.xml"/><Relationship Id="rId44" Type="http://schemas.openxmlformats.org/officeDocument/2006/relationships/customXml" Target="../ink/ink3632.xml"/><Relationship Id="rId52" Type="http://schemas.openxmlformats.org/officeDocument/2006/relationships/customXml" Target="../ink/ink3640.xml"/><Relationship Id="rId60" Type="http://schemas.openxmlformats.org/officeDocument/2006/relationships/customXml" Target="../ink/ink3648.xml"/><Relationship Id="rId65" Type="http://schemas.openxmlformats.org/officeDocument/2006/relationships/customXml" Target="../ink/ink3653.xml"/><Relationship Id="rId73" Type="http://schemas.openxmlformats.org/officeDocument/2006/relationships/customXml" Target="../ink/ink3661.xml"/><Relationship Id="rId78" Type="http://schemas.openxmlformats.org/officeDocument/2006/relationships/customXml" Target="../ink/ink3666.xml"/><Relationship Id="rId81" Type="http://schemas.openxmlformats.org/officeDocument/2006/relationships/customXml" Target="../ink/ink3669.xml"/><Relationship Id="rId86" Type="http://schemas.openxmlformats.org/officeDocument/2006/relationships/customXml" Target="../ink/ink3674.xml"/><Relationship Id="rId4" Type="http://schemas.openxmlformats.org/officeDocument/2006/relationships/image" Target="../media/image60.png"/><Relationship Id="rId9" Type="http://schemas.openxmlformats.org/officeDocument/2006/relationships/customXml" Target="../ink/ink3597.xml"/><Relationship Id="rId13" Type="http://schemas.openxmlformats.org/officeDocument/2006/relationships/customXml" Target="../ink/ink3601.xml"/><Relationship Id="rId18" Type="http://schemas.openxmlformats.org/officeDocument/2006/relationships/customXml" Target="../ink/ink3606.xml"/><Relationship Id="rId39" Type="http://schemas.openxmlformats.org/officeDocument/2006/relationships/customXml" Target="../ink/ink3627.xml"/><Relationship Id="rId34" Type="http://schemas.openxmlformats.org/officeDocument/2006/relationships/customXml" Target="../ink/ink3622.xml"/><Relationship Id="rId50" Type="http://schemas.openxmlformats.org/officeDocument/2006/relationships/customXml" Target="../ink/ink3638.xml"/><Relationship Id="rId55" Type="http://schemas.openxmlformats.org/officeDocument/2006/relationships/customXml" Target="../ink/ink3643.xml"/><Relationship Id="rId76" Type="http://schemas.openxmlformats.org/officeDocument/2006/relationships/customXml" Target="../ink/ink3664.xml"/><Relationship Id="rId7" Type="http://schemas.openxmlformats.org/officeDocument/2006/relationships/customXml" Target="../ink/ink3595.xml"/><Relationship Id="rId71" Type="http://schemas.openxmlformats.org/officeDocument/2006/relationships/customXml" Target="../ink/ink3659.xml"/><Relationship Id="rId2" Type="http://schemas.openxmlformats.org/officeDocument/2006/relationships/image" Target="../media/image38.emf"/><Relationship Id="rId29" Type="http://schemas.openxmlformats.org/officeDocument/2006/relationships/customXml" Target="../ink/ink3617.xml"/><Relationship Id="rId24" Type="http://schemas.openxmlformats.org/officeDocument/2006/relationships/customXml" Target="../ink/ink3612.xml"/><Relationship Id="rId40" Type="http://schemas.openxmlformats.org/officeDocument/2006/relationships/customXml" Target="../ink/ink3628.xml"/><Relationship Id="rId45" Type="http://schemas.openxmlformats.org/officeDocument/2006/relationships/customXml" Target="../ink/ink3633.xml"/><Relationship Id="rId66" Type="http://schemas.openxmlformats.org/officeDocument/2006/relationships/customXml" Target="../ink/ink3654.xml"/><Relationship Id="rId87" Type="http://schemas.openxmlformats.org/officeDocument/2006/relationships/customXml" Target="../ink/ink3675.xml"/><Relationship Id="rId61" Type="http://schemas.openxmlformats.org/officeDocument/2006/relationships/customXml" Target="../ink/ink3649.xml"/><Relationship Id="rId82" Type="http://schemas.openxmlformats.org/officeDocument/2006/relationships/customXml" Target="../ink/ink3670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681.xml"/><Relationship Id="rId18" Type="http://schemas.openxmlformats.org/officeDocument/2006/relationships/customXml" Target="../ink/ink3686.xml"/><Relationship Id="rId26" Type="http://schemas.openxmlformats.org/officeDocument/2006/relationships/customXml" Target="../ink/ink3694.xml"/><Relationship Id="rId39" Type="http://schemas.openxmlformats.org/officeDocument/2006/relationships/customXml" Target="../ink/ink3707.xml"/><Relationship Id="rId21" Type="http://schemas.openxmlformats.org/officeDocument/2006/relationships/customXml" Target="../ink/ink3689.xml"/><Relationship Id="rId34" Type="http://schemas.openxmlformats.org/officeDocument/2006/relationships/customXml" Target="../ink/ink3702.xml"/><Relationship Id="rId42" Type="http://schemas.openxmlformats.org/officeDocument/2006/relationships/customXml" Target="../ink/ink3710.xml"/><Relationship Id="rId47" Type="http://schemas.openxmlformats.org/officeDocument/2006/relationships/customXml" Target="../ink/ink3715.xml"/><Relationship Id="rId50" Type="http://schemas.openxmlformats.org/officeDocument/2006/relationships/customXml" Target="../ink/ink3718.xml"/><Relationship Id="rId55" Type="http://schemas.openxmlformats.org/officeDocument/2006/relationships/customXml" Target="../ink/ink3723.xml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6" Type="http://schemas.openxmlformats.org/officeDocument/2006/relationships/customXml" Target="../ink/ink3684.xml"/><Relationship Id="rId29" Type="http://schemas.openxmlformats.org/officeDocument/2006/relationships/customXml" Target="../ink/ink3697.xml"/><Relationship Id="rId11" Type="http://schemas.openxmlformats.org/officeDocument/2006/relationships/customXml" Target="../ink/ink3679.xml"/><Relationship Id="rId24" Type="http://schemas.openxmlformats.org/officeDocument/2006/relationships/customXml" Target="../ink/ink3692.xml"/><Relationship Id="rId32" Type="http://schemas.openxmlformats.org/officeDocument/2006/relationships/customXml" Target="../ink/ink3700.xml"/><Relationship Id="rId37" Type="http://schemas.openxmlformats.org/officeDocument/2006/relationships/customXml" Target="../ink/ink3705.xml"/><Relationship Id="rId40" Type="http://schemas.openxmlformats.org/officeDocument/2006/relationships/customXml" Target="../ink/ink3708.xml"/><Relationship Id="rId45" Type="http://schemas.openxmlformats.org/officeDocument/2006/relationships/customXml" Target="../ink/ink3713.xml"/><Relationship Id="rId53" Type="http://schemas.openxmlformats.org/officeDocument/2006/relationships/customXml" Target="../ink/ink3721.xml"/><Relationship Id="rId5" Type="http://schemas.openxmlformats.org/officeDocument/2006/relationships/image" Target="../media/image65.png"/><Relationship Id="rId10" Type="http://schemas.openxmlformats.org/officeDocument/2006/relationships/customXml" Target="../ink/ink3678.xml"/><Relationship Id="rId19" Type="http://schemas.openxmlformats.org/officeDocument/2006/relationships/customXml" Target="../ink/ink3687.xml"/><Relationship Id="rId31" Type="http://schemas.openxmlformats.org/officeDocument/2006/relationships/customXml" Target="../ink/ink3699.xml"/><Relationship Id="rId44" Type="http://schemas.openxmlformats.org/officeDocument/2006/relationships/customXml" Target="../ink/ink3712.xml"/><Relationship Id="rId52" Type="http://schemas.openxmlformats.org/officeDocument/2006/relationships/customXml" Target="../ink/ink3720.xml"/><Relationship Id="rId4" Type="http://schemas.openxmlformats.org/officeDocument/2006/relationships/image" Target="../media/image64.png"/><Relationship Id="rId9" Type="http://schemas.openxmlformats.org/officeDocument/2006/relationships/customXml" Target="../ink/ink3677.xml"/><Relationship Id="rId14" Type="http://schemas.openxmlformats.org/officeDocument/2006/relationships/customXml" Target="../ink/ink3682.xml"/><Relationship Id="rId22" Type="http://schemas.openxmlformats.org/officeDocument/2006/relationships/customXml" Target="../ink/ink3690.xml"/><Relationship Id="rId27" Type="http://schemas.openxmlformats.org/officeDocument/2006/relationships/customXml" Target="../ink/ink3695.xml"/><Relationship Id="rId30" Type="http://schemas.openxmlformats.org/officeDocument/2006/relationships/customXml" Target="../ink/ink3698.xml"/><Relationship Id="rId35" Type="http://schemas.openxmlformats.org/officeDocument/2006/relationships/customXml" Target="../ink/ink3703.xml"/><Relationship Id="rId43" Type="http://schemas.openxmlformats.org/officeDocument/2006/relationships/customXml" Target="../ink/ink3711.xml"/><Relationship Id="rId48" Type="http://schemas.openxmlformats.org/officeDocument/2006/relationships/customXml" Target="../ink/ink3716.xml"/><Relationship Id="rId56" Type="http://schemas.openxmlformats.org/officeDocument/2006/relationships/customXml" Target="../ink/ink3724.xml"/><Relationship Id="rId8" Type="http://schemas.openxmlformats.org/officeDocument/2006/relationships/customXml" Target="../ink/ink3676.xml"/><Relationship Id="rId51" Type="http://schemas.openxmlformats.org/officeDocument/2006/relationships/customXml" Target="../ink/ink3719.xml"/><Relationship Id="rId3" Type="http://schemas.openxmlformats.org/officeDocument/2006/relationships/image" Target="../media/image63.png"/><Relationship Id="rId12" Type="http://schemas.openxmlformats.org/officeDocument/2006/relationships/customXml" Target="../ink/ink3680.xml"/><Relationship Id="rId17" Type="http://schemas.openxmlformats.org/officeDocument/2006/relationships/customXml" Target="../ink/ink3685.xml"/><Relationship Id="rId25" Type="http://schemas.openxmlformats.org/officeDocument/2006/relationships/customXml" Target="../ink/ink3693.xml"/><Relationship Id="rId33" Type="http://schemas.openxmlformats.org/officeDocument/2006/relationships/customXml" Target="../ink/ink3701.xml"/><Relationship Id="rId38" Type="http://schemas.openxmlformats.org/officeDocument/2006/relationships/customXml" Target="../ink/ink3706.xml"/><Relationship Id="rId46" Type="http://schemas.openxmlformats.org/officeDocument/2006/relationships/customXml" Target="../ink/ink3714.xml"/><Relationship Id="rId20" Type="http://schemas.openxmlformats.org/officeDocument/2006/relationships/customXml" Target="../ink/ink3688.xml"/><Relationship Id="rId41" Type="http://schemas.openxmlformats.org/officeDocument/2006/relationships/customXml" Target="../ink/ink3709.xml"/><Relationship Id="rId54" Type="http://schemas.openxmlformats.org/officeDocument/2006/relationships/customXml" Target="../ink/ink37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5" Type="http://schemas.openxmlformats.org/officeDocument/2006/relationships/customXml" Target="../ink/ink3683.xml"/><Relationship Id="rId23" Type="http://schemas.openxmlformats.org/officeDocument/2006/relationships/customXml" Target="../ink/ink3691.xml"/><Relationship Id="rId28" Type="http://schemas.openxmlformats.org/officeDocument/2006/relationships/customXml" Target="../ink/ink3696.xml"/><Relationship Id="rId36" Type="http://schemas.openxmlformats.org/officeDocument/2006/relationships/customXml" Target="../ink/ink3704.xml"/><Relationship Id="rId49" Type="http://schemas.openxmlformats.org/officeDocument/2006/relationships/customXml" Target="../ink/ink3717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49.xml"/><Relationship Id="rId21" Type="http://schemas.openxmlformats.org/officeDocument/2006/relationships/customXml" Target="../ink/ink3744.xml"/><Relationship Id="rId42" Type="http://schemas.openxmlformats.org/officeDocument/2006/relationships/customXml" Target="../ink/ink3765.xml"/><Relationship Id="rId47" Type="http://schemas.openxmlformats.org/officeDocument/2006/relationships/customXml" Target="../ink/ink3770.xml"/><Relationship Id="rId63" Type="http://schemas.openxmlformats.org/officeDocument/2006/relationships/customXml" Target="../ink/ink3786.xml"/><Relationship Id="rId68" Type="http://schemas.openxmlformats.org/officeDocument/2006/relationships/customXml" Target="../ink/ink3791.xml"/><Relationship Id="rId84" Type="http://schemas.openxmlformats.org/officeDocument/2006/relationships/customXml" Target="../ink/ink3807.xml"/><Relationship Id="rId89" Type="http://schemas.openxmlformats.org/officeDocument/2006/relationships/customXml" Target="../ink/ink3812.xml"/><Relationship Id="rId112" Type="http://schemas.openxmlformats.org/officeDocument/2006/relationships/customXml" Target="../ink/ink3835.xml"/><Relationship Id="rId16" Type="http://schemas.openxmlformats.org/officeDocument/2006/relationships/customXml" Target="../ink/ink3739.xml"/><Relationship Id="rId107" Type="http://schemas.openxmlformats.org/officeDocument/2006/relationships/customXml" Target="../ink/ink3830.xml"/><Relationship Id="rId11" Type="http://schemas.openxmlformats.org/officeDocument/2006/relationships/customXml" Target="../ink/ink3734.xml"/><Relationship Id="rId32" Type="http://schemas.openxmlformats.org/officeDocument/2006/relationships/customXml" Target="../ink/ink3755.xml"/><Relationship Id="rId37" Type="http://schemas.openxmlformats.org/officeDocument/2006/relationships/customXml" Target="../ink/ink3760.xml"/><Relationship Id="rId53" Type="http://schemas.openxmlformats.org/officeDocument/2006/relationships/customXml" Target="../ink/ink3776.xml"/><Relationship Id="rId58" Type="http://schemas.openxmlformats.org/officeDocument/2006/relationships/customXml" Target="../ink/ink3781.xml"/><Relationship Id="rId74" Type="http://schemas.openxmlformats.org/officeDocument/2006/relationships/customXml" Target="../ink/ink3797.xml"/><Relationship Id="rId79" Type="http://schemas.openxmlformats.org/officeDocument/2006/relationships/customXml" Target="../ink/ink3802.xml"/><Relationship Id="rId102" Type="http://schemas.openxmlformats.org/officeDocument/2006/relationships/customXml" Target="../ink/ink3825.xml"/><Relationship Id="rId5" Type="http://schemas.openxmlformats.org/officeDocument/2006/relationships/customXml" Target="../ink/ink3728.xml"/><Relationship Id="rId90" Type="http://schemas.openxmlformats.org/officeDocument/2006/relationships/customXml" Target="../ink/ink3813.xml"/><Relationship Id="rId95" Type="http://schemas.openxmlformats.org/officeDocument/2006/relationships/customXml" Target="../ink/ink3818.xml"/><Relationship Id="rId22" Type="http://schemas.openxmlformats.org/officeDocument/2006/relationships/customXml" Target="../ink/ink3745.xml"/><Relationship Id="rId27" Type="http://schemas.openxmlformats.org/officeDocument/2006/relationships/customXml" Target="../ink/ink3750.xml"/><Relationship Id="rId43" Type="http://schemas.openxmlformats.org/officeDocument/2006/relationships/customXml" Target="../ink/ink3766.xml"/><Relationship Id="rId48" Type="http://schemas.openxmlformats.org/officeDocument/2006/relationships/customXml" Target="../ink/ink3771.xml"/><Relationship Id="rId64" Type="http://schemas.openxmlformats.org/officeDocument/2006/relationships/customXml" Target="../ink/ink3787.xml"/><Relationship Id="rId69" Type="http://schemas.openxmlformats.org/officeDocument/2006/relationships/customXml" Target="../ink/ink3792.xml"/><Relationship Id="rId113" Type="http://schemas.openxmlformats.org/officeDocument/2006/relationships/customXml" Target="../ink/ink3836.xml"/><Relationship Id="rId80" Type="http://schemas.openxmlformats.org/officeDocument/2006/relationships/customXml" Target="../ink/ink3803.xml"/><Relationship Id="rId85" Type="http://schemas.openxmlformats.org/officeDocument/2006/relationships/customXml" Target="../ink/ink3808.xml"/><Relationship Id="rId12" Type="http://schemas.openxmlformats.org/officeDocument/2006/relationships/customXml" Target="../ink/ink3735.xml"/><Relationship Id="rId17" Type="http://schemas.openxmlformats.org/officeDocument/2006/relationships/customXml" Target="../ink/ink3740.xml"/><Relationship Id="rId33" Type="http://schemas.openxmlformats.org/officeDocument/2006/relationships/customXml" Target="../ink/ink3756.xml"/><Relationship Id="rId38" Type="http://schemas.openxmlformats.org/officeDocument/2006/relationships/customXml" Target="../ink/ink3761.xml"/><Relationship Id="rId59" Type="http://schemas.openxmlformats.org/officeDocument/2006/relationships/customXml" Target="../ink/ink3782.xml"/><Relationship Id="rId103" Type="http://schemas.openxmlformats.org/officeDocument/2006/relationships/customXml" Target="../ink/ink3826.xml"/><Relationship Id="rId108" Type="http://schemas.openxmlformats.org/officeDocument/2006/relationships/customXml" Target="../ink/ink3831.xml"/><Relationship Id="rId54" Type="http://schemas.openxmlformats.org/officeDocument/2006/relationships/customXml" Target="../ink/ink3777.xml"/><Relationship Id="rId70" Type="http://schemas.openxmlformats.org/officeDocument/2006/relationships/customXml" Target="../ink/ink3793.xml"/><Relationship Id="rId75" Type="http://schemas.openxmlformats.org/officeDocument/2006/relationships/customXml" Target="../ink/ink3798.xml"/><Relationship Id="rId91" Type="http://schemas.openxmlformats.org/officeDocument/2006/relationships/customXml" Target="../ink/ink3814.xml"/><Relationship Id="rId96" Type="http://schemas.openxmlformats.org/officeDocument/2006/relationships/customXml" Target="../ink/ink38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29.xml"/><Relationship Id="rId15" Type="http://schemas.openxmlformats.org/officeDocument/2006/relationships/customXml" Target="../ink/ink3738.xml"/><Relationship Id="rId23" Type="http://schemas.openxmlformats.org/officeDocument/2006/relationships/customXml" Target="../ink/ink3746.xml"/><Relationship Id="rId28" Type="http://schemas.openxmlformats.org/officeDocument/2006/relationships/customXml" Target="../ink/ink3751.xml"/><Relationship Id="rId36" Type="http://schemas.openxmlformats.org/officeDocument/2006/relationships/customXml" Target="../ink/ink3759.xml"/><Relationship Id="rId49" Type="http://schemas.openxmlformats.org/officeDocument/2006/relationships/customXml" Target="../ink/ink3772.xml"/><Relationship Id="rId57" Type="http://schemas.openxmlformats.org/officeDocument/2006/relationships/customXml" Target="../ink/ink3780.xml"/><Relationship Id="rId106" Type="http://schemas.openxmlformats.org/officeDocument/2006/relationships/customXml" Target="../ink/ink3829.xml"/><Relationship Id="rId114" Type="http://schemas.openxmlformats.org/officeDocument/2006/relationships/customXml" Target="../ink/ink3837.xml"/><Relationship Id="rId10" Type="http://schemas.openxmlformats.org/officeDocument/2006/relationships/customXml" Target="../ink/ink3733.xml"/><Relationship Id="rId31" Type="http://schemas.openxmlformats.org/officeDocument/2006/relationships/customXml" Target="../ink/ink3754.xml"/><Relationship Id="rId44" Type="http://schemas.openxmlformats.org/officeDocument/2006/relationships/customXml" Target="../ink/ink3767.xml"/><Relationship Id="rId52" Type="http://schemas.openxmlformats.org/officeDocument/2006/relationships/customXml" Target="../ink/ink3775.xml"/><Relationship Id="rId60" Type="http://schemas.openxmlformats.org/officeDocument/2006/relationships/customXml" Target="../ink/ink3783.xml"/><Relationship Id="rId65" Type="http://schemas.openxmlformats.org/officeDocument/2006/relationships/customXml" Target="../ink/ink3788.xml"/><Relationship Id="rId73" Type="http://schemas.openxmlformats.org/officeDocument/2006/relationships/customXml" Target="../ink/ink3796.xml"/><Relationship Id="rId78" Type="http://schemas.openxmlformats.org/officeDocument/2006/relationships/customXml" Target="../ink/ink3801.xml"/><Relationship Id="rId81" Type="http://schemas.openxmlformats.org/officeDocument/2006/relationships/customXml" Target="../ink/ink3804.xml"/><Relationship Id="rId86" Type="http://schemas.openxmlformats.org/officeDocument/2006/relationships/customXml" Target="../ink/ink3809.xml"/><Relationship Id="rId94" Type="http://schemas.openxmlformats.org/officeDocument/2006/relationships/customXml" Target="../ink/ink3817.xml"/><Relationship Id="rId99" Type="http://schemas.openxmlformats.org/officeDocument/2006/relationships/customXml" Target="../ink/ink3822.xml"/><Relationship Id="rId101" Type="http://schemas.openxmlformats.org/officeDocument/2006/relationships/customXml" Target="../ink/ink3824.xml"/><Relationship Id="rId4" Type="http://schemas.openxmlformats.org/officeDocument/2006/relationships/customXml" Target="../ink/ink3727.xml"/><Relationship Id="rId9" Type="http://schemas.openxmlformats.org/officeDocument/2006/relationships/customXml" Target="../ink/ink3732.xml"/><Relationship Id="rId13" Type="http://schemas.openxmlformats.org/officeDocument/2006/relationships/customXml" Target="../ink/ink3736.xml"/><Relationship Id="rId18" Type="http://schemas.openxmlformats.org/officeDocument/2006/relationships/customXml" Target="../ink/ink3741.xml"/><Relationship Id="rId39" Type="http://schemas.openxmlformats.org/officeDocument/2006/relationships/customXml" Target="../ink/ink3762.xml"/><Relationship Id="rId109" Type="http://schemas.openxmlformats.org/officeDocument/2006/relationships/customXml" Target="../ink/ink3832.xml"/><Relationship Id="rId34" Type="http://schemas.openxmlformats.org/officeDocument/2006/relationships/customXml" Target="../ink/ink3757.xml"/><Relationship Id="rId50" Type="http://schemas.openxmlformats.org/officeDocument/2006/relationships/customXml" Target="../ink/ink3773.xml"/><Relationship Id="rId55" Type="http://schemas.openxmlformats.org/officeDocument/2006/relationships/customXml" Target="../ink/ink3778.xml"/><Relationship Id="rId76" Type="http://schemas.openxmlformats.org/officeDocument/2006/relationships/customXml" Target="../ink/ink3799.xml"/><Relationship Id="rId97" Type="http://schemas.openxmlformats.org/officeDocument/2006/relationships/customXml" Target="../ink/ink3820.xml"/><Relationship Id="rId104" Type="http://schemas.openxmlformats.org/officeDocument/2006/relationships/customXml" Target="../ink/ink3827.xml"/><Relationship Id="rId7" Type="http://schemas.openxmlformats.org/officeDocument/2006/relationships/customXml" Target="../ink/ink3730.xml"/><Relationship Id="rId71" Type="http://schemas.openxmlformats.org/officeDocument/2006/relationships/customXml" Target="../ink/ink3794.xml"/><Relationship Id="rId92" Type="http://schemas.openxmlformats.org/officeDocument/2006/relationships/customXml" Target="../ink/ink3815.xml"/><Relationship Id="rId2" Type="http://schemas.openxmlformats.org/officeDocument/2006/relationships/customXml" Target="../ink/ink3725.xml"/><Relationship Id="rId29" Type="http://schemas.openxmlformats.org/officeDocument/2006/relationships/customXml" Target="../ink/ink3752.xml"/><Relationship Id="rId24" Type="http://schemas.openxmlformats.org/officeDocument/2006/relationships/customXml" Target="../ink/ink3747.xml"/><Relationship Id="rId40" Type="http://schemas.openxmlformats.org/officeDocument/2006/relationships/customXml" Target="../ink/ink3763.xml"/><Relationship Id="rId45" Type="http://schemas.openxmlformats.org/officeDocument/2006/relationships/customXml" Target="../ink/ink3768.xml"/><Relationship Id="rId66" Type="http://schemas.openxmlformats.org/officeDocument/2006/relationships/customXml" Target="../ink/ink3789.xml"/><Relationship Id="rId87" Type="http://schemas.openxmlformats.org/officeDocument/2006/relationships/customXml" Target="../ink/ink3810.xml"/><Relationship Id="rId110" Type="http://schemas.openxmlformats.org/officeDocument/2006/relationships/customXml" Target="../ink/ink3833.xml"/><Relationship Id="rId115" Type="http://schemas.openxmlformats.org/officeDocument/2006/relationships/customXml" Target="../ink/ink3838.xml"/><Relationship Id="rId61" Type="http://schemas.openxmlformats.org/officeDocument/2006/relationships/customXml" Target="../ink/ink3784.xml"/><Relationship Id="rId82" Type="http://schemas.openxmlformats.org/officeDocument/2006/relationships/customXml" Target="../ink/ink3805.xml"/><Relationship Id="rId19" Type="http://schemas.openxmlformats.org/officeDocument/2006/relationships/customXml" Target="../ink/ink3742.xml"/><Relationship Id="rId14" Type="http://schemas.openxmlformats.org/officeDocument/2006/relationships/customXml" Target="../ink/ink3737.xml"/><Relationship Id="rId30" Type="http://schemas.openxmlformats.org/officeDocument/2006/relationships/customXml" Target="../ink/ink3753.xml"/><Relationship Id="rId35" Type="http://schemas.openxmlformats.org/officeDocument/2006/relationships/customXml" Target="../ink/ink3758.xml"/><Relationship Id="rId56" Type="http://schemas.openxmlformats.org/officeDocument/2006/relationships/customXml" Target="../ink/ink3779.xml"/><Relationship Id="rId77" Type="http://schemas.openxmlformats.org/officeDocument/2006/relationships/customXml" Target="../ink/ink3800.xml"/><Relationship Id="rId100" Type="http://schemas.openxmlformats.org/officeDocument/2006/relationships/customXml" Target="../ink/ink3823.xml"/><Relationship Id="rId105" Type="http://schemas.openxmlformats.org/officeDocument/2006/relationships/customXml" Target="../ink/ink3828.xml"/><Relationship Id="rId8" Type="http://schemas.openxmlformats.org/officeDocument/2006/relationships/customXml" Target="../ink/ink3731.xml"/><Relationship Id="rId51" Type="http://schemas.openxmlformats.org/officeDocument/2006/relationships/customXml" Target="../ink/ink3774.xml"/><Relationship Id="rId72" Type="http://schemas.openxmlformats.org/officeDocument/2006/relationships/customXml" Target="../ink/ink3795.xml"/><Relationship Id="rId93" Type="http://schemas.openxmlformats.org/officeDocument/2006/relationships/customXml" Target="../ink/ink3816.xml"/><Relationship Id="rId98" Type="http://schemas.openxmlformats.org/officeDocument/2006/relationships/customXml" Target="../ink/ink3821.xml"/><Relationship Id="rId3" Type="http://schemas.openxmlformats.org/officeDocument/2006/relationships/customXml" Target="../ink/ink3726.xml"/><Relationship Id="rId25" Type="http://schemas.openxmlformats.org/officeDocument/2006/relationships/customXml" Target="../ink/ink3748.xml"/><Relationship Id="rId46" Type="http://schemas.openxmlformats.org/officeDocument/2006/relationships/customXml" Target="../ink/ink3769.xml"/><Relationship Id="rId67" Type="http://schemas.openxmlformats.org/officeDocument/2006/relationships/customXml" Target="../ink/ink3790.xml"/><Relationship Id="rId20" Type="http://schemas.openxmlformats.org/officeDocument/2006/relationships/customXml" Target="../ink/ink3743.xml"/><Relationship Id="rId41" Type="http://schemas.openxmlformats.org/officeDocument/2006/relationships/customXml" Target="../ink/ink3764.xml"/><Relationship Id="rId62" Type="http://schemas.openxmlformats.org/officeDocument/2006/relationships/customXml" Target="../ink/ink3785.xml"/><Relationship Id="rId83" Type="http://schemas.openxmlformats.org/officeDocument/2006/relationships/customXml" Target="../ink/ink3806.xml"/><Relationship Id="rId88" Type="http://schemas.openxmlformats.org/officeDocument/2006/relationships/customXml" Target="../ink/ink3811.xml"/><Relationship Id="rId111" Type="http://schemas.openxmlformats.org/officeDocument/2006/relationships/customXml" Target="../ink/ink3834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953.xml"/><Relationship Id="rId21" Type="http://schemas.openxmlformats.org/officeDocument/2006/relationships/customXml" Target="../ink/ink3857.xml"/><Relationship Id="rId42" Type="http://schemas.openxmlformats.org/officeDocument/2006/relationships/customXml" Target="../ink/ink3878.xml"/><Relationship Id="rId63" Type="http://schemas.openxmlformats.org/officeDocument/2006/relationships/customXml" Target="../ink/ink3899.xml"/><Relationship Id="rId84" Type="http://schemas.openxmlformats.org/officeDocument/2006/relationships/customXml" Target="../ink/ink3920.xml"/><Relationship Id="rId138" Type="http://schemas.openxmlformats.org/officeDocument/2006/relationships/customXml" Target="../ink/ink3974.xml"/><Relationship Id="rId107" Type="http://schemas.openxmlformats.org/officeDocument/2006/relationships/customXml" Target="../ink/ink3943.xml"/><Relationship Id="rId11" Type="http://schemas.openxmlformats.org/officeDocument/2006/relationships/customXml" Target="../ink/ink3847.xml"/><Relationship Id="rId32" Type="http://schemas.openxmlformats.org/officeDocument/2006/relationships/customXml" Target="../ink/ink3868.xml"/><Relationship Id="rId53" Type="http://schemas.openxmlformats.org/officeDocument/2006/relationships/customXml" Target="../ink/ink3889.xml"/><Relationship Id="rId74" Type="http://schemas.openxmlformats.org/officeDocument/2006/relationships/customXml" Target="../ink/ink3910.xml"/><Relationship Id="rId128" Type="http://schemas.openxmlformats.org/officeDocument/2006/relationships/customXml" Target="../ink/ink3964.xml"/><Relationship Id="rId149" Type="http://schemas.openxmlformats.org/officeDocument/2006/relationships/customXml" Target="../ink/ink3985.xml"/><Relationship Id="rId5" Type="http://schemas.openxmlformats.org/officeDocument/2006/relationships/customXml" Target="../ink/ink3841.xml"/><Relationship Id="rId95" Type="http://schemas.openxmlformats.org/officeDocument/2006/relationships/customXml" Target="../ink/ink3931.xml"/><Relationship Id="rId22" Type="http://schemas.openxmlformats.org/officeDocument/2006/relationships/customXml" Target="../ink/ink3858.xml"/><Relationship Id="rId43" Type="http://schemas.openxmlformats.org/officeDocument/2006/relationships/customXml" Target="../ink/ink3879.xml"/><Relationship Id="rId64" Type="http://schemas.openxmlformats.org/officeDocument/2006/relationships/customXml" Target="../ink/ink3900.xml"/><Relationship Id="rId118" Type="http://schemas.openxmlformats.org/officeDocument/2006/relationships/customXml" Target="../ink/ink3954.xml"/><Relationship Id="rId139" Type="http://schemas.openxmlformats.org/officeDocument/2006/relationships/customXml" Target="../ink/ink3975.xml"/><Relationship Id="rId80" Type="http://schemas.openxmlformats.org/officeDocument/2006/relationships/customXml" Target="../ink/ink3916.xml"/><Relationship Id="rId85" Type="http://schemas.openxmlformats.org/officeDocument/2006/relationships/customXml" Target="../ink/ink3921.xml"/><Relationship Id="rId150" Type="http://schemas.openxmlformats.org/officeDocument/2006/relationships/customXml" Target="../ink/ink3986.xml"/><Relationship Id="rId155" Type="http://schemas.openxmlformats.org/officeDocument/2006/relationships/customXml" Target="../ink/ink3991.xml"/><Relationship Id="rId12" Type="http://schemas.openxmlformats.org/officeDocument/2006/relationships/customXml" Target="../ink/ink3848.xml"/><Relationship Id="rId17" Type="http://schemas.openxmlformats.org/officeDocument/2006/relationships/customXml" Target="../ink/ink3853.xml"/><Relationship Id="rId33" Type="http://schemas.openxmlformats.org/officeDocument/2006/relationships/customXml" Target="../ink/ink3869.xml"/><Relationship Id="rId38" Type="http://schemas.openxmlformats.org/officeDocument/2006/relationships/customXml" Target="../ink/ink3874.xml"/><Relationship Id="rId59" Type="http://schemas.openxmlformats.org/officeDocument/2006/relationships/customXml" Target="../ink/ink3895.xml"/><Relationship Id="rId103" Type="http://schemas.openxmlformats.org/officeDocument/2006/relationships/customXml" Target="../ink/ink3939.xml"/><Relationship Id="rId108" Type="http://schemas.openxmlformats.org/officeDocument/2006/relationships/customXml" Target="../ink/ink3944.xml"/><Relationship Id="rId124" Type="http://schemas.openxmlformats.org/officeDocument/2006/relationships/customXml" Target="../ink/ink3960.xml"/><Relationship Id="rId129" Type="http://schemas.openxmlformats.org/officeDocument/2006/relationships/customXml" Target="../ink/ink3965.xml"/><Relationship Id="rId54" Type="http://schemas.openxmlformats.org/officeDocument/2006/relationships/customXml" Target="../ink/ink3890.xml"/><Relationship Id="rId70" Type="http://schemas.openxmlformats.org/officeDocument/2006/relationships/customXml" Target="../ink/ink3906.xml"/><Relationship Id="rId75" Type="http://schemas.openxmlformats.org/officeDocument/2006/relationships/customXml" Target="../ink/ink3911.xml"/><Relationship Id="rId91" Type="http://schemas.openxmlformats.org/officeDocument/2006/relationships/customXml" Target="../ink/ink3927.xml"/><Relationship Id="rId96" Type="http://schemas.openxmlformats.org/officeDocument/2006/relationships/customXml" Target="../ink/ink3932.xml"/><Relationship Id="rId140" Type="http://schemas.openxmlformats.org/officeDocument/2006/relationships/customXml" Target="../ink/ink3976.xml"/><Relationship Id="rId145" Type="http://schemas.openxmlformats.org/officeDocument/2006/relationships/customXml" Target="../ink/ink39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42.xml"/><Relationship Id="rId23" Type="http://schemas.openxmlformats.org/officeDocument/2006/relationships/customXml" Target="../ink/ink3859.xml"/><Relationship Id="rId28" Type="http://schemas.openxmlformats.org/officeDocument/2006/relationships/customXml" Target="../ink/ink3864.xml"/><Relationship Id="rId49" Type="http://schemas.openxmlformats.org/officeDocument/2006/relationships/customXml" Target="../ink/ink3885.xml"/><Relationship Id="rId114" Type="http://schemas.openxmlformats.org/officeDocument/2006/relationships/customXml" Target="../ink/ink3950.xml"/><Relationship Id="rId119" Type="http://schemas.openxmlformats.org/officeDocument/2006/relationships/customXml" Target="../ink/ink3955.xml"/><Relationship Id="rId44" Type="http://schemas.openxmlformats.org/officeDocument/2006/relationships/customXml" Target="../ink/ink3880.xml"/><Relationship Id="rId60" Type="http://schemas.openxmlformats.org/officeDocument/2006/relationships/customXml" Target="../ink/ink3896.xml"/><Relationship Id="rId65" Type="http://schemas.openxmlformats.org/officeDocument/2006/relationships/customXml" Target="../ink/ink3901.xml"/><Relationship Id="rId81" Type="http://schemas.openxmlformats.org/officeDocument/2006/relationships/customXml" Target="../ink/ink3917.xml"/><Relationship Id="rId86" Type="http://schemas.openxmlformats.org/officeDocument/2006/relationships/customXml" Target="../ink/ink3922.xml"/><Relationship Id="rId130" Type="http://schemas.openxmlformats.org/officeDocument/2006/relationships/customXml" Target="../ink/ink3966.xml"/><Relationship Id="rId135" Type="http://schemas.openxmlformats.org/officeDocument/2006/relationships/customXml" Target="../ink/ink3971.xml"/><Relationship Id="rId151" Type="http://schemas.openxmlformats.org/officeDocument/2006/relationships/customXml" Target="../ink/ink3987.xml"/><Relationship Id="rId156" Type="http://schemas.openxmlformats.org/officeDocument/2006/relationships/customXml" Target="../ink/ink3992.xml"/><Relationship Id="rId13" Type="http://schemas.openxmlformats.org/officeDocument/2006/relationships/customXml" Target="../ink/ink3849.xml"/><Relationship Id="rId18" Type="http://schemas.openxmlformats.org/officeDocument/2006/relationships/customXml" Target="../ink/ink3854.xml"/><Relationship Id="rId39" Type="http://schemas.openxmlformats.org/officeDocument/2006/relationships/customXml" Target="../ink/ink3875.xml"/><Relationship Id="rId109" Type="http://schemas.openxmlformats.org/officeDocument/2006/relationships/customXml" Target="../ink/ink3945.xml"/><Relationship Id="rId34" Type="http://schemas.openxmlformats.org/officeDocument/2006/relationships/customXml" Target="../ink/ink3870.xml"/><Relationship Id="rId50" Type="http://schemas.openxmlformats.org/officeDocument/2006/relationships/customXml" Target="../ink/ink3886.xml"/><Relationship Id="rId55" Type="http://schemas.openxmlformats.org/officeDocument/2006/relationships/customXml" Target="../ink/ink3891.xml"/><Relationship Id="rId76" Type="http://schemas.openxmlformats.org/officeDocument/2006/relationships/customXml" Target="../ink/ink3912.xml"/><Relationship Id="rId97" Type="http://schemas.openxmlformats.org/officeDocument/2006/relationships/customXml" Target="../ink/ink3933.xml"/><Relationship Id="rId104" Type="http://schemas.openxmlformats.org/officeDocument/2006/relationships/customXml" Target="../ink/ink3940.xml"/><Relationship Id="rId120" Type="http://schemas.openxmlformats.org/officeDocument/2006/relationships/customXml" Target="../ink/ink3956.xml"/><Relationship Id="rId125" Type="http://schemas.openxmlformats.org/officeDocument/2006/relationships/customXml" Target="../ink/ink3961.xml"/><Relationship Id="rId141" Type="http://schemas.openxmlformats.org/officeDocument/2006/relationships/customXml" Target="../ink/ink3977.xml"/><Relationship Id="rId146" Type="http://schemas.openxmlformats.org/officeDocument/2006/relationships/customXml" Target="../ink/ink3982.xml"/><Relationship Id="rId7" Type="http://schemas.openxmlformats.org/officeDocument/2006/relationships/customXml" Target="../ink/ink3843.xml"/><Relationship Id="rId71" Type="http://schemas.openxmlformats.org/officeDocument/2006/relationships/customXml" Target="../ink/ink3907.xml"/><Relationship Id="rId92" Type="http://schemas.openxmlformats.org/officeDocument/2006/relationships/customXml" Target="../ink/ink3928.xml"/><Relationship Id="rId2" Type="http://schemas.openxmlformats.org/officeDocument/2006/relationships/image" Target="../media/image25.emf"/><Relationship Id="rId29" Type="http://schemas.openxmlformats.org/officeDocument/2006/relationships/customXml" Target="../ink/ink3865.xml"/><Relationship Id="rId24" Type="http://schemas.openxmlformats.org/officeDocument/2006/relationships/customXml" Target="../ink/ink3860.xml"/><Relationship Id="rId40" Type="http://schemas.openxmlformats.org/officeDocument/2006/relationships/customXml" Target="../ink/ink3876.xml"/><Relationship Id="rId45" Type="http://schemas.openxmlformats.org/officeDocument/2006/relationships/customXml" Target="../ink/ink3881.xml"/><Relationship Id="rId66" Type="http://schemas.openxmlformats.org/officeDocument/2006/relationships/customXml" Target="../ink/ink3902.xml"/><Relationship Id="rId87" Type="http://schemas.openxmlformats.org/officeDocument/2006/relationships/customXml" Target="../ink/ink3923.xml"/><Relationship Id="rId110" Type="http://schemas.openxmlformats.org/officeDocument/2006/relationships/customXml" Target="../ink/ink3946.xml"/><Relationship Id="rId115" Type="http://schemas.openxmlformats.org/officeDocument/2006/relationships/customXml" Target="../ink/ink3951.xml"/><Relationship Id="rId131" Type="http://schemas.openxmlformats.org/officeDocument/2006/relationships/customXml" Target="../ink/ink3967.xml"/><Relationship Id="rId136" Type="http://schemas.openxmlformats.org/officeDocument/2006/relationships/customXml" Target="../ink/ink3972.xml"/><Relationship Id="rId157" Type="http://schemas.openxmlformats.org/officeDocument/2006/relationships/customXml" Target="../ink/ink3993.xml"/><Relationship Id="rId61" Type="http://schemas.openxmlformats.org/officeDocument/2006/relationships/customXml" Target="../ink/ink3897.xml"/><Relationship Id="rId82" Type="http://schemas.openxmlformats.org/officeDocument/2006/relationships/customXml" Target="../ink/ink3918.xml"/><Relationship Id="rId152" Type="http://schemas.openxmlformats.org/officeDocument/2006/relationships/customXml" Target="../ink/ink3988.xml"/><Relationship Id="rId19" Type="http://schemas.openxmlformats.org/officeDocument/2006/relationships/customXml" Target="../ink/ink3855.xml"/><Relationship Id="rId14" Type="http://schemas.openxmlformats.org/officeDocument/2006/relationships/customXml" Target="../ink/ink3850.xml"/><Relationship Id="rId30" Type="http://schemas.openxmlformats.org/officeDocument/2006/relationships/customXml" Target="../ink/ink3866.xml"/><Relationship Id="rId35" Type="http://schemas.openxmlformats.org/officeDocument/2006/relationships/customXml" Target="../ink/ink3871.xml"/><Relationship Id="rId56" Type="http://schemas.openxmlformats.org/officeDocument/2006/relationships/customXml" Target="../ink/ink3892.xml"/><Relationship Id="rId77" Type="http://schemas.openxmlformats.org/officeDocument/2006/relationships/customXml" Target="../ink/ink3913.xml"/><Relationship Id="rId100" Type="http://schemas.openxmlformats.org/officeDocument/2006/relationships/customXml" Target="../ink/ink3936.xml"/><Relationship Id="rId105" Type="http://schemas.openxmlformats.org/officeDocument/2006/relationships/customXml" Target="../ink/ink3941.xml"/><Relationship Id="rId126" Type="http://schemas.openxmlformats.org/officeDocument/2006/relationships/customXml" Target="../ink/ink3962.xml"/><Relationship Id="rId147" Type="http://schemas.openxmlformats.org/officeDocument/2006/relationships/customXml" Target="../ink/ink3983.xml"/><Relationship Id="rId8" Type="http://schemas.openxmlformats.org/officeDocument/2006/relationships/customXml" Target="../ink/ink3844.xml"/><Relationship Id="rId51" Type="http://schemas.openxmlformats.org/officeDocument/2006/relationships/customXml" Target="../ink/ink3887.xml"/><Relationship Id="rId72" Type="http://schemas.openxmlformats.org/officeDocument/2006/relationships/customXml" Target="../ink/ink3908.xml"/><Relationship Id="rId93" Type="http://schemas.openxmlformats.org/officeDocument/2006/relationships/customXml" Target="../ink/ink3929.xml"/><Relationship Id="rId98" Type="http://schemas.openxmlformats.org/officeDocument/2006/relationships/customXml" Target="../ink/ink3934.xml"/><Relationship Id="rId121" Type="http://schemas.openxmlformats.org/officeDocument/2006/relationships/customXml" Target="../ink/ink3957.xml"/><Relationship Id="rId142" Type="http://schemas.openxmlformats.org/officeDocument/2006/relationships/customXml" Target="../ink/ink3978.xml"/><Relationship Id="rId3" Type="http://schemas.openxmlformats.org/officeDocument/2006/relationships/customXml" Target="../ink/ink3839.xml"/><Relationship Id="rId25" Type="http://schemas.openxmlformats.org/officeDocument/2006/relationships/customXml" Target="../ink/ink3861.xml"/><Relationship Id="rId46" Type="http://schemas.openxmlformats.org/officeDocument/2006/relationships/customXml" Target="../ink/ink3882.xml"/><Relationship Id="rId67" Type="http://schemas.openxmlformats.org/officeDocument/2006/relationships/customXml" Target="../ink/ink3903.xml"/><Relationship Id="rId116" Type="http://schemas.openxmlformats.org/officeDocument/2006/relationships/customXml" Target="../ink/ink3952.xml"/><Relationship Id="rId137" Type="http://schemas.openxmlformats.org/officeDocument/2006/relationships/customXml" Target="../ink/ink3973.xml"/><Relationship Id="rId158" Type="http://schemas.openxmlformats.org/officeDocument/2006/relationships/customXml" Target="../ink/ink3994.xml"/><Relationship Id="rId20" Type="http://schemas.openxmlformats.org/officeDocument/2006/relationships/customXml" Target="../ink/ink3856.xml"/><Relationship Id="rId41" Type="http://schemas.openxmlformats.org/officeDocument/2006/relationships/customXml" Target="../ink/ink3877.xml"/><Relationship Id="rId62" Type="http://schemas.openxmlformats.org/officeDocument/2006/relationships/customXml" Target="../ink/ink3898.xml"/><Relationship Id="rId83" Type="http://schemas.openxmlformats.org/officeDocument/2006/relationships/customXml" Target="../ink/ink3919.xml"/><Relationship Id="rId88" Type="http://schemas.openxmlformats.org/officeDocument/2006/relationships/customXml" Target="../ink/ink3924.xml"/><Relationship Id="rId111" Type="http://schemas.openxmlformats.org/officeDocument/2006/relationships/customXml" Target="../ink/ink3947.xml"/><Relationship Id="rId132" Type="http://schemas.openxmlformats.org/officeDocument/2006/relationships/customXml" Target="../ink/ink3968.xml"/><Relationship Id="rId153" Type="http://schemas.openxmlformats.org/officeDocument/2006/relationships/customXml" Target="../ink/ink3989.xml"/><Relationship Id="rId15" Type="http://schemas.openxmlformats.org/officeDocument/2006/relationships/customXml" Target="../ink/ink3851.xml"/><Relationship Id="rId36" Type="http://schemas.openxmlformats.org/officeDocument/2006/relationships/customXml" Target="../ink/ink3872.xml"/><Relationship Id="rId57" Type="http://schemas.openxmlformats.org/officeDocument/2006/relationships/customXml" Target="../ink/ink3893.xml"/><Relationship Id="rId106" Type="http://schemas.openxmlformats.org/officeDocument/2006/relationships/customXml" Target="../ink/ink3942.xml"/><Relationship Id="rId127" Type="http://schemas.openxmlformats.org/officeDocument/2006/relationships/customXml" Target="../ink/ink3963.xml"/><Relationship Id="rId10" Type="http://schemas.openxmlformats.org/officeDocument/2006/relationships/customXml" Target="../ink/ink3846.xml"/><Relationship Id="rId31" Type="http://schemas.openxmlformats.org/officeDocument/2006/relationships/customXml" Target="../ink/ink3867.xml"/><Relationship Id="rId52" Type="http://schemas.openxmlformats.org/officeDocument/2006/relationships/customXml" Target="../ink/ink3888.xml"/><Relationship Id="rId73" Type="http://schemas.openxmlformats.org/officeDocument/2006/relationships/customXml" Target="../ink/ink3909.xml"/><Relationship Id="rId78" Type="http://schemas.openxmlformats.org/officeDocument/2006/relationships/customXml" Target="../ink/ink3914.xml"/><Relationship Id="rId94" Type="http://schemas.openxmlformats.org/officeDocument/2006/relationships/customXml" Target="../ink/ink3930.xml"/><Relationship Id="rId99" Type="http://schemas.openxmlformats.org/officeDocument/2006/relationships/customXml" Target="../ink/ink3935.xml"/><Relationship Id="rId101" Type="http://schemas.openxmlformats.org/officeDocument/2006/relationships/customXml" Target="../ink/ink3937.xml"/><Relationship Id="rId122" Type="http://schemas.openxmlformats.org/officeDocument/2006/relationships/customXml" Target="../ink/ink3958.xml"/><Relationship Id="rId143" Type="http://schemas.openxmlformats.org/officeDocument/2006/relationships/customXml" Target="../ink/ink3979.xml"/><Relationship Id="rId148" Type="http://schemas.openxmlformats.org/officeDocument/2006/relationships/customXml" Target="../ink/ink3984.xml"/><Relationship Id="rId4" Type="http://schemas.openxmlformats.org/officeDocument/2006/relationships/customXml" Target="../ink/ink3840.xml"/><Relationship Id="rId9" Type="http://schemas.openxmlformats.org/officeDocument/2006/relationships/customXml" Target="../ink/ink3845.xml"/><Relationship Id="rId26" Type="http://schemas.openxmlformats.org/officeDocument/2006/relationships/customXml" Target="../ink/ink3862.xml"/><Relationship Id="rId47" Type="http://schemas.openxmlformats.org/officeDocument/2006/relationships/customXml" Target="../ink/ink3883.xml"/><Relationship Id="rId68" Type="http://schemas.openxmlformats.org/officeDocument/2006/relationships/customXml" Target="../ink/ink3904.xml"/><Relationship Id="rId89" Type="http://schemas.openxmlformats.org/officeDocument/2006/relationships/customXml" Target="../ink/ink3925.xml"/><Relationship Id="rId112" Type="http://schemas.openxmlformats.org/officeDocument/2006/relationships/customXml" Target="../ink/ink3948.xml"/><Relationship Id="rId133" Type="http://schemas.openxmlformats.org/officeDocument/2006/relationships/customXml" Target="../ink/ink3969.xml"/><Relationship Id="rId154" Type="http://schemas.openxmlformats.org/officeDocument/2006/relationships/customXml" Target="../ink/ink3990.xml"/><Relationship Id="rId16" Type="http://schemas.openxmlformats.org/officeDocument/2006/relationships/customXml" Target="../ink/ink3852.xml"/><Relationship Id="rId37" Type="http://schemas.openxmlformats.org/officeDocument/2006/relationships/customXml" Target="../ink/ink3873.xml"/><Relationship Id="rId58" Type="http://schemas.openxmlformats.org/officeDocument/2006/relationships/customXml" Target="../ink/ink3894.xml"/><Relationship Id="rId79" Type="http://schemas.openxmlformats.org/officeDocument/2006/relationships/customXml" Target="../ink/ink3915.xml"/><Relationship Id="rId102" Type="http://schemas.openxmlformats.org/officeDocument/2006/relationships/customXml" Target="../ink/ink3938.xml"/><Relationship Id="rId123" Type="http://schemas.openxmlformats.org/officeDocument/2006/relationships/customXml" Target="../ink/ink3959.xml"/><Relationship Id="rId144" Type="http://schemas.openxmlformats.org/officeDocument/2006/relationships/customXml" Target="../ink/ink3980.xml"/><Relationship Id="rId90" Type="http://schemas.openxmlformats.org/officeDocument/2006/relationships/customXml" Target="../ink/ink3926.xml"/><Relationship Id="rId27" Type="http://schemas.openxmlformats.org/officeDocument/2006/relationships/customXml" Target="../ink/ink3863.xml"/><Relationship Id="rId48" Type="http://schemas.openxmlformats.org/officeDocument/2006/relationships/customXml" Target="../ink/ink3884.xml"/><Relationship Id="rId69" Type="http://schemas.openxmlformats.org/officeDocument/2006/relationships/customXml" Target="../ink/ink3905.xml"/><Relationship Id="rId113" Type="http://schemas.openxmlformats.org/officeDocument/2006/relationships/customXml" Target="../ink/ink3949.xml"/><Relationship Id="rId134" Type="http://schemas.openxmlformats.org/officeDocument/2006/relationships/customXml" Target="../ink/ink3970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110.xml"/><Relationship Id="rId21" Type="http://schemas.openxmlformats.org/officeDocument/2006/relationships/customXml" Target="../ink/ink4014.xml"/><Relationship Id="rId42" Type="http://schemas.openxmlformats.org/officeDocument/2006/relationships/customXml" Target="../ink/ink4035.xml"/><Relationship Id="rId63" Type="http://schemas.openxmlformats.org/officeDocument/2006/relationships/customXml" Target="../ink/ink4056.xml"/><Relationship Id="rId84" Type="http://schemas.openxmlformats.org/officeDocument/2006/relationships/customXml" Target="../ink/ink4077.xml"/><Relationship Id="rId138" Type="http://schemas.openxmlformats.org/officeDocument/2006/relationships/customXml" Target="../ink/ink4131.xml"/><Relationship Id="rId159" Type="http://schemas.openxmlformats.org/officeDocument/2006/relationships/customXml" Target="../ink/ink4152.xml"/><Relationship Id="rId170" Type="http://schemas.openxmlformats.org/officeDocument/2006/relationships/customXml" Target="../ink/ink4163.xml"/><Relationship Id="rId191" Type="http://schemas.openxmlformats.org/officeDocument/2006/relationships/customXml" Target="../ink/ink4184.xml"/><Relationship Id="rId205" Type="http://schemas.openxmlformats.org/officeDocument/2006/relationships/customXml" Target="../ink/ink4198.xml"/><Relationship Id="rId226" Type="http://schemas.openxmlformats.org/officeDocument/2006/relationships/customXml" Target="../ink/ink4219.xml"/><Relationship Id="rId107" Type="http://schemas.openxmlformats.org/officeDocument/2006/relationships/customXml" Target="../ink/ink4100.xml"/><Relationship Id="rId11" Type="http://schemas.openxmlformats.org/officeDocument/2006/relationships/customXml" Target="../ink/ink4004.xml"/><Relationship Id="rId32" Type="http://schemas.openxmlformats.org/officeDocument/2006/relationships/customXml" Target="../ink/ink4025.xml"/><Relationship Id="rId53" Type="http://schemas.openxmlformats.org/officeDocument/2006/relationships/customXml" Target="../ink/ink4046.xml"/><Relationship Id="rId74" Type="http://schemas.openxmlformats.org/officeDocument/2006/relationships/customXml" Target="../ink/ink4067.xml"/><Relationship Id="rId128" Type="http://schemas.openxmlformats.org/officeDocument/2006/relationships/customXml" Target="../ink/ink4121.xml"/><Relationship Id="rId149" Type="http://schemas.openxmlformats.org/officeDocument/2006/relationships/customXml" Target="../ink/ink4142.xml"/><Relationship Id="rId5" Type="http://schemas.openxmlformats.org/officeDocument/2006/relationships/customXml" Target="../ink/ink3998.xml"/><Relationship Id="rId95" Type="http://schemas.openxmlformats.org/officeDocument/2006/relationships/customXml" Target="../ink/ink4088.xml"/><Relationship Id="rId160" Type="http://schemas.openxmlformats.org/officeDocument/2006/relationships/customXml" Target="../ink/ink4153.xml"/><Relationship Id="rId181" Type="http://schemas.openxmlformats.org/officeDocument/2006/relationships/customXml" Target="../ink/ink4174.xml"/><Relationship Id="rId216" Type="http://schemas.openxmlformats.org/officeDocument/2006/relationships/customXml" Target="../ink/ink4209.xml"/><Relationship Id="rId22" Type="http://schemas.openxmlformats.org/officeDocument/2006/relationships/customXml" Target="../ink/ink4015.xml"/><Relationship Id="rId43" Type="http://schemas.openxmlformats.org/officeDocument/2006/relationships/customXml" Target="../ink/ink4036.xml"/><Relationship Id="rId64" Type="http://schemas.openxmlformats.org/officeDocument/2006/relationships/customXml" Target="../ink/ink4057.xml"/><Relationship Id="rId118" Type="http://schemas.openxmlformats.org/officeDocument/2006/relationships/customXml" Target="../ink/ink4111.xml"/><Relationship Id="rId139" Type="http://schemas.openxmlformats.org/officeDocument/2006/relationships/customXml" Target="../ink/ink4132.xml"/><Relationship Id="rId85" Type="http://schemas.openxmlformats.org/officeDocument/2006/relationships/customXml" Target="../ink/ink4078.xml"/><Relationship Id="rId150" Type="http://schemas.openxmlformats.org/officeDocument/2006/relationships/customXml" Target="../ink/ink4143.xml"/><Relationship Id="rId171" Type="http://schemas.openxmlformats.org/officeDocument/2006/relationships/customXml" Target="../ink/ink4164.xml"/><Relationship Id="rId192" Type="http://schemas.openxmlformats.org/officeDocument/2006/relationships/customXml" Target="../ink/ink4185.xml"/><Relationship Id="rId206" Type="http://schemas.openxmlformats.org/officeDocument/2006/relationships/customXml" Target="../ink/ink4199.xml"/><Relationship Id="rId227" Type="http://schemas.openxmlformats.org/officeDocument/2006/relationships/customXml" Target="../ink/ink4220.xml"/><Relationship Id="rId12" Type="http://schemas.openxmlformats.org/officeDocument/2006/relationships/customXml" Target="../ink/ink4005.xml"/><Relationship Id="rId33" Type="http://schemas.openxmlformats.org/officeDocument/2006/relationships/customXml" Target="../ink/ink4026.xml"/><Relationship Id="rId108" Type="http://schemas.openxmlformats.org/officeDocument/2006/relationships/customXml" Target="../ink/ink4101.xml"/><Relationship Id="rId129" Type="http://schemas.openxmlformats.org/officeDocument/2006/relationships/customXml" Target="../ink/ink4122.xml"/><Relationship Id="rId54" Type="http://schemas.openxmlformats.org/officeDocument/2006/relationships/customXml" Target="../ink/ink4047.xml"/><Relationship Id="rId75" Type="http://schemas.openxmlformats.org/officeDocument/2006/relationships/customXml" Target="../ink/ink4068.xml"/><Relationship Id="rId96" Type="http://schemas.openxmlformats.org/officeDocument/2006/relationships/customXml" Target="../ink/ink4089.xml"/><Relationship Id="rId140" Type="http://schemas.openxmlformats.org/officeDocument/2006/relationships/customXml" Target="../ink/ink4133.xml"/><Relationship Id="rId161" Type="http://schemas.openxmlformats.org/officeDocument/2006/relationships/customXml" Target="../ink/ink4154.xml"/><Relationship Id="rId182" Type="http://schemas.openxmlformats.org/officeDocument/2006/relationships/customXml" Target="../ink/ink4175.xml"/><Relationship Id="rId217" Type="http://schemas.openxmlformats.org/officeDocument/2006/relationships/customXml" Target="../ink/ink4210.xml"/><Relationship Id="rId6" Type="http://schemas.openxmlformats.org/officeDocument/2006/relationships/customXml" Target="../ink/ink3999.xml"/><Relationship Id="rId23" Type="http://schemas.openxmlformats.org/officeDocument/2006/relationships/customXml" Target="../ink/ink4016.xml"/><Relationship Id="rId119" Type="http://schemas.openxmlformats.org/officeDocument/2006/relationships/customXml" Target="../ink/ink4112.xml"/><Relationship Id="rId44" Type="http://schemas.openxmlformats.org/officeDocument/2006/relationships/customXml" Target="../ink/ink4037.xml"/><Relationship Id="rId65" Type="http://schemas.openxmlformats.org/officeDocument/2006/relationships/customXml" Target="../ink/ink4058.xml"/><Relationship Id="rId86" Type="http://schemas.openxmlformats.org/officeDocument/2006/relationships/customXml" Target="../ink/ink4079.xml"/><Relationship Id="rId130" Type="http://schemas.openxmlformats.org/officeDocument/2006/relationships/customXml" Target="../ink/ink4123.xml"/><Relationship Id="rId151" Type="http://schemas.openxmlformats.org/officeDocument/2006/relationships/customXml" Target="../ink/ink4144.xml"/><Relationship Id="rId172" Type="http://schemas.openxmlformats.org/officeDocument/2006/relationships/customXml" Target="../ink/ink4165.xml"/><Relationship Id="rId193" Type="http://schemas.openxmlformats.org/officeDocument/2006/relationships/customXml" Target="../ink/ink4186.xml"/><Relationship Id="rId207" Type="http://schemas.openxmlformats.org/officeDocument/2006/relationships/customXml" Target="../ink/ink4200.xml"/><Relationship Id="rId228" Type="http://schemas.openxmlformats.org/officeDocument/2006/relationships/customXml" Target="../ink/ink4221.xml"/><Relationship Id="rId13" Type="http://schemas.openxmlformats.org/officeDocument/2006/relationships/customXml" Target="../ink/ink4006.xml"/><Relationship Id="rId109" Type="http://schemas.openxmlformats.org/officeDocument/2006/relationships/customXml" Target="../ink/ink4102.xml"/><Relationship Id="rId34" Type="http://schemas.openxmlformats.org/officeDocument/2006/relationships/customXml" Target="../ink/ink4027.xml"/><Relationship Id="rId55" Type="http://schemas.openxmlformats.org/officeDocument/2006/relationships/customXml" Target="../ink/ink4048.xml"/><Relationship Id="rId76" Type="http://schemas.openxmlformats.org/officeDocument/2006/relationships/customXml" Target="../ink/ink4069.xml"/><Relationship Id="rId97" Type="http://schemas.openxmlformats.org/officeDocument/2006/relationships/customXml" Target="../ink/ink4090.xml"/><Relationship Id="rId120" Type="http://schemas.openxmlformats.org/officeDocument/2006/relationships/customXml" Target="../ink/ink4113.xml"/><Relationship Id="rId141" Type="http://schemas.openxmlformats.org/officeDocument/2006/relationships/customXml" Target="../ink/ink4134.xml"/><Relationship Id="rId7" Type="http://schemas.openxmlformats.org/officeDocument/2006/relationships/customXml" Target="../ink/ink4000.xml"/><Relationship Id="rId162" Type="http://schemas.openxmlformats.org/officeDocument/2006/relationships/customXml" Target="../ink/ink4155.xml"/><Relationship Id="rId183" Type="http://schemas.openxmlformats.org/officeDocument/2006/relationships/customXml" Target="../ink/ink4176.xml"/><Relationship Id="rId218" Type="http://schemas.openxmlformats.org/officeDocument/2006/relationships/customXml" Target="../ink/ink4211.xml"/><Relationship Id="rId24" Type="http://schemas.openxmlformats.org/officeDocument/2006/relationships/customXml" Target="../ink/ink4017.xml"/><Relationship Id="rId45" Type="http://schemas.openxmlformats.org/officeDocument/2006/relationships/customXml" Target="../ink/ink4038.xml"/><Relationship Id="rId66" Type="http://schemas.openxmlformats.org/officeDocument/2006/relationships/customXml" Target="../ink/ink4059.xml"/><Relationship Id="rId87" Type="http://schemas.openxmlformats.org/officeDocument/2006/relationships/customXml" Target="../ink/ink4080.xml"/><Relationship Id="rId110" Type="http://schemas.openxmlformats.org/officeDocument/2006/relationships/customXml" Target="../ink/ink4103.xml"/><Relationship Id="rId131" Type="http://schemas.openxmlformats.org/officeDocument/2006/relationships/customXml" Target="../ink/ink4124.xml"/><Relationship Id="rId152" Type="http://schemas.openxmlformats.org/officeDocument/2006/relationships/customXml" Target="../ink/ink4145.xml"/><Relationship Id="rId173" Type="http://schemas.openxmlformats.org/officeDocument/2006/relationships/customXml" Target="../ink/ink4166.xml"/><Relationship Id="rId194" Type="http://schemas.openxmlformats.org/officeDocument/2006/relationships/customXml" Target="../ink/ink4187.xml"/><Relationship Id="rId208" Type="http://schemas.openxmlformats.org/officeDocument/2006/relationships/customXml" Target="../ink/ink4201.xml"/><Relationship Id="rId229" Type="http://schemas.openxmlformats.org/officeDocument/2006/relationships/customXml" Target="../ink/ink4222.xml"/><Relationship Id="rId14" Type="http://schemas.openxmlformats.org/officeDocument/2006/relationships/customXml" Target="../ink/ink4007.xml"/><Relationship Id="rId35" Type="http://schemas.openxmlformats.org/officeDocument/2006/relationships/customXml" Target="../ink/ink4028.xml"/><Relationship Id="rId56" Type="http://schemas.openxmlformats.org/officeDocument/2006/relationships/customXml" Target="../ink/ink4049.xml"/><Relationship Id="rId77" Type="http://schemas.openxmlformats.org/officeDocument/2006/relationships/customXml" Target="../ink/ink4070.xml"/><Relationship Id="rId100" Type="http://schemas.openxmlformats.org/officeDocument/2006/relationships/customXml" Target="../ink/ink4093.xml"/><Relationship Id="rId8" Type="http://schemas.openxmlformats.org/officeDocument/2006/relationships/customXml" Target="../ink/ink4001.xml"/><Relationship Id="rId98" Type="http://schemas.openxmlformats.org/officeDocument/2006/relationships/customXml" Target="../ink/ink4091.xml"/><Relationship Id="rId121" Type="http://schemas.openxmlformats.org/officeDocument/2006/relationships/customXml" Target="../ink/ink4114.xml"/><Relationship Id="rId142" Type="http://schemas.openxmlformats.org/officeDocument/2006/relationships/customXml" Target="../ink/ink4135.xml"/><Relationship Id="rId163" Type="http://schemas.openxmlformats.org/officeDocument/2006/relationships/customXml" Target="../ink/ink4156.xml"/><Relationship Id="rId184" Type="http://schemas.openxmlformats.org/officeDocument/2006/relationships/customXml" Target="../ink/ink4177.xml"/><Relationship Id="rId219" Type="http://schemas.openxmlformats.org/officeDocument/2006/relationships/customXml" Target="../ink/ink4212.xml"/><Relationship Id="rId25" Type="http://schemas.openxmlformats.org/officeDocument/2006/relationships/customXml" Target="../ink/ink4018.xml"/><Relationship Id="rId46" Type="http://schemas.openxmlformats.org/officeDocument/2006/relationships/customXml" Target="../ink/ink4039.xml"/><Relationship Id="rId67" Type="http://schemas.openxmlformats.org/officeDocument/2006/relationships/customXml" Target="../ink/ink4060.xml"/><Relationship Id="rId116" Type="http://schemas.openxmlformats.org/officeDocument/2006/relationships/customXml" Target="../ink/ink4109.xml"/><Relationship Id="rId137" Type="http://schemas.openxmlformats.org/officeDocument/2006/relationships/customXml" Target="../ink/ink4130.xml"/><Relationship Id="rId158" Type="http://schemas.openxmlformats.org/officeDocument/2006/relationships/customXml" Target="../ink/ink4151.xml"/><Relationship Id="rId20" Type="http://schemas.openxmlformats.org/officeDocument/2006/relationships/customXml" Target="../ink/ink4013.xml"/><Relationship Id="rId41" Type="http://schemas.openxmlformats.org/officeDocument/2006/relationships/customXml" Target="../ink/ink4034.xml"/><Relationship Id="rId62" Type="http://schemas.openxmlformats.org/officeDocument/2006/relationships/customXml" Target="../ink/ink4055.xml"/><Relationship Id="rId83" Type="http://schemas.openxmlformats.org/officeDocument/2006/relationships/customXml" Target="../ink/ink4076.xml"/><Relationship Id="rId88" Type="http://schemas.openxmlformats.org/officeDocument/2006/relationships/customXml" Target="../ink/ink4081.xml"/><Relationship Id="rId111" Type="http://schemas.openxmlformats.org/officeDocument/2006/relationships/customXml" Target="../ink/ink4104.xml"/><Relationship Id="rId132" Type="http://schemas.openxmlformats.org/officeDocument/2006/relationships/customXml" Target="../ink/ink4125.xml"/><Relationship Id="rId153" Type="http://schemas.openxmlformats.org/officeDocument/2006/relationships/customXml" Target="../ink/ink4146.xml"/><Relationship Id="rId174" Type="http://schemas.openxmlformats.org/officeDocument/2006/relationships/customXml" Target="../ink/ink4167.xml"/><Relationship Id="rId179" Type="http://schemas.openxmlformats.org/officeDocument/2006/relationships/customXml" Target="../ink/ink4172.xml"/><Relationship Id="rId195" Type="http://schemas.openxmlformats.org/officeDocument/2006/relationships/customXml" Target="../ink/ink4188.xml"/><Relationship Id="rId209" Type="http://schemas.openxmlformats.org/officeDocument/2006/relationships/customXml" Target="../ink/ink4202.xml"/><Relationship Id="rId190" Type="http://schemas.openxmlformats.org/officeDocument/2006/relationships/customXml" Target="../ink/ink4183.xml"/><Relationship Id="rId204" Type="http://schemas.openxmlformats.org/officeDocument/2006/relationships/customXml" Target="../ink/ink4197.xml"/><Relationship Id="rId220" Type="http://schemas.openxmlformats.org/officeDocument/2006/relationships/customXml" Target="../ink/ink4213.xml"/><Relationship Id="rId225" Type="http://schemas.openxmlformats.org/officeDocument/2006/relationships/customXml" Target="../ink/ink4218.xml"/><Relationship Id="rId15" Type="http://schemas.openxmlformats.org/officeDocument/2006/relationships/customXml" Target="../ink/ink4008.xml"/><Relationship Id="rId36" Type="http://schemas.openxmlformats.org/officeDocument/2006/relationships/customXml" Target="../ink/ink4029.xml"/><Relationship Id="rId57" Type="http://schemas.openxmlformats.org/officeDocument/2006/relationships/customXml" Target="../ink/ink4050.xml"/><Relationship Id="rId106" Type="http://schemas.openxmlformats.org/officeDocument/2006/relationships/customXml" Target="../ink/ink4099.xml"/><Relationship Id="rId127" Type="http://schemas.openxmlformats.org/officeDocument/2006/relationships/customXml" Target="../ink/ink4120.xml"/><Relationship Id="rId10" Type="http://schemas.openxmlformats.org/officeDocument/2006/relationships/customXml" Target="../ink/ink4003.xml"/><Relationship Id="rId31" Type="http://schemas.openxmlformats.org/officeDocument/2006/relationships/customXml" Target="../ink/ink4024.xml"/><Relationship Id="rId52" Type="http://schemas.openxmlformats.org/officeDocument/2006/relationships/customXml" Target="../ink/ink4045.xml"/><Relationship Id="rId73" Type="http://schemas.openxmlformats.org/officeDocument/2006/relationships/customXml" Target="../ink/ink4066.xml"/><Relationship Id="rId78" Type="http://schemas.openxmlformats.org/officeDocument/2006/relationships/customXml" Target="../ink/ink4071.xml"/><Relationship Id="rId94" Type="http://schemas.openxmlformats.org/officeDocument/2006/relationships/customXml" Target="../ink/ink4087.xml"/><Relationship Id="rId99" Type="http://schemas.openxmlformats.org/officeDocument/2006/relationships/customXml" Target="../ink/ink4092.xml"/><Relationship Id="rId101" Type="http://schemas.openxmlformats.org/officeDocument/2006/relationships/customXml" Target="../ink/ink4094.xml"/><Relationship Id="rId122" Type="http://schemas.openxmlformats.org/officeDocument/2006/relationships/customXml" Target="../ink/ink4115.xml"/><Relationship Id="rId143" Type="http://schemas.openxmlformats.org/officeDocument/2006/relationships/customXml" Target="../ink/ink4136.xml"/><Relationship Id="rId148" Type="http://schemas.openxmlformats.org/officeDocument/2006/relationships/customXml" Target="../ink/ink4141.xml"/><Relationship Id="rId164" Type="http://schemas.openxmlformats.org/officeDocument/2006/relationships/customXml" Target="../ink/ink4157.xml"/><Relationship Id="rId169" Type="http://schemas.openxmlformats.org/officeDocument/2006/relationships/customXml" Target="../ink/ink4162.xml"/><Relationship Id="rId185" Type="http://schemas.openxmlformats.org/officeDocument/2006/relationships/customXml" Target="../ink/ink4178.xml"/><Relationship Id="rId4" Type="http://schemas.openxmlformats.org/officeDocument/2006/relationships/customXml" Target="../ink/ink3997.xml"/><Relationship Id="rId9" Type="http://schemas.openxmlformats.org/officeDocument/2006/relationships/customXml" Target="../ink/ink4002.xml"/><Relationship Id="rId180" Type="http://schemas.openxmlformats.org/officeDocument/2006/relationships/customXml" Target="../ink/ink4173.xml"/><Relationship Id="rId210" Type="http://schemas.openxmlformats.org/officeDocument/2006/relationships/customXml" Target="../ink/ink4203.xml"/><Relationship Id="rId215" Type="http://schemas.openxmlformats.org/officeDocument/2006/relationships/customXml" Target="../ink/ink4208.xml"/><Relationship Id="rId26" Type="http://schemas.openxmlformats.org/officeDocument/2006/relationships/customXml" Target="../ink/ink4019.xml"/><Relationship Id="rId47" Type="http://schemas.openxmlformats.org/officeDocument/2006/relationships/customXml" Target="../ink/ink4040.xml"/><Relationship Id="rId68" Type="http://schemas.openxmlformats.org/officeDocument/2006/relationships/customXml" Target="../ink/ink4061.xml"/><Relationship Id="rId89" Type="http://schemas.openxmlformats.org/officeDocument/2006/relationships/customXml" Target="../ink/ink4082.xml"/><Relationship Id="rId112" Type="http://schemas.openxmlformats.org/officeDocument/2006/relationships/customXml" Target="../ink/ink4105.xml"/><Relationship Id="rId133" Type="http://schemas.openxmlformats.org/officeDocument/2006/relationships/customXml" Target="../ink/ink4126.xml"/><Relationship Id="rId154" Type="http://schemas.openxmlformats.org/officeDocument/2006/relationships/customXml" Target="../ink/ink4147.xml"/><Relationship Id="rId175" Type="http://schemas.openxmlformats.org/officeDocument/2006/relationships/customXml" Target="../ink/ink4168.xml"/><Relationship Id="rId196" Type="http://schemas.openxmlformats.org/officeDocument/2006/relationships/customXml" Target="../ink/ink4189.xml"/><Relationship Id="rId200" Type="http://schemas.openxmlformats.org/officeDocument/2006/relationships/customXml" Target="../ink/ink4193.xml"/><Relationship Id="rId16" Type="http://schemas.openxmlformats.org/officeDocument/2006/relationships/customXml" Target="../ink/ink4009.xml"/><Relationship Id="rId221" Type="http://schemas.openxmlformats.org/officeDocument/2006/relationships/customXml" Target="../ink/ink4214.xml"/><Relationship Id="rId37" Type="http://schemas.openxmlformats.org/officeDocument/2006/relationships/customXml" Target="../ink/ink4030.xml"/><Relationship Id="rId58" Type="http://schemas.openxmlformats.org/officeDocument/2006/relationships/customXml" Target="../ink/ink4051.xml"/><Relationship Id="rId79" Type="http://schemas.openxmlformats.org/officeDocument/2006/relationships/customXml" Target="../ink/ink4072.xml"/><Relationship Id="rId102" Type="http://schemas.openxmlformats.org/officeDocument/2006/relationships/customXml" Target="../ink/ink4095.xml"/><Relationship Id="rId123" Type="http://schemas.openxmlformats.org/officeDocument/2006/relationships/customXml" Target="../ink/ink4116.xml"/><Relationship Id="rId144" Type="http://schemas.openxmlformats.org/officeDocument/2006/relationships/customXml" Target="../ink/ink4137.xml"/><Relationship Id="rId90" Type="http://schemas.openxmlformats.org/officeDocument/2006/relationships/customXml" Target="../ink/ink4083.xml"/><Relationship Id="rId165" Type="http://schemas.openxmlformats.org/officeDocument/2006/relationships/customXml" Target="../ink/ink4158.xml"/><Relationship Id="rId186" Type="http://schemas.openxmlformats.org/officeDocument/2006/relationships/customXml" Target="../ink/ink4179.xml"/><Relationship Id="rId211" Type="http://schemas.openxmlformats.org/officeDocument/2006/relationships/customXml" Target="../ink/ink4204.xml"/><Relationship Id="rId27" Type="http://schemas.openxmlformats.org/officeDocument/2006/relationships/customXml" Target="../ink/ink4020.xml"/><Relationship Id="rId48" Type="http://schemas.openxmlformats.org/officeDocument/2006/relationships/customXml" Target="../ink/ink4041.xml"/><Relationship Id="rId69" Type="http://schemas.openxmlformats.org/officeDocument/2006/relationships/customXml" Target="../ink/ink4062.xml"/><Relationship Id="rId113" Type="http://schemas.openxmlformats.org/officeDocument/2006/relationships/customXml" Target="../ink/ink4106.xml"/><Relationship Id="rId134" Type="http://schemas.openxmlformats.org/officeDocument/2006/relationships/customXml" Target="../ink/ink4127.xml"/><Relationship Id="rId80" Type="http://schemas.openxmlformats.org/officeDocument/2006/relationships/customXml" Target="../ink/ink4073.xml"/><Relationship Id="rId155" Type="http://schemas.openxmlformats.org/officeDocument/2006/relationships/customXml" Target="../ink/ink4148.xml"/><Relationship Id="rId176" Type="http://schemas.openxmlformats.org/officeDocument/2006/relationships/customXml" Target="../ink/ink4169.xml"/><Relationship Id="rId197" Type="http://schemas.openxmlformats.org/officeDocument/2006/relationships/customXml" Target="../ink/ink4190.xml"/><Relationship Id="rId201" Type="http://schemas.openxmlformats.org/officeDocument/2006/relationships/customXml" Target="../ink/ink4194.xml"/><Relationship Id="rId222" Type="http://schemas.openxmlformats.org/officeDocument/2006/relationships/customXml" Target="../ink/ink4215.xml"/><Relationship Id="rId17" Type="http://schemas.openxmlformats.org/officeDocument/2006/relationships/customXml" Target="../ink/ink4010.xml"/><Relationship Id="rId38" Type="http://schemas.openxmlformats.org/officeDocument/2006/relationships/customXml" Target="../ink/ink4031.xml"/><Relationship Id="rId59" Type="http://schemas.openxmlformats.org/officeDocument/2006/relationships/customXml" Target="../ink/ink4052.xml"/><Relationship Id="rId103" Type="http://schemas.openxmlformats.org/officeDocument/2006/relationships/customXml" Target="../ink/ink4096.xml"/><Relationship Id="rId124" Type="http://schemas.openxmlformats.org/officeDocument/2006/relationships/customXml" Target="../ink/ink4117.xml"/><Relationship Id="rId70" Type="http://schemas.openxmlformats.org/officeDocument/2006/relationships/customXml" Target="../ink/ink4063.xml"/><Relationship Id="rId91" Type="http://schemas.openxmlformats.org/officeDocument/2006/relationships/customXml" Target="../ink/ink4084.xml"/><Relationship Id="rId145" Type="http://schemas.openxmlformats.org/officeDocument/2006/relationships/customXml" Target="../ink/ink4138.xml"/><Relationship Id="rId166" Type="http://schemas.openxmlformats.org/officeDocument/2006/relationships/customXml" Target="../ink/ink4159.xml"/><Relationship Id="rId187" Type="http://schemas.openxmlformats.org/officeDocument/2006/relationships/customXml" Target="../ink/ink418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205.xml"/><Relationship Id="rId28" Type="http://schemas.openxmlformats.org/officeDocument/2006/relationships/customXml" Target="../ink/ink4021.xml"/><Relationship Id="rId49" Type="http://schemas.openxmlformats.org/officeDocument/2006/relationships/customXml" Target="../ink/ink4042.xml"/><Relationship Id="rId114" Type="http://schemas.openxmlformats.org/officeDocument/2006/relationships/customXml" Target="../ink/ink4107.xml"/><Relationship Id="rId60" Type="http://schemas.openxmlformats.org/officeDocument/2006/relationships/customXml" Target="../ink/ink4053.xml"/><Relationship Id="rId81" Type="http://schemas.openxmlformats.org/officeDocument/2006/relationships/customXml" Target="../ink/ink4074.xml"/><Relationship Id="rId135" Type="http://schemas.openxmlformats.org/officeDocument/2006/relationships/customXml" Target="../ink/ink4128.xml"/><Relationship Id="rId156" Type="http://schemas.openxmlformats.org/officeDocument/2006/relationships/customXml" Target="../ink/ink4149.xml"/><Relationship Id="rId177" Type="http://schemas.openxmlformats.org/officeDocument/2006/relationships/customXml" Target="../ink/ink4170.xml"/><Relationship Id="rId198" Type="http://schemas.openxmlformats.org/officeDocument/2006/relationships/customXml" Target="../ink/ink4191.xml"/><Relationship Id="rId202" Type="http://schemas.openxmlformats.org/officeDocument/2006/relationships/customXml" Target="../ink/ink4195.xml"/><Relationship Id="rId223" Type="http://schemas.openxmlformats.org/officeDocument/2006/relationships/customXml" Target="../ink/ink4216.xml"/><Relationship Id="rId18" Type="http://schemas.openxmlformats.org/officeDocument/2006/relationships/customXml" Target="../ink/ink4011.xml"/><Relationship Id="rId39" Type="http://schemas.openxmlformats.org/officeDocument/2006/relationships/customXml" Target="../ink/ink4032.xml"/><Relationship Id="rId50" Type="http://schemas.openxmlformats.org/officeDocument/2006/relationships/customXml" Target="../ink/ink4043.xml"/><Relationship Id="rId104" Type="http://schemas.openxmlformats.org/officeDocument/2006/relationships/customXml" Target="../ink/ink4097.xml"/><Relationship Id="rId125" Type="http://schemas.openxmlformats.org/officeDocument/2006/relationships/customXml" Target="../ink/ink4118.xml"/><Relationship Id="rId146" Type="http://schemas.openxmlformats.org/officeDocument/2006/relationships/customXml" Target="../ink/ink4139.xml"/><Relationship Id="rId167" Type="http://schemas.openxmlformats.org/officeDocument/2006/relationships/customXml" Target="../ink/ink4160.xml"/><Relationship Id="rId188" Type="http://schemas.openxmlformats.org/officeDocument/2006/relationships/customXml" Target="../ink/ink4181.xml"/><Relationship Id="rId71" Type="http://schemas.openxmlformats.org/officeDocument/2006/relationships/customXml" Target="../ink/ink4064.xml"/><Relationship Id="rId92" Type="http://schemas.openxmlformats.org/officeDocument/2006/relationships/customXml" Target="../ink/ink4085.xml"/><Relationship Id="rId213" Type="http://schemas.openxmlformats.org/officeDocument/2006/relationships/customXml" Target="../ink/ink4206.xml"/><Relationship Id="rId2" Type="http://schemas.openxmlformats.org/officeDocument/2006/relationships/customXml" Target="../ink/ink3995.xml"/><Relationship Id="rId29" Type="http://schemas.openxmlformats.org/officeDocument/2006/relationships/customXml" Target="../ink/ink4022.xml"/><Relationship Id="rId40" Type="http://schemas.openxmlformats.org/officeDocument/2006/relationships/customXml" Target="../ink/ink4033.xml"/><Relationship Id="rId115" Type="http://schemas.openxmlformats.org/officeDocument/2006/relationships/customXml" Target="../ink/ink4108.xml"/><Relationship Id="rId136" Type="http://schemas.openxmlformats.org/officeDocument/2006/relationships/customXml" Target="../ink/ink4129.xml"/><Relationship Id="rId157" Type="http://schemas.openxmlformats.org/officeDocument/2006/relationships/customXml" Target="../ink/ink4150.xml"/><Relationship Id="rId178" Type="http://schemas.openxmlformats.org/officeDocument/2006/relationships/customXml" Target="../ink/ink4171.xml"/><Relationship Id="rId61" Type="http://schemas.openxmlformats.org/officeDocument/2006/relationships/customXml" Target="../ink/ink4054.xml"/><Relationship Id="rId82" Type="http://schemas.openxmlformats.org/officeDocument/2006/relationships/customXml" Target="../ink/ink4075.xml"/><Relationship Id="rId199" Type="http://schemas.openxmlformats.org/officeDocument/2006/relationships/customXml" Target="../ink/ink4192.xml"/><Relationship Id="rId203" Type="http://schemas.openxmlformats.org/officeDocument/2006/relationships/customXml" Target="../ink/ink4196.xml"/><Relationship Id="rId19" Type="http://schemas.openxmlformats.org/officeDocument/2006/relationships/customXml" Target="../ink/ink4012.xml"/><Relationship Id="rId224" Type="http://schemas.openxmlformats.org/officeDocument/2006/relationships/customXml" Target="../ink/ink4217.xml"/><Relationship Id="rId30" Type="http://schemas.openxmlformats.org/officeDocument/2006/relationships/customXml" Target="../ink/ink4023.xml"/><Relationship Id="rId105" Type="http://schemas.openxmlformats.org/officeDocument/2006/relationships/customXml" Target="../ink/ink4098.xml"/><Relationship Id="rId126" Type="http://schemas.openxmlformats.org/officeDocument/2006/relationships/customXml" Target="../ink/ink4119.xml"/><Relationship Id="rId147" Type="http://schemas.openxmlformats.org/officeDocument/2006/relationships/customXml" Target="../ink/ink4140.xml"/><Relationship Id="rId168" Type="http://schemas.openxmlformats.org/officeDocument/2006/relationships/customXml" Target="../ink/ink4161.xml"/><Relationship Id="rId51" Type="http://schemas.openxmlformats.org/officeDocument/2006/relationships/customXml" Target="../ink/ink4044.xml"/><Relationship Id="rId72" Type="http://schemas.openxmlformats.org/officeDocument/2006/relationships/customXml" Target="../ink/ink4065.xml"/><Relationship Id="rId93" Type="http://schemas.openxmlformats.org/officeDocument/2006/relationships/customXml" Target="../ink/ink4086.xml"/><Relationship Id="rId189" Type="http://schemas.openxmlformats.org/officeDocument/2006/relationships/customXml" Target="../ink/ink4182.xml"/><Relationship Id="rId3" Type="http://schemas.openxmlformats.org/officeDocument/2006/relationships/customXml" Target="../ink/ink3996.xml"/><Relationship Id="rId214" Type="http://schemas.openxmlformats.org/officeDocument/2006/relationships/customXml" Target="../ink/ink4207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37.xml"/><Relationship Id="rId21" Type="http://schemas.openxmlformats.org/officeDocument/2006/relationships/customXml" Target="../ink/ink4232.xml"/><Relationship Id="rId34" Type="http://schemas.openxmlformats.org/officeDocument/2006/relationships/customXml" Target="../ink/ink4245.xml"/><Relationship Id="rId42" Type="http://schemas.openxmlformats.org/officeDocument/2006/relationships/customXml" Target="../ink/ink4253.xml"/><Relationship Id="rId47" Type="http://schemas.openxmlformats.org/officeDocument/2006/relationships/customXml" Target="../ink/ink4258.xml"/><Relationship Id="rId50" Type="http://schemas.openxmlformats.org/officeDocument/2006/relationships/customXml" Target="../ink/ink4261.xml"/><Relationship Id="rId55" Type="http://schemas.openxmlformats.org/officeDocument/2006/relationships/customXml" Target="../ink/ink4266.xml"/><Relationship Id="rId63" Type="http://schemas.openxmlformats.org/officeDocument/2006/relationships/customXml" Target="../ink/ink4274.xml"/><Relationship Id="rId68" Type="http://schemas.openxmlformats.org/officeDocument/2006/relationships/customXml" Target="../ink/ink4279.xml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6" Type="http://schemas.openxmlformats.org/officeDocument/2006/relationships/customXml" Target="../ink/ink4227.xml"/><Relationship Id="rId29" Type="http://schemas.openxmlformats.org/officeDocument/2006/relationships/customXml" Target="../ink/ink4240.xml"/><Relationship Id="rId11" Type="http://schemas.openxmlformats.org/officeDocument/2006/relationships/image" Target="../media/image77.png"/><Relationship Id="rId24" Type="http://schemas.openxmlformats.org/officeDocument/2006/relationships/customXml" Target="../ink/ink4235.xml"/><Relationship Id="rId32" Type="http://schemas.openxmlformats.org/officeDocument/2006/relationships/customXml" Target="../ink/ink4243.xml"/><Relationship Id="rId37" Type="http://schemas.openxmlformats.org/officeDocument/2006/relationships/customXml" Target="../ink/ink4248.xml"/><Relationship Id="rId40" Type="http://schemas.openxmlformats.org/officeDocument/2006/relationships/customXml" Target="../ink/ink4251.xml"/><Relationship Id="rId45" Type="http://schemas.openxmlformats.org/officeDocument/2006/relationships/customXml" Target="../ink/ink4256.xml"/><Relationship Id="rId53" Type="http://schemas.openxmlformats.org/officeDocument/2006/relationships/customXml" Target="../ink/ink4264.xml"/><Relationship Id="rId58" Type="http://schemas.openxmlformats.org/officeDocument/2006/relationships/customXml" Target="../ink/ink4269.xml"/><Relationship Id="rId66" Type="http://schemas.openxmlformats.org/officeDocument/2006/relationships/customXml" Target="../ink/ink4277.xml"/><Relationship Id="rId5" Type="http://schemas.openxmlformats.org/officeDocument/2006/relationships/image" Target="../media/image71.png"/><Relationship Id="rId61" Type="http://schemas.openxmlformats.org/officeDocument/2006/relationships/customXml" Target="../ink/ink4272.xml"/><Relationship Id="rId19" Type="http://schemas.openxmlformats.org/officeDocument/2006/relationships/customXml" Target="../ink/ink4230.xml"/><Relationship Id="rId14" Type="http://schemas.openxmlformats.org/officeDocument/2006/relationships/customXml" Target="../ink/ink4225.xml"/><Relationship Id="rId22" Type="http://schemas.openxmlformats.org/officeDocument/2006/relationships/customXml" Target="../ink/ink4233.xml"/><Relationship Id="rId27" Type="http://schemas.openxmlformats.org/officeDocument/2006/relationships/customXml" Target="../ink/ink4238.xml"/><Relationship Id="rId30" Type="http://schemas.openxmlformats.org/officeDocument/2006/relationships/customXml" Target="../ink/ink4241.xml"/><Relationship Id="rId35" Type="http://schemas.openxmlformats.org/officeDocument/2006/relationships/customXml" Target="../ink/ink4246.xml"/><Relationship Id="rId43" Type="http://schemas.openxmlformats.org/officeDocument/2006/relationships/customXml" Target="../ink/ink4254.xml"/><Relationship Id="rId48" Type="http://schemas.openxmlformats.org/officeDocument/2006/relationships/customXml" Target="../ink/ink4259.xml"/><Relationship Id="rId56" Type="http://schemas.openxmlformats.org/officeDocument/2006/relationships/customXml" Target="../ink/ink4267.xml"/><Relationship Id="rId64" Type="http://schemas.openxmlformats.org/officeDocument/2006/relationships/customXml" Target="../ink/ink4275.xml"/><Relationship Id="rId8" Type="http://schemas.openxmlformats.org/officeDocument/2006/relationships/image" Target="../media/image74.png"/><Relationship Id="rId51" Type="http://schemas.openxmlformats.org/officeDocument/2006/relationships/customXml" Target="../ink/ink4262.xml"/><Relationship Id="rId3" Type="http://schemas.openxmlformats.org/officeDocument/2006/relationships/image" Target="../media/image69.png"/><Relationship Id="rId12" Type="http://schemas.openxmlformats.org/officeDocument/2006/relationships/customXml" Target="../ink/ink4223.xml"/><Relationship Id="rId17" Type="http://schemas.openxmlformats.org/officeDocument/2006/relationships/customXml" Target="../ink/ink4228.xml"/><Relationship Id="rId25" Type="http://schemas.openxmlformats.org/officeDocument/2006/relationships/customXml" Target="../ink/ink4236.xml"/><Relationship Id="rId33" Type="http://schemas.openxmlformats.org/officeDocument/2006/relationships/customXml" Target="../ink/ink4244.xml"/><Relationship Id="rId38" Type="http://schemas.openxmlformats.org/officeDocument/2006/relationships/customXml" Target="../ink/ink4249.xml"/><Relationship Id="rId46" Type="http://schemas.openxmlformats.org/officeDocument/2006/relationships/customXml" Target="../ink/ink4257.xml"/><Relationship Id="rId59" Type="http://schemas.openxmlformats.org/officeDocument/2006/relationships/customXml" Target="../ink/ink4270.xml"/><Relationship Id="rId67" Type="http://schemas.openxmlformats.org/officeDocument/2006/relationships/customXml" Target="../ink/ink4278.xml"/><Relationship Id="rId20" Type="http://schemas.openxmlformats.org/officeDocument/2006/relationships/customXml" Target="../ink/ink4231.xml"/><Relationship Id="rId41" Type="http://schemas.openxmlformats.org/officeDocument/2006/relationships/customXml" Target="../ink/ink4252.xml"/><Relationship Id="rId54" Type="http://schemas.openxmlformats.org/officeDocument/2006/relationships/customXml" Target="../ink/ink4265.xml"/><Relationship Id="rId62" Type="http://schemas.openxmlformats.org/officeDocument/2006/relationships/customXml" Target="../ink/ink42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5" Type="http://schemas.openxmlformats.org/officeDocument/2006/relationships/customXml" Target="../ink/ink4226.xml"/><Relationship Id="rId23" Type="http://schemas.openxmlformats.org/officeDocument/2006/relationships/customXml" Target="../ink/ink4234.xml"/><Relationship Id="rId28" Type="http://schemas.openxmlformats.org/officeDocument/2006/relationships/customXml" Target="../ink/ink4239.xml"/><Relationship Id="rId36" Type="http://schemas.openxmlformats.org/officeDocument/2006/relationships/customXml" Target="../ink/ink4247.xml"/><Relationship Id="rId49" Type="http://schemas.openxmlformats.org/officeDocument/2006/relationships/customXml" Target="../ink/ink4260.xml"/><Relationship Id="rId57" Type="http://schemas.openxmlformats.org/officeDocument/2006/relationships/customXml" Target="../ink/ink4268.xml"/><Relationship Id="rId10" Type="http://schemas.openxmlformats.org/officeDocument/2006/relationships/image" Target="../media/image76.png"/><Relationship Id="rId31" Type="http://schemas.openxmlformats.org/officeDocument/2006/relationships/customXml" Target="../ink/ink4242.xml"/><Relationship Id="rId44" Type="http://schemas.openxmlformats.org/officeDocument/2006/relationships/customXml" Target="../ink/ink4255.xml"/><Relationship Id="rId52" Type="http://schemas.openxmlformats.org/officeDocument/2006/relationships/customXml" Target="../ink/ink4263.xml"/><Relationship Id="rId60" Type="http://schemas.openxmlformats.org/officeDocument/2006/relationships/customXml" Target="../ink/ink4271.xml"/><Relationship Id="rId65" Type="http://schemas.openxmlformats.org/officeDocument/2006/relationships/customXml" Target="../ink/ink4276.xml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3" Type="http://schemas.openxmlformats.org/officeDocument/2006/relationships/customXml" Target="../ink/ink4224.xml"/><Relationship Id="rId18" Type="http://schemas.openxmlformats.org/officeDocument/2006/relationships/customXml" Target="../ink/ink4229.xml"/><Relationship Id="rId39" Type="http://schemas.openxmlformats.org/officeDocument/2006/relationships/customXml" Target="../ink/ink4250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304.xml"/><Relationship Id="rId21" Type="http://schemas.openxmlformats.org/officeDocument/2006/relationships/customXml" Target="../ink/ink4299.xml"/><Relationship Id="rId42" Type="http://schemas.openxmlformats.org/officeDocument/2006/relationships/customXml" Target="../ink/ink4320.xml"/><Relationship Id="rId47" Type="http://schemas.openxmlformats.org/officeDocument/2006/relationships/customXml" Target="../ink/ink4325.xml"/><Relationship Id="rId63" Type="http://schemas.openxmlformats.org/officeDocument/2006/relationships/customXml" Target="../ink/ink4341.xml"/><Relationship Id="rId68" Type="http://schemas.openxmlformats.org/officeDocument/2006/relationships/customXml" Target="../ink/ink4346.xml"/><Relationship Id="rId84" Type="http://schemas.openxmlformats.org/officeDocument/2006/relationships/customXml" Target="../ink/ink4362.xml"/><Relationship Id="rId89" Type="http://schemas.openxmlformats.org/officeDocument/2006/relationships/customXml" Target="../ink/ink4367.xml"/><Relationship Id="rId16" Type="http://schemas.openxmlformats.org/officeDocument/2006/relationships/customXml" Target="../ink/ink4294.xml"/><Relationship Id="rId11" Type="http://schemas.openxmlformats.org/officeDocument/2006/relationships/customXml" Target="../ink/ink4289.xml"/><Relationship Id="rId32" Type="http://schemas.openxmlformats.org/officeDocument/2006/relationships/customXml" Target="../ink/ink4310.xml"/><Relationship Id="rId37" Type="http://schemas.openxmlformats.org/officeDocument/2006/relationships/customXml" Target="../ink/ink4315.xml"/><Relationship Id="rId53" Type="http://schemas.openxmlformats.org/officeDocument/2006/relationships/customXml" Target="../ink/ink4331.xml"/><Relationship Id="rId58" Type="http://schemas.openxmlformats.org/officeDocument/2006/relationships/customXml" Target="../ink/ink4336.xml"/><Relationship Id="rId74" Type="http://schemas.openxmlformats.org/officeDocument/2006/relationships/customXml" Target="../ink/ink4352.xml"/><Relationship Id="rId79" Type="http://schemas.openxmlformats.org/officeDocument/2006/relationships/customXml" Target="../ink/ink4357.xml"/><Relationship Id="rId5" Type="http://schemas.openxmlformats.org/officeDocument/2006/relationships/customXml" Target="../ink/ink4283.xml"/><Relationship Id="rId90" Type="http://schemas.openxmlformats.org/officeDocument/2006/relationships/customXml" Target="../ink/ink4368.xml"/><Relationship Id="rId14" Type="http://schemas.openxmlformats.org/officeDocument/2006/relationships/customXml" Target="../ink/ink4292.xml"/><Relationship Id="rId22" Type="http://schemas.openxmlformats.org/officeDocument/2006/relationships/customXml" Target="../ink/ink4300.xml"/><Relationship Id="rId27" Type="http://schemas.openxmlformats.org/officeDocument/2006/relationships/customXml" Target="../ink/ink4305.xml"/><Relationship Id="rId30" Type="http://schemas.openxmlformats.org/officeDocument/2006/relationships/customXml" Target="../ink/ink4308.xml"/><Relationship Id="rId35" Type="http://schemas.openxmlformats.org/officeDocument/2006/relationships/customXml" Target="../ink/ink4313.xml"/><Relationship Id="rId43" Type="http://schemas.openxmlformats.org/officeDocument/2006/relationships/customXml" Target="../ink/ink4321.xml"/><Relationship Id="rId48" Type="http://schemas.openxmlformats.org/officeDocument/2006/relationships/customXml" Target="../ink/ink4326.xml"/><Relationship Id="rId56" Type="http://schemas.openxmlformats.org/officeDocument/2006/relationships/customXml" Target="../ink/ink4334.xml"/><Relationship Id="rId64" Type="http://schemas.openxmlformats.org/officeDocument/2006/relationships/customXml" Target="../ink/ink4342.xml"/><Relationship Id="rId69" Type="http://schemas.openxmlformats.org/officeDocument/2006/relationships/customXml" Target="../ink/ink4347.xml"/><Relationship Id="rId77" Type="http://schemas.openxmlformats.org/officeDocument/2006/relationships/customXml" Target="../ink/ink4355.xml"/><Relationship Id="rId8" Type="http://schemas.openxmlformats.org/officeDocument/2006/relationships/customXml" Target="../ink/ink4286.xml"/><Relationship Id="rId51" Type="http://schemas.openxmlformats.org/officeDocument/2006/relationships/customXml" Target="../ink/ink4329.xml"/><Relationship Id="rId72" Type="http://schemas.openxmlformats.org/officeDocument/2006/relationships/customXml" Target="../ink/ink4350.xml"/><Relationship Id="rId80" Type="http://schemas.openxmlformats.org/officeDocument/2006/relationships/customXml" Target="../ink/ink4358.xml"/><Relationship Id="rId85" Type="http://schemas.openxmlformats.org/officeDocument/2006/relationships/customXml" Target="../ink/ink4363.xml"/><Relationship Id="rId3" Type="http://schemas.openxmlformats.org/officeDocument/2006/relationships/customXml" Target="../ink/ink4281.xml"/><Relationship Id="rId12" Type="http://schemas.openxmlformats.org/officeDocument/2006/relationships/customXml" Target="../ink/ink4290.xml"/><Relationship Id="rId17" Type="http://schemas.openxmlformats.org/officeDocument/2006/relationships/customXml" Target="../ink/ink4295.xml"/><Relationship Id="rId25" Type="http://schemas.openxmlformats.org/officeDocument/2006/relationships/customXml" Target="../ink/ink4303.xml"/><Relationship Id="rId33" Type="http://schemas.openxmlformats.org/officeDocument/2006/relationships/customXml" Target="../ink/ink4311.xml"/><Relationship Id="rId38" Type="http://schemas.openxmlformats.org/officeDocument/2006/relationships/customXml" Target="../ink/ink4316.xml"/><Relationship Id="rId46" Type="http://schemas.openxmlformats.org/officeDocument/2006/relationships/customXml" Target="../ink/ink4324.xml"/><Relationship Id="rId59" Type="http://schemas.openxmlformats.org/officeDocument/2006/relationships/customXml" Target="../ink/ink4337.xml"/><Relationship Id="rId67" Type="http://schemas.openxmlformats.org/officeDocument/2006/relationships/customXml" Target="../ink/ink4345.xml"/><Relationship Id="rId20" Type="http://schemas.openxmlformats.org/officeDocument/2006/relationships/customXml" Target="../ink/ink4298.xml"/><Relationship Id="rId41" Type="http://schemas.openxmlformats.org/officeDocument/2006/relationships/customXml" Target="../ink/ink4319.xml"/><Relationship Id="rId54" Type="http://schemas.openxmlformats.org/officeDocument/2006/relationships/customXml" Target="../ink/ink4332.xml"/><Relationship Id="rId62" Type="http://schemas.openxmlformats.org/officeDocument/2006/relationships/customXml" Target="../ink/ink4340.xml"/><Relationship Id="rId70" Type="http://schemas.openxmlformats.org/officeDocument/2006/relationships/customXml" Target="../ink/ink4348.xml"/><Relationship Id="rId75" Type="http://schemas.openxmlformats.org/officeDocument/2006/relationships/customXml" Target="../ink/ink4353.xml"/><Relationship Id="rId83" Type="http://schemas.openxmlformats.org/officeDocument/2006/relationships/customXml" Target="../ink/ink4361.xml"/><Relationship Id="rId88" Type="http://schemas.openxmlformats.org/officeDocument/2006/relationships/customXml" Target="../ink/ink4366.xml"/><Relationship Id="rId91" Type="http://schemas.openxmlformats.org/officeDocument/2006/relationships/customXml" Target="../ink/ink43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84.xml"/><Relationship Id="rId15" Type="http://schemas.openxmlformats.org/officeDocument/2006/relationships/customXml" Target="../ink/ink4293.xml"/><Relationship Id="rId23" Type="http://schemas.openxmlformats.org/officeDocument/2006/relationships/customXml" Target="../ink/ink4301.xml"/><Relationship Id="rId28" Type="http://schemas.openxmlformats.org/officeDocument/2006/relationships/customXml" Target="../ink/ink4306.xml"/><Relationship Id="rId36" Type="http://schemas.openxmlformats.org/officeDocument/2006/relationships/customXml" Target="../ink/ink4314.xml"/><Relationship Id="rId49" Type="http://schemas.openxmlformats.org/officeDocument/2006/relationships/customXml" Target="../ink/ink4327.xml"/><Relationship Id="rId57" Type="http://schemas.openxmlformats.org/officeDocument/2006/relationships/customXml" Target="../ink/ink4335.xml"/><Relationship Id="rId10" Type="http://schemas.openxmlformats.org/officeDocument/2006/relationships/customXml" Target="../ink/ink4288.xml"/><Relationship Id="rId31" Type="http://schemas.openxmlformats.org/officeDocument/2006/relationships/customXml" Target="../ink/ink4309.xml"/><Relationship Id="rId44" Type="http://schemas.openxmlformats.org/officeDocument/2006/relationships/customXml" Target="../ink/ink4322.xml"/><Relationship Id="rId52" Type="http://schemas.openxmlformats.org/officeDocument/2006/relationships/customXml" Target="../ink/ink4330.xml"/><Relationship Id="rId60" Type="http://schemas.openxmlformats.org/officeDocument/2006/relationships/customXml" Target="../ink/ink4338.xml"/><Relationship Id="rId65" Type="http://schemas.openxmlformats.org/officeDocument/2006/relationships/customXml" Target="../ink/ink4343.xml"/><Relationship Id="rId73" Type="http://schemas.openxmlformats.org/officeDocument/2006/relationships/customXml" Target="../ink/ink4351.xml"/><Relationship Id="rId78" Type="http://schemas.openxmlformats.org/officeDocument/2006/relationships/customXml" Target="../ink/ink4356.xml"/><Relationship Id="rId81" Type="http://schemas.openxmlformats.org/officeDocument/2006/relationships/customXml" Target="../ink/ink4359.xml"/><Relationship Id="rId86" Type="http://schemas.openxmlformats.org/officeDocument/2006/relationships/customXml" Target="../ink/ink4364.xml"/><Relationship Id="rId4" Type="http://schemas.openxmlformats.org/officeDocument/2006/relationships/customXml" Target="../ink/ink4282.xml"/><Relationship Id="rId9" Type="http://schemas.openxmlformats.org/officeDocument/2006/relationships/customXml" Target="../ink/ink4287.xml"/><Relationship Id="rId13" Type="http://schemas.openxmlformats.org/officeDocument/2006/relationships/customXml" Target="../ink/ink4291.xml"/><Relationship Id="rId18" Type="http://schemas.openxmlformats.org/officeDocument/2006/relationships/customXml" Target="../ink/ink4296.xml"/><Relationship Id="rId39" Type="http://schemas.openxmlformats.org/officeDocument/2006/relationships/customXml" Target="../ink/ink4317.xml"/><Relationship Id="rId34" Type="http://schemas.openxmlformats.org/officeDocument/2006/relationships/customXml" Target="../ink/ink4312.xml"/><Relationship Id="rId50" Type="http://schemas.openxmlformats.org/officeDocument/2006/relationships/customXml" Target="../ink/ink4328.xml"/><Relationship Id="rId55" Type="http://schemas.openxmlformats.org/officeDocument/2006/relationships/customXml" Target="../ink/ink4333.xml"/><Relationship Id="rId76" Type="http://schemas.openxmlformats.org/officeDocument/2006/relationships/customXml" Target="../ink/ink4354.xml"/><Relationship Id="rId7" Type="http://schemas.openxmlformats.org/officeDocument/2006/relationships/customXml" Target="../ink/ink4285.xml"/><Relationship Id="rId71" Type="http://schemas.openxmlformats.org/officeDocument/2006/relationships/customXml" Target="../ink/ink4349.xml"/><Relationship Id="rId92" Type="http://schemas.openxmlformats.org/officeDocument/2006/relationships/customXml" Target="../ink/ink4370.xml"/><Relationship Id="rId2" Type="http://schemas.openxmlformats.org/officeDocument/2006/relationships/customXml" Target="../ink/ink4280.xml"/><Relationship Id="rId29" Type="http://schemas.openxmlformats.org/officeDocument/2006/relationships/customXml" Target="../ink/ink4307.xml"/><Relationship Id="rId24" Type="http://schemas.openxmlformats.org/officeDocument/2006/relationships/customXml" Target="../ink/ink4302.xml"/><Relationship Id="rId40" Type="http://schemas.openxmlformats.org/officeDocument/2006/relationships/customXml" Target="../ink/ink4318.xml"/><Relationship Id="rId45" Type="http://schemas.openxmlformats.org/officeDocument/2006/relationships/customXml" Target="../ink/ink4323.xml"/><Relationship Id="rId66" Type="http://schemas.openxmlformats.org/officeDocument/2006/relationships/customXml" Target="../ink/ink4344.xml"/><Relationship Id="rId87" Type="http://schemas.openxmlformats.org/officeDocument/2006/relationships/customXml" Target="../ink/ink4365.xml"/><Relationship Id="rId61" Type="http://schemas.openxmlformats.org/officeDocument/2006/relationships/customXml" Target="../ink/ink4339.xml"/><Relationship Id="rId82" Type="http://schemas.openxmlformats.org/officeDocument/2006/relationships/customXml" Target="../ink/ink4360.xml"/><Relationship Id="rId19" Type="http://schemas.openxmlformats.org/officeDocument/2006/relationships/customXml" Target="../ink/ink429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437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72.xml"/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re 1"/>
          <p:cNvSpPr>
            <a:spLocks noGrp="1"/>
          </p:cNvSpPr>
          <p:nvPr>
            <p:ph type="ctrTitle"/>
          </p:nvPr>
        </p:nvSpPr>
        <p:spPr>
          <a:xfrm>
            <a:off x="716478" y="1276815"/>
            <a:ext cx="10668000" cy="329005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MA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Théorèmes généraux de la dynamique du point matériel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ZoneTexte 53"/>
          <p:cNvSpPr txBox="1"/>
          <p:nvPr/>
        </p:nvSpPr>
        <p:spPr>
          <a:xfrm>
            <a:off x="3201344" y="176801"/>
            <a:ext cx="6393180" cy="574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MA" sz="3200" dirty="0">
                <a:latin typeface="AR BLANCA" panose="02000000000000000000" pitchFamily="2" charset="0"/>
              </a:rPr>
              <a:t>I - Théorème du moment cinétique</a:t>
            </a:r>
          </a:p>
        </p:txBody>
      </p:sp>
      <p:sp>
        <p:nvSpPr>
          <p:cNvPr id="1048637" name="ZoneTexte 54"/>
          <p:cNvSpPr txBox="1"/>
          <p:nvPr/>
        </p:nvSpPr>
        <p:spPr>
          <a:xfrm>
            <a:off x="373487" y="901520"/>
            <a:ext cx="7294881" cy="447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I. Définition du moment cinétique d’un point matériel</a:t>
            </a:r>
          </a:p>
        </p:txBody>
      </p:sp>
      <p:sp>
        <p:nvSpPr>
          <p:cNvPr id="1048638" name="Rectangle 55"/>
          <p:cNvSpPr/>
          <p:nvPr/>
        </p:nvSpPr>
        <p:spPr>
          <a:xfrm>
            <a:off x="373487" y="2743235"/>
            <a:ext cx="6126480" cy="447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1.2 Moment cinétique par rapport à un point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8639" name="Rectangle 56"/>
          <p:cNvSpPr/>
          <p:nvPr/>
        </p:nvSpPr>
        <p:spPr>
          <a:xfrm>
            <a:off x="425206" y="3418707"/>
            <a:ext cx="103803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0" i="0" u="none" strike="noStrike" baseline="0" dirty="0"/>
              <a:t>Soit un point </a:t>
            </a:r>
            <a:r>
              <a:rPr lang="fr-FR" sz="2000" b="0" i="1" u="none" strike="noStrike" baseline="0" dirty="0"/>
              <a:t>O </a:t>
            </a:r>
            <a:r>
              <a:rPr lang="fr-FR" sz="2000" b="0" i="0" u="none" strike="noStrike" baseline="0" dirty="0"/>
              <a:t>du référentiel </a:t>
            </a:r>
            <a:r>
              <a:rPr lang="fr-FR" sz="2000" b="0" i="1" u="none" strike="noStrike" baseline="0" dirty="0"/>
              <a:t>R </a:t>
            </a:r>
            <a:r>
              <a:rPr lang="fr-FR" sz="2000" b="0" i="0" u="none" strike="noStrike" baseline="0" dirty="0"/>
              <a:t>dans lequel on travaille.</a:t>
            </a:r>
          </a:p>
          <a:p>
            <a:pPr algn="just"/>
            <a:r>
              <a:rPr lang="fr-FR" sz="2000" dirty="0"/>
              <a:t>Le moment cinétique de </a:t>
            </a:r>
            <a:r>
              <a:rPr lang="fr-FR" sz="2000" i="1" dirty="0"/>
              <a:t>M </a:t>
            </a:r>
            <a:r>
              <a:rPr lang="fr-FR" sz="2000" dirty="0"/>
              <a:t>par rapport à </a:t>
            </a:r>
            <a:r>
              <a:rPr lang="fr-FR" sz="2000" i="1" dirty="0"/>
              <a:t>O </a:t>
            </a:r>
            <a:r>
              <a:rPr lang="fr-FR" sz="2000" dirty="0"/>
              <a:t>dans le référentiel </a:t>
            </a:r>
            <a:r>
              <a:rPr lang="fr-FR" sz="2000" i="1" dirty="0"/>
              <a:t>R </a:t>
            </a:r>
            <a:r>
              <a:rPr lang="fr-FR" sz="2000" dirty="0"/>
              <a:t>est défini par le </a:t>
            </a:r>
            <a:r>
              <a:rPr lang="fr-MA" sz="2000" dirty="0"/>
              <a:t>vecteur :</a:t>
            </a:r>
          </a:p>
        </p:txBody>
      </p:sp>
      <p:sp>
        <p:nvSpPr>
          <p:cNvPr id="1048640" name="Rectangle 57"/>
          <p:cNvSpPr/>
          <p:nvPr/>
        </p:nvSpPr>
        <p:spPr>
          <a:xfrm>
            <a:off x="373487" y="1505303"/>
            <a:ext cx="6545580" cy="447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1.1 Quantité de mouvement d’un point matériel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8641" name="Rectangle 5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206" y="1942858"/>
            <a:ext cx="10512365" cy="767005"/>
          </a:xfrm>
          <a:prstGeom prst="rect">
            <a:avLst/>
          </a:prstGeom>
          <a:blipFill rotWithShape="0">
            <a:blip r:embed="rId2"/>
            <a:stretch>
              <a:fillRect l="-638" t="-29365" r="-1914" b="-6984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2" name="Rectangle 5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206" y="4750769"/>
            <a:ext cx="10019560" cy="1192249"/>
          </a:xfrm>
          <a:prstGeom prst="rect">
            <a:avLst/>
          </a:prstGeom>
          <a:blipFill rotWithShape="0">
            <a:blip r:embed="rId3"/>
            <a:stretch>
              <a:fillRect l="-670" t="-2551" b="-816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3" name="Rectangle 6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48507" y="5928200"/>
            <a:ext cx="4523033" cy="477118"/>
          </a:xfrm>
          <a:prstGeom prst="rect">
            <a:avLst/>
          </a:prstGeom>
          <a:blipFill rotWithShape="0">
            <a:blip r:embed="rId4"/>
            <a:stretch>
              <a:fillRect t="-87342" r="-5526" b="-14177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4" name="Rectangle 6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35195" y="4219775"/>
            <a:ext cx="5033557" cy="476156"/>
          </a:xfrm>
          <a:prstGeom prst="rect">
            <a:avLst/>
          </a:prstGeom>
          <a:blipFill rotWithShape="0">
            <a:blip r:embed="rId5"/>
            <a:stretch>
              <a:fillRect t="-88462" r="-4964" b="-14487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645" name="Encre 1048644"/>
              <p14:cNvContentPartPr/>
              <p14:nvPr/>
            </p14:nvContentPartPr>
            <p14:xfrm>
              <a:off x="8672588" y="2192975"/>
              <a:ext cx="2237943" cy="721129"/>
            </p14:xfrm>
          </p:contentPart>
        </mc:Choice>
        <mc:Fallback xmlns="">
          <p:sp>
            <p:nvSpPr>
              <p:cNvPr id="1048645" name=""/>
              <p:cNvSpPr/>
              <p:nvPr/>
            </p:nvSpPr>
            <p:spPr>
              <a:xfrm>
                <a:off x="8672588" y="2192975"/>
                <a:ext cx="2237943" cy="721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646" name="Encre 1048645"/>
              <p14:cNvContentPartPr/>
              <p14:nvPr/>
            </p14:nvContentPartPr>
            <p14:xfrm>
              <a:off x="1408335" y="3153558"/>
              <a:ext cx="4946937" cy="69572"/>
            </p14:xfrm>
          </p:contentPart>
        </mc:Choice>
        <mc:Fallback xmlns="">
          <p:sp>
            <p:nvSpPr>
              <p:cNvPr id="1048646" name=""/>
              <p:cNvSpPr/>
              <p:nvPr/>
            </p:nvSpPr>
            <p:spPr>
              <a:xfrm>
                <a:off x="1408335" y="3153558"/>
                <a:ext cx="4946937" cy="695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647" name="Encre 1048646"/>
              <p14:cNvContentPartPr/>
              <p14:nvPr/>
            </p14:nvContentPartPr>
            <p14:xfrm>
              <a:off x="3605904" y="4668786"/>
              <a:ext cx="152058" cy="20386"/>
            </p14:xfrm>
          </p:contentPart>
        </mc:Choice>
        <mc:Fallback xmlns="">
          <p:sp>
            <p:nvSpPr>
              <p:cNvPr id="1048647" name=""/>
              <p:cNvSpPr/>
              <p:nvPr/>
            </p:nvSpPr>
            <p:spPr>
              <a:xfrm>
                <a:off x="3605904" y="4668786"/>
                <a:ext cx="152058" cy="20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648" name="Encre 1048647"/>
              <p14:cNvContentPartPr/>
              <p14:nvPr/>
            </p14:nvContentPartPr>
            <p14:xfrm>
              <a:off x="3602023" y="4720349"/>
              <a:ext cx="155939" cy="12372"/>
            </p14:xfrm>
          </p:contentPart>
        </mc:Choice>
        <mc:Fallback xmlns="">
          <p:sp>
            <p:nvSpPr>
              <p:cNvPr id="1048648" name=""/>
              <p:cNvSpPr/>
              <p:nvPr/>
            </p:nvSpPr>
            <p:spPr>
              <a:xfrm>
                <a:off x="3602023" y="4720349"/>
                <a:ext cx="155939" cy="12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649" name="Encre 1048648"/>
              <p14:cNvContentPartPr/>
              <p14:nvPr/>
            </p14:nvContentPartPr>
            <p14:xfrm>
              <a:off x="8134668" y="1186246"/>
              <a:ext cx="3049531" cy="554020"/>
            </p14:xfrm>
          </p:contentPart>
        </mc:Choice>
        <mc:Fallback xmlns="">
          <p:sp>
            <p:nvSpPr>
              <p:cNvPr id="1048649" name=""/>
              <p:cNvSpPr/>
              <p:nvPr/>
            </p:nvSpPr>
            <p:spPr>
              <a:xfrm>
                <a:off x="8134668" y="1186246"/>
                <a:ext cx="3049531" cy="554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650" name="Encre 1048649"/>
              <p14:cNvContentPartPr/>
              <p14:nvPr/>
            </p14:nvContentPartPr>
            <p14:xfrm>
              <a:off x="9112075" y="1111119"/>
              <a:ext cx="152621" cy="237529"/>
            </p14:xfrm>
          </p:contentPart>
        </mc:Choice>
        <mc:Fallback xmlns="">
          <p:sp>
            <p:nvSpPr>
              <p:cNvPr id="1048650" name=""/>
              <p:cNvSpPr/>
              <p:nvPr/>
            </p:nvSpPr>
            <p:spPr>
              <a:xfrm>
                <a:off x="9112075" y="1111119"/>
                <a:ext cx="152621" cy="237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651" name="Encre 1048650"/>
              <p14:cNvContentPartPr/>
              <p14:nvPr/>
            </p14:nvContentPartPr>
            <p14:xfrm>
              <a:off x="9143353" y="1161504"/>
              <a:ext cx="94920" cy="156389"/>
            </p14:xfrm>
          </p:contentPart>
        </mc:Choice>
        <mc:Fallback xmlns="">
          <p:sp>
            <p:nvSpPr>
              <p:cNvPr id="1048651" name=""/>
              <p:cNvSpPr/>
              <p:nvPr/>
            </p:nvSpPr>
            <p:spPr>
              <a:xfrm>
                <a:off x="9143353" y="1161504"/>
                <a:ext cx="94920" cy="1563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652" name="Encre 1048651"/>
              <p14:cNvContentPartPr/>
              <p14:nvPr/>
            </p14:nvContentPartPr>
            <p14:xfrm>
              <a:off x="9164533" y="1038397"/>
              <a:ext cx="1473316" cy="166542"/>
            </p14:xfrm>
          </p:contentPart>
        </mc:Choice>
        <mc:Fallback xmlns="">
          <p:sp>
            <p:nvSpPr>
              <p:cNvPr id="1048652" name=""/>
              <p:cNvSpPr/>
              <p:nvPr/>
            </p:nvSpPr>
            <p:spPr>
              <a:xfrm>
                <a:off x="9164533" y="1038397"/>
                <a:ext cx="1473316" cy="166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653" name="Encre 1048652"/>
              <p14:cNvContentPartPr/>
              <p14:nvPr/>
            </p14:nvContentPartPr>
            <p14:xfrm>
              <a:off x="10501945" y="995210"/>
              <a:ext cx="161285" cy="162472"/>
            </p14:xfrm>
          </p:contentPart>
        </mc:Choice>
        <mc:Fallback xmlns="">
          <p:sp>
            <p:nvSpPr>
              <p:cNvPr id="1048653" name=""/>
              <p:cNvSpPr/>
              <p:nvPr/>
            </p:nvSpPr>
            <p:spPr>
              <a:xfrm>
                <a:off x="10501945" y="995210"/>
                <a:ext cx="161285" cy="162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654" name="Encre 1048653"/>
              <p14:cNvContentPartPr/>
              <p14:nvPr/>
            </p14:nvContentPartPr>
            <p14:xfrm>
              <a:off x="9122024" y="1433266"/>
              <a:ext cx="229435" cy="250013"/>
            </p14:xfrm>
          </p:contentPart>
        </mc:Choice>
        <mc:Fallback xmlns="">
          <p:sp>
            <p:nvSpPr>
              <p:cNvPr id="1048654" name=""/>
              <p:cNvSpPr/>
              <p:nvPr/>
            </p:nvSpPr>
            <p:spPr>
              <a:xfrm>
                <a:off x="9122024" y="1433266"/>
                <a:ext cx="229435" cy="250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655" name="Encre 1048654"/>
              <p14:cNvContentPartPr/>
              <p14:nvPr/>
            </p14:nvContentPartPr>
            <p14:xfrm>
              <a:off x="10616228" y="802963"/>
              <a:ext cx="276896" cy="218071"/>
            </p14:xfrm>
          </p:contentPart>
        </mc:Choice>
        <mc:Fallback xmlns="">
          <p:sp>
            <p:nvSpPr>
              <p:cNvPr id="1048655" name=""/>
              <p:cNvSpPr/>
              <p:nvPr/>
            </p:nvSpPr>
            <p:spPr>
              <a:xfrm>
                <a:off x="10616228" y="802963"/>
                <a:ext cx="276896" cy="2180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656" name="Encre 1048655"/>
              <p14:cNvContentPartPr/>
              <p14:nvPr/>
            </p14:nvContentPartPr>
            <p14:xfrm>
              <a:off x="10786428" y="929345"/>
              <a:ext cx="138177" cy="154279"/>
            </p14:xfrm>
          </p:contentPart>
        </mc:Choice>
        <mc:Fallback xmlns="">
          <p:sp>
            <p:nvSpPr>
              <p:cNvPr id="1048656" name=""/>
              <p:cNvSpPr/>
              <p:nvPr/>
            </p:nvSpPr>
            <p:spPr>
              <a:xfrm>
                <a:off x="10786428" y="929345"/>
                <a:ext cx="138177" cy="154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657" name="Encre 1048656"/>
              <p14:cNvContentPartPr/>
              <p14:nvPr/>
            </p14:nvContentPartPr>
            <p14:xfrm>
              <a:off x="10894969" y="886498"/>
              <a:ext cx="150590" cy="261857"/>
            </p14:xfrm>
          </p:contentPart>
        </mc:Choice>
        <mc:Fallback xmlns="">
          <p:sp>
            <p:nvSpPr>
              <p:cNvPr id="1048657" name=""/>
              <p:cNvSpPr/>
              <p:nvPr/>
            </p:nvSpPr>
            <p:spPr>
              <a:xfrm>
                <a:off x="10894969" y="886498"/>
                <a:ext cx="150590" cy="2618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658" name="Encre 1048657"/>
              <p14:cNvContentPartPr/>
              <p14:nvPr/>
            </p14:nvContentPartPr>
            <p14:xfrm>
              <a:off x="10996795" y="1045595"/>
              <a:ext cx="41704" cy="176929"/>
            </p14:xfrm>
          </p:contentPart>
        </mc:Choice>
        <mc:Fallback xmlns="">
          <p:sp>
            <p:nvSpPr>
              <p:cNvPr id="1048658" name=""/>
              <p:cNvSpPr/>
              <p:nvPr/>
            </p:nvSpPr>
            <p:spPr>
              <a:xfrm>
                <a:off x="10996795" y="1045595"/>
                <a:ext cx="41704" cy="176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659" name="Encre 1048658"/>
              <p14:cNvContentPartPr/>
              <p14:nvPr/>
            </p14:nvContentPartPr>
            <p14:xfrm>
              <a:off x="10974077" y="957449"/>
              <a:ext cx="250186" cy="218267"/>
            </p14:xfrm>
          </p:contentPart>
        </mc:Choice>
        <mc:Fallback xmlns="">
          <p:sp>
            <p:nvSpPr>
              <p:cNvPr id="1048659" name=""/>
              <p:cNvSpPr/>
              <p:nvPr/>
            </p:nvSpPr>
            <p:spPr>
              <a:xfrm>
                <a:off x="10974077" y="957449"/>
                <a:ext cx="250186" cy="218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660" name="Encre 1048659"/>
              <p14:cNvContentPartPr/>
              <p14:nvPr/>
            </p14:nvContentPartPr>
            <p14:xfrm>
              <a:off x="10559307" y="654300"/>
              <a:ext cx="422204" cy="9010"/>
            </p14:xfrm>
          </p:contentPart>
        </mc:Choice>
        <mc:Fallback xmlns="">
          <p:sp>
            <p:nvSpPr>
              <p:cNvPr id="1048660" name=""/>
              <p:cNvSpPr/>
              <p:nvPr/>
            </p:nvSpPr>
            <p:spPr>
              <a:xfrm>
                <a:off x="10559307" y="654300"/>
                <a:ext cx="422204" cy="9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661" name="Encre 1048660"/>
              <p14:cNvContentPartPr/>
              <p14:nvPr/>
            </p14:nvContentPartPr>
            <p14:xfrm>
              <a:off x="10845234" y="581957"/>
              <a:ext cx="143487" cy="174311"/>
            </p14:xfrm>
          </p:contentPart>
        </mc:Choice>
        <mc:Fallback xmlns="">
          <p:sp>
            <p:nvSpPr>
              <p:cNvPr id="1048661" name=""/>
              <p:cNvSpPr/>
              <p:nvPr/>
            </p:nvSpPr>
            <p:spPr>
              <a:xfrm>
                <a:off x="10845234" y="581957"/>
                <a:ext cx="143487" cy="174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662" name="Encre 1048661"/>
              <p14:cNvContentPartPr/>
              <p14:nvPr/>
            </p14:nvContentPartPr>
            <p14:xfrm>
              <a:off x="9143335" y="1118069"/>
              <a:ext cx="100181" cy="204384"/>
            </p14:xfrm>
          </p:contentPart>
        </mc:Choice>
        <mc:Fallback xmlns="">
          <p:sp>
            <p:nvSpPr>
              <p:cNvPr id="1048662" name=""/>
              <p:cNvSpPr/>
              <p:nvPr/>
            </p:nvSpPr>
            <p:spPr>
              <a:xfrm>
                <a:off x="9143335" y="1118069"/>
                <a:ext cx="100181" cy="204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663" name="Encre 1048662"/>
              <p14:cNvContentPartPr/>
              <p14:nvPr/>
            </p14:nvContentPartPr>
            <p14:xfrm>
              <a:off x="9150413" y="1161504"/>
              <a:ext cx="66737" cy="99648"/>
            </p14:xfrm>
          </p:contentPart>
        </mc:Choice>
        <mc:Fallback xmlns="">
          <p:sp>
            <p:nvSpPr>
              <p:cNvPr id="1048663" name=""/>
              <p:cNvSpPr/>
              <p:nvPr/>
            </p:nvSpPr>
            <p:spPr>
              <a:xfrm>
                <a:off x="9150413" y="1161504"/>
                <a:ext cx="66737" cy="99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664" name="Encre 1048663"/>
              <p14:cNvContentPartPr/>
              <p14:nvPr/>
            </p14:nvContentPartPr>
            <p14:xfrm>
              <a:off x="9132618" y="1147108"/>
              <a:ext cx="75157" cy="148831"/>
            </p14:xfrm>
          </p:contentPart>
        </mc:Choice>
        <mc:Fallback xmlns="">
          <p:sp>
            <p:nvSpPr>
              <p:cNvPr id="1048664" name=""/>
              <p:cNvSpPr/>
              <p:nvPr/>
            </p:nvSpPr>
            <p:spPr>
              <a:xfrm>
                <a:off x="9132618" y="1147108"/>
                <a:ext cx="75157" cy="148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665" name="Encre 1048664"/>
              <p14:cNvContentPartPr/>
              <p14:nvPr/>
            </p14:nvContentPartPr>
            <p14:xfrm>
              <a:off x="9128792" y="1190792"/>
              <a:ext cx="73307" cy="34064"/>
            </p14:xfrm>
          </p:contentPart>
        </mc:Choice>
        <mc:Fallback xmlns="">
          <p:sp>
            <p:nvSpPr>
              <p:cNvPr id="1048665" name=""/>
              <p:cNvSpPr/>
              <p:nvPr/>
            </p:nvSpPr>
            <p:spPr>
              <a:xfrm>
                <a:off x="9128792" y="1190792"/>
                <a:ext cx="73307" cy="34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666" name="Encre 1048665"/>
              <p14:cNvContentPartPr/>
              <p14:nvPr/>
            </p14:nvContentPartPr>
            <p14:xfrm>
              <a:off x="8169967" y="1088434"/>
              <a:ext cx="571457" cy="267410"/>
            </p14:xfrm>
          </p:contentPart>
        </mc:Choice>
        <mc:Fallback xmlns="">
          <p:sp>
            <p:nvSpPr>
              <p:cNvPr id="1048666" name=""/>
              <p:cNvSpPr/>
              <p:nvPr/>
            </p:nvSpPr>
            <p:spPr>
              <a:xfrm>
                <a:off x="8169967" y="1088434"/>
                <a:ext cx="571457" cy="267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667" name="Encre 1048666"/>
              <p14:cNvContentPartPr/>
              <p14:nvPr/>
            </p14:nvContentPartPr>
            <p14:xfrm>
              <a:off x="8542378" y="1060306"/>
              <a:ext cx="252650" cy="183737"/>
            </p14:xfrm>
          </p:contentPart>
        </mc:Choice>
        <mc:Fallback xmlns="">
          <p:sp>
            <p:nvSpPr>
              <p:cNvPr id="1048667" name=""/>
              <p:cNvSpPr/>
              <p:nvPr/>
            </p:nvSpPr>
            <p:spPr>
              <a:xfrm>
                <a:off x="8542378" y="1060306"/>
                <a:ext cx="252650" cy="183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668" name="Encre 1048667"/>
              <p14:cNvContentPartPr/>
              <p14:nvPr/>
            </p14:nvContentPartPr>
            <p14:xfrm>
              <a:off x="10499933" y="1393323"/>
              <a:ext cx="166597" cy="135089"/>
            </p14:xfrm>
          </p:contentPart>
        </mc:Choice>
        <mc:Fallback xmlns="">
          <p:sp>
            <p:nvSpPr>
              <p:cNvPr id="1048668" name=""/>
              <p:cNvSpPr/>
              <p:nvPr/>
            </p:nvSpPr>
            <p:spPr>
              <a:xfrm>
                <a:off x="10499933" y="1393323"/>
                <a:ext cx="166597" cy="135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669" name="Encre 1048668"/>
              <p14:cNvContentPartPr/>
              <p14:nvPr/>
            </p14:nvContentPartPr>
            <p14:xfrm>
              <a:off x="10552247" y="1436758"/>
              <a:ext cx="68030" cy="108710"/>
            </p14:xfrm>
          </p:contentPart>
        </mc:Choice>
        <mc:Fallback xmlns="">
          <p:sp>
            <p:nvSpPr>
              <p:cNvPr id="1048669" name=""/>
              <p:cNvSpPr/>
              <p:nvPr/>
            </p:nvSpPr>
            <p:spPr>
              <a:xfrm>
                <a:off x="10552247" y="1436758"/>
                <a:ext cx="68030" cy="108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670" name="Encre 1048669"/>
              <p14:cNvContentPartPr/>
              <p14:nvPr/>
            </p14:nvContentPartPr>
            <p14:xfrm>
              <a:off x="10573427" y="1458600"/>
              <a:ext cx="1187389" cy="419954"/>
            </p14:xfrm>
          </p:contentPart>
        </mc:Choice>
        <mc:Fallback xmlns="">
          <p:sp>
            <p:nvSpPr>
              <p:cNvPr id="1048670" name=""/>
              <p:cNvSpPr/>
              <p:nvPr/>
            </p:nvSpPr>
            <p:spPr>
              <a:xfrm>
                <a:off x="10573427" y="1458600"/>
                <a:ext cx="1187389" cy="419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671" name="Encre 1048670"/>
              <p14:cNvContentPartPr/>
              <p14:nvPr/>
            </p14:nvContentPartPr>
            <p14:xfrm>
              <a:off x="11600956" y="1777537"/>
              <a:ext cx="197534" cy="146058"/>
            </p14:xfrm>
          </p:contentPart>
        </mc:Choice>
        <mc:Fallback xmlns="">
          <p:sp>
            <p:nvSpPr>
              <p:cNvPr id="1048671" name=""/>
              <p:cNvSpPr/>
              <p:nvPr/>
            </p:nvSpPr>
            <p:spPr>
              <a:xfrm>
                <a:off x="11600956" y="1777537"/>
                <a:ext cx="197534" cy="146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672" name="Encre 1048671"/>
              <p14:cNvContentPartPr/>
              <p14:nvPr/>
            </p14:nvContentPartPr>
            <p14:xfrm>
              <a:off x="10380804" y="1675775"/>
              <a:ext cx="181935" cy="250185"/>
            </p14:xfrm>
          </p:contentPart>
        </mc:Choice>
        <mc:Fallback xmlns="">
          <p:sp>
            <p:nvSpPr>
              <p:cNvPr id="1048672" name=""/>
              <p:cNvSpPr/>
              <p:nvPr/>
            </p:nvSpPr>
            <p:spPr>
              <a:xfrm>
                <a:off x="10380804" y="1675775"/>
                <a:ext cx="181935" cy="250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673" name="Encre 1048672"/>
              <p14:cNvContentPartPr/>
              <p14:nvPr/>
            </p14:nvContentPartPr>
            <p14:xfrm>
              <a:off x="10300824" y="1682972"/>
              <a:ext cx="94746" cy="237686"/>
            </p14:xfrm>
          </p:contentPart>
        </mc:Choice>
        <mc:Fallback xmlns="">
          <p:sp>
            <p:nvSpPr>
              <p:cNvPr id="1048673" name=""/>
              <p:cNvSpPr/>
              <p:nvPr/>
            </p:nvSpPr>
            <p:spPr>
              <a:xfrm>
                <a:off x="10300824" y="1682972"/>
                <a:ext cx="94746" cy="237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674" name="Encre 1048673"/>
              <p14:cNvContentPartPr/>
              <p14:nvPr/>
            </p14:nvContentPartPr>
            <p14:xfrm>
              <a:off x="11346046" y="1421641"/>
              <a:ext cx="268596" cy="185787"/>
            </p14:xfrm>
          </p:contentPart>
        </mc:Choice>
        <mc:Fallback xmlns="">
          <p:sp>
            <p:nvSpPr>
              <p:cNvPr id="1048674" name=""/>
              <p:cNvSpPr/>
              <p:nvPr/>
            </p:nvSpPr>
            <p:spPr>
              <a:xfrm>
                <a:off x="11346046" y="1421641"/>
                <a:ext cx="268596" cy="185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675" name="Encre 1048674"/>
              <p14:cNvContentPartPr/>
              <p14:nvPr/>
            </p14:nvContentPartPr>
            <p14:xfrm>
              <a:off x="11460099" y="1555948"/>
              <a:ext cx="198456" cy="144733"/>
            </p14:xfrm>
          </p:contentPart>
        </mc:Choice>
        <mc:Fallback xmlns="">
          <p:sp>
            <p:nvSpPr>
              <p:cNvPr id="1048675" name=""/>
              <p:cNvSpPr/>
              <p:nvPr/>
            </p:nvSpPr>
            <p:spPr>
              <a:xfrm>
                <a:off x="11460099" y="1555948"/>
                <a:ext cx="198456" cy="144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676" name="Encre 1048675"/>
              <p14:cNvContentPartPr/>
              <p14:nvPr/>
            </p14:nvContentPartPr>
            <p14:xfrm>
              <a:off x="11645069" y="1588905"/>
              <a:ext cx="129867" cy="119981"/>
            </p14:xfrm>
          </p:contentPart>
        </mc:Choice>
        <mc:Fallback xmlns="">
          <p:sp>
            <p:nvSpPr>
              <p:cNvPr id="1048676" name=""/>
              <p:cNvSpPr/>
              <p:nvPr/>
            </p:nvSpPr>
            <p:spPr>
              <a:xfrm>
                <a:off x="11645069" y="1588905"/>
                <a:ext cx="129867" cy="1199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677" name="Encre 1048676"/>
              <p14:cNvContentPartPr/>
              <p14:nvPr/>
            </p14:nvContentPartPr>
            <p14:xfrm>
              <a:off x="11721746" y="1623128"/>
              <a:ext cx="223526" cy="194456"/>
            </p14:xfrm>
          </p:contentPart>
        </mc:Choice>
        <mc:Fallback xmlns="">
          <p:sp>
            <p:nvSpPr>
              <p:cNvPr id="1048677" name=""/>
              <p:cNvSpPr/>
              <p:nvPr/>
            </p:nvSpPr>
            <p:spPr>
              <a:xfrm>
                <a:off x="11721746" y="1623128"/>
                <a:ext cx="223526" cy="194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8678" name="Encre 1048677"/>
              <p14:cNvContentPartPr/>
              <p14:nvPr/>
            </p14:nvContentPartPr>
            <p14:xfrm>
              <a:off x="11424588" y="1335244"/>
              <a:ext cx="314607" cy="58078"/>
            </p14:xfrm>
          </p:contentPart>
        </mc:Choice>
        <mc:Fallback xmlns="">
          <p:sp>
            <p:nvSpPr>
              <p:cNvPr id="1048678" name=""/>
              <p:cNvSpPr/>
              <p:nvPr/>
            </p:nvSpPr>
            <p:spPr>
              <a:xfrm>
                <a:off x="11424588" y="1335244"/>
                <a:ext cx="314607" cy="58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8679" name="Encre 1048678"/>
              <p14:cNvContentPartPr/>
              <p14:nvPr/>
            </p14:nvContentPartPr>
            <p14:xfrm>
              <a:off x="11653594" y="1328046"/>
              <a:ext cx="112728" cy="152146"/>
            </p14:xfrm>
          </p:contentPart>
        </mc:Choice>
        <mc:Fallback xmlns="">
          <p:sp>
            <p:nvSpPr>
              <p:cNvPr id="1048679" name=""/>
              <p:cNvSpPr/>
              <p:nvPr/>
            </p:nvSpPr>
            <p:spPr>
              <a:xfrm>
                <a:off x="11653594" y="1328046"/>
                <a:ext cx="112728" cy="152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8680" name="Encre 1048679"/>
              <p14:cNvContentPartPr/>
              <p14:nvPr/>
            </p14:nvContentPartPr>
            <p14:xfrm>
              <a:off x="11093126" y="3537524"/>
              <a:ext cx="209678" cy="170096"/>
            </p14:xfrm>
          </p:contentPart>
        </mc:Choice>
        <mc:Fallback xmlns="">
          <p:sp>
            <p:nvSpPr>
              <p:cNvPr id="1048680" name=""/>
              <p:cNvSpPr/>
              <p:nvPr/>
            </p:nvSpPr>
            <p:spPr>
              <a:xfrm>
                <a:off x="11093126" y="3537524"/>
                <a:ext cx="209678" cy="170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8681" name="Encre 1048680"/>
              <p14:cNvContentPartPr/>
              <p14:nvPr/>
            </p14:nvContentPartPr>
            <p14:xfrm>
              <a:off x="11081300" y="3566563"/>
              <a:ext cx="236230" cy="215494"/>
            </p14:xfrm>
          </p:contentPart>
        </mc:Choice>
        <mc:Fallback xmlns="">
          <p:sp>
            <p:nvSpPr>
              <p:cNvPr id="1048681" name=""/>
              <p:cNvSpPr/>
              <p:nvPr/>
            </p:nvSpPr>
            <p:spPr>
              <a:xfrm>
                <a:off x="11081300" y="3566563"/>
                <a:ext cx="236230" cy="215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8682" name="Encre 1048681"/>
              <p14:cNvContentPartPr/>
              <p14:nvPr/>
            </p14:nvContentPartPr>
            <p14:xfrm>
              <a:off x="10997692" y="3970793"/>
              <a:ext cx="236631" cy="233572"/>
            </p14:xfrm>
          </p:contentPart>
        </mc:Choice>
        <mc:Fallback xmlns="">
          <p:sp>
            <p:nvSpPr>
              <p:cNvPr id="1048682" name=""/>
              <p:cNvSpPr/>
              <p:nvPr/>
            </p:nvSpPr>
            <p:spPr>
              <a:xfrm>
                <a:off x="10997692" y="3970793"/>
                <a:ext cx="236631" cy="2335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8683" name="Encre 1048682"/>
              <p14:cNvContentPartPr/>
              <p14:nvPr/>
            </p14:nvContentPartPr>
            <p14:xfrm>
              <a:off x="11406497" y="4148710"/>
              <a:ext cx="209206" cy="426129"/>
            </p14:xfrm>
          </p:contentPart>
        </mc:Choice>
        <mc:Fallback xmlns="">
          <p:sp>
            <p:nvSpPr>
              <p:cNvPr id="1048683" name=""/>
              <p:cNvSpPr/>
              <p:nvPr/>
            </p:nvSpPr>
            <p:spPr>
              <a:xfrm>
                <a:off x="11406497" y="4148710"/>
                <a:ext cx="209206" cy="426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8684" name="Encre 1048683"/>
              <p14:cNvContentPartPr/>
              <p14:nvPr/>
            </p14:nvContentPartPr>
            <p14:xfrm>
              <a:off x="11410468" y="4363534"/>
              <a:ext cx="279365" cy="7870"/>
            </p14:xfrm>
          </p:contentPart>
        </mc:Choice>
        <mc:Fallback xmlns="">
          <p:sp>
            <p:nvSpPr>
              <p:cNvPr id="1048684" name=""/>
              <p:cNvSpPr/>
              <p:nvPr/>
            </p:nvSpPr>
            <p:spPr>
              <a:xfrm>
                <a:off x="11410468" y="4363534"/>
                <a:ext cx="279365" cy="7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8685" name="Encre 1048684"/>
              <p14:cNvContentPartPr/>
              <p14:nvPr/>
            </p14:nvContentPartPr>
            <p14:xfrm>
              <a:off x="11145721" y="4573263"/>
              <a:ext cx="440933" cy="88636"/>
            </p14:xfrm>
          </p:contentPart>
        </mc:Choice>
        <mc:Fallback xmlns="">
          <p:sp>
            <p:nvSpPr>
              <p:cNvPr id="1048685" name=""/>
              <p:cNvSpPr/>
              <p:nvPr/>
            </p:nvSpPr>
            <p:spPr>
              <a:xfrm>
                <a:off x="11145721" y="4573263"/>
                <a:ext cx="440933" cy="88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8686" name="Encre 1048685"/>
              <p14:cNvContentPartPr/>
              <p14:nvPr/>
            </p14:nvContentPartPr>
            <p14:xfrm>
              <a:off x="11238824" y="4703816"/>
              <a:ext cx="343288" cy="115909"/>
            </p14:xfrm>
          </p:contentPart>
        </mc:Choice>
        <mc:Fallback xmlns="">
          <p:sp>
            <p:nvSpPr>
              <p:cNvPr id="1048686" name=""/>
              <p:cNvSpPr/>
              <p:nvPr/>
            </p:nvSpPr>
            <p:spPr>
              <a:xfrm>
                <a:off x="11238824" y="4703816"/>
                <a:ext cx="343288" cy="115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8687" name="Encre 1048686"/>
              <p14:cNvContentPartPr/>
              <p14:nvPr/>
            </p14:nvContentPartPr>
            <p14:xfrm>
              <a:off x="3344551" y="5892612"/>
              <a:ext cx="4540155" cy="543342"/>
            </p14:xfrm>
          </p:contentPart>
        </mc:Choice>
        <mc:Fallback xmlns="">
          <p:sp>
            <p:nvSpPr>
              <p:cNvPr id="1048687" name=""/>
              <p:cNvSpPr/>
              <p:nvPr/>
            </p:nvSpPr>
            <p:spPr>
              <a:xfrm>
                <a:off x="3344551" y="5892612"/>
                <a:ext cx="4540155" cy="543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8688" name="Encre 1048687"/>
              <p14:cNvContentPartPr/>
              <p14:nvPr/>
            </p14:nvContentPartPr>
            <p14:xfrm>
              <a:off x="4919637" y="5855949"/>
              <a:ext cx="1117681" cy="662814"/>
            </p14:xfrm>
          </p:contentPart>
        </mc:Choice>
        <mc:Fallback xmlns="">
          <p:sp>
            <p:nvSpPr>
              <p:cNvPr id="1048688" name=""/>
              <p:cNvSpPr/>
              <p:nvPr/>
            </p:nvSpPr>
            <p:spPr>
              <a:xfrm>
                <a:off x="4919637" y="5855949"/>
                <a:ext cx="1117681" cy="662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8689" name="Encre 1048688"/>
              <p14:cNvContentPartPr/>
              <p14:nvPr/>
            </p14:nvContentPartPr>
            <p14:xfrm>
              <a:off x="5152737" y="6319102"/>
              <a:ext cx="116467" cy="38319"/>
            </p14:xfrm>
          </p:contentPart>
        </mc:Choice>
        <mc:Fallback xmlns="">
          <p:sp>
            <p:nvSpPr>
              <p:cNvPr id="1048689" name=""/>
              <p:cNvSpPr/>
              <p:nvPr/>
            </p:nvSpPr>
            <p:spPr>
              <a:xfrm>
                <a:off x="5152737" y="6319102"/>
                <a:ext cx="116467" cy="38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8690" name="Encre 1048689"/>
              <p14:cNvContentPartPr/>
              <p14:nvPr/>
            </p14:nvContentPartPr>
            <p14:xfrm>
              <a:off x="5131116" y="6380060"/>
              <a:ext cx="116373" cy="6591"/>
            </p14:xfrm>
          </p:contentPart>
        </mc:Choice>
        <mc:Fallback xmlns="">
          <p:sp>
            <p:nvSpPr>
              <p:cNvPr id="1048690" name=""/>
              <p:cNvSpPr/>
              <p:nvPr/>
            </p:nvSpPr>
            <p:spPr>
              <a:xfrm>
                <a:off x="5131116" y="6380060"/>
                <a:ext cx="116373" cy="6591"/>
              </a:xfrm>
            </p:spPr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Rectangle 3"/>
          <p:cNvSpPr/>
          <p:nvPr/>
        </p:nvSpPr>
        <p:spPr>
          <a:xfrm>
            <a:off x="443454" y="204920"/>
            <a:ext cx="5923280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1.3 Moment cinétique par rapport à un axe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8692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3454" y="676347"/>
            <a:ext cx="10783910" cy="1015663"/>
          </a:xfrm>
          <a:prstGeom prst="rect">
            <a:avLst/>
          </a:prstGeom>
          <a:blipFill rotWithShape="0">
            <a:blip r:embed="rId2"/>
            <a:stretch>
              <a:fillRect l="-622" t="-3593" b="-958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3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17454" y="1483026"/>
            <a:ext cx="2632259" cy="506421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4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3454" y="2149795"/>
            <a:ext cx="10374800" cy="707886"/>
          </a:xfrm>
          <a:prstGeom prst="rect">
            <a:avLst/>
          </a:prstGeom>
          <a:blipFill rotWithShape="0">
            <a:blip r:embed="rId4"/>
            <a:stretch>
              <a:fillRect l="-646" t="-5172" b="-146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5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14724" y="2619177"/>
            <a:ext cx="2792559" cy="506421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6" name="ZoneTexte 8"/>
          <p:cNvSpPr txBox="1"/>
          <p:nvPr/>
        </p:nvSpPr>
        <p:spPr>
          <a:xfrm>
            <a:off x="605307" y="3503054"/>
            <a:ext cx="8178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Alors;</a:t>
            </a:r>
          </a:p>
        </p:txBody>
      </p:sp>
      <p:sp>
        <p:nvSpPr>
          <p:cNvPr id="104869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49693" y="3594980"/>
            <a:ext cx="1413464" cy="461665"/>
          </a:xfrm>
          <a:prstGeom prst="rect">
            <a:avLst/>
          </a:prstGeom>
          <a:blipFill rotWithShape="0">
            <a:blip r:embed="rId6"/>
            <a:stretch>
              <a:fillRect b="-2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8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5306" y="4147613"/>
            <a:ext cx="10341735" cy="400110"/>
          </a:xfrm>
          <a:prstGeom prst="rect">
            <a:avLst/>
          </a:prstGeom>
          <a:blipFill rotWithShape="0">
            <a:blip r:embed="rId7"/>
            <a:stretch>
              <a:fillRect l="-589" t="-7576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699" name="Encre 1048698"/>
              <p14:cNvContentPartPr/>
              <p14:nvPr/>
            </p14:nvContentPartPr>
            <p14:xfrm>
              <a:off x="1004596" y="1023753"/>
              <a:ext cx="883976" cy="14744"/>
            </p14:xfrm>
          </p:contentPart>
        </mc:Choice>
        <mc:Fallback xmlns="">
          <p:sp>
            <p:nvSpPr>
              <p:cNvPr id="1048699" name=""/>
              <p:cNvSpPr/>
              <p:nvPr/>
            </p:nvSpPr>
            <p:spPr>
              <a:xfrm>
                <a:off x="1004596" y="1023753"/>
                <a:ext cx="883976" cy="147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700" name="Encre 1048699"/>
              <p14:cNvContentPartPr/>
              <p14:nvPr/>
            </p14:nvContentPartPr>
            <p14:xfrm>
              <a:off x="8589656" y="2039636"/>
              <a:ext cx="2304556" cy="3343045"/>
            </p14:xfrm>
          </p:contentPart>
        </mc:Choice>
        <mc:Fallback xmlns="">
          <p:sp>
            <p:nvSpPr>
              <p:cNvPr id="1048700" name=""/>
              <p:cNvSpPr/>
              <p:nvPr/>
            </p:nvSpPr>
            <p:spPr>
              <a:xfrm>
                <a:off x="8589656" y="2039636"/>
                <a:ext cx="2304556" cy="3343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701" name="Encre 1048700"/>
              <p14:cNvContentPartPr/>
              <p14:nvPr/>
            </p14:nvContentPartPr>
            <p14:xfrm>
              <a:off x="8499577" y="5577003"/>
              <a:ext cx="262681" cy="475780"/>
            </p14:xfrm>
          </p:contentPart>
        </mc:Choice>
        <mc:Fallback xmlns="">
          <p:sp>
            <p:nvSpPr>
              <p:cNvPr id="1048701" name=""/>
              <p:cNvSpPr/>
              <p:nvPr/>
            </p:nvSpPr>
            <p:spPr>
              <a:xfrm>
                <a:off x="8499577" y="5577003"/>
                <a:ext cx="262681" cy="475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702" name="Encre 1048701"/>
              <p14:cNvContentPartPr/>
              <p14:nvPr/>
            </p14:nvContentPartPr>
            <p14:xfrm>
              <a:off x="8799269" y="5721685"/>
              <a:ext cx="184675" cy="414340"/>
            </p14:xfrm>
          </p:contentPart>
        </mc:Choice>
        <mc:Fallback xmlns="">
          <p:sp>
            <p:nvSpPr>
              <p:cNvPr id="1048702" name=""/>
              <p:cNvSpPr/>
              <p:nvPr/>
            </p:nvSpPr>
            <p:spPr>
              <a:xfrm>
                <a:off x="8799269" y="5721685"/>
                <a:ext cx="184675" cy="414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703" name="Encre 1048702"/>
              <p14:cNvContentPartPr/>
              <p14:nvPr/>
            </p14:nvContentPartPr>
            <p14:xfrm>
              <a:off x="8298939" y="5746753"/>
              <a:ext cx="93416" cy="338847"/>
            </p14:xfrm>
          </p:contentPart>
        </mc:Choice>
        <mc:Fallback xmlns="">
          <p:sp>
            <p:nvSpPr>
              <p:cNvPr id="1048703" name=""/>
              <p:cNvSpPr/>
              <p:nvPr/>
            </p:nvSpPr>
            <p:spPr>
              <a:xfrm>
                <a:off x="8298939" y="5746753"/>
                <a:ext cx="93416" cy="338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704" name="Encre 1048703"/>
              <p14:cNvContentPartPr/>
              <p14:nvPr/>
            </p14:nvContentPartPr>
            <p14:xfrm>
              <a:off x="8928228" y="4740302"/>
              <a:ext cx="222185" cy="23362"/>
            </p14:xfrm>
          </p:contentPart>
        </mc:Choice>
        <mc:Fallback xmlns="">
          <p:sp>
            <p:nvSpPr>
              <p:cNvPr id="1048704" name=""/>
              <p:cNvSpPr/>
              <p:nvPr/>
            </p:nvSpPr>
            <p:spPr>
              <a:xfrm>
                <a:off x="8928228" y="4740302"/>
                <a:ext cx="222185" cy="23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705" name="Encre 1048704"/>
              <p14:cNvContentPartPr/>
              <p14:nvPr/>
            </p14:nvContentPartPr>
            <p14:xfrm>
              <a:off x="8964208" y="4667827"/>
              <a:ext cx="146796" cy="222991"/>
            </p14:xfrm>
          </p:contentPart>
        </mc:Choice>
        <mc:Fallback xmlns="">
          <p:sp>
            <p:nvSpPr>
              <p:cNvPr id="1048705" name=""/>
              <p:cNvSpPr/>
              <p:nvPr/>
            </p:nvSpPr>
            <p:spPr>
              <a:xfrm>
                <a:off x="8964208" y="4667827"/>
                <a:ext cx="146796" cy="2229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706" name="Encre 1048705"/>
              <p14:cNvContentPartPr/>
              <p14:nvPr/>
            </p14:nvContentPartPr>
            <p14:xfrm>
              <a:off x="9052677" y="5058991"/>
              <a:ext cx="241959" cy="275068"/>
            </p14:xfrm>
          </p:contentPart>
        </mc:Choice>
        <mc:Fallback xmlns="">
          <p:sp>
            <p:nvSpPr>
              <p:cNvPr id="1048706" name=""/>
              <p:cNvSpPr/>
              <p:nvPr/>
            </p:nvSpPr>
            <p:spPr>
              <a:xfrm>
                <a:off x="9052677" y="5058991"/>
                <a:ext cx="241959" cy="275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707" name="Encre 1048706"/>
              <p14:cNvContentPartPr/>
              <p14:nvPr/>
            </p14:nvContentPartPr>
            <p14:xfrm>
              <a:off x="9021570" y="4082673"/>
              <a:ext cx="478968" cy="686172"/>
            </p14:xfrm>
          </p:contentPart>
        </mc:Choice>
        <mc:Fallback xmlns="">
          <p:sp>
            <p:nvSpPr>
              <p:cNvPr id="1048707" name=""/>
              <p:cNvSpPr/>
              <p:nvPr/>
            </p:nvSpPr>
            <p:spPr>
              <a:xfrm>
                <a:off x="9021570" y="4082673"/>
                <a:ext cx="478968" cy="6861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708" name="Encre 1048707"/>
              <p14:cNvContentPartPr/>
              <p14:nvPr/>
            </p14:nvContentPartPr>
            <p14:xfrm>
              <a:off x="9023315" y="4124269"/>
              <a:ext cx="420085" cy="571619"/>
            </p14:xfrm>
          </p:contentPart>
        </mc:Choice>
        <mc:Fallback xmlns="">
          <p:sp>
            <p:nvSpPr>
              <p:cNvPr id="1048708" name=""/>
              <p:cNvSpPr/>
              <p:nvPr/>
            </p:nvSpPr>
            <p:spPr>
              <a:xfrm>
                <a:off x="9023315" y="4124269"/>
                <a:ext cx="420085" cy="571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709" name="Encre 1048708"/>
              <p14:cNvContentPartPr/>
              <p14:nvPr/>
            </p14:nvContentPartPr>
            <p14:xfrm>
              <a:off x="9011155" y="4109625"/>
              <a:ext cx="425185" cy="594506"/>
            </p14:xfrm>
          </p:contentPart>
        </mc:Choice>
        <mc:Fallback xmlns="">
          <p:sp>
            <p:nvSpPr>
              <p:cNvPr id="1048709" name=""/>
              <p:cNvSpPr/>
              <p:nvPr/>
            </p:nvSpPr>
            <p:spPr>
              <a:xfrm>
                <a:off x="9011155" y="4109625"/>
                <a:ext cx="425185" cy="594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710" name="Encre 1048709"/>
              <p14:cNvContentPartPr/>
              <p14:nvPr/>
            </p14:nvContentPartPr>
            <p14:xfrm>
              <a:off x="9051218" y="4174902"/>
              <a:ext cx="284959" cy="514785"/>
            </p14:xfrm>
          </p:contentPart>
        </mc:Choice>
        <mc:Fallback xmlns="">
          <p:sp>
            <p:nvSpPr>
              <p:cNvPr id="1048710" name=""/>
              <p:cNvSpPr/>
              <p:nvPr/>
            </p:nvSpPr>
            <p:spPr>
              <a:xfrm>
                <a:off x="9051218" y="4174902"/>
                <a:ext cx="284959" cy="514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711" name="Encre 1048710"/>
              <p14:cNvContentPartPr/>
              <p14:nvPr/>
            </p14:nvContentPartPr>
            <p14:xfrm>
              <a:off x="8914347" y="3919895"/>
              <a:ext cx="231042" cy="218769"/>
            </p14:xfrm>
          </p:contentPart>
        </mc:Choice>
        <mc:Fallback xmlns="">
          <p:sp>
            <p:nvSpPr>
              <p:cNvPr id="1048711" name=""/>
              <p:cNvSpPr/>
              <p:nvPr/>
            </p:nvSpPr>
            <p:spPr>
              <a:xfrm>
                <a:off x="8914347" y="3919895"/>
                <a:ext cx="231042" cy="218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712" name="Encre 1048711"/>
              <p14:cNvContentPartPr/>
              <p14:nvPr/>
            </p14:nvContentPartPr>
            <p14:xfrm>
              <a:off x="8824970" y="3747501"/>
              <a:ext cx="261021" cy="40623"/>
            </p14:xfrm>
          </p:contentPart>
        </mc:Choice>
        <mc:Fallback xmlns="">
          <p:sp>
            <p:nvSpPr>
              <p:cNvPr id="1048712" name=""/>
              <p:cNvSpPr/>
              <p:nvPr/>
            </p:nvSpPr>
            <p:spPr>
              <a:xfrm>
                <a:off x="8824970" y="3747501"/>
                <a:ext cx="261021" cy="40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713" name="Encre 1048712"/>
              <p14:cNvContentPartPr/>
              <p14:nvPr/>
            </p14:nvContentPartPr>
            <p14:xfrm>
              <a:off x="8935968" y="3697116"/>
              <a:ext cx="189011" cy="139789"/>
            </p14:xfrm>
          </p:contentPart>
        </mc:Choice>
        <mc:Fallback xmlns="">
          <p:sp>
            <p:nvSpPr>
              <p:cNvPr id="1048713" name=""/>
              <p:cNvSpPr/>
              <p:nvPr/>
            </p:nvSpPr>
            <p:spPr>
              <a:xfrm>
                <a:off x="8935968" y="3697116"/>
                <a:ext cx="189011" cy="139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714" name="Encre 1048713"/>
              <p14:cNvContentPartPr/>
              <p14:nvPr/>
            </p14:nvContentPartPr>
            <p14:xfrm>
              <a:off x="8912057" y="4700844"/>
              <a:ext cx="202615" cy="75694"/>
            </p14:xfrm>
          </p:contentPart>
        </mc:Choice>
        <mc:Fallback xmlns="">
          <p:sp>
            <p:nvSpPr>
              <p:cNvPr id="1048714" name=""/>
              <p:cNvSpPr/>
              <p:nvPr/>
            </p:nvSpPr>
            <p:spPr>
              <a:xfrm>
                <a:off x="8912057" y="4700844"/>
                <a:ext cx="202615" cy="756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715" name="Encre 1048714"/>
              <p14:cNvContentPartPr/>
              <p14:nvPr/>
            </p14:nvContentPartPr>
            <p14:xfrm>
              <a:off x="8943028" y="4631342"/>
              <a:ext cx="122975" cy="212614"/>
            </p14:xfrm>
          </p:contentPart>
        </mc:Choice>
        <mc:Fallback xmlns="">
          <p:sp>
            <p:nvSpPr>
              <p:cNvPr id="1048715" name=""/>
              <p:cNvSpPr/>
              <p:nvPr/>
            </p:nvSpPr>
            <p:spPr>
              <a:xfrm>
                <a:off x="8943028" y="4631342"/>
                <a:ext cx="122975" cy="212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716" name="Encre 1048715"/>
              <p14:cNvContentPartPr/>
              <p14:nvPr/>
            </p14:nvContentPartPr>
            <p14:xfrm>
              <a:off x="4409266" y="1466048"/>
              <a:ext cx="2691495" cy="584673"/>
            </p14:xfrm>
          </p:contentPart>
        </mc:Choice>
        <mc:Fallback xmlns="">
          <p:sp>
            <p:nvSpPr>
              <p:cNvPr id="1048716" name=""/>
              <p:cNvSpPr/>
              <p:nvPr/>
            </p:nvSpPr>
            <p:spPr>
              <a:xfrm>
                <a:off x="4409266" y="1466048"/>
                <a:ext cx="2691495" cy="5846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717" name="Encre 1048716"/>
              <p14:cNvContentPartPr/>
              <p14:nvPr/>
            </p14:nvContentPartPr>
            <p14:xfrm>
              <a:off x="3221409" y="2501536"/>
              <a:ext cx="1137122" cy="24070"/>
            </p14:xfrm>
          </p:contentPart>
        </mc:Choice>
        <mc:Fallback xmlns="">
          <p:sp>
            <p:nvSpPr>
              <p:cNvPr id="1048717" name=""/>
              <p:cNvSpPr/>
              <p:nvPr/>
            </p:nvSpPr>
            <p:spPr>
              <a:xfrm>
                <a:off x="3221409" y="2501536"/>
                <a:ext cx="1137122" cy="24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718" name="Encre 1048717"/>
              <p14:cNvContentPartPr/>
              <p14:nvPr/>
            </p14:nvContentPartPr>
            <p14:xfrm>
              <a:off x="9979953" y="3146360"/>
              <a:ext cx="185764" cy="123107"/>
            </p14:xfrm>
          </p:contentPart>
        </mc:Choice>
        <mc:Fallback xmlns="">
          <p:sp>
            <p:nvSpPr>
              <p:cNvPr id="1048718" name=""/>
              <p:cNvSpPr/>
              <p:nvPr/>
            </p:nvSpPr>
            <p:spPr>
              <a:xfrm>
                <a:off x="9979953" y="3146360"/>
                <a:ext cx="185764" cy="123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719" name="Encre 1048718"/>
              <p14:cNvContentPartPr/>
              <p14:nvPr/>
            </p14:nvContentPartPr>
            <p14:xfrm>
              <a:off x="9987013" y="3110371"/>
              <a:ext cx="116272" cy="161190"/>
            </p14:xfrm>
          </p:contentPart>
        </mc:Choice>
        <mc:Fallback xmlns="">
          <p:sp>
            <p:nvSpPr>
              <p:cNvPr id="1048719" name=""/>
              <p:cNvSpPr/>
              <p:nvPr/>
            </p:nvSpPr>
            <p:spPr>
              <a:xfrm>
                <a:off x="9987013" y="3110371"/>
                <a:ext cx="116272" cy="161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720" name="Encre 1048719"/>
              <p14:cNvContentPartPr/>
              <p14:nvPr/>
            </p14:nvContentPartPr>
            <p14:xfrm>
              <a:off x="10205182" y="3341942"/>
              <a:ext cx="185182" cy="216706"/>
            </p14:xfrm>
          </p:contentPart>
        </mc:Choice>
        <mc:Fallback xmlns="">
          <p:sp>
            <p:nvSpPr>
              <p:cNvPr id="1048720" name=""/>
              <p:cNvSpPr/>
              <p:nvPr/>
            </p:nvSpPr>
            <p:spPr>
              <a:xfrm>
                <a:off x="10205182" y="3341942"/>
                <a:ext cx="185182" cy="216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721" name="Encre 1048720"/>
              <p14:cNvContentPartPr/>
              <p14:nvPr/>
            </p14:nvContentPartPr>
            <p14:xfrm>
              <a:off x="10396672" y="3110371"/>
              <a:ext cx="84094" cy="158517"/>
            </p14:xfrm>
          </p:contentPart>
        </mc:Choice>
        <mc:Fallback xmlns="">
          <p:sp>
            <p:nvSpPr>
              <p:cNvPr id="1048721" name=""/>
              <p:cNvSpPr/>
              <p:nvPr/>
            </p:nvSpPr>
            <p:spPr>
              <a:xfrm>
                <a:off x="10396672" y="3110371"/>
                <a:ext cx="84094" cy="158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722" name="Encre 1048721"/>
              <p14:cNvContentPartPr/>
              <p14:nvPr/>
            </p14:nvContentPartPr>
            <p14:xfrm>
              <a:off x="3387757" y="3592016"/>
              <a:ext cx="1500232" cy="518492"/>
            </p14:xfrm>
          </p:contentPart>
        </mc:Choice>
        <mc:Fallback xmlns="">
          <p:sp>
            <p:nvSpPr>
              <p:cNvPr id="1048722" name=""/>
              <p:cNvSpPr/>
              <p:nvPr/>
            </p:nvSpPr>
            <p:spPr>
              <a:xfrm>
                <a:off x="3387757" y="3592016"/>
                <a:ext cx="1500232" cy="518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723" name="Encre 1048722"/>
              <p14:cNvContentPartPr/>
              <p14:nvPr/>
            </p14:nvContentPartPr>
            <p14:xfrm>
              <a:off x="8973473" y="4732607"/>
              <a:ext cx="148259" cy="34500"/>
            </p14:xfrm>
          </p:contentPart>
        </mc:Choice>
        <mc:Fallback xmlns="">
          <p:sp>
            <p:nvSpPr>
              <p:cNvPr id="1048723" name=""/>
              <p:cNvSpPr/>
              <p:nvPr/>
            </p:nvSpPr>
            <p:spPr>
              <a:xfrm>
                <a:off x="8973473" y="4732607"/>
                <a:ext cx="148259" cy="345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724" name="Encre 1048723"/>
              <p14:cNvContentPartPr/>
              <p14:nvPr/>
            </p14:nvContentPartPr>
            <p14:xfrm>
              <a:off x="8978769" y="4660629"/>
              <a:ext cx="97303" cy="183139"/>
            </p14:xfrm>
          </p:contentPart>
        </mc:Choice>
        <mc:Fallback xmlns="">
          <p:sp>
            <p:nvSpPr>
              <p:cNvPr id="1048724" name=""/>
              <p:cNvSpPr/>
              <p:nvPr/>
            </p:nvSpPr>
            <p:spPr>
              <a:xfrm>
                <a:off x="8978769" y="4660629"/>
                <a:ext cx="97303" cy="183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725" name="Encre 1048724"/>
              <p14:cNvContentPartPr/>
              <p14:nvPr/>
            </p14:nvContentPartPr>
            <p14:xfrm>
              <a:off x="8928467" y="4747499"/>
              <a:ext cx="121784" cy="25565"/>
            </p14:xfrm>
          </p:contentPart>
        </mc:Choice>
        <mc:Fallback xmlns="">
          <p:sp>
            <p:nvSpPr>
              <p:cNvPr id="1048725" name=""/>
              <p:cNvSpPr/>
              <p:nvPr/>
            </p:nvSpPr>
            <p:spPr>
              <a:xfrm>
                <a:off x="8928467" y="4747499"/>
                <a:ext cx="121784" cy="25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726" name="Encre 1048725"/>
              <p14:cNvContentPartPr/>
              <p14:nvPr/>
            </p14:nvContentPartPr>
            <p14:xfrm>
              <a:off x="8943028" y="4681975"/>
              <a:ext cx="148577" cy="188631"/>
            </p14:xfrm>
          </p:contentPart>
        </mc:Choice>
        <mc:Fallback xmlns="">
          <p:sp>
            <p:nvSpPr>
              <p:cNvPr id="1048726" name=""/>
              <p:cNvSpPr/>
              <p:nvPr/>
            </p:nvSpPr>
            <p:spPr>
              <a:xfrm>
                <a:off x="8943028" y="4681975"/>
                <a:ext cx="148577" cy="188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727" name="Encre 1048726"/>
              <p14:cNvContentPartPr/>
              <p14:nvPr/>
            </p14:nvContentPartPr>
            <p14:xfrm>
              <a:off x="8992889" y="4747328"/>
              <a:ext cx="1646059" cy="29499"/>
            </p14:xfrm>
          </p:contentPart>
        </mc:Choice>
        <mc:Fallback xmlns="">
          <p:sp>
            <p:nvSpPr>
              <p:cNvPr id="1048727" name=""/>
              <p:cNvSpPr/>
              <p:nvPr/>
            </p:nvSpPr>
            <p:spPr>
              <a:xfrm>
                <a:off x="8992889" y="4747328"/>
                <a:ext cx="1646059" cy="29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728" name="Encre 1048727"/>
              <p14:cNvContentPartPr/>
              <p14:nvPr/>
            </p14:nvContentPartPr>
            <p14:xfrm>
              <a:off x="10445025" y="4616698"/>
              <a:ext cx="261415" cy="243066"/>
            </p14:xfrm>
          </p:contentPart>
        </mc:Choice>
        <mc:Fallback xmlns="">
          <p:sp>
            <p:nvSpPr>
              <p:cNvPr id="1048728" name=""/>
              <p:cNvSpPr/>
              <p:nvPr/>
            </p:nvSpPr>
            <p:spPr>
              <a:xfrm>
                <a:off x="10445025" y="4616698"/>
                <a:ext cx="261415" cy="243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729" name="Encre 1048728"/>
              <p14:cNvContentPartPr/>
              <p14:nvPr/>
            </p14:nvContentPartPr>
            <p14:xfrm>
              <a:off x="10232564" y="5015307"/>
              <a:ext cx="155099" cy="354993"/>
            </p14:xfrm>
          </p:contentPart>
        </mc:Choice>
        <mc:Fallback xmlns="">
          <p:sp>
            <p:nvSpPr>
              <p:cNvPr id="1048729" name=""/>
              <p:cNvSpPr/>
              <p:nvPr/>
            </p:nvSpPr>
            <p:spPr>
              <a:xfrm>
                <a:off x="10232564" y="5015307"/>
                <a:ext cx="155099" cy="354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8730" name="Encre 1048729"/>
              <p14:cNvContentPartPr/>
              <p14:nvPr/>
            </p14:nvContentPartPr>
            <p14:xfrm>
              <a:off x="10411290" y="5399273"/>
              <a:ext cx="126400" cy="186713"/>
            </p14:xfrm>
          </p:contentPart>
        </mc:Choice>
        <mc:Fallback xmlns="">
          <p:sp>
            <p:nvSpPr>
              <p:cNvPr id="1048730" name=""/>
              <p:cNvSpPr/>
              <p:nvPr/>
            </p:nvSpPr>
            <p:spPr>
              <a:xfrm>
                <a:off x="10411290" y="5399273"/>
                <a:ext cx="126400" cy="186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8731" name="Encre 1048730"/>
              <p14:cNvContentPartPr/>
              <p14:nvPr/>
            </p14:nvContentPartPr>
            <p14:xfrm>
              <a:off x="10173218" y="5094980"/>
              <a:ext cx="335787" cy="72722"/>
            </p14:xfrm>
          </p:contentPart>
        </mc:Choice>
        <mc:Fallback xmlns="">
          <p:sp>
            <p:nvSpPr>
              <p:cNvPr id="1048731" name=""/>
              <p:cNvSpPr/>
              <p:nvPr/>
            </p:nvSpPr>
            <p:spPr>
              <a:xfrm>
                <a:off x="10173218" y="5094980"/>
                <a:ext cx="335787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8732" name="Encre 1048731"/>
              <p14:cNvContentPartPr/>
              <p14:nvPr/>
            </p14:nvContentPartPr>
            <p14:xfrm>
              <a:off x="10422600" y="5058991"/>
              <a:ext cx="116916" cy="165229"/>
            </p14:xfrm>
          </p:contentPart>
        </mc:Choice>
        <mc:Fallback xmlns="">
          <p:sp>
            <p:nvSpPr>
              <p:cNvPr id="1048732" name=""/>
              <p:cNvSpPr/>
              <p:nvPr/>
            </p:nvSpPr>
            <p:spPr>
              <a:xfrm>
                <a:off x="10422600" y="5058991"/>
                <a:ext cx="116916" cy="165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8733" name="Encre 1048732"/>
              <p14:cNvContentPartPr/>
              <p14:nvPr/>
            </p14:nvContentPartPr>
            <p14:xfrm>
              <a:off x="9786805" y="1778269"/>
              <a:ext cx="229400" cy="1454961"/>
            </p14:xfrm>
          </p:contentPart>
        </mc:Choice>
        <mc:Fallback xmlns="">
          <p:sp>
            <p:nvSpPr>
              <p:cNvPr id="1048733" name=""/>
              <p:cNvSpPr/>
              <p:nvPr/>
            </p:nvSpPr>
            <p:spPr>
              <a:xfrm>
                <a:off x="9786805" y="1778269"/>
                <a:ext cx="229400" cy="1454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8734" name="Encre 1048733"/>
              <p14:cNvContentPartPr/>
              <p14:nvPr/>
            </p14:nvContentPartPr>
            <p14:xfrm>
              <a:off x="9437299" y="1386373"/>
              <a:ext cx="173833" cy="310190"/>
            </p14:xfrm>
          </p:contentPart>
        </mc:Choice>
        <mc:Fallback xmlns="">
          <p:sp>
            <p:nvSpPr>
              <p:cNvPr id="1048734" name=""/>
              <p:cNvSpPr/>
              <p:nvPr/>
            </p:nvSpPr>
            <p:spPr>
              <a:xfrm>
                <a:off x="9437299" y="1386373"/>
                <a:ext cx="173833" cy="310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8735" name="Encre 1048734"/>
              <p14:cNvContentPartPr/>
              <p14:nvPr/>
            </p14:nvContentPartPr>
            <p14:xfrm>
              <a:off x="9600924" y="1559865"/>
              <a:ext cx="114242" cy="145557"/>
            </p14:xfrm>
          </p:contentPart>
        </mc:Choice>
        <mc:Fallback xmlns="">
          <p:sp>
            <p:nvSpPr>
              <p:cNvPr id="1048735" name=""/>
              <p:cNvSpPr/>
              <p:nvPr/>
            </p:nvSpPr>
            <p:spPr>
              <a:xfrm>
                <a:off x="9600924" y="1559865"/>
                <a:ext cx="114242" cy="145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8736" name="Encre 1048735"/>
              <p14:cNvContentPartPr/>
              <p14:nvPr/>
            </p14:nvContentPartPr>
            <p14:xfrm>
              <a:off x="9680023" y="1422362"/>
              <a:ext cx="63864" cy="115177"/>
            </p14:xfrm>
          </p:contentPart>
        </mc:Choice>
        <mc:Fallback xmlns="">
          <p:sp>
            <p:nvSpPr>
              <p:cNvPr id="1048736" name=""/>
              <p:cNvSpPr/>
              <p:nvPr/>
            </p:nvSpPr>
            <p:spPr>
              <a:xfrm>
                <a:off x="9680023" y="1422362"/>
                <a:ext cx="63864" cy="115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8737" name="Encre 1048736"/>
              <p14:cNvContentPartPr/>
              <p14:nvPr/>
            </p14:nvContentPartPr>
            <p14:xfrm>
              <a:off x="9329117" y="1236381"/>
              <a:ext cx="255509" cy="120227"/>
            </p14:xfrm>
          </p:contentPart>
        </mc:Choice>
        <mc:Fallback xmlns="">
          <p:sp>
            <p:nvSpPr>
              <p:cNvPr id="1048737" name=""/>
              <p:cNvSpPr/>
              <p:nvPr/>
            </p:nvSpPr>
            <p:spPr>
              <a:xfrm>
                <a:off x="9329117" y="1236381"/>
                <a:ext cx="255509" cy="120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8738" name="Encre 1048737"/>
              <p14:cNvContentPartPr/>
              <p14:nvPr/>
            </p14:nvContentPartPr>
            <p14:xfrm>
              <a:off x="10038429" y="2336089"/>
              <a:ext cx="635958" cy="868411"/>
            </p14:xfrm>
          </p:contentPart>
        </mc:Choice>
        <mc:Fallback xmlns="">
          <p:sp>
            <p:nvSpPr>
              <p:cNvPr id="1048738" name=""/>
              <p:cNvSpPr/>
              <p:nvPr/>
            </p:nvSpPr>
            <p:spPr>
              <a:xfrm>
                <a:off x="10038429" y="2336089"/>
                <a:ext cx="635958" cy="8684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8739" name="Encre 1048738"/>
              <p14:cNvContentPartPr/>
              <p14:nvPr/>
            </p14:nvContentPartPr>
            <p14:xfrm>
              <a:off x="10614703" y="2675525"/>
              <a:ext cx="191407" cy="460916"/>
            </p14:xfrm>
          </p:contentPart>
        </mc:Choice>
        <mc:Fallback xmlns="">
          <p:sp>
            <p:nvSpPr>
              <p:cNvPr id="1048739" name=""/>
              <p:cNvSpPr/>
              <p:nvPr/>
            </p:nvSpPr>
            <p:spPr>
              <a:xfrm>
                <a:off x="10614703" y="2675525"/>
                <a:ext cx="191407" cy="460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8740" name="Encre 1048739"/>
              <p14:cNvContentPartPr/>
              <p14:nvPr/>
            </p14:nvContentPartPr>
            <p14:xfrm>
              <a:off x="10771037" y="2624644"/>
              <a:ext cx="45516" cy="162591"/>
            </p14:xfrm>
          </p:contentPart>
        </mc:Choice>
        <mc:Fallback xmlns="">
          <p:sp>
            <p:nvSpPr>
              <p:cNvPr id="1048740" name=""/>
              <p:cNvSpPr/>
              <p:nvPr/>
            </p:nvSpPr>
            <p:spPr>
              <a:xfrm>
                <a:off x="10771037" y="2624644"/>
                <a:ext cx="45516" cy="162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8741" name="Encre 1048740"/>
              <p14:cNvContentPartPr/>
              <p14:nvPr/>
            </p14:nvContentPartPr>
            <p14:xfrm>
              <a:off x="10834895" y="2995766"/>
              <a:ext cx="215958" cy="257384"/>
            </p14:xfrm>
          </p:contentPart>
        </mc:Choice>
        <mc:Fallback xmlns="">
          <p:sp>
            <p:nvSpPr>
              <p:cNvPr id="1048741" name=""/>
              <p:cNvSpPr/>
              <p:nvPr/>
            </p:nvSpPr>
            <p:spPr>
              <a:xfrm>
                <a:off x="10834895" y="2995766"/>
                <a:ext cx="215958" cy="257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8742" name="Encre 1048741"/>
              <p14:cNvContentPartPr/>
              <p14:nvPr/>
            </p14:nvContentPartPr>
            <p14:xfrm>
              <a:off x="10554803" y="4590622"/>
              <a:ext cx="97607" cy="70007"/>
            </p14:xfrm>
          </p:contentPart>
        </mc:Choice>
        <mc:Fallback xmlns="">
          <p:sp>
            <p:nvSpPr>
              <p:cNvPr id="1048742" name=""/>
              <p:cNvSpPr/>
              <p:nvPr/>
            </p:nvSpPr>
            <p:spPr>
              <a:xfrm>
                <a:off x="10554803" y="4590622"/>
                <a:ext cx="97607" cy="700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8743" name="Encre 1048742"/>
              <p14:cNvContentPartPr/>
              <p14:nvPr/>
            </p14:nvContentPartPr>
            <p14:xfrm>
              <a:off x="10091205" y="4279027"/>
              <a:ext cx="53332" cy="69863"/>
            </p14:xfrm>
          </p:contentPart>
        </mc:Choice>
        <mc:Fallback xmlns="">
          <p:sp>
            <p:nvSpPr>
              <p:cNvPr id="1048743" name=""/>
              <p:cNvSpPr/>
              <p:nvPr/>
            </p:nvSpPr>
            <p:spPr>
              <a:xfrm>
                <a:off x="10091205" y="4279027"/>
                <a:ext cx="53332" cy="69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8744" name="Encre 1048743"/>
              <p14:cNvContentPartPr/>
              <p14:nvPr/>
            </p14:nvContentPartPr>
            <p14:xfrm>
              <a:off x="9075655" y="3919062"/>
              <a:ext cx="543950" cy="780953"/>
            </p14:xfrm>
          </p:contentPart>
        </mc:Choice>
        <mc:Fallback xmlns="">
          <p:sp>
            <p:nvSpPr>
              <p:cNvPr id="1048744" name=""/>
              <p:cNvSpPr/>
              <p:nvPr/>
            </p:nvSpPr>
            <p:spPr>
              <a:xfrm>
                <a:off x="9075655" y="3919062"/>
                <a:ext cx="543950" cy="7809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8745" name="Encre 1048744"/>
              <p14:cNvContentPartPr/>
              <p14:nvPr/>
            </p14:nvContentPartPr>
            <p14:xfrm>
              <a:off x="9504235" y="4174902"/>
              <a:ext cx="170220" cy="408355"/>
            </p14:xfrm>
          </p:contentPart>
        </mc:Choice>
        <mc:Fallback xmlns="">
          <p:sp>
            <p:nvSpPr>
              <p:cNvPr id="1048745" name=""/>
              <p:cNvSpPr/>
              <p:nvPr/>
            </p:nvSpPr>
            <p:spPr>
              <a:xfrm>
                <a:off x="9504235" y="4174902"/>
                <a:ext cx="170220" cy="408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8746" name="Encre 1048745"/>
              <p14:cNvContentPartPr/>
              <p14:nvPr/>
            </p14:nvContentPartPr>
            <p14:xfrm>
              <a:off x="9656746" y="4493591"/>
              <a:ext cx="137443" cy="115189"/>
            </p14:xfrm>
          </p:contentPart>
        </mc:Choice>
        <mc:Fallback xmlns="">
          <p:sp>
            <p:nvSpPr>
              <p:cNvPr id="1048746" name=""/>
              <p:cNvSpPr/>
              <p:nvPr/>
            </p:nvSpPr>
            <p:spPr>
              <a:xfrm>
                <a:off x="9656746" y="4493591"/>
                <a:ext cx="137443" cy="115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8747" name="Encre 1048746"/>
              <p14:cNvContentPartPr/>
              <p14:nvPr/>
            </p14:nvContentPartPr>
            <p14:xfrm>
              <a:off x="9674205" y="4435760"/>
              <a:ext cx="180253" cy="246582"/>
            </p14:xfrm>
          </p:contentPart>
        </mc:Choice>
        <mc:Fallback xmlns="">
          <p:sp>
            <p:nvSpPr>
              <p:cNvPr id="1048747" name=""/>
              <p:cNvSpPr/>
              <p:nvPr/>
            </p:nvSpPr>
            <p:spPr>
              <a:xfrm>
                <a:off x="9674205" y="4435760"/>
                <a:ext cx="180253" cy="246582"/>
              </a:xfrm>
            </p:spPr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ZoneTexte 3"/>
          <p:cNvSpPr txBox="1"/>
          <p:nvPr/>
        </p:nvSpPr>
        <p:spPr>
          <a:xfrm>
            <a:off x="708338" y="270455"/>
            <a:ext cx="3256279" cy="447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II. Moment d’une force</a:t>
            </a:r>
          </a:p>
        </p:txBody>
      </p:sp>
      <p:sp>
        <p:nvSpPr>
          <p:cNvPr id="1048749" name="Rectangle 4"/>
          <p:cNvSpPr/>
          <p:nvPr/>
        </p:nvSpPr>
        <p:spPr>
          <a:xfrm>
            <a:off x="708338" y="887500"/>
            <a:ext cx="6393180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2.1 Moment d’une force par rapport à un point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8750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8" y="1504545"/>
            <a:ext cx="9826580" cy="437492"/>
          </a:xfrm>
          <a:prstGeom prst="rect">
            <a:avLst/>
          </a:prstGeom>
          <a:blipFill rotWithShape="0">
            <a:blip r:embed="rId2"/>
            <a:stretch>
              <a:fillRect l="-620" t="-19444" b="-23611"/>
            </a:stretch>
          </a:blipFill>
        </p:spPr>
        <p:txBody>
          <a:bodyPr/>
          <a:lstStyle/>
          <a:p>
            <a:r>
              <a:rPr lang="es-ES">
                <a:noFill/>
              </a:rPr>
              <a:t> </a:t>
            </a:r>
          </a:p>
        </p:txBody>
      </p:sp>
      <p:sp>
        <p:nvSpPr>
          <p:cNvPr id="1048751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48913" y="1978834"/>
            <a:ext cx="2444067" cy="501356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2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8" y="2516987"/>
            <a:ext cx="8165206" cy="437492"/>
          </a:xfrm>
          <a:prstGeom prst="rect">
            <a:avLst/>
          </a:prstGeom>
          <a:blipFill rotWithShape="0">
            <a:blip r:embed="rId4"/>
            <a:stretch>
              <a:fillRect l="-746" t="-19444" b="-2361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3" name="ZoneTexte 8"/>
          <p:cNvSpPr txBox="1"/>
          <p:nvPr/>
        </p:nvSpPr>
        <p:spPr>
          <a:xfrm>
            <a:off x="708338" y="2991276"/>
            <a:ext cx="199897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On montre que : </a:t>
            </a:r>
          </a:p>
        </p:txBody>
      </p:sp>
      <p:sp>
        <p:nvSpPr>
          <p:cNvPr id="1048754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26879" y="3020340"/>
            <a:ext cx="3779433" cy="502382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5" name="Rectangle 10"/>
          <p:cNvSpPr/>
          <p:nvPr/>
        </p:nvSpPr>
        <p:spPr>
          <a:xfrm>
            <a:off x="708338" y="3873060"/>
            <a:ext cx="8691880" cy="3962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u="none" strike="noStrike" baseline="0" dirty="0"/>
              <a:t>Remarque d’ordre géométrique sur le calcul effectif du moment d’une force</a:t>
            </a:r>
            <a:endParaRPr lang="fr-MA" sz="2000" dirty="0"/>
          </a:p>
        </p:txBody>
      </p:sp>
      <p:cxnSp>
        <p:nvCxnSpPr>
          <p:cNvPr id="3145736" name="Connecteur droit 12"/>
          <p:cNvCxnSpPr>
            <a:cxnSpLocks/>
          </p:cNvCxnSpPr>
          <p:nvPr/>
        </p:nvCxnSpPr>
        <p:spPr>
          <a:xfrm>
            <a:off x="10122793" y="1890718"/>
            <a:ext cx="0" cy="445829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Connecteur droit 16"/>
          <p:cNvCxnSpPr>
            <a:cxnSpLocks/>
          </p:cNvCxnSpPr>
          <p:nvPr/>
        </p:nvCxnSpPr>
        <p:spPr>
          <a:xfrm flipV="1">
            <a:off x="7402287" y="5306097"/>
            <a:ext cx="3325814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6" name="ZoneTexte 21"/>
          <p:cNvSpPr txBox="1"/>
          <p:nvPr/>
        </p:nvSpPr>
        <p:spPr>
          <a:xfrm>
            <a:off x="7808146" y="5291646"/>
            <a:ext cx="354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/>
              <a:t>O</a:t>
            </a:r>
          </a:p>
        </p:txBody>
      </p:sp>
      <p:sp>
        <p:nvSpPr>
          <p:cNvPr id="1048757" name="ZoneTexte 22"/>
          <p:cNvSpPr txBox="1"/>
          <p:nvPr/>
        </p:nvSpPr>
        <p:spPr>
          <a:xfrm>
            <a:off x="10528674" y="3767422"/>
            <a:ext cx="409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/>
              <a:t>M</a:t>
            </a:r>
          </a:p>
        </p:txBody>
      </p:sp>
      <p:cxnSp>
        <p:nvCxnSpPr>
          <p:cNvPr id="3145738" name="Connecteur droit avec flèche 24"/>
          <p:cNvCxnSpPr>
            <a:cxnSpLocks/>
          </p:cNvCxnSpPr>
          <p:nvPr/>
        </p:nvCxnSpPr>
        <p:spPr>
          <a:xfrm flipV="1">
            <a:off x="10122793" y="2697360"/>
            <a:ext cx="0" cy="10314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8" name="ZoneTexte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16913" y="3117840"/>
            <a:ext cx="405880" cy="437492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9" name="Ellipse 28"/>
          <p:cNvSpPr/>
          <p:nvPr/>
        </p:nvSpPr>
        <p:spPr>
          <a:xfrm>
            <a:off x="10783213" y="4689316"/>
            <a:ext cx="309093" cy="31620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60" name="Ellipse 29"/>
          <p:cNvSpPr/>
          <p:nvPr/>
        </p:nvSpPr>
        <p:spPr>
          <a:xfrm>
            <a:off x="10889463" y="4819309"/>
            <a:ext cx="96592" cy="7727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61" name="ZoneTexte 30"/>
          <p:cNvSpPr txBox="1"/>
          <p:nvPr/>
        </p:nvSpPr>
        <p:spPr>
          <a:xfrm>
            <a:off x="10939058" y="4935458"/>
            <a:ext cx="33527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/>
              <a:t>Z</a:t>
            </a:r>
          </a:p>
        </p:txBody>
      </p:sp>
      <p:cxnSp>
        <p:nvCxnSpPr>
          <p:cNvPr id="3145739" name="Connecteur droit 32"/>
          <p:cNvCxnSpPr>
            <a:cxnSpLocks/>
          </p:cNvCxnSpPr>
          <p:nvPr/>
        </p:nvCxnSpPr>
        <p:spPr>
          <a:xfrm flipH="1">
            <a:off x="7492441" y="2960000"/>
            <a:ext cx="3656276" cy="2693828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2" name="Arc 34"/>
          <p:cNvSpPr/>
          <p:nvPr/>
        </p:nvSpPr>
        <p:spPr>
          <a:xfrm>
            <a:off x="9580253" y="3235692"/>
            <a:ext cx="849158" cy="477480"/>
          </a:xfrm>
          <a:prstGeom prst="arc">
            <a:avLst>
              <a:gd name="adj1" fmla="val 17499330"/>
              <a:gd name="adj2" fmla="val 0"/>
            </a:avLst>
          </a:prstGeom>
          <a:ln w="28575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63" name="ZoneTexte 35"/>
          <p:cNvSpPr txBox="1"/>
          <p:nvPr/>
        </p:nvSpPr>
        <p:spPr>
          <a:xfrm>
            <a:off x="10280643" y="2990994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>
                <a:latin typeface="Symbol" panose="05050102010706020507" pitchFamily="18" charset="2"/>
              </a:rPr>
              <a:t>q</a:t>
            </a:r>
            <a:endParaRPr lang="fr-MA" b="1" dirty="0">
              <a:latin typeface="Symbol" panose="05050102010706020507" pitchFamily="18" charset="2"/>
            </a:endParaRPr>
          </a:p>
        </p:txBody>
      </p:sp>
      <p:sp>
        <p:nvSpPr>
          <p:cNvPr id="1048764" name="ZoneTexte 39"/>
          <p:cNvSpPr txBox="1"/>
          <p:nvPr/>
        </p:nvSpPr>
        <p:spPr>
          <a:xfrm>
            <a:off x="8716212" y="5374788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/>
              <a:t>d</a:t>
            </a:r>
            <a:endParaRPr lang="fr-MA" b="1" dirty="0"/>
          </a:p>
        </p:txBody>
      </p:sp>
      <p:sp>
        <p:nvSpPr>
          <p:cNvPr id="1048765" name="ZoneTexte 4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88254" y="4430332"/>
            <a:ext cx="4501617" cy="464101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766" name="Encre 1048765"/>
              <p14:cNvContentPartPr/>
              <p14:nvPr/>
            </p14:nvContentPartPr>
            <p14:xfrm>
              <a:off x="3886806" y="690917"/>
              <a:ext cx="69451" cy="8230"/>
            </p14:xfrm>
          </p:contentPart>
        </mc:Choice>
        <mc:Fallback xmlns="">
          <p:sp>
            <p:nvSpPr>
              <p:cNvPr id="1048766" name=""/>
              <p:cNvSpPr/>
              <p:nvPr/>
            </p:nvSpPr>
            <p:spPr>
              <a:xfrm>
                <a:off x="3886806" y="690917"/>
                <a:ext cx="69451" cy="82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767" name="Encre 1048766"/>
              <p14:cNvContentPartPr/>
              <p14:nvPr/>
            </p14:nvContentPartPr>
            <p14:xfrm>
              <a:off x="4657359" y="3475025"/>
              <a:ext cx="180329" cy="4420"/>
            </p14:xfrm>
          </p:contentPart>
        </mc:Choice>
        <mc:Fallback xmlns="">
          <p:sp>
            <p:nvSpPr>
              <p:cNvPr id="1048767" name=""/>
              <p:cNvSpPr/>
              <p:nvPr/>
            </p:nvSpPr>
            <p:spPr>
              <a:xfrm>
                <a:off x="4657359" y="3475025"/>
                <a:ext cx="180329" cy="4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768" name="Encre 1048767"/>
              <p14:cNvContentPartPr/>
              <p14:nvPr/>
            </p14:nvContentPartPr>
            <p14:xfrm>
              <a:off x="4657619" y="3522880"/>
              <a:ext cx="187570" cy="20580"/>
            </p14:xfrm>
          </p:contentPart>
        </mc:Choice>
        <mc:Fallback xmlns="">
          <p:sp>
            <p:nvSpPr>
              <p:cNvPr id="1048768" name=""/>
              <p:cNvSpPr/>
              <p:nvPr/>
            </p:nvSpPr>
            <p:spPr>
              <a:xfrm>
                <a:off x="4657619" y="3522880"/>
                <a:ext cx="187570" cy="20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769" name="Encre 1048768"/>
              <p14:cNvContentPartPr/>
              <p14:nvPr/>
            </p14:nvContentPartPr>
            <p14:xfrm>
              <a:off x="3329073" y="3515682"/>
              <a:ext cx="250185" cy="7652"/>
            </p14:xfrm>
          </p:contentPart>
        </mc:Choice>
        <mc:Fallback xmlns="">
          <p:sp>
            <p:nvSpPr>
              <p:cNvPr id="1048769" name=""/>
              <p:cNvSpPr/>
              <p:nvPr/>
            </p:nvSpPr>
            <p:spPr>
              <a:xfrm>
                <a:off x="3329073" y="3515682"/>
                <a:ext cx="250185" cy="7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770" name="Encre 1048769"/>
              <p14:cNvContentPartPr/>
              <p14:nvPr/>
            </p14:nvContentPartPr>
            <p14:xfrm>
              <a:off x="3374962" y="3581814"/>
              <a:ext cx="169884" cy="4853"/>
            </p14:xfrm>
          </p:contentPart>
        </mc:Choice>
        <mc:Fallback xmlns="">
          <p:sp>
            <p:nvSpPr>
              <p:cNvPr id="1048770" name=""/>
              <p:cNvSpPr/>
              <p:nvPr/>
            </p:nvSpPr>
            <p:spPr>
              <a:xfrm>
                <a:off x="3374962" y="3581814"/>
                <a:ext cx="169884" cy="4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771" name="Encre 1048770"/>
              <p14:cNvContentPartPr/>
              <p14:nvPr/>
            </p14:nvContentPartPr>
            <p14:xfrm>
              <a:off x="10065554" y="3708862"/>
              <a:ext cx="117211" cy="34106"/>
            </p14:xfrm>
          </p:contentPart>
        </mc:Choice>
        <mc:Fallback xmlns="">
          <p:sp>
            <p:nvSpPr>
              <p:cNvPr id="1048771" name=""/>
              <p:cNvSpPr/>
              <p:nvPr/>
            </p:nvSpPr>
            <p:spPr>
              <a:xfrm>
                <a:off x="10065554" y="3708862"/>
                <a:ext cx="117211" cy="34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772" name="Encre 1048771"/>
              <p14:cNvContentPartPr/>
              <p14:nvPr/>
            </p14:nvContentPartPr>
            <p14:xfrm>
              <a:off x="10080116" y="3689919"/>
              <a:ext cx="101658" cy="114475"/>
            </p14:xfrm>
          </p:contentPart>
        </mc:Choice>
        <mc:Fallback xmlns="">
          <p:sp>
            <p:nvSpPr>
              <p:cNvPr id="1048772" name=""/>
              <p:cNvSpPr/>
              <p:nvPr/>
            </p:nvSpPr>
            <p:spPr>
              <a:xfrm>
                <a:off x="10080116" y="3689919"/>
                <a:ext cx="101658" cy="114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773" name="Encre 1048772"/>
              <p14:cNvContentPartPr/>
              <p14:nvPr/>
            </p14:nvContentPartPr>
            <p14:xfrm>
              <a:off x="7951936" y="5218335"/>
              <a:ext cx="54330" cy="111823"/>
            </p14:xfrm>
          </p:contentPart>
        </mc:Choice>
        <mc:Fallback xmlns="">
          <p:sp>
            <p:nvSpPr>
              <p:cNvPr id="1048773" name=""/>
              <p:cNvSpPr/>
              <p:nvPr/>
            </p:nvSpPr>
            <p:spPr>
              <a:xfrm>
                <a:off x="7951936" y="5218335"/>
                <a:ext cx="54330" cy="111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774" name="Encre 1048773"/>
              <p14:cNvContentPartPr/>
              <p14:nvPr/>
            </p14:nvContentPartPr>
            <p14:xfrm>
              <a:off x="7934343" y="5232482"/>
              <a:ext cx="86399" cy="117206"/>
            </p14:xfrm>
          </p:contentPart>
        </mc:Choice>
        <mc:Fallback xmlns="">
          <p:sp>
            <p:nvSpPr>
              <p:cNvPr id="1048774" name=""/>
              <p:cNvSpPr/>
              <p:nvPr/>
            </p:nvSpPr>
            <p:spPr>
              <a:xfrm>
                <a:off x="7934343" y="5232482"/>
                <a:ext cx="86399" cy="1172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775" name="Encre 1048774"/>
              <p14:cNvContentPartPr/>
              <p14:nvPr/>
            </p14:nvContentPartPr>
            <p14:xfrm>
              <a:off x="10206797" y="1632340"/>
              <a:ext cx="122424" cy="284189"/>
            </p14:xfrm>
          </p:contentPart>
        </mc:Choice>
        <mc:Fallback xmlns="">
          <p:sp>
            <p:nvSpPr>
              <p:cNvPr id="1048775" name=""/>
              <p:cNvSpPr/>
              <p:nvPr/>
            </p:nvSpPr>
            <p:spPr>
              <a:xfrm>
                <a:off x="10206797" y="1632340"/>
                <a:ext cx="122424" cy="284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776" name="Encre 1048775"/>
              <p14:cNvContentPartPr/>
              <p14:nvPr/>
            </p14:nvContentPartPr>
            <p14:xfrm>
              <a:off x="10208959" y="1761967"/>
              <a:ext cx="185710" cy="51558"/>
            </p14:xfrm>
          </p:contentPart>
        </mc:Choice>
        <mc:Fallback xmlns="">
          <p:sp>
            <p:nvSpPr>
              <p:cNvPr id="1048776" name=""/>
              <p:cNvSpPr/>
              <p:nvPr/>
            </p:nvSpPr>
            <p:spPr>
              <a:xfrm>
                <a:off x="10208959" y="1761967"/>
                <a:ext cx="185710" cy="51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777" name="Encre 1048776"/>
              <p14:cNvContentPartPr/>
              <p14:nvPr/>
            </p14:nvContentPartPr>
            <p14:xfrm>
              <a:off x="10435773" y="1675775"/>
              <a:ext cx="59112" cy="178696"/>
            </p14:xfrm>
          </p:contentPart>
        </mc:Choice>
        <mc:Fallback xmlns="">
          <p:sp>
            <p:nvSpPr>
              <p:cNvPr id="1048777" name=""/>
              <p:cNvSpPr/>
              <p:nvPr/>
            </p:nvSpPr>
            <p:spPr>
              <a:xfrm>
                <a:off x="10435773" y="1675775"/>
                <a:ext cx="59112" cy="17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778" name="Encre 1048777"/>
              <p14:cNvContentPartPr/>
              <p14:nvPr/>
            </p14:nvContentPartPr>
            <p14:xfrm>
              <a:off x="10394723" y="1726159"/>
              <a:ext cx="277971" cy="125182"/>
            </p14:xfrm>
          </p:contentPart>
        </mc:Choice>
        <mc:Fallback xmlns="">
          <p:sp>
            <p:nvSpPr>
              <p:cNvPr id="1048778" name=""/>
              <p:cNvSpPr/>
              <p:nvPr/>
            </p:nvSpPr>
            <p:spPr>
              <a:xfrm>
                <a:off x="10394723" y="1726159"/>
                <a:ext cx="277971" cy="125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779" name="Encre 1048778"/>
              <p14:cNvContentPartPr/>
              <p14:nvPr/>
            </p14:nvContentPartPr>
            <p14:xfrm>
              <a:off x="10799678" y="1661627"/>
              <a:ext cx="105823" cy="190827"/>
            </p14:xfrm>
          </p:contentPart>
        </mc:Choice>
        <mc:Fallback xmlns="">
          <p:sp>
            <p:nvSpPr>
              <p:cNvPr id="1048779" name=""/>
              <p:cNvSpPr/>
              <p:nvPr/>
            </p:nvSpPr>
            <p:spPr>
              <a:xfrm>
                <a:off x="10799678" y="1661627"/>
                <a:ext cx="105823" cy="190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780" name="Encre 1048779"/>
              <p14:cNvContentPartPr/>
              <p14:nvPr/>
            </p14:nvContentPartPr>
            <p14:xfrm>
              <a:off x="10907640" y="1473243"/>
              <a:ext cx="16135" cy="336128"/>
            </p14:xfrm>
          </p:contentPart>
        </mc:Choice>
        <mc:Fallback xmlns="">
          <p:sp>
            <p:nvSpPr>
              <p:cNvPr id="1048780" name=""/>
              <p:cNvSpPr/>
              <p:nvPr/>
            </p:nvSpPr>
            <p:spPr>
              <a:xfrm>
                <a:off x="10907640" y="1473243"/>
                <a:ext cx="16135" cy="336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781" name="Encre 1048780"/>
              <p14:cNvContentPartPr/>
              <p14:nvPr/>
            </p14:nvContentPartPr>
            <p14:xfrm>
              <a:off x="11008109" y="1480193"/>
              <a:ext cx="37450" cy="189858"/>
            </p14:xfrm>
          </p:contentPart>
        </mc:Choice>
        <mc:Fallback xmlns="">
          <p:sp>
            <p:nvSpPr>
              <p:cNvPr id="1048781" name=""/>
              <p:cNvSpPr/>
              <p:nvPr/>
            </p:nvSpPr>
            <p:spPr>
              <a:xfrm>
                <a:off x="11008109" y="1480193"/>
                <a:ext cx="37450" cy="189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782" name="Encre 1048781"/>
              <p14:cNvContentPartPr/>
              <p14:nvPr/>
            </p14:nvContentPartPr>
            <p14:xfrm>
              <a:off x="11060323" y="1583318"/>
              <a:ext cx="260939" cy="414817"/>
            </p14:xfrm>
          </p:contentPart>
        </mc:Choice>
        <mc:Fallback xmlns="">
          <p:sp>
            <p:nvSpPr>
              <p:cNvPr id="1048782" name=""/>
              <p:cNvSpPr/>
              <p:nvPr/>
            </p:nvSpPr>
            <p:spPr>
              <a:xfrm>
                <a:off x="11060323" y="1583318"/>
                <a:ext cx="260939" cy="414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783" name="Encre 1048782"/>
              <p14:cNvContentPartPr/>
              <p14:nvPr/>
            </p14:nvContentPartPr>
            <p14:xfrm>
              <a:off x="11341135" y="1596102"/>
              <a:ext cx="26091" cy="304349"/>
            </p14:xfrm>
          </p:contentPart>
        </mc:Choice>
        <mc:Fallback xmlns="">
          <p:sp>
            <p:nvSpPr>
              <p:cNvPr id="1048783" name=""/>
              <p:cNvSpPr/>
              <p:nvPr/>
            </p:nvSpPr>
            <p:spPr>
              <a:xfrm>
                <a:off x="11341135" y="1596102"/>
                <a:ext cx="26091" cy="3043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784" name="Encre 1048783"/>
              <p14:cNvContentPartPr/>
              <p14:nvPr/>
            </p14:nvContentPartPr>
            <p14:xfrm>
              <a:off x="11252944" y="1425962"/>
              <a:ext cx="357408" cy="365721"/>
            </p14:xfrm>
          </p:contentPart>
        </mc:Choice>
        <mc:Fallback xmlns="">
          <p:sp>
            <p:nvSpPr>
              <p:cNvPr id="1048784" name=""/>
              <p:cNvSpPr/>
              <p:nvPr/>
            </p:nvSpPr>
            <p:spPr>
              <a:xfrm>
                <a:off x="11252944" y="1425962"/>
                <a:ext cx="357408" cy="365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785" name="Encre 1048784"/>
              <p14:cNvContentPartPr/>
              <p14:nvPr/>
            </p14:nvContentPartPr>
            <p14:xfrm>
              <a:off x="11582112" y="1523628"/>
              <a:ext cx="35741" cy="87366"/>
            </p14:xfrm>
          </p:contentPart>
        </mc:Choice>
        <mc:Fallback xmlns="">
          <p:sp>
            <p:nvSpPr>
              <p:cNvPr id="1048785" name=""/>
              <p:cNvSpPr/>
              <p:nvPr/>
            </p:nvSpPr>
            <p:spPr>
              <a:xfrm>
                <a:off x="11582112" y="1523628"/>
                <a:ext cx="35741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786" name="Encre 1048785"/>
              <p14:cNvContentPartPr/>
              <p14:nvPr/>
            </p14:nvContentPartPr>
            <p14:xfrm>
              <a:off x="11586641" y="1639537"/>
              <a:ext cx="166985" cy="192795"/>
            </p14:xfrm>
          </p:contentPart>
        </mc:Choice>
        <mc:Fallback xmlns="">
          <p:sp>
            <p:nvSpPr>
              <p:cNvPr id="1048786" name=""/>
              <p:cNvSpPr/>
              <p:nvPr/>
            </p:nvSpPr>
            <p:spPr>
              <a:xfrm>
                <a:off x="11586641" y="1639537"/>
                <a:ext cx="166985" cy="192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787" name="Encre 1048786"/>
              <p14:cNvContentPartPr/>
              <p14:nvPr/>
            </p14:nvContentPartPr>
            <p14:xfrm>
              <a:off x="11704321" y="1682972"/>
              <a:ext cx="163718" cy="146882"/>
            </p14:xfrm>
          </p:contentPart>
        </mc:Choice>
        <mc:Fallback xmlns="">
          <p:sp>
            <p:nvSpPr>
              <p:cNvPr id="1048787" name=""/>
              <p:cNvSpPr/>
              <p:nvPr/>
            </p:nvSpPr>
            <p:spPr>
              <a:xfrm>
                <a:off x="11704321" y="1682972"/>
                <a:ext cx="163718" cy="1468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788" name="Encre 1048787"/>
              <p14:cNvContentPartPr/>
              <p14:nvPr/>
            </p14:nvContentPartPr>
            <p14:xfrm>
              <a:off x="11826246" y="1422362"/>
              <a:ext cx="317992" cy="454013"/>
            </p14:xfrm>
          </p:contentPart>
        </mc:Choice>
        <mc:Fallback xmlns="">
          <p:sp>
            <p:nvSpPr>
              <p:cNvPr id="1048788" name=""/>
              <p:cNvSpPr/>
              <p:nvPr/>
            </p:nvSpPr>
            <p:spPr>
              <a:xfrm>
                <a:off x="11826246" y="1422362"/>
                <a:ext cx="317992" cy="454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789" name="Encre 1048788"/>
              <p14:cNvContentPartPr/>
              <p14:nvPr/>
            </p14:nvContentPartPr>
            <p14:xfrm>
              <a:off x="11998976" y="1567063"/>
              <a:ext cx="40707" cy="64552"/>
            </p14:xfrm>
          </p:contentPart>
        </mc:Choice>
        <mc:Fallback xmlns="">
          <p:sp>
            <p:nvSpPr>
              <p:cNvPr id="1048789" name=""/>
              <p:cNvSpPr/>
              <p:nvPr/>
            </p:nvSpPr>
            <p:spPr>
              <a:xfrm>
                <a:off x="11998976" y="1567063"/>
                <a:ext cx="40707" cy="64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790" name="Encre 1048789"/>
              <p14:cNvContentPartPr/>
              <p14:nvPr/>
            </p14:nvContentPartPr>
            <p14:xfrm>
              <a:off x="11803617" y="1588905"/>
              <a:ext cx="86043" cy="14395"/>
            </p14:xfrm>
          </p:contentPart>
        </mc:Choice>
        <mc:Fallback xmlns="">
          <p:sp>
            <p:nvSpPr>
              <p:cNvPr id="1048790" name=""/>
              <p:cNvSpPr/>
              <p:nvPr/>
            </p:nvSpPr>
            <p:spPr>
              <a:xfrm>
                <a:off x="11803617" y="1588905"/>
                <a:ext cx="86043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791" name="Encre 1048790"/>
              <p14:cNvContentPartPr/>
              <p14:nvPr/>
            </p14:nvContentPartPr>
            <p14:xfrm>
              <a:off x="10464535" y="1979868"/>
              <a:ext cx="282898" cy="352918"/>
            </p14:xfrm>
          </p:contentPart>
        </mc:Choice>
        <mc:Fallback xmlns="">
          <p:sp>
            <p:nvSpPr>
              <p:cNvPr id="1048791" name=""/>
              <p:cNvSpPr/>
              <p:nvPr/>
            </p:nvSpPr>
            <p:spPr>
              <a:xfrm>
                <a:off x="10464535" y="1979868"/>
                <a:ext cx="282898" cy="352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792" name="Encre 1048791"/>
              <p14:cNvContentPartPr/>
              <p14:nvPr/>
            </p14:nvContentPartPr>
            <p14:xfrm>
              <a:off x="10807634" y="2035665"/>
              <a:ext cx="69931" cy="272704"/>
            </p14:xfrm>
          </p:contentPart>
        </mc:Choice>
        <mc:Fallback xmlns="">
          <p:sp>
            <p:nvSpPr>
              <p:cNvPr id="1048792" name=""/>
              <p:cNvSpPr/>
              <p:nvPr/>
            </p:nvSpPr>
            <p:spPr>
              <a:xfrm>
                <a:off x="10807634" y="2035665"/>
                <a:ext cx="69931" cy="272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793" name="Encre 1048792"/>
              <p14:cNvContentPartPr/>
              <p14:nvPr/>
            </p14:nvContentPartPr>
            <p14:xfrm>
              <a:off x="10897454" y="2219085"/>
              <a:ext cx="164239" cy="119247"/>
            </p14:xfrm>
          </p:contentPart>
        </mc:Choice>
        <mc:Fallback xmlns="">
          <p:sp>
            <p:nvSpPr>
              <p:cNvPr id="1048793" name=""/>
              <p:cNvSpPr/>
              <p:nvPr/>
            </p:nvSpPr>
            <p:spPr>
              <a:xfrm>
                <a:off x="10897454" y="2219085"/>
                <a:ext cx="164239" cy="119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794" name="Encre 1048793"/>
              <p14:cNvContentPartPr/>
              <p14:nvPr/>
            </p14:nvContentPartPr>
            <p14:xfrm>
              <a:off x="11145721" y="2060771"/>
              <a:ext cx="349765" cy="394547"/>
            </p14:xfrm>
          </p:contentPart>
        </mc:Choice>
        <mc:Fallback xmlns="">
          <p:sp>
            <p:nvSpPr>
              <p:cNvPr id="1048794" name=""/>
              <p:cNvSpPr/>
              <p:nvPr/>
            </p:nvSpPr>
            <p:spPr>
              <a:xfrm>
                <a:off x="11145721" y="2060771"/>
                <a:ext cx="349765" cy="394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795" name="Encre 1048794"/>
              <p14:cNvContentPartPr/>
              <p14:nvPr/>
            </p14:nvContentPartPr>
            <p14:xfrm>
              <a:off x="11488908" y="2117571"/>
              <a:ext cx="189399" cy="164295"/>
            </p14:xfrm>
          </p:contentPart>
        </mc:Choice>
        <mc:Fallback xmlns="">
          <p:sp>
            <p:nvSpPr>
              <p:cNvPr id="1048795" name=""/>
              <p:cNvSpPr/>
              <p:nvPr/>
            </p:nvSpPr>
            <p:spPr>
              <a:xfrm>
                <a:off x="11488908" y="2117571"/>
                <a:ext cx="189399" cy="164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796" name="Encre 1048795"/>
              <p14:cNvContentPartPr/>
              <p14:nvPr/>
            </p14:nvContentPartPr>
            <p14:xfrm>
              <a:off x="11693770" y="4211139"/>
              <a:ext cx="31305" cy="10518"/>
            </p14:xfrm>
          </p:contentPart>
        </mc:Choice>
        <mc:Fallback xmlns="">
          <p:sp>
            <p:nvSpPr>
              <p:cNvPr id="1048796" name=""/>
              <p:cNvSpPr/>
              <p:nvPr/>
            </p:nvSpPr>
            <p:spPr>
              <a:xfrm>
                <a:off x="11693770" y="4211139"/>
                <a:ext cx="31305" cy="10518"/>
              </a:xfrm>
            </p:spPr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Rectangle 3"/>
          <p:cNvSpPr/>
          <p:nvPr/>
        </p:nvSpPr>
        <p:spPr>
          <a:xfrm>
            <a:off x="804556" y="449619"/>
            <a:ext cx="6189980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2.2 Moment d’une force par rapport à un axe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8798" name="Rectangle 4"/>
          <p:cNvSpPr/>
          <p:nvPr/>
        </p:nvSpPr>
        <p:spPr>
          <a:xfrm>
            <a:off x="804555" y="1061262"/>
            <a:ext cx="106190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0" i="0" u="none" strike="noStrike" baseline="0" dirty="0"/>
              <a:t>Le moment résultant des forces s’exerçant sur un point matériel par rapport à l’axe </a:t>
            </a:r>
            <a:r>
              <a:rPr lang="fr-FR" sz="2000" i="1" u="none" strike="noStrike" baseline="0" dirty="0"/>
              <a:t>D </a:t>
            </a:r>
            <a:r>
              <a:rPr lang="fr-FR" sz="2000" b="0" i="0" u="none" strike="noStrike" baseline="0" dirty="0"/>
              <a:t>est par définition le scalaire :</a:t>
            </a:r>
            <a:endParaRPr lang="fr-MA" sz="2000" dirty="0"/>
          </a:p>
        </p:txBody>
      </p:sp>
      <p:sp>
        <p:nvSpPr>
          <p:cNvPr id="1048799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49273" y="1501126"/>
            <a:ext cx="2424125" cy="536044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4554" y="2209012"/>
            <a:ext cx="10619005" cy="462114"/>
          </a:xfrm>
          <a:prstGeom prst="rect">
            <a:avLst/>
          </a:prstGeom>
          <a:blipFill rotWithShape="0">
            <a:blip r:embed="rId3"/>
            <a:stretch>
              <a:fillRect l="-631" b="-1973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1" name="Rectangle 7"/>
          <p:cNvSpPr/>
          <p:nvPr/>
        </p:nvSpPr>
        <p:spPr>
          <a:xfrm>
            <a:off x="650006" y="2880157"/>
            <a:ext cx="10168247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</a:t>
            </a:r>
            <a:r>
              <a:rPr lang="fr-FR" sz="2400" i="0" u="none" strike="noStrike" baseline="0" dirty="0">
                <a:latin typeface="AR BLANCA" panose="02000000000000000000" pitchFamily="2" charset="0"/>
              </a:rPr>
              <a:t>. Théorème du moment cinétique en référentiel galiléen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02" name="Rectangle 8"/>
          <p:cNvSpPr/>
          <p:nvPr/>
        </p:nvSpPr>
        <p:spPr>
          <a:xfrm>
            <a:off x="646128" y="3458969"/>
            <a:ext cx="10306807" cy="447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3.1 Théorème du moment cinétique par rapport à un point fixe </a:t>
            </a:r>
            <a:r>
              <a:rPr lang="fr-FR" sz="2400" i="1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O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8803" name="Rectangle 9"/>
          <p:cNvSpPr/>
          <p:nvPr/>
        </p:nvSpPr>
        <p:spPr>
          <a:xfrm>
            <a:off x="804554" y="3920634"/>
            <a:ext cx="105159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0" i="0" u="none" strike="noStrike" baseline="0" dirty="0"/>
              <a:t>L’énoncé du théorème est le suivant :</a:t>
            </a:r>
          </a:p>
          <a:p>
            <a:pPr algn="just"/>
            <a:r>
              <a:rPr lang="fr-FR" sz="2000" b="0" i="1" u="none" strike="noStrike" baseline="0" dirty="0"/>
              <a:t>Dans un référentiel galiléen (R), La dérivée du moment cinétique du point M en un point fixe O par rapport au temps est égale à la somme des moments des forces appliquées en M par rapport </a:t>
            </a:r>
            <a:r>
              <a:rPr lang="fr-MA" sz="2000" b="0" i="1" u="none" strike="noStrike" baseline="0" dirty="0"/>
              <a:t>au </a:t>
            </a:r>
            <a:r>
              <a:rPr lang="fr-MA" sz="2000" b="1" i="1" u="sng" strike="noStrike" baseline="0" dirty="0"/>
              <a:t>point fixe O</a:t>
            </a:r>
            <a:r>
              <a:rPr lang="fr-MA" sz="2000" b="0" i="1" u="none" strike="noStrike" baseline="0" dirty="0"/>
              <a:t>.</a:t>
            </a:r>
            <a:endParaRPr lang="fr-MA" sz="2000" i="1" dirty="0"/>
          </a:p>
        </p:txBody>
      </p:sp>
      <p:sp>
        <p:nvSpPr>
          <p:cNvPr id="1048804" name="Rectangle 10"/>
          <p:cNvSpPr/>
          <p:nvPr/>
        </p:nvSpPr>
        <p:spPr>
          <a:xfrm>
            <a:off x="804554" y="5342322"/>
            <a:ext cx="47167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0" i="0" u="none" strike="noStrike" baseline="0" dirty="0"/>
              <a:t>Ceci se traduit mathématiquement par :</a:t>
            </a:r>
            <a:endParaRPr lang="fr-MA" sz="2000" dirty="0"/>
          </a:p>
        </p:txBody>
      </p:sp>
      <p:sp>
        <p:nvSpPr>
          <p:cNvPr id="1048805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61335" y="5121652"/>
            <a:ext cx="3511218" cy="92442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6" name="ZoneTexte 12"/>
          <p:cNvSpPr txBox="1"/>
          <p:nvPr/>
        </p:nvSpPr>
        <p:spPr>
          <a:xfrm>
            <a:off x="804554" y="5861406"/>
            <a:ext cx="19100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Preuve: (cours)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807" name="Encre 1048806"/>
              <p14:cNvContentPartPr/>
              <p14:nvPr/>
            </p14:nvContentPartPr>
            <p14:xfrm>
              <a:off x="1519528" y="5553369"/>
              <a:ext cx="295180" cy="29536"/>
            </p14:xfrm>
          </p:contentPart>
        </mc:Choice>
        <mc:Fallback xmlns="">
          <p:sp>
            <p:nvSpPr>
              <p:cNvPr id="1048807" name=""/>
              <p:cNvSpPr/>
              <p:nvPr/>
            </p:nvSpPr>
            <p:spPr>
              <a:xfrm>
                <a:off x="1519528" y="5553369"/>
                <a:ext cx="295180" cy="295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808" name="Encre 1048807"/>
              <p14:cNvContentPartPr/>
              <p14:nvPr/>
            </p14:nvContentPartPr>
            <p14:xfrm>
              <a:off x="2997101" y="5805080"/>
              <a:ext cx="188566" cy="375559"/>
            </p14:xfrm>
          </p:contentPart>
        </mc:Choice>
        <mc:Fallback xmlns="">
          <p:sp>
            <p:nvSpPr>
              <p:cNvPr id="1048808" name=""/>
              <p:cNvSpPr/>
              <p:nvPr/>
            </p:nvSpPr>
            <p:spPr>
              <a:xfrm>
                <a:off x="2997101" y="5805080"/>
                <a:ext cx="188566" cy="375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809" name="Encre 1048808"/>
              <p14:cNvContentPartPr/>
              <p14:nvPr/>
            </p14:nvContentPartPr>
            <p14:xfrm>
              <a:off x="3243030" y="5962607"/>
              <a:ext cx="253866" cy="364454"/>
            </p14:xfrm>
          </p:contentPart>
        </mc:Choice>
        <mc:Fallback xmlns="">
          <p:sp>
            <p:nvSpPr>
              <p:cNvPr id="1048809" name=""/>
              <p:cNvSpPr/>
              <p:nvPr/>
            </p:nvSpPr>
            <p:spPr>
              <a:xfrm>
                <a:off x="3243030" y="5962607"/>
                <a:ext cx="253866" cy="364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810" name="Encre 1048809"/>
              <p14:cNvContentPartPr/>
              <p14:nvPr/>
            </p14:nvContentPartPr>
            <p14:xfrm>
              <a:off x="3314511" y="5845083"/>
              <a:ext cx="214445" cy="6906"/>
            </p14:xfrm>
          </p:contentPart>
        </mc:Choice>
        <mc:Fallback xmlns="">
          <p:sp>
            <p:nvSpPr>
              <p:cNvPr id="1048810" name=""/>
              <p:cNvSpPr/>
              <p:nvPr/>
            </p:nvSpPr>
            <p:spPr>
              <a:xfrm>
                <a:off x="3314511" y="5845083"/>
                <a:ext cx="214445" cy="6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811" name="Encre 1048810"/>
              <p14:cNvContentPartPr/>
              <p14:nvPr/>
            </p14:nvContentPartPr>
            <p14:xfrm>
              <a:off x="3443355" y="5746753"/>
              <a:ext cx="181922" cy="210225"/>
            </p14:xfrm>
          </p:contentPart>
        </mc:Choice>
        <mc:Fallback xmlns="">
          <p:sp>
            <p:nvSpPr>
              <p:cNvPr id="1048811" name=""/>
              <p:cNvSpPr/>
              <p:nvPr/>
            </p:nvSpPr>
            <p:spPr>
              <a:xfrm>
                <a:off x="3443355" y="5746753"/>
                <a:ext cx="181922" cy="210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812" name="Encre 1048811"/>
              <p14:cNvContentPartPr/>
              <p14:nvPr/>
            </p14:nvContentPartPr>
            <p14:xfrm>
              <a:off x="3513881" y="6121852"/>
              <a:ext cx="137246" cy="232146"/>
            </p14:xfrm>
          </p:contentPart>
        </mc:Choice>
        <mc:Fallback xmlns="">
          <p:sp>
            <p:nvSpPr>
              <p:cNvPr id="1048812" name=""/>
              <p:cNvSpPr/>
              <p:nvPr/>
            </p:nvSpPr>
            <p:spPr>
              <a:xfrm>
                <a:off x="3513881" y="6121852"/>
                <a:ext cx="137246" cy="232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813" name="Encre 1048812"/>
              <p14:cNvContentPartPr/>
              <p14:nvPr/>
            </p14:nvContentPartPr>
            <p14:xfrm>
              <a:off x="3651556" y="6116571"/>
              <a:ext cx="128027" cy="247793"/>
            </p14:xfrm>
          </p:contentPart>
        </mc:Choice>
        <mc:Fallback xmlns="">
          <p:sp>
            <p:nvSpPr>
              <p:cNvPr id="1048813" name=""/>
              <p:cNvSpPr/>
              <p:nvPr/>
            </p:nvSpPr>
            <p:spPr>
              <a:xfrm>
                <a:off x="3651556" y="6116571"/>
                <a:ext cx="128027" cy="2477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814" name="Encre 1048813"/>
              <p14:cNvContentPartPr/>
              <p14:nvPr/>
            </p14:nvContentPartPr>
            <p14:xfrm>
              <a:off x="3741284" y="6125262"/>
              <a:ext cx="123900" cy="279184"/>
            </p14:xfrm>
          </p:contentPart>
        </mc:Choice>
        <mc:Fallback xmlns="">
          <p:sp>
            <p:nvSpPr>
              <p:cNvPr id="1048814" name=""/>
              <p:cNvSpPr/>
              <p:nvPr/>
            </p:nvSpPr>
            <p:spPr>
              <a:xfrm>
                <a:off x="3741284" y="6125262"/>
                <a:ext cx="123900" cy="279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815" name="Encre 1048814"/>
              <p14:cNvContentPartPr/>
              <p14:nvPr/>
            </p14:nvContentPartPr>
            <p14:xfrm>
              <a:off x="3181766" y="6360293"/>
              <a:ext cx="609289" cy="100780"/>
            </p14:xfrm>
          </p:contentPart>
        </mc:Choice>
        <mc:Fallback xmlns="">
          <p:sp>
            <p:nvSpPr>
              <p:cNvPr id="1048815" name=""/>
              <p:cNvSpPr/>
              <p:nvPr/>
            </p:nvSpPr>
            <p:spPr>
              <a:xfrm>
                <a:off x="3181766" y="6360293"/>
                <a:ext cx="609289" cy="100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816" name="Encre 1048815"/>
              <p14:cNvContentPartPr/>
              <p14:nvPr/>
            </p14:nvContentPartPr>
            <p14:xfrm>
              <a:off x="3292380" y="6442210"/>
              <a:ext cx="400758" cy="207228"/>
            </p14:xfrm>
          </p:contentPart>
        </mc:Choice>
        <mc:Fallback xmlns="">
          <p:sp>
            <p:nvSpPr>
              <p:cNvPr id="1048816" name=""/>
              <p:cNvSpPr/>
              <p:nvPr/>
            </p:nvSpPr>
            <p:spPr>
              <a:xfrm>
                <a:off x="3292380" y="6442210"/>
                <a:ext cx="400758" cy="207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817" name="Encre 1048816"/>
              <p14:cNvContentPartPr/>
              <p14:nvPr/>
            </p14:nvContentPartPr>
            <p14:xfrm>
              <a:off x="3907986" y="6399023"/>
              <a:ext cx="125179" cy="53152"/>
            </p14:xfrm>
          </p:contentPart>
        </mc:Choice>
        <mc:Fallback xmlns="">
          <p:sp>
            <p:nvSpPr>
              <p:cNvPr id="1048817" name=""/>
              <p:cNvSpPr/>
              <p:nvPr/>
            </p:nvSpPr>
            <p:spPr>
              <a:xfrm>
                <a:off x="3907986" y="6399023"/>
                <a:ext cx="125179" cy="531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818" name="Encre 1048817"/>
              <p14:cNvContentPartPr/>
              <p14:nvPr/>
            </p14:nvContentPartPr>
            <p14:xfrm>
              <a:off x="3893865" y="6514684"/>
              <a:ext cx="152183" cy="19206"/>
            </p14:xfrm>
          </p:contentPart>
        </mc:Choice>
        <mc:Fallback xmlns="">
          <p:sp>
            <p:nvSpPr>
              <p:cNvPr id="1048818" name=""/>
              <p:cNvSpPr/>
              <p:nvPr/>
            </p:nvSpPr>
            <p:spPr>
              <a:xfrm>
                <a:off x="3893865" y="6514684"/>
                <a:ext cx="152183" cy="192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819" name="Encre 1048818"/>
              <p14:cNvContentPartPr/>
              <p14:nvPr/>
            </p14:nvContentPartPr>
            <p14:xfrm>
              <a:off x="4180089" y="6102176"/>
              <a:ext cx="228709" cy="437018"/>
            </p14:xfrm>
          </p:contentPart>
        </mc:Choice>
        <mc:Fallback xmlns="">
          <p:sp>
            <p:nvSpPr>
              <p:cNvPr id="1048819" name=""/>
              <p:cNvSpPr/>
              <p:nvPr/>
            </p:nvSpPr>
            <p:spPr>
              <a:xfrm>
                <a:off x="4180089" y="6102176"/>
                <a:ext cx="228709" cy="437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820" name="Encre 1048819"/>
              <p14:cNvContentPartPr/>
              <p14:nvPr/>
            </p14:nvContentPartPr>
            <p14:xfrm>
              <a:off x="4453972" y="6211169"/>
              <a:ext cx="205462" cy="335944"/>
            </p14:xfrm>
          </p:contentPart>
        </mc:Choice>
        <mc:Fallback xmlns="">
          <p:sp>
            <p:nvSpPr>
              <p:cNvPr id="1048820" name=""/>
              <p:cNvSpPr/>
              <p:nvPr/>
            </p:nvSpPr>
            <p:spPr>
              <a:xfrm>
                <a:off x="4453972" y="6211169"/>
                <a:ext cx="205462" cy="335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821" name="Encre 1048820"/>
              <p14:cNvContentPartPr/>
              <p14:nvPr/>
            </p14:nvContentPartPr>
            <p14:xfrm>
              <a:off x="4473220" y="6377180"/>
              <a:ext cx="178704" cy="7447"/>
            </p14:xfrm>
          </p:contentPart>
        </mc:Choice>
        <mc:Fallback xmlns="">
          <p:sp>
            <p:nvSpPr>
              <p:cNvPr id="1048821" name=""/>
              <p:cNvSpPr/>
              <p:nvPr/>
            </p:nvSpPr>
            <p:spPr>
              <a:xfrm>
                <a:off x="4473220" y="6377180"/>
                <a:ext cx="178704" cy="7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822" name="Encre 1048821"/>
              <p14:cNvContentPartPr/>
              <p14:nvPr/>
            </p14:nvContentPartPr>
            <p14:xfrm>
              <a:off x="4516021" y="6102176"/>
              <a:ext cx="168114" cy="7197"/>
            </p14:xfrm>
          </p:contentPart>
        </mc:Choice>
        <mc:Fallback xmlns="">
          <p:sp>
            <p:nvSpPr>
              <p:cNvPr id="1048822" name=""/>
              <p:cNvSpPr/>
              <p:nvPr/>
            </p:nvSpPr>
            <p:spPr>
              <a:xfrm>
                <a:off x="4516021" y="6102176"/>
                <a:ext cx="168114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823" name="Encre 1048822"/>
              <p14:cNvContentPartPr/>
              <p14:nvPr/>
            </p14:nvContentPartPr>
            <p14:xfrm>
              <a:off x="4630303" y="6022503"/>
              <a:ext cx="64404" cy="167077"/>
            </p14:xfrm>
          </p:contentPart>
        </mc:Choice>
        <mc:Fallback xmlns="">
          <p:sp>
            <p:nvSpPr>
              <p:cNvPr id="1048823" name=""/>
              <p:cNvSpPr/>
              <p:nvPr/>
            </p:nvSpPr>
            <p:spPr>
              <a:xfrm>
                <a:off x="4630303" y="6022503"/>
                <a:ext cx="64404" cy="167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824" name="Encre 1048823"/>
              <p14:cNvContentPartPr/>
              <p14:nvPr/>
            </p14:nvContentPartPr>
            <p14:xfrm>
              <a:off x="4787827" y="5757041"/>
              <a:ext cx="920324" cy="699812"/>
            </p14:xfrm>
          </p:contentPart>
        </mc:Choice>
        <mc:Fallback xmlns="">
          <p:sp>
            <p:nvSpPr>
              <p:cNvPr id="1048824" name=""/>
              <p:cNvSpPr/>
              <p:nvPr/>
            </p:nvSpPr>
            <p:spPr>
              <a:xfrm>
                <a:off x="4787827" y="5757041"/>
                <a:ext cx="920324" cy="699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825" name="Encre 1048824"/>
              <p14:cNvContentPartPr/>
              <p14:nvPr/>
            </p14:nvContentPartPr>
            <p14:xfrm>
              <a:off x="5452783" y="5729283"/>
              <a:ext cx="329586" cy="165395"/>
            </p14:xfrm>
          </p:contentPart>
        </mc:Choice>
        <mc:Fallback xmlns="">
          <p:sp>
            <p:nvSpPr>
              <p:cNvPr id="1048825" name=""/>
              <p:cNvSpPr/>
              <p:nvPr/>
            </p:nvSpPr>
            <p:spPr>
              <a:xfrm>
                <a:off x="5452783" y="5729283"/>
                <a:ext cx="329586" cy="165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826" name="Encre 1048825"/>
              <p14:cNvContentPartPr/>
              <p14:nvPr/>
            </p14:nvContentPartPr>
            <p14:xfrm>
              <a:off x="9150413" y="5580211"/>
              <a:ext cx="42441" cy="68913"/>
            </p14:xfrm>
          </p:contentPart>
        </mc:Choice>
        <mc:Fallback xmlns="">
          <p:sp>
            <p:nvSpPr>
              <p:cNvPr id="1048826" name=""/>
              <p:cNvSpPr/>
              <p:nvPr/>
            </p:nvSpPr>
            <p:spPr>
              <a:xfrm>
                <a:off x="9150413" y="5580211"/>
                <a:ext cx="42441" cy="68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827" name="Encre 1048826"/>
              <p14:cNvContentPartPr/>
              <p14:nvPr/>
            </p14:nvContentPartPr>
            <p14:xfrm>
              <a:off x="2508581" y="4856210"/>
              <a:ext cx="1485645" cy="369405"/>
            </p14:xfrm>
          </p:contentPart>
        </mc:Choice>
        <mc:Fallback xmlns="">
          <p:sp>
            <p:nvSpPr>
              <p:cNvPr id="1048827" name=""/>
              <p:cNvSpPr/>
              <p:nvPr/>
            </p:nvSpPr>
            <p:spPr>
              <a:xfrm>
                <a:off x="2508581" y="4856210"/>
                <a:ext cx="1485645" cy="3694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828" name="Encre 1048827"/>
              <p14:cNvContentPartPr/>
              <p14:nvPr/>
            </p14:nvContentPartPr>
            <p14:xfrm>
              <a:off x="3926077" y="5065940"/>
              <a:ext cx="232535" cy="282451"/>
            </p14:xfrm>
          </p:contentPart>
        </mc:Choice>
        <mc:Fallback xmlns="">
          <p:sp>
            <p:nvSpPr>
              <p:cNvPr id="1048828" name=""/>
              <p:cNvSpPr/>
              <p:nvPr/>
            </p:nvSpPr>
            <p:spPr>
              <a:xfrm>
                <a:off x="3926077" y="5065940"/>
                <a:ext cx="232535" cy="282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829" name="Encre 1048828"/>
              <p14:cNvContentPartPr/>
              <p14:nvPr/>
            </p14:nvContentPartPr>
            <p14:xfrm>
              <a:off x="4011678" y="5116821"/>
              <a:ext cx="175615" cy="228096"/>
            </p14:xfrm>
          </p:contentPart>
        </mc:Choice>
        <mc:Fallback xmlns="">
          <p:sp>
            <p:nvSpPr>
              <p:cNvPr id="1048829" name=""/>
              <p:cNvSpPr/>
              <p:nvPr/>
            </p:nvSpPr>
            <p:spPr>
              <a:xfrm>
                <a:off x="4011678" y="5116821"/>
                <a:ext cx="175615" cy="228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830" name="Encre 1048829"/>
              <p14:cNvContentPartPr/>
              <p14:nvPr/>
            </p14:nvContentPartPr>
            <p14:xfrm>
              <a:off x="6421623" y="5341442"/>
              <a:ext cx="203063" cy="264668"/>
            </p14:xfrm>
          </p:contentPart>
        </mc:Choice>
        <mc:Fallback xmlns="">
          <p:sp>
            <p:nvSpPr>
              <p:cNvPr id="1048830" name=""/>
              <p:cNvSpPr/>
              <p:nvPr/>
            </p:nvSpPr>
            <p:spPr>
              <a:xfrm>
                <a:off x="6421623" y="5341442"/>
                <a:ext cx="203063" cy="264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831" name="Encre 1048830"/>
              <p14:cNvContentPartPr/>
              <p14:nvPr/>
            </p14:nvContentPartPr>
            <p14:xfrm>
              <a:off x="8601428" y="5529826"/>
              <a:ext cx="198420" cy="299289"/>
            </p14:xfrm>
          </p:contentPart>
        </mc:Choice>
        <mc:Fallback xmlns="">
          <p:sp>
            <p:nvSpPr>
              <p:cNvPr id="1048831" name=""/>
              <p:cNvSpPr/>
              <p:nvPr/>
            </p:nvSpPr>
            <p:spPr>
              <a:xfrm>
                <a:off x="8601428" y="5529826"/>
                <a:ext cx="198420" cy="299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832" name="Encre 1048831"/>
              <p14:cNvContentPartPr/>
              <p14:nvPr/>
            </p14:nvContentPartPr>
            <p14:xfrm>
              <a:off x="2944482" y="4535478"/>
              <a:ext cx="816042" cy="21909"/>
            </p14:xfrm>
          </p:contentPart>
        </mc:Choice>
        <mc:Fallback xmlns="">
          <p:sp>
            <p:nvSpPr>
              <p:cNvPr id="1048832" name=""/>
              <p:cNvSpPr/>
              <p:nvPr/>
            </p:nvSpPr>
            <p:spPr>
              <a:xfrm>
                <a:off x="2944482" y="4535478"/>
                <a:ext cx="816042" cy="21909"/>
              </a:xfrm>
            </p:spPr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8833" name="Encre 1048832"/>
              <p14:cNvContentPartPr/>
              <p14:nvPr/>
            </p14:nvContentPartPr>
            <p14:xfrm>
              <a:off x="460982" y="327989"/>
              <a:ext cx="117338" cy="558509"/>
            </p14:xfrm>
          </p:contentPart>
        </mc:Choice>
        <mc:Fallback xmlns="">
          <p:sp>
            <p:nvSpPr>
              <p:cNvPr id="1048833" name=""/>
              <p:cNvSpPr/>
              <p:nvPr/>
            </p:nvSpPr>
            <p:spPr>
              <a:xfrm>
                <a:off x="460982" y="327989"/>
                <a:ext cx="117338" cy="558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8834" name="Encre 1048833"/>
              <p14:cNvContentPartPr/>
              <p14:nvPr/>
            </p14:nvContentPartPr>
            <p14:xfrm>
              <a:off x="526203" y="456195"/>
              <a:ext cx="129591" cy="149546"/>
            </p14:xfrm>
          </p:contentPart>
        </mc:Choice>
        <mc:Fallback xmlns="">
          <p:sp>
            <p:nvSpPr>
              <p:cNvPr id="1048834" name=""/>
              <p:cNvSpPr/>
              <p:nvPr/>
            </p:nvSpPr>
            <p:spPr>
              <a:xfrm>
                <a:off x="526203" y="456195"/>
                <a:ext cx="129591" cy="1495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8835" name="Encre 1048834"/>
              <p14:cNvContentPartPr/>
              <p14:nvPr/>
            </p14:nvContentPartPr>
            <p14:xfrm>
              <a:off x="475544" y="240322"/>
              <a:ext cx="231912" cy="44538"/>
            </p14:xfrm>
          </p:contentPart>
        </mc:Choice>
        <mc:Fallback xmlns="">
          <p:sp>
            <p:nvSpPr>
              <p:cNvPr id="1048835" name=""/>
              <p:cNvSpPr/>
              <p:nvPr/>
            </p:nvSpPr>
            <p:spPr>
              <a:xfrm>
                <a:off x="475544" y="240322"/>
                <a:ext cx="231912" cy="44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836" name="Encre 1048835"/>
              <p14:cNvContentPartPr/>
              <p14:nvPr/>
            </p14:nvContentPartPr>
            <p14:xfrm>
              <a:off x="639687" y="203164"/>
              <a:ext cx="126651" cy="161121"/>
            </p14:xfrm>
          </p:contentPart>
        </mc:Choice>
        <mc:Fallback xmlns="">
          <p:sp>
            <p:nvSpPr>
              <p:cNvPr id="1048836" name=""/>
              <p:cNvSpPr/>
              <p:nvPr/>
            </p:nvSpPr>
            <p:spPr>
              <a:xfrm>
                <a:off x="639687" y="203164"/>
                <a:ext cx="126651" cy="161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8837" name="Encre 1048836"/>
              <p14:cNvContentPartPr/>
              <p14:nvPr/>
            </p14:nvContentPartPr>
            <p14:xfrm>
              <a:off x="620644" y="755449"/>
              <a:ext cx="42870" cy="136680"/>
            </p14:xfrm>
          </p:contentPart>
        </mc:Choice>
        <mc:Fallback xmlns="">
          <p:sp>
            <p:nvSpPr>
              <p:cNvPr id="1048837" name=""/>
              <p:cNvSpPr/>
              <p:nvPr/>
            </p:nvSpPr>
            <p:spPr>
              <a:xfrm>
                <a:off x="620644" y="755449"/>
                <a:ext cx="42870" cy="136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838" name="Encre 1048837"/>
              <p14:cNvContentPartPr/>
              <p14:nvPr/>
            </p14:nvContentPartPr>
            <p14:xfrm>
              <a:off x="647188" y="681105"/>
              <a:ext cx="140578" cy="251098"/>
            </p14:xfrm>
          </p:contentPart>
        </mc:Choice>
        <mc:Fallback xmlns="">
          <p:sp>
            <p:nvSpPr>
              <p:cNvPr id="1048838" name=""/>
              <p:cNvSpPr/>
              <p:nvPr/>
            </p:nvSpPr>
            <p:spPr>
              <a:xfrm>
                <a:off x="647188" y="681105"/>
                <a:ext cx="140578" cy="251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839" name="Encre 1048838"/>
              <p14:cNvContentPartPr/>
              <p14:nvPr/>
            </p14:nvContentPartPr>
            <p14:xfrm>
              <a:off x="761477" y="567561"/>
              <a:ext cx="207378" cy="362125"/>
            </p14:xfrm>
          </p:contentPart>
        </mc:Choice>
        <mc:Fallback xmlns="">
          <p:sp>
            <p:nvSpPr>
              <p:cNvPr id="1048839" name=""/>
              <p:cNvSpPr/>
              <p:nvPr/>
            </p:nvSpPr>
            <p:spPr>
              <a:xfrm>
                <a:off x="761477" y="567561"/>
                <a:ext cx="207378" cy="3621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840" name="Encre 1048839"/>
              <p14:cNvContentPartPr/>
              <p14:nvPr/>
            </p14:nvContentPartPr>
            <p14:xfrm>
              <a:off x="867125" y="755945"/>
              <a:ext cx="94670" cy="257431"/>
            </p14:xfrm>
          </p:contentPart>
        </mc:Choice>
        <mc:Fallback xmlns="">
          <p:sp>
            <p:nvSpPr>
              <p:cNvPr id="1048840" name=""/>
              <p:cNvSpPr/>
              <p:nvPr/>
            </p:nvSpPr>
            <p:spPr>
              <a:xfrm>
                <a:off x="867125" y="755945"/>
                <a:ext cx="94670" cy="257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841" name="Encre 1048840"/>
              <p14:cNvContentPartPr/>
              <p14:nvPr/>
            </p14:nvContentPartPr>
            <p14:xfrm>
              <a:off x="927102" y="706916"/>
              <a:ext cx="213396" cy="236097"/>
            </p14:xfrm>
          </p:contentPart>
        </mc:Choice>
        <mc:Fallback xmlns="">
          <p:sp>
            <p:nvSpPr>
              <p:cNvPr id="1048841" name=""/>
              <p:cNvSpPr/>
              <p:nvPr/>
            </p:nvSpPr>
            <p:spPr>
              <a:xfrm>
                <a:off x="927102" y="706916"/>
                <a:ext cx="213396" cy="236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842" name="Encre 1048841"/>
              <p14:cNvContentPartPr/>
              <p14:nvPr/>
            </p14:nvContentPartPr>
            <p14:xfrm>
              <a:off x="1261841" y="624387"/>
              <a:ext cx="150464" cy="15897"/>
            </p14:xfrm>
          </p:contentPart>
        </mc:Choice>
        <mc:Fallback xmlns="">
          <p:sp>
            <p:nvSpPr>
              <p:cNvPr id="1048842" name=""/>
              <p:cNvSpPr/>
              <p:nvPr/>
            </p:nvSpPr>
            <p:spPr>
              <a:xfrm>
                <a:off x="1261841" y="624387"/>
                <a:ext cx="150464" cy="15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843" name="Encre 1048842"/>
              <p14:cNvContentPartPr/>
              <p14:nvPr/>
            </p14:nvContentPartPr>
            <p14:xfrm>
              <a:off x="1261841" y="704799"/>
              <a:ext cx="225689" cy="36502"/>
            </p14:xfrm>
          </p:contentPart>
        </mc:Choice>
        <mc:Fallback xmlns="">
          <p:sp>
            <p:nvSpPr>
              <p:cNvPr id="1048843" name=""/>
              <p:cNvSpPr/>
              <p:nvPr/>
            </p:nvSpPr>
            <p:spPr>
              <a:xfrm>
                <a:off x="1261841" y="704799"/>
                <a:ext cx="225689" cy="36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844" name="Encre 1048843"/>
              <p14:cNvContentPartPr/>
              <p14:nvPr/>
            </p14:nvContentPartPr>
            <p14:xfrm>
              <a:off x="1573695" y="518075"/>
              <a:ext cx="322552" cy="196586"/>
            </p14:xfrm>
          </p:contentPart>
        </mc:Choice>
        <mc:Fallback xmlns="">
          <p:sp>
            <p:nvSpPr>
              <p:cNvPr id="1048844" name=""/>
              <p:cNvSpPr/>
              <p:nvPr/>
            </p:nvSpPr>
            <p:spPr>
              <a:xfrm>
                <a:off x="1573695" y="518075"/>
                <a:ext cx="322552" cy="196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845" name="Encre 1048844"/>
              <p14:cNvContentPartPr/>
              <p14:nvPr/>
            </p14:nvContentPartPr>
            <p14:xfrm>
              <a:off x="1977099" y="632590"/>
              <a:ext cx="14560" cy="87366"/>
            </p14:xfrm>
          </p:contentPart>
        </mc:Choice>
        <mc:Fallback xmlns="">
          <p:sp>
            <p:nvSpPr>
              <p:cNvPr id="1048845" name=""/>
              <p:cNvSpPr/>
              <p:nvPr/>
            </p:nvSpPr>
            <p:spPr>
              <a:xfrm>
                <a:off x="1977099" y="632590"/>
                <a:ext cx="14560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846" name="Encre 1048845"/>
              <p14:cNvContentPartPr/>
              <p14:nvPr/>
            </p14:nvContentPartPr>
            <p14:xfrm>
              <a:off x="2105943" y="381615"/>
              <a:ext cx="400219" cy="245251"/>
            </p14:xfrm>
          </p:contentPart>
        </mc:Choice>
        <mc:Fallback xmlns="">
          <p:sp>
            <p:nvSpPr>
              <p:cNvPr id="1048846" name=""/>
              <p:cNvSpPr/>
              <p:nvPr/>
            </p:nvSpPr>
            <p:spPr>
              <a:xfrm>
                <a:off x="2105943" y="381615"/>
                <a:ext cx="400219" cy="245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847" name="Encre 1048846"/>
              <p14:cNvContentPartPr/>
              <p14:nvPr/>
            </p14:nvContentPartPr>
            <p14:xfrm>
              <a:off x="2134623" y="263321"/>
              <a:ext cx="416194" cy="21540"/>
            </p14:xfrm>
          </p:contentPart>
        </mc:Choice>
        <mc:Fallback xmlns="">
          <p:sp>
            <p:nvSpPr>
              <p:cNvPr id="1048847" name=""/>
              <p:cNvSpPr/>
              <p:nvPr/>
            </p:nvSpPr>
            <p:spPr>
              <a:xfrm>
                <a:off x="2134623" y="263321"/>
                <a:ext cx="416194" cy="215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848" name="Encre 1048847"/>
              <p14:cNvContentPartPr/>
              <p14:nvPr/>
            </p14:nvContentPartPr>
            <p14:xfrm>
              <a:off x="2427610" y="197991"/>
              <a:ext cx="155195" cy="143595"/>
            </p14:xfrm>
          </p:contentPart>
        </mc:Choice>
        <mc:Fallback xmlns="">
          <p:sp>
            <p:nvSpPr>
              <p:cNvPr id="1048848" name=""/>
              <p:cNvSpPr/>
              <p:nvPr/>
            </p:nvSpPr>
            <p:spPr>
              <a:xfrm>
                <a:off x="2427610" y="197991"/>
                <a:ext cx="155195" cy="143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849" name="Encre 1048848"/>
              <p14:cNvContentPartPr/>
              <p14:nvPr/>
            </p14:nvContentPartPr>
            <p14:xfrm>
              <a:off x="2404429" y="559867"/>
              <a:ext cx="102163" cy="247417"/>
            </p14:xfrm>
          </p:contentPart>
        </mc:Choice>
        <mc:Fallback xmlns="">
          <p:sp>
            <p:nvSpPr>
              <p:cNvPr id="1048849" name=""/>
              <p:cNvSpPr/>
              <p:nvPr/>
            </p:nvSpPr>
            <p:spPr>
              <a:xfrm>
                <a:off x="2404429" y="559867"/>
                <a:ext cx="102163" cy="247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850" name="Encre 1048849"/>
              <p14:cNvContentPartPr/>
              <p14:nvPr/>
            </p14:nvContentPartPr>
            <p14:xfrm>
              <a:off x="2427610" y="570778"/>
              <a:ext cx="97129" cy="61811"/>
            </p14:xfrm>
          </p:contentPart>
        </mc:Choice>
        <mc:Fallback xmlns="">
          <p:sp>
            <p:nvSpPr>
              <p:cNvPr id="1048850" name=""/>
              <p:cNvSpPr/>
              <p:nvPr/>
            </p:nvSpPr>
            <p:spPr>
              <a:xfrm>
                <a:off x="2427610" y="570778"/>
                <a:ext cx="97129" cy="61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851" name="Encre 1048850"/>
              <p14:cNvContentPartPr/>
              <p14:nvPr/>
            </p14:nvContentPartPr>
            <p14:xfrm>
              <a:off x="2506593" y="565677"/>
              <a:ext cx="151832" cy="182822"/>
            </p14:xfrm>
          </p:contentPart>
        </mc:Choice>
        <mc:Fallback xmlns="">
          <p:sp>
            <p:nvSpPr>
              <p:cNvPr id="1048851" name=""/>
              <p:cNvSpPr/>
              <p:nvPr/>
            </p:nvSpPr>
            <p:spPr>
              <a:xfrm>
                <a:off x="2506593" y="565677"/>
                <a:ext cx="151832" cy="182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852" name="Encre 1048851"/>
              <p14:cNvContentPartPr/>
              <p14:nvPr/>
            </p14:nvContentPartPr>
            <p14:xfrm>
              <a:off x="2618146" y="495335"/>
              <a:ext cx="195994" cy="375447"/>
            </p14:xfrm>
          </p:contentPart>
        </mc:Choice>
        <mc:Fallback xmlns="">
          <p:sp>
            <p:nvSpPr>
              <p:cNvPr id="1048852" name=""/>
              <p:cNvSpPr/>
              <p:nvPr/>
            </p:nvSpPr>
            <p:spPr>
              <a:xfrm>
                <a:off x="2618146" y="495335"/>
                <a:ext cx="195994" cy="375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853" name="Encre 1048852"/>
              <p14:cNvContentPartPr/>
              <p14:nvPr/>
            </p14:nvContentPartPr>
            <p14:xfrm>
              <a:off x="2721037" y="647233"/>
              <a:ext cx="93102" cy="304293"/>
            </p14:xfrm>
          </p:contentPart>
        </mc:Choice>
        <mc:Fallback xmlns="">
          <p:sp>
            <p:nvSpPr>
              <p:cNvPr id="1048853" name=""/>
              <p:cNvSpPr/>
              <p:nvPr/>
            </p:nvSpPr>
            <p:spPr>
              <a:xfrm>
                <a:off x="2721037" y="647233"/>
                <a:ext cx="93102" cy="304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854" name="Encre 1048853"/>
              <p14:cNvContentPartPr/>
              <p14:nvPr/>
            </p14:nvContentPartPr>
            <p14:xfrm>
              <a:off x="2778399" y="588367"/>
              <a:ext cx="216220" cy="271702"/>
            </p14:xfrm>
          </p:contentPart>
        </mc:Choice>
        <mc:Fallback xmlns="">
          <p:sp>
            <p:nvSpPr>
              <p:cNvPr id="1048854" name=""/>
              <p:cNvSpPr/>
              <p:nvPr/>
            </p:nvSpPr>
            <p:spPr>
              <a:xfrm>
                <a:off x="2778399" y="588367"/>
                <a:ext cx="216220" cy="271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855" name="Encre 1048854"/>
              <p14:cNvContentPartPr/>
              <p14:nvPr/>
            </p14:nvContentPartPr>
            <p14:xfrm>
              <a:off x="654248" y="1033443"/>
              <a:ext cx="2217161" cy="106219"/>
            </p14:xfrm>
          </p:contentPart>
        </mc:Choice>
        <mc:Fallback xmlns="">
          <p:sp>
            <p:nvSpPr>
              <p:cNvPr id="1048855" name=""/>
              <p:cNvSpPr/>
              <p:nvPr/>
            </p:nvSpPr>
            <p:spPr>
              <a:xfrm>
                <a:off x="654248" y="1033443"/>
                <a:ext cx="2217161" cy="106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856" name="Encre 1048855"/>
              <p14:cNvContentPartPr/>
              <p14:nvPr/>
            </p14:nvContentPartPr>
            <p14:xfrm>
              <a:off x="332258" y="1682972"/>
              <a:ext cx="46475" cy="296425"/>
            </p14:xfrm>
          </p:contentPart>
        </mc:Choice>
        <mc:Fallback xmlns="">
          <p:sp>
            <p:nvSpPr>
              <p:cNvPr id="1048856" name=""/>
              <p:cNvSpPr/>
              <p:nvPr/>
            </p:nvSpPr>
            <p:spPr>
              <a:xfrm>
                <a:off x="332258" y="1682972"/>
                <a:ext cx="46475" cy="2964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857" name="Encre 1048856"/>
              <p14:cNvContentPartPr/>
              <p14:nvPr/>
            </p14:nvContentPartPr>
            <p14:xfrm>
              <a:off x="332139" y="1657381"/>
              <a:ext cx="139261" cy="157657"/>
            </p14:xfrm>
          </p:contentPart>
        </mc:Choice>
        <mc:Fallback xmlns="">
          <p:sp>
            <p:nvSpPr>
              <p:cNvPr id="1048857" name=""/>
              <p:cNvSpPr/>
              <p:nvPr/>
            </p:nvSpPr>
            <p:spPr>
              <a:xfrm>
                <a:off x="332139" y="1657381"/>
                <a:ext cx="139261" cy="15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858" name="Encre 1048857"/>
              <p14:cNvContentPartPr/>
              <p14:nvPr/>
            </p14:nvContentPartPr>
            <p14:xfrm>
              <a:off x="579625" y="1662138"/>
              <a:ext cx="188904" cy="309317"/>
            </p14:xfrm>
          </p:contentPart>
        </mc:Choice>
        <mc:Fallback xmlns="">
          <p:sp>
            <p:nvSpPr>
              <p:cNvPr id="1048858" name=""/>
              <p:cNvSpPr/>
              <p:nvPr/>
            </p:nvSpPr>
            <p:spPr>
              <a:xfrm>
                <a:off x="579625" y="1662138"/>
                <a:ext cx="188904" cy="309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859" name="Encre 1048858"/>
              <p14:cNvContentPartPr/>
              <p14:nvPr/>
            </p14:nvContentPartPr>
            <p14:xfrm>
              <a:off x="554085" y="1820978"/>
              <a:ext cx="160708" cy="43428"/>
            </p14:xfrm>
          </p:contentPart>
        </mc:Choice>
        <mc:Fallback xmlns="">
          <p:sp>
            <p:nvSpPr>
              <p:cNvPr id="1048859" name=""/>
              <p:cNvSpPr/>
              <p:nvPr/>
            </p:nvSpPr>
            <p:spPr>
              <a:xfrm>
                <a:off x="554085" y="1820978"/>
                <a:ext cx="160708" cy="43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860" name="Encre 1048859"/>
              <p14:cNvContentPartPr/>
              <p14:nvPr/>
            </p14:nvContentPartPr>
            <p14:xfrm>
              <a:off x="468042" y="1907594"/>
              <a:ext cx="26340" cy="30138"/>
            </p14:xfrm>
          </p:contentPart>
        </mc:Choice>
        <mc:Fallback xmlns="">
          <p:sp>
            <p:nvSpPr>
              <p:cNvPr id="1048860" name=""/>
              <p:cNvSpPr/>
              <p:nvPr/>
            </p:nvSpPr>
            <p:spPr>
              <a:xfrm>
                <a:off x="468042" y="1907594"/>
                <a:ext cx="26340" cy="301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861" name="Encre 1048860"/>
              <p14:cNvContentPartPr/>
              <p14:nvPr/>
            </p14:nvContentPartPr>
            <p14:xfrm>
              <a:off x="732789" y="1893446"/>
              <a:ext cx="10285" cy="31355"/>
            </p14:xfrm>
          </p:contentPart>
        </mc:Choice>
        <mc:Fallback xmlns="">
          <p:sp>
            <p:nvSpPr>
              <p:cNvPr id="1048861" name=""/>
              <p:cNvSpPr/>
              <p:nvPr/>
            </p:nvSpPr>
            <p:spPr>
              <a:xfrm>
                <a:off x="732789" y="1893446"/>
                <a:ext cx="10285" cy="31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862" name="Encre 1048861"/>
              <p14:cNvContentPartPr/>
              <p14:nvPr/>
            </p14:nvContentPartPr>
            <p14:xfrm>
              <a:off x="868378" y="1681294"/>
              <a:ext cx="141068" cy="238641"/>
            </p14:xfrm>
          </p:contentPart>
        </mc:Choice>
        <mc:Fallback xmlns="">
          <p:sp>
            <p:nvSpPr>
              <p:cNvPr id="1048862" name=""/>
              <p:cNvSpPr/>
              <p:nvPr/>
            </p:nvSpPr>
            <p:spPr>
              <a:xfrm>
                <a:off x="868378" y="1681294"/>
                <a:ext cx="141068" cy="238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863" name="Encre 1048862"/>
              <p14:cNvContentPartPr/>
              <p14:nvPr/>
            </p14:nvContentPartPr>
            <p14:xfrm>
              <a:off x="1190360" y="1755447"/>
              <a:ext cx="3557" cy="31404"/>
            </p14:xfrm>
          </p:contentPart>
        </mc:Choice>
        <mc:Fallback xmlns="">
          <p:sp>
            <p:nvSpPr>
              <p:cNvPr id="1048863" name=""/>
              <p:cNvSpPr/>
              <p:nvPr/>
            </p:nvSpPr>
            <p:spPr>
              <a:xfrm>
                <a:off x="1190360" y="1755447"/>
                <a:ext cx="3557" cy="314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864" name="Encre 1048863"/>
              <p14:cNvContentPartPr/>
              <p14:nvPr/>
            </p14:nvContentPartPr>
            <p14:xfrm>
              <a:off x="1211981" y="1857209"/>
              <a:ext cx="10561" cy="32280"/>
            </p14:xfrm>
          </p:contentPart>
        </mc:Choice>
        <mc:Fallback xmlns="">
          <p:sp>
            <p:nvSpPr>
              <p:cNvPr id="1048864" name=""/>
              <p:cNvSpPr/>
              <p:nvPr/>
            </p:nvSpPr>
            <p:spPr>
              <a:xfrm>
                <a:off x="1211981" y="1857209"/>
                <a:ext cx="10561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865" name="Encre 1048864"/>
              <p14:cNvContentPartPr/>
              <p14:nvPr/>
            </p14:nvContentPartPr>
            <p14:xfrm>
              <a:off x="539524" y="2001620"/>
              <a:ext cx="531106" cy="43972"/>
            </p14:xfrm>
          </p:contentPart>
        </mc:Choice>
        <mc:Fallback xmlns="">
          <p:sp>
            <p:nvSpPr>
              <p:cNvPr id="1048865" name=""/>
              <p:cNvSpPr/>
              <p:nvPr/>
            </p:nvSpPr>
            <p:spPr>
              <a:xfrm>
                <a:off x="539524" y="2001620"/>
                <a:ext cx="531106" cy="439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866" name="Encre 1048865"/>
              <p14:cNvContentPartPr/>
              <p14:nvPr/>
            </p14:nvContentPartPr>
            <p14:xfrm>
              <a:off x="1551184" y="1510504"/>
              <a:ext cx="229448" cy="379456"/>
            </p14:xfrm>
          </p:contentPart>
        </mc:Choice>
        <mc:Fallback xmlns="">
          <p:sp>
            <p:nvSpPr>
              <p:cNvPr id="1048866" name=""/>
              <p:cNvSpPr/>
              <p:nvPr/>
            </p:nvSpPr>
            <p:spPr>
              <a:xfrm>
                <a:off x="1551184" y="1510504"/>
                <a:ext cx="229448" cy="379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867" name="Encre 1048866"/>
              <p14:cNvContentPartPr/>
              <p14:nvPr/>
            </p14:nvContentPartPr>
            <p14:xfrm>
              <a:off x="1934298" y="1546101"/>
              <a:ext cx="338018" cy="412059"/>
            </p14:xfrm>
          </p:contentPart>
        </mc:Choice>
        <mc:Fallback xmlns="">
          <p:sp>
            <p:nvSpPr>
              <p:cNvPr id="1048867" name=""/>
              <p:cNvSpPr/>
              <p:nvPr/>
            </p:nvSpPr>
            <p:spPr>
              <a:xfrm>
                <a:off x="1934298" y="1546101"/>
                <a:ext cx="338018" cy="412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868" name="Encre 1048867"/>
              <p14:cNvContentPartPr/>
              <p14:nvPr/>
            </p14:nvContentPartPr>
            <p14:xfrm>
              <a:off x="2027401" y="1422340"/>
              <a:ext cx="338947" cy="28813"/>
            </p14:xfrm>
          </p:contentPart>
        </mc:Choice>
        <mc:Fallback xmlns="">
          <p:sp>
            <p:nvSpPr>
              <p:cNvPr id="1048868" name=""/>
              <p:cNvSpPr/>
              <p:nvPr/>
            </p:nvSpPr>
            <p:spPr>
              <a:xfrm>
                <a:off x="2027401" y="1422340"/>
                <a:ext cx="338947" cy="28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869" name="Encre 1048868"/>
              <p14:cNvContentPartPr/>
              <p14:nvPr/>
            </p14:nvContentPartPr>
            <p14:xfrm>
              <a:off x="2184484" y="1364532"/>
              <a:ext cx="179859" cy="148761"/>
            </p14:xfrm>
          </p:contentPart>
        </mc:Choice>
        <mc:Fallback xmlns="">
          <p:sp>
            <p:nvSpPr>
              <p:cNvPr id="1048869" name=""/>
              <p:cNvSpPr/>
              <p:nvPr/>
            </p:nvSpPr>
            <p:spPr>
              <a:xfrm>
                <a:off x="2184484" y="1364532"/>
                <a:ext cx="179859" cy="148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8870" name="Encre 1048869"/>
              <p14:cNvContentPartPr/>
              <p14:nvPr/>
            </p14:nvContentPartPr>
            <p14:xfrm>
              <a:off x="2258403" y="1673243"/>
              <a:ext cx="201488" cy="220059"/>
            </p14:xfrm>
          </p:contentPart>
        </mc:Choice>
        <mc:Fallback xmlns="">
          <p:sp>
            <p:nvSpPr>
              <p:cNvPr id="1048870" name=""/>
              <p:cNvSpPr/>
              <p:nvPr/>
            </p:nvSpPr>
            <p:spPr>
              <a:xfrm>
                <a:off x="2258403" y="1673243"/>
                <a:ext cx="201488" cy="220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8871" name="Encre 1048870"/>
              <p14:cNvContentPartPr/>
              <p14:nvPr/>
            </p14:nvContentPartPr>
            <p14:xfrm>
              <a:off x="2425282" y="1639537"/>
              <a:ext cx="159851" cy="286929"/>
            </p14:xfrm>
          </p:contentPart>
        </mc:Choice>
        <mc:Fallback xmlns="">
          <p:sp>
            <p:nvSpPr>
              <p:cNvPr id="1048871" name=""/>
              <p:cNvSpPr/>
              <p:nvPr/>
            </p:nvSpPr>
            <p:spPr>
              <a:xfrm>
                <a:off x="2425282" y="1639537"/>
                <a:ext cx="159851" cy="286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8872" name="Encre 1048871"/>
              <p14:cNvContentPartPr/>
              <p14:nvPr/>
            </p14:nvContentPartPr>
            <p14:xfrm>
              <a:off x="2552948" y="1770339"/>
              <a:ext cx="39246" cy="195644"/>
            </p14:xfrm>
          </p:contentPart>
        </mc:Choice>
        <mc:Fallback xmlns="">
          <p:sp>
            <p:nvSpPr>
              <p:cNvPr id="1048872" name=""/>
              <p:cNvSpPr/>
              <p:nvPr/>
            </p:nvSpPr>
            <p:spPr>
              <a:xfrm>
                <a:off x="2552948" y="1770339"/>
                <a:ext cx="39246" cy="195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8873" name="Encre 1048872"/>
              <p14:cNvContentPartPr/>
              <p14:nvPr/>
            </p14:nvContentPartPr>
            <p14:xfrm>
              <a:off x="2549393" y="1760101"/>
              <a:ext cx="143909" cy="179168"/>
            </p14:xfrm>
          </p:contentPart>
        </mc:Choice>
        <mc:Fallback xmlns="">
          <p:sp>
            <p:nvSpPr>
              <p:cNvPr id="1048873" name=""/>
              <p:cNvSpPr/>
              <p:nvPr/>
            </p:nvSpPr>
            <p:spPr>
              <a:xfrm>
                <a:off x="2549393" y="1760101"/>
                <a:ext cx="143909" cy="179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8874" name="Encre 1048873"/>
              <p14:cNvContentPartPr/>
              <p14:nvPr/>
            </p14:nvContentPartPr>
            <p14:xfrm>
              <a:off x="1655432" y="2058026"/>
              <a:ext cx="875567" cy="23307"/>
            </p14:xfrm>
          </p:contentPart>
        </mc:Choice>
        <mc:Fallback xmlns="">
          <p:sp>
            <p:nvSpPr>
              <p:cNvPr id="1048874" name=""/>
              <p:cNvSpPr/>
              <p:nvPr/>
            </p:nvSpPr>
            <p:spPr>
              <a:xfrm>
                <a:off x="1655432" y="2058026"/>
                <a:ext cx="875567" cy="23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8875" name="Encre 1048874"/>
              <p14:cNvContentPartPr/>
              <p14:nvPr/>
            </p14:nvContentPartPr>
            <p14:xfrm>
              <a:off x="1807369" y="2158910"/>
              <a:ext cx="428195" cy="373515"/>
            </p14:xfrm>
          </p:contentPart>
        </mc:Choice>
        <mc:Fallback xmlns="">
          <p:sp>
            <p:nvSpPr>
              <p:cNvPr id="1048875" name=""/>
              <p:cNvSpPr/>
              <p:nvPr/>
            </p:nvSpPr>
            <p:spPr>
              <a:xfrm>
                <a:off x="1807369" y="2158910"/>
                <a:ext cx="428195" cy="3735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8876" name="Encre 1048875"/>
              <p14:cNvContentPartPr/>
              <p14:nvPr/>
            </p14:nvContentPartPr>
            <p14:xfrm>
              <a:off x="2160229" y="2168700"/>
              <a:ext cx="135508" cy="340952"/>
            </p14:xfrm>
          </p:contentPart>
        </mc:Choice>
        <mc:Fallback xmlns="">
          <p:sp>
            <p:nvSpPr>
              <p:cNvPr id="1048876" name=""/>
              <p:cNvSpPr/>
              <p:nvPr/>
            </p:nvSpPr>
            <p:spPr>
              <a:xfrm>
                <a:off x="2160229" y="2168700"/>
                <a:ext cx="135508" cy="340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8877" name="Encre 1048876"/>
              <p14:cNvContentPartPr/>
              <p14:nvPr/>
            </p14:nvContentPartPr>
            <p14:xfrm>
              <a:off x="2141683" y="2350125"/>
              <a:ext cx="260646" cy="8698"/>
            </p14:xfrm>
          </p:contentPart>
        </mc:Choice>
        <mc:Fallback xmlns="">
          <p:sp>
            <p:nvSpPr>
              <p:cNvPr id="1048877" name=""/>
              <p:cNvSpPr/>
              <p:nvPr/>
            </p:nvSpPr>
            <p:spPr>
              <a:xfrm>
                <a:off x="2141683" y="2350125"/>
                <a:ext cx="260646" cy="86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8878" name="Encre 1048877"/>
              <p14:cNvContentPartPr/>
              <p14:nvPr/>
            </p14:nvContentPartPr>
            <p14:xfrm>
              <a:off x="2821200" y="1978091"/>
              <a:ext cx="201840" cy="9719"/>
            </p14:xfrm>
          </p:contentPart>
        </mc:Choice>
        <mc:Fallback xmlns="">
          <p:sp>
            <p:nvSpPr>
              <p:cNvPr id="1048878" name=""/>
              <p:cNvSpPr/>
              <p:nvPr/>
            </p:nvSpPr>
            <p:spPr>
              <a:xfrm>
                <a:off x="2821200" y="1978091"/>
                <a:ext cx="201840" cy="9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8879" name="Encre 1048878"/>
              <p14:cNvContentPartPr/>
              <p14:nvPr/>
            </p14:nvContentPartPr>
            <p14:xfrm>
              <a:off x="2871061" y="2103175"/>
              <a:ext cx="155625" cy="15235"/>
            </p14:xfrm>
          </p:contentPart>
        </mc:Choice>
        <mc:Fallback xmlns="">
          <p:sp>
            <p:nvSpPr>
              <p:cNvPr id="1048879" name=""/>
              <p:cNvSpPr/>
              <p:nvPr/>
            </p:nvSpPr>
            <p:spPr>
              <a:xfrm>
                <a:off x="2871061" y="2103175"/>
                <a:ext cx="155625" cy="15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8880" name="Encre 1048879"/>
              <p14:cNvContentPartPr/>
              <p14:nvPr/>
            </p14:nvContentPartPr>
            <p14:xfrm>
              <a:off x="3200846" y="1632340"/>
              <a:ext cx="521375" cy="572349"/>
            </p14:xfrm>
          </p:contentPart>
        </mc:Choice>
        <mc:Fallback xmlns="">
          <p:sp>
            <p:nvSpPr>
              <p:cNvPr id="1048880" name=""/>
              <p:cNvSpPr/>
              <p:nvPr/>
            </p:nvSpPr>
            <p:spPr>
              <a:xfrm>
                <a:off x="3200846" y="1632340"/>
                <a:ext cx="521375" cy="5723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8881" name="Encre 1048880"/>
              <p14:cNvContentPartPr/>
              <p14:nvPr/>
            </p14:nvContentPartPr>
            <p14:xfrm>
              <a:off x="3314512" y="2334052"/>
              <a:ext cx="198299" cy="116851"/>
            </p14:xfrm>
          </p:contentPart>
        </mc:Choice>
        <mc:Fallback xmlns="">
          <p:sp>
            <p:nvSpPr>
              <p:cNvPr id="1048881" name=""/>
              <p:cNvSpPr/>
              <p:nvPr/>
            </p:nvSpPr>
            <p:spPr>
              <a:xfrm>
                <a:off x="3314512" y="2334052"/>
                <a:ext cx="198299" cy="116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8882" name="Encre 1048881"/>
              <p14:cNvContentPartPr/>
              <p14:nvPr/>
            </p14:nvContentPartPr>
            <p14:xfrm>
              <a:off x="3383695" y="2248372"/>
              <a:ext cx="9357" cy="30684"/>
            </p14:xfrm>
          </p:contentPart>
        </mc:Choice>
        <mc:Fallback xmlns="">
          <p:sp>
            <p:nvSpPr>
              <p:cNvPr id="1048882" name=""/>
              <p:cNvSpPr/>
              <p:nvPr/>
            </p:nvSpPr>
            <p:spPr>
              <a:xfrm>
                <a:off x="3383695" y="2248372"/>
                <a:ext cx="9357" cy="30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8883" name="Encre 1048882"/>
              <p14:cNvContentPartPr/>
              <p14:nvPr/>
            </p14:nvContentPartPr>
            <p14:xfrm>
              <a:off x="3866714" y="1831396"/>
              <a:ext cx="29193" cy="345177"/>
            </p14:xfrm>
          </p:contentPart>
        </mc:Choice>
        <mc:Fallback xmlns="">
          <p:sp>
            <p:nvSpPr>
              <p:cNvPr id="1048883" name=""/>
              <p:cNvSpPr/>
              <p:nvPr/>
            </p:nvSpPr>
            <p:spPr>
              <a:xfrm>
                <a:off x="3866714" y="1831396"/>
                <a:ext cx="29193" cy="345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8884" name="Encre 1048883"/>
              <p14:cNvContentPartPr/>
              <p14:nvPr/>
            </p14:nvContentPartPr>
            <p14:xfrm>
              <a:off x="3844005" y="1772034"/>
              <a:ext cx="314607" cy="12452"/>
            </p14:xfrm>
          </p:contentPart>
        </mc:Choice>
        <mc:Fallback xmlns="">
          <p:sp>
            <p:nvSpPr>
              <p:cNvPr id="1048884" name=""/>
              <p:cNvSpPr/>
              <p:nvPr/>
            </p:nvSpPr>
            <p:spPr>
              <a:xfrm>
                <a:off x="3844005" y="1772034"/>
                <a:ext cx="314607" cy="12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8885" name="Encre 1048884"/>
              <p14:cNvContentPartPr/>
              <p14:nvPr/>
            </p14:nvContentPartPr>
            <p14:xfrm>
              <a:off x="3882835" y="1936633"/>
              <a:ext cx="179504" cy="1460"/>
            </p14:xfrm>
          </p:contentPart>
        </mc:Choice>
        <mc:Fallback xmlns="">
          <p:sp>
            <p:nvSpPr>
              <p:cNvPr id="1048885" name=""/>
              <p:cNvSpPr/>
              <p:nvPr/>
            </p:nvSpPr>
            <p:spPr>
              <a:xfrm>
                <a:off x="3882835" y="1936633"/>
                <a:ext cx="179504" cy="14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8886" name="Encre 1048885"/>
              <p14:cNvContentPartPr/>
              <p14:nvPr/>
            </p14:nvContentPartPr>
            <p14:xfrm>
              <a:off x="4042280" y="2153808"/>
              <a:ext cx="70398" cy="119961"/>
            </p14:xfrm>
          </p:contentPart>
        </mc:Choice>
        <mc:Fallback xmlns="">
          <p:sp>
            <p:nvSpPr>
              <p:cNvPr id="1048886" name=""/>
              <p:cNvSpPr/>
              <p:nvPr/>
            </p:nvSpPr>
            <p:spPr>
              <a:xfrm>
                <a:off x="4042280" y="2153808"/>
                <a:ext cx="70398" cy="119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8887" name="Encre 1048886"/>
              <p14:cNvContentPartPr/>
              <p14:nvPr/>
            </p14:nvContentPartPr>
            <p14:xfrm>
              <a:off x="4105155" y="2052791"/>
              <a:ext cx="31836" cy="26907"/>
            </p14:xfrm>
          </p:contentPart>
        </mc:Choice>
        <mc:Fallback xmlns="">
          <p:sp>
            <p:nvSpPr>
              <p:cNvPr id="1048887" name=""/>
              <p:cNvSpPr/>
              <p:nvPr/>
            </p:nvSpPr>
            <p:spPr>
              <a:xfrm>
                <a:off x="4105155" y="2052791"/>
                <a:ext cx="31836" cy="269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8888" name="Encre 1048887"/>
              <p14:cNvContentPartPr/>
              <p14:nvPr/>
            </p14:nvContentPartPr>
            <p14:xfrm>
              <a:off x="3858125" y="1646735"/>
              <a:ext cx="364909" cy="22089"/>
            </p14:xfrm>
          </p:contentPart>
        </mc:Choice>
        <mc:Fallback xmlns="">
          <p:sp>
            <p:nvSpPr>
              <p:cNvPr id="1048888" name=""/>
              <p:cNvSpPr/>
              <p:nvPr/>
            </p:nvSpPr>
            <p:spPr>
              <a:xfrm>
                <a:off x="3858125" y="1646735"/>
                <a:ext cx="364909" cy="22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8889" name="Encre 1048888"/>
              <p14:cNvContentPartPr/>
              <p14:nvPr/>
            </p14:nvContentPartPr>
            <p14:xfrm>
              <a:off x="4136991" y="1603300"/>
              <a:ext cx="122559" cy="135550"/>
            </p14:xfrm>
          </p:contentPart>
        </mc:Choice>
        <mc:Fallback xmlns="">
          <p:sp>
            <p:nvSpPr>
              <p:cNvPr id="1048889" name=""/>
              <p:cNvSpPr/>
              <p:nvPr/>
            </p:nvSpPr>
            <p:spPr>
              <a:xfrm>
                <a:off x="4136991" y="1603300"/>
                <a:ext cx="122559" cy="1355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8890" name="Encre 1048889"/>
              <p14:cNvContentPartPr/>
              <p14:nvPr/>
            </p14:nvContentPartPr>
            <p14:xfrm>
              <a:off x="1411930" y="1258216"/>
              <a:ext cx="3032609" cy="1412547"/>
            </p14:xfrm>
          </p:contentPart>
        </mc:Choice>
        <mc:Fallback xmlns="">
          <p:sp>
            <p:nvSpPr>
              <p:cNvPr id="1048890" name=""/>
              <p:cNvSpPr/>
              <p:nvPr/>
            </p:nvSpPr>
            <p:spPr>
              <a:xfrm>
                <a:off x="1411930" y="1258216"/>
                <a:ext cx="3032609" cy="1412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8891" name="Encre 1048890"/>
              <p14:cNvContentPartPr/>
              <p14:nvPr/>
            </p14:nvContentPartPr>
            <p14:xfrm>
              <a:off x="3994028" y="1386373"/>
              <a:ext cx="537552" cy="1289151"/>
            </p14:xfrm>
          </p:contentPart>
        </mc:Choice>
        <mc:Fallback xmlns="">
          <p:sp>
            <p:nvSpPr>
              <p:cNvPr id="1048891" name=""/>
              <p:cNvSpPr/>
              <p:nvPr/>
            </p:nvSpPr>
            <p:spPr>
              <a:xfrm>
                <a:off x="3994028" y="1386373"/>
                <a:ext cx="537552" cy="1289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8892" name="Encre 1048891"/>
              <p14:cNvContentPartPr/>
              <p14:nvPr/>
            </p14:nvContentPartPr>
            <p14:xfrm>
              <a:off x="651390" y="2089979"/>
              <a:ext cx="167662" cy="252711"/>
            </p14:xfrm>
          </p:contentPart>
        </mc:Choice>
        <mc:Fallback xmlns="">
          <p:sp>
            <p:nvSpPr>
              <p:cNvPr id="1048892" name=""/>
              <p:cNvSpPr/>
              <p:nvPr/>
            </p:nvSpPr>
            <p:spPr>
              <a:xfrm>
                <a:off x="651390" y="2089979"/>
                <a:ext cx="167662" cy="252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8893" name="Encre 1048892"/>
              <p14:cNvContentPartPr/>
              <p14:nvPr/>
            </p14:nvContentPartPr>
            <p14:xfrm>
              <a:off x="827701" y="2089786"/>
              <a:ext cx="214844" cy="235377"/>
            </p14:xfrm>
          </p:contentPart>
        </mc:Choice>
        <mc:Fallback xmlns="">
          <p:sp>
            <p:nvSpPr>
              <p:cNvPr id="1048893" name=""/>
              <p:cNvSpPr/>
              <p:nvPr/>
            </p:nvSpPr>
            <p:spPr>
              <a:xfrm>
                <a:off x="827701" y="2089786"/>
                <a:ext cx="214844" cy="235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8894" name="Encre 1048893"/>
              <p14:cNvContentPartPr/>
              <p14:nvPr/>
            </p14:nvContentPartPr>
            <p14:xfrm>
              <a:off x="739849" y="1987991"/>
              <a:ext cx="217593" cy="28314"/>
            </p14:xfrm>
          </p:contentPart>
        </mc:Choice>
        <mc:Fallback xmlns="">
          <p:sp>
            <p:nvSpPr>
              <p:cNvPr id="1048894" name=""/>
              <p:cNvSpPr/>
              <p:nvPr/>
            </p:nvSpPr>
            <p:spPr>
              <a:xfrm>
                <a:off x="739849" y="1987991"/>
                <a:ext cx="217593" cy="283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8895" name="Encre 1048894"/>
              <p14:cNvContentPartPr/>
              <p14:nvPr/>
            </p14:nvContentPartPr>
            <p14:xfrm>
              <a:off x="897373" y="1958226"/>
              <a:ext cx="125256" cy="124936"/>
            </p14:xfrm>
          </p:contentPart>
        </mc:Choice>
        <mc:Fallback xmlns="">
          <p:sp>
            <p:nvSpPr>
              <p:cNvPr id="1048895" name=""/>
              <p:cNvSpPr/>
              <p:nvPr/>
            </p:nvSpPr>
            <p:spPr>
              <a:xfrm>
                <a:off x="897373" y="1958226"/>
                <a:ext cx="125256" cy="124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8896" name="Encre 1048895"/>
              <p14:cNvContentPartPr/>
              <p14:nvPr/>
            </p14:nvContentPartPr>
            <p14:xfrm>
              <a:off x="1159566" y="1936633"/>
              <a:ext cx="130956" cy="295609"/>
            </p14:xfrm>
          </p:contentPart>
        </mc:Choice>
        <mc:Fallback xmlns="">
          <p:sp>
            <p:nvSpPr>
              <p:cNvPr id="1048896" name=""/>
              <p:cNvSpPr/>
              <p:nvPr/>
            </p:nvSpPr>
            <p:spPr>
              <a:xfrm>
                <a:off x="1159566" y="1936633"/>
                <a:ext cx="130956" cy="2956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8897" name="Encre 1048896"/>
              <p14:cNvContentPartPr/>
              <p14:nvPr/>
            </p14:nvContentPartPr>
            <p14:xfrm>
              <a:off x="1288274" y="1951029"/>
              <a:ext cx="28355" cy="286320"/>
            </p14:xfrm>
          </p:contentPart>
        </mc:Choice>
        <mc:Fallback xmlns="">
          <p:sp>
            <p:nvSpPr>
              <p:cNvPr id="1048897" name=""/>
              <p:cNvSpPr/>
              <p:nvPr/>
            </p:nvSpPr>
            <p:spPr>
              <a:xfrm>
                <a:off x="1288274" y="1951029"/>
                <a:ext cx="28355" cy="286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8898" name="Encre 1048897"/>
              <p14:cNvContentPartPr/>
              <p14:nvPr/>
            </p14:nvContentPartPr>
            <p14:xfrm>
              <a:off x="1370200" y="1263018"/>
              <a:ext cx="506736" cy="1307518"/>
            </p14:xfrm>
          </p:contentPart>
        </mc:Choice>
        <mc:Fallback xmlns="">
          <p:sp>
            <p:nvSpPr>
              <p:cNvPr id="1048898" name=""/>
              <p:cNvSpPr/>
              <p:nvPr/>
            </p:nvSpPr>
            <p:spPr>
              <a:xfrm>
                <a:off x="1370200" y="1263018"/>
                <a:ext cx="506736" cy="1307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8899" name="Encre 1048898"/>
              <p14:cNvContentPartPr/>
              <p14:nvPr/>
            </p14:nvContentPartPr>
            <p14:xfrm>
              <a:off x="4009841" y="1258040"/>
              <a:ext cx="626121" cy="1500605"/>
            </p14:xfrm>
          </p:contentPart>
        </mc:Choice>
        <mc:Fallback xmlns="">
          <p:sp>
            <p:nvSpPr>
              <p:cNvPr id="1048899" name=""/>
              <p:cNvSpPr/>
              <p:nvPr/>
            </p:nvSpPr>
            <p:spPr>
              <a:xfrm>
                <a:off x="4009841" y="1258040"/>
                <a:ext cx="626121" cy="1500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8900" name="Encre 1048899"/>
              <p14:cNvContentPartPr/>
              <p14:nvPr/>
            </p14:nvContentPartPr>
            <p14:xfrm>
              <a:off x="765293" y="3220236"/>
              <a:ext cx="191728" cy="256381"/>
            </p14:xfrm>
          </p:contentPart>
        </mc:Choice>
        <mc:Fallback xmlns="">
          <p:sp>
            <p:nvSpPr>
              <p:cNvPr id="1048900" name=""/>
              <p:cNvSpPr/>
              <p:nvPr/>
            </p:nvSpPr>
            <p:spPr>
              <a:xfrm>
                <a:off x="765293" y="3220236"/>
                <a:ext cx="191728" cy="256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8901" name="Encre 1048900"/>
              <p14:cNvContentPartPr/>
              <p14:nvPr/>
            </p14:nvContentPartPr>
            <p14:xfrm>
              <a:off x="969374" y="3255019"/>
              <a:ext cx="266800" cy="229428"/>
            </p14:xfrm>
          </p:contentPart>
        </mc:Choice>
        <mc:Fallback xmlns="">
          <p:sp>
            <p:nvSpPr>
              <p:cNvPr id="1048901" name=""/>
              <p:cNvSpPr/>
              <p:nvPr/>
            </p:nvSpPr>
            <p:spPr>
              <a:xfrm>
                <a:off x="969374" y="3255019"/>
                <a:ext cx="266800" cy="229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8902" name="Encre 1048901"/>
              <p14:cNvContentPartPr/>
              <p14:nvPr/>
            </p14:nvContentPartPr>
            <p14:xfrm>
              <a:off x="875752" y="3089291"/>
              <a:ext cx="368645" cy="7139"/>
            </p14:xfrm>
          </p:contentPart>
        </mc:Choice>
        <mc:Fallback xmlns="">
          <p:sp>
            <p:nvSpPr>
              <p:cNvPr id="1048902" name=""/>
              <p:cNvSpPr/>
              <p:nvPr/>
            </p:nvSpPr>
            <p:spPr>
              <a:xfrm>
                <a:off x="875752" y="3089291"/>
                <a:ext cx="368645" cy="7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8903" name="Encre 1048902"/>
              <p14:cNvContentPartPr/>
              <p14:nvPr/>
            </p14:nvContentPartPr>
            <p14:xfrm>
              <a:off x="1133439" y="3008609"/>
              <a:ext cx="155202" cy="172574"/>
            </p14:xfrm>
          </p:contentPart>
        </mc:Choice>
        <mc:Fallback xmlns="">
          <p:sp>
            <p:nvSpPr>
              <p:cNvPr id="1048903" name=""/>
              <p:cNvSpPr/>
              <p:nvPr/>
            </p:nvSpPr>
            <p:spPr>
              <a:xfrm>
                <a:off x="1133439" y="3008609"/>
                <a:ext cx="155202" cy="172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8904" name="Encre 1048903"/>
              <p14:cNvContentPartPr/>
              <p14:nvPr/>
            </p14:nvContentPartPr>
            <p14:xfrm>
              <a:off x="1325478" y="3312902"/>
              <a:ext cx="129629" cy="233320"/>
            </p14:xfrm>
          </p:contentPart>
        </mc:Choice>
        <mc:Fallback xmlns="">
          <p:sp>
            <p:nvSpPr>
              <p:cNvPr id="1048904" name=""/>
              <p:cNvSpPr/>
              <p:nvPr/>
            </p:nvSpPr>
            <p:spPr>
              <a:xfrm>
                <a:off x="1325478" y="3312902"/>
                <a:ext cx="129629" cy="233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8905" name="Encre 1048904"/>
              <p14:cNvContentPartPr/>
              <p14:nvPr/>
            </p14:nvContentPartPr>
            <p14:xfrm>
              <a:off x="1469226" y="3327298"/>
              <a:ext cx="28681" cy="195581"/>
            </p14:xfrm>
          </p:contentPart>
        </mc:Choice>
        <mc:Fallback xmlns="">
          <p:sp>
            <p:nvSpPr>
              <p:cNvPr id="1048905" name=""/>
              <p:cNvSpPr/>
              <p:nvPr/>
            </p:nvSpPr>
            <p:spPr>
              <a:xfrm>
                <a:off x="1469226" y="3327298"/>
                <a:ext cx="28681" cy="19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8906" name="Encre 1048905"/>
              <p14:cNvContentPartPr/>
              <p14:nvPr/>
            </p14:nvContentPartPr>
            <p14:xfrm>
              <a:off x="1650031" y="3105150"/>
              <a:ext cx="213694" cy="333131"/>
            </p14:xfrm>
          </p:contentPart>
        </mc:Choice>
        <mc:Fallback xmlns="">
          <p:sp>
            <p:nvSpPr>
              <p:cNvPr id="1048906" name=""/>
              <p:cNvSpPr/>
              <p:nvPr/>
            </p:nvSpPr>
            <p:spPr>
              <a:xfrm>
                <a:off x="1650031" y="3105150"/>
                <a:ext cx="213694" cy="333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8907" name="Encre 1048906"/>
              <p14:cNvContentPartPr/>
              <p14:nvPr/>
            </p14:nvContentPartPr>
            <p14:xfrm>
              <a:off x="1962979" y="3267879"/>
              <a:ext cx="296603" cy="317513"/>
            </p14:xfrm>
          </p:contentPart>
        </mc:Choice>
        <mc:Fallback xmlns="">
          <p:sp>
            <p:nvSpPr>
              <p:cNvPr id="1048907" name=""/>
              <p:cNvSpPr/>
              <p:nvPr/>
            </p:nvSpPr>
            <p:spPr>
              <a:xfrm>
                <a:off x="1962979" y="3267879"/>
                <a:ext cx="296603" cy="317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8908" name="Encre 1048907"/>
              <p14:cNvContentPartPr/>
              <p14:nvPr/>
            </p14:nvContentPartPr>
            <p14:xfrm>
              <a:off x="2048581" y="3118120"/>
              <a:ext cx="263002" cy="35438"/>
            </p14:xfrm>
          </p:contentPart>
        </mc:Choice>
        <mc:Fallback xmlns="">
          <p:sp>
            <p:nvSpPr>
              <p:cNvPr id="1048908" name=""/>
              <p:cNvSpPr/>
              <p:nvPr/>
            </p:nvSpPr>
            <p:spPr>
              <a:xfrm>
                <a:off x="2048581" y="3118120"/>
                <a:ext cx="263002" cy="35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8909" name="Encre 1048908"/>
              <p14:cNvContentPartPr/>
              <p14:nvPr/>
            </p14:nvContentPartPr>
            <p14:xfrm>
              <a:off x="2220225" y="3037649"/>
              <a:ext cx="137481" cy="152406"/>
            </p14:xfrm>
          </p:contentPart>
        </mc:Choice>
        <mc:Fallback xmlns="">
          <p:sp>
            <p:nvSpPr>
              <p:cNvPr id="1048909" name=""/>
              <p:cNvSpPr/>
              <p:nvPr/>
            </p:nvSpPr>
            <p:spPr>
              <a:xfrm>
                <a:off x="2220225" y="3037649"/>
                <a:ext cx="137481" cy="152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8910" name="Encre 1048909"/>
              <p14:cNvContentPartPr/>
              <p14:nvPr/>
            </p14:nvContentPartPr>
            <p14:xfrm>
              <a:off x="2213011" y="3378796"/>
              <a:ext cx="184264" cy="207395"/>
            </p14:xfrm>
          </p:contentPart>
        </mc:Choice>
        <mc:Fallback xmlns="">
          <p:sp>
            <p:nvSpPr>
              <p:cNvPr id="1048910" name=""/>
              <p:cNvSpPr/>
              <p:nvPr/>
            </p:nvSpPr>
            <p:spPr>
              <a:xfrm>
                <a:off x="2213011" y="3378796"/>
                <a:ext cx="184264" cy="207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8911" name="Encre 1048910"/>
              <p14:cNvContentPartPr/>
              <p14:nvPr/>
            </p14:nvContentPartPr>
            <p14:xfrm>
              <a:off x="2396674" y="3370981"/>
              <a:ext cx="116978" cy="279933"/>
            </p14:xfrm>
          </p:contentPart>
        </mc:Choice>
        <mc:Fallback xmlns="">
          <p:sp>
            <p:nvSpPr>
              <p:cNvPr id="1048911" name=""/>
              <p:cNvSpPr/>
              <p:nvPr/>
            </p:nvSpPr>
            <p:spPr>
              <a:xfrm>
                <a:off x="2396674" y="3370981"/>
                <a:ext cx="116978" cy="279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8912" name="Encre 1048911"/>
              <p14:cNvContentPartPr/>
              <p14:nvPr/>
            </p14:nvContentPartPr>
            <p14:xfrm>
              <a:off x="2515014" y="3421467"/>
              <a:ext cx="155721" cy="231966"/>
            </p14:xfrm>
          </p:contentPart>
        </mc:Choice>
        <mc:Fallback xmlns="">
          <p:sp>
            <p:nvSpPr>
              <p:cNvPr id="1048912" name=""/>
              <p:cNvSpPr/>
              <p:nvPr/>
            </p:nvSpPr>
            <p:spPr>
              <a:xfrm>
                <a:off x="2515014" y="3421467"/>
                <a:ext cx="155721" cy="231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8913" name="Encre 1048912"/>
              <p14:cNvContentPartPr/>
              <p14:nvPr/>
            </p14:nvContentPartPr>
            <p14:xfrm>
              <a:off x="1687201" y="3617444"/>
              <a:ext cx="802218" cy="101232"/>
            </p14:xfrm>
          </p:contentPart>
        </mc:Choice>
        <mc:Fallback xmlns="">
          <p:sp>
            <p:nvSpPr>
              <p:cNvPr id="1048913" name=""/>
              <p:cNvSpPr/>
              <p:nvPr/>
            </p:nvSpPr>
            <p:spPr>
              <a:xfrm>
                <a:off x="1687201" y="3617444"/>
                <a:ext cx="802218" cy="1012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8914" name="Encre 1048913"/>
              <p14:cNvContentPartPr/>
              <p14:nvPr/>
            </p14:nvContentPartPr>
            <p14:xfrm>
              <a:off x="1851696" y="3770854"/>
              <a:ext cx="269028" cy="311949"/>
            </p14:xfrm>
          </p:contentPart>
        </mc:Choice>
        <mc:Fallback xmlns="">
          <p:sp>
            <p:nvSpPr>
              <p:cNvPr id="1048914" name=""/>
              <p:cNvSpPr/>
              <p:nvPr/>
            </p:nvSpPr>
            <p:spPr>
              <a:xfrm>
                <a:off x="1851696" y="3770854"/>
                <a:ext cx="269028" cy="311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8915" name="Encre 1048914"/>
              <p14:cNvContentPartPr/>
              <p14:nvPr/>
            </p14:nvContentPartPr>
            <p14:xfrm>
              <a:off x="2114426" y="3762145"/>
              <a:ext cx="102955" cy="315798"/>
            </p14:xfrm>
          </p:contentPart>
        </mc:Choice>
        <mc:Fallback xmlns="">
          <p:sp>
            <p:nvSpPr>
              <p:cNvPr id="1048915" name=""/>
              <p:cNvSpPr/>
              <p:nvPr/>
            </p:nvSpPr>
            <p:spPr>
              <a:xfrm>
                <a:off x="2114426" y="3762145"/>
                <a:ext cx="102955" cy="315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8916" name="Encre 1048915"/>
              <p14:cNvContentPartPr/>
              <p14:nvPr/>
            </p14:nvContentPartPr>
            <p14:xfrm>
              <a:off x="2063142" y="3906846"/>
              <a:ext cx="271806" cy="21841"/>
            </p14:xfrm>
          </p:contentPart>
        </mc:Choice>
        <mc:Fallback xmlns="">
          <p:sp>
            <p:nvSpPr>
              <p:cNvPr id="1048916" name=""/>
              <p:cNvSpPr/>
              <p:nvPr/>
            </p:nvSpPr>
            <p:spPr>
              <a:xfrm>
                <a:off x="2063142" y="3906846"/>
                <a:ext cx="271806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8917" name="Encre 1048916"/>
              <p14:cNvContentPartPr/>
              <p14:nvPr/>
            </p14:nvContentPartPr>
            <p14:xfrm>
              <a:off x="2856941" y="3646483"/>
              <a:ext cx="214210" cy="18074"/>
            </p14:xfrm>
          </p:contentPart>
        </mc:Choice>
        <mc:Fallback xmlns="">
          <p:sp>
            <p:nvSpPr>
              <p:cNvPr id="1048917" name=""/>
              <p:cNvSpPr/>
              <p:nvPr/>
            </p:nvSpPr>
            <p:spPr>
              <a:xfrm>
                <a:off x="2856941" y="3646483"/>
                <a:ext cx="214210" cy="18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8918" name="Encre 1048917"/>
              <p14:cNvContentPartPr/>
              <p14:nvPr/>
            </p14:nvContentPartPr>
            <p14:xfrm>
              <a:off x="2849881" y="3798630"/>
              <a:ext cx="214444" cy="28542"/>
            </p14:xfrm>
          </p:contentPart>
        </mc:Choice>
        <mc:Fallback xmlns="">
          <p:sp>
            <p:nvSpPr>
              <p:cNvPr id="1048918" name=""/>
              <p:cNvSpPr/>
              <p:nvPr/>
            </p:nvSpPr>
            <p:spPr>
              <a:xfrm>
                <a:off x="2849881" y="3798630"/>
                <a:ext cx="214444" cy="28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8919" name="Encre 1048918"/>
              <p14:cNvContentPartPr/>
              <p14:nvPr/>
            </p14:nvContentPartPr>
            <p14:xfrm>
              <a:off x="3215582" y="3182564"/>
              <a:ext cx="508470" cy="587232"/>
            </p14:xfrm>
          </p:contentPart>
        </mc:Choice>
        <mc:Fallback xmlns="">
          <p:sp>
            <p:nvSpPr>
              <p:cNvPr id="1048919" name=""/>
              <p:cNvSpPr/>
              <p:nvPr/>
            </p:nvSpPr>
            <p:spPr>
              <a:xfrm>
                <a:off x="3215582" y="3182564"/>
                <a:ext cx="508470" cy="5872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8920" name="Encre 1048919"/>
              <p14:cNvContentPartPr/>
              <p14:nvPr/>
            </p14:nvContentPartPr>
            <p14:xfrm>
              <a:off x="3409470" y="4066190"/>
              <a:ext cx="26825" cy="108999"/>
            </p14:xfrm>
          </p:contentPart>
        </mc:Choice>
        <mc:Fallback xmlns="">
          <p:sp>
            <p:nvSpPr>
              <p:cNvPr id="1048920" name=""/>
              <p:cNvSpPr/>
              <p:nvPr/>
            </p:nvSpPr>
            <p:spPr>
              <a:xfrm>
                <a:off x="3409470" y="4066190"/>
                <a:ext cx="26825" cy="108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8921" name="Encre 1048920"/>
              <p14:cNvContentPartPr/>
              <p14:nvPr/>
            </p14:nvContentPartPr>
            <p14:xfrm>
              <a:off x="3450415" y="3906846"/>
              <a:ext cx="3556" cy="31404"/>
            </p14:xfrm>
          </p:contentPart>
        </mc:Choice>
        <mc:Fallback xmlns="">
          <p:sp>
            <p:nvSpPr>
              <p:cNvPr id="1048921" name=""/>
              <p:cNvSpPr/>
              <p:nvPr/>
            </p:nvSpPr>
            <p:spPr>
              <a:xfrm>
                <a:off x="3450415" y="3906846"/>
                <a:ext cx="3556" cy="314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8922" name="Encre 1048921"/>
              <p14:cNvContentPartPr/>
              <p14:nvPr/>
            </p14:nvContentPartPr>
            <p14:xfrm>
              <a:off x="3951023" y="3447208"/>
              <a:ext cx="242003" cy="266126"/>
            </p14:xfrm>
          </p:contentPart>
        </mc:Choice>
        <mc:Fallback xmlns="">
          <p:sp>
            <p:nvSpPr>
              <p:cNvPr id="1048922" name=""/>
              <p:cNvSpPr/>
              <p:nvPr/>
            </p:nvSpPr>
            <p:spPr>
              <a:xfrm>
                <a:off x="3951023" y="3447208"/>
                <a:ext cx="242003" cy="2661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8923" name="Encre 1048922"/>
              <p14:cNvContentPartPr/>
              <p14:nvPr/>
            </p14:nvContentPartPr>
            <p14:xfrm>
              <a:off x="4223309" y="3516146"/>
              <a:ext cx="303792" cy="198287"/>
            </p14:xfrm>
          </p:contentPart>
        </mc:Choice>
        <mc:Fallback xmlns="">
          <p:sp>
            <p:nvSpPr>
              <p:cNvPr id="1048923" name=""/>
              <p:cNvSpPr/>
              <p:nvPr/>
            </p:nvSpPr>
            <p:spPr>
              <a:xfrm>
                <a:off x="4223309" y="3516146"/>
                <a:ext cx="303792" cy="198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8924" name="Encre 1048923"/>
              <p14:cNvContentPartPr/>
              <p14:nvPr/>
            </p14:nvContentPartPr>
            <p14:xfrm>
              <a:off x="4108310" y="3301144"/>
              <a:ext cx="406260" cy="16330"/>
            </p14:xfrm>
          </p:contentPart>
        </mc:Choice>
        <mc:Fallback xmlns="">
          <p:sp>
            <p:nvSpPr>
              <p:cNvPr id="1048924" name=""/>
              <p:cNvSpPr/>
              <p:nvPr/>
            </p:nvSpPr>
            <p:spPr>
              <a:xfrm>
                <a:off x="4108310" y="3301144"/>
                <a:ext cx="406260" cy="163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8925" name="Encre 1048924"/>
              <p14:cNvContentPartPr/>
              <p14:nvPr/>
            </p14:nvContentPartPr>
            <p14:xfrm>
              <a:off x="4444539" y="3189795"/>
              <a:ext cx="137728" cy="209513"/>
            </p14:xfrm>
          </p:contentPart>
        </mc:Choice>
        <mc:Fallback xmlns="">
          <p:sp>
            <p:nvSpPr>
              <p:cNvPr id="1048925" name=""/>
              <p:cNvSpPr/>
              <p:nvPr/>
            </p:nvSpPr>
            <p:spPr>
              <a:xfrm>
                <a:off x="4444539" y="3189795"/>
                <a:ext cx="137728" cy="209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8926" name="Encre 1048925"/>
              <p14:cNvContentPartPr/>
              <p14:nvPr/>
            </p14:nvContentPartPr>
            <p14:xfrm>
              <a:off x="4570285" y="3588405"/>
              <a:ext cx="131499" cy="168192"/>
            </p14:xfrm>
          </p:contentPart>
        </mc:Choice>
        <mc:Fallback xmlns="">
          <p:sp>
            <p:nvSpPr>
              <p:cNvPr id="1048926" name=""/>
              <p:cNvSpPr/>
              <p:nvPr/>
            </p:nvSpPr>
            <p:spPr>
              <a:xfrm>
                <a:off x="4570285" y="3588405"/>
                <a:ext cx="131499" cy="168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8927" name="Encre 1048926"/>
              <p14:cNvContentPartPr/>
              <p14:nvPr/>
            </p14:nvContentPartPr>
            <p14:xfrm>
              <a:off x="4687665" y="3573761"/>
              <a:ext cx="108762" cy="172475"/>
            </p14:xfrm>
          </p:contentPart>
        </mc:Choice>
        <mc:Fallback xmlns="">
          <p:sp>
            <p:nvSpPr>
              <p:cNvPr id="1048927" name=""/>
              <p:cNvSpPr/>
              <p:nvPr/>
            </p:nvSpPr>
            <p:spPr>
              <a:xfrm>
                <a:off x="4687665" y="3573761"/>
                <a:ext cx="108762" cy="172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8928" name="Encre 1048927"/>
              <p14:cNvContentPartPr/>
              <p14:nvPr/>
            </p14:nvContentPartPr>
            <p14:xfrm>
              <a:off x="4912826" y="3326034"/>
              <a:ext cx="254030" cy="437332"/>
            </p14:xfrm>
          </p:contentPart>
        </mc:Choice>
        <mc:Fallback xmlns="">
          <p:sp>
            <p:nvSpPr>
              <p:cNvPr id="1048928" name=""/>
              <p:cNvSpPr/>
              <p:nvPr/>
            </p:nvSpPr>
            <p:spPr>
              <a:xfrm>
                <a:off x="4912826" y="3326034"/>
                <a:ext cx="254030" cy="437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8929" name="Encre 1048928"/>
              <p14:cNvContentPartPr/>
              <p14:nvPr/>
            </p14:nvContentPartPr>
            <p14:xfrm>
              <a:off x="4916671" y="3602551"/>
              <a:ext cx="200325" cy="0"/>
            </p14:xfrm>
          </p:contentPart>
        </mc:Choice>
        <mc:Fallback xmlns="">
          <p:sp>
            <p:nvSpPr>
              <p:cNvPr id="1048929" name=""/>
              <p:cNvSpPr/>
              <p:nvPr/>
            </p:nvSpPr>
            <p:spPr>
              <a:xfrm>
                <a:off x="4916671" y="3602551"/>
                <a:ext cx="200325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8930" name="Encre 1048929"/>
              <p14:cNvContentPartPr/>
              <p14:nvPr/>
            </p14:nvContentPartPr>
            <p14:xfrm>
              <a:off x="5118274" y="3718462"/>
              <a:ext cx="143770" cy="115284"/>
            </p14:xfrm>
          </p:contentPart>
        </mc:Choice>
        <mc:Fallback xmlns="">
          <p:sp>
            <p:nvSpPr>
              <p:cNvPr id="1048930" name=""/>
              <p:cNvSpPr/>
              <p:nvPr/>
            </p:nvSpPr>
            <p:spPr>
              <a:xfrm>
                <a:off x="5118274" y="3718462"/>
                <a:ext cx="143770" cy="1152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8931" name="Encre 1048930"/>
              <p14:cNvContentPartPr/>
              <p14:nvPr/>
            </p14:nvContentPartPr>
            <p14:xfrm>
              <a:off x="5208886" y="3631592"/>
              <a:ext cx="771" cy="31352"/>
            </p14:xfrm>
          </p:contentPart>
        </mc:Choice>
        <mc:Fallback xmlns="">
          <p:sp>
            <p:nvSpPr>
              <p:cNvPr id="1048931" name=""/>
              <p:cNvSpPr/>
              <p:nvPr/>
            </p:nvSpPr>
            <p:spPr>
              <a:xfrm>
                <a:off x="5208886" y="3631592"/>
                <a:ext cx="771" cy="31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8932" name="Encre 1048931"/>
              <p14:cNvContentPartPr/>
              <p14:nvPr/>
            </p14:nvContentPartPr>
            <p14:xfrm>
              <a:off x="4880930" y="3226281"/>
              <a:ext cx="349412" cy="22711"/>
            </p14:xfrm>
          </p:contentPart>
        </mc:Choice>
        <mc:Fallback xmlns="">
          <p:sp>
            <p:nvSpPr>
              <p:cNvPr id="1048932" name=""/>
              <p:cNvSpPr/>
              <p:nvPr/>
            </p:nvSpPr>
            <p:spPr>
              <a:xfrm>
                <a:off x="4880930" y="3226281"/>
                <a:ext cx="349412" cy="22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8933" name="Encre 1048932"/>
              <p14:cNvContentPartPr/>
              <p14:nvPr/>
            </p14:nvContentPartPr>
            <p14:xfrm>
              <a:off x="5131116" y="3146360"/>
              <a:ext cx="140878" cy="213263"/>
            </p14:xfrm>
          </p:contentPart>
        </mc:Choice>
        <mc:Fallback xmlns="">
          <p:sp>
            <p:nvSpPr>
              <p:cNvPr id="1048933" name=""/>
              <p:cNvSpPr/>
              <p:nvPr/>
            </p:nvSpPr>
            <p:spPr>
              <a:xfrm>
                <a:off x="5131116" y="3146360"/>
                <a:ext cx="140878" cy="213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8934" name="Encre 1048933"/>
              <p14:cNvContentPartPr/>
              <p14:nvPr/>
            </p14:nvContentPartPr>
            <p14:xfrm>
              <a:off x="4959472" y="3522880"/>
              <a:ext cx="229006" cy="1871"/>
            </p14:xfrm>
          </p:contentPart>
        </mc:Choice>
        <mc:Fallback xmlns="">
          <p:sp>
            <p:nvSpPr>
              <p:cNvPr id="1048934" name=""/>
              <p:cNvSpPr/>
              <p:nvPr/>
            </p:nvSpPr>
            <p:spPr>
              <a:xfrm>
                <a:off x="4959472" y="3522880"/>
                <a:ext cx="229006" cy="1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8935" name="Encre 1048934"/>
              <p14:cNvContentPartPr/>
              <p14:nvPr/>
            </p14:nvContentPartPr>
            <p14:xfrm>
              <a:off x="5431603" y="3638790"/>
              <a:ext cx="180282" cy="19410"/>
            </p14:xfrm>
          </p:contentPart>
        </mc:Choice>
        <mc:Fallback xmlns="">
          <p:sp>
            <p:nvSpPr>
              <p:cNvPr id="1048935" name=""/>
              <p:cNvSpPr/>
              <p:nvPr/>
            </p:nvSpPr>
            <p:spPr>
              <a:xfrm>
                <a:off x="5431603" y="3638790"/>
                <a:ext cx="180282" cy="19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8936" name="Encre 1048935"/>
              <p14:cNvContentPartPr/>
              <p14:nvPr/>
            </p14:nvContentPartPr>
            <p14:xfrm>
              <a:off x="5477493" y="3758422"/>
              <a:ext cx="101389" cy="17506"/>
            </p14:xfrm>
          </p:contentPart>
        </mc:Choice>
        <mc:Fallback xmlns="">
          <p:sp>
            <p:nvSpPr>
              <p:cNvPr id="1048936" name=""/>
              <p:cNvSpPr/>
              <p:nvPr/>
            </p:nvSpPr>
            <p:spPr>
              <a:xfrm>
                <a:off x="5477493" y="3758422"/>
                <a:ext cx="101389" cy="17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8937" name="Encre 1048936"/>
              <p14:cNvContentPartPr/>
              <p14:nvPr/>
            </p14:nvContentPartPr>
            <p14:xfrm>
              <a:off x="5731512" y="3276666"/>
              <a:ext cx="393727" cy="558201"/>
            </p14:xfrm>
          </p:contentPart>
        </mc:Choice>
        <mc:Fallback xmlns="">
          <p:sp>
            <p:nvSpPr>
              <p:cNvPr id="1048937" name=""/>
              <p:cNvSpPr/>
              <p:nvPr/>
            </p:nvSpPr>
            <p:spPr>
              <a:xfrm>
                <a:off x="5731512" y="3276666"/>
                <a:ext cx="393727" cy="558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8938" name="Encre 1048937"/>
              <p14:cNvContentPartPr/>
              <p14:nvPr/>
            </p14:nvContentPartPr>
            <p14:xfrm>
              <a:off x="5835018" y="4088280"/>
              <a:ext cx="4295" cy="118032"/>
            </p14:xfrm>
          </p:contentPart>
        </mc:Choice>
        <mc:Fallback xmlns="">
          <p:sp>
            <p:nvSpPr>
              <p:cNvPr id="1048938" name=""/>
              <p:cNvSpPr/>
              <p:nvPr/>
            </p:nvSpPr>
            <p:spPr>
              <a:xfrm>
                <a:off x="5835018" y="4088280"/>
                <a:ext cx="4295" cy="118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8939" name="Encre 1048938"/>
              <p14:cNvContentPartPr/>
              <p14:nvPr/>
            </p14:nvContentPartPr>
            <p14:xfrm>
              <a:off x="5835581" y="3965173"/>
              <a:ext cx="10792" cy="32280"/>
            </p14:xfrm>
          </p:contentPart>
        </mc:Choice>
        <mc:Fallback xmlns="">
          <p:sp>
            <p:nvSpPr>
              <p:cNvPr id="1048939" name=""/>
              <p:cNvSpPr/>
              <p:nvPr/>
            </p:nvSpPr>
            <p:spPr>
              <a:xfrm>
                <a:off x="5835581" y="3965173"/>
                <a:ext cx="10792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8940" name="Encre 1048939"/>
              <p14:cNvContentPartPr/>
              <p14:nvPr/>
            </p14:nvContentPartPr>
            <p14:xfrm>
              <a:off x="6203781" y="3594531"/>
              <a:ext cx="424563" cy="324626"/>
            </p14:xfrm>
          </p:contentPart>
        </mc:Choice>
        <mc:Fallback xmlns="">
          <p:sp>
            <p:nvSpPr>
              <p:cNvPr id="1048940" name=""/>
              <p:cNvSpPr/>
              <p:nvPr/>
            </p:nvSpPr>
            <p:spPr>
              <a:xfrm>
                <a:off x="6203781" y="3594531"/>
                <a:ext cx="424563" cy="324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8941" name="Encre 1048940"/>
              <p14:cNvContentPartPr/>
              <p14:nvPr/>
            </p14:nvContentPartPr>
            <p14:xfrm>
              <a:off x="6339685" y="3428812"/>
              <a:ext cx="336283" cy="5031"/>
            </p14:xfrm>
          </p:contentPart>
        </mc:Choice>
        <mc:Fallback xmlns="">
          <p:sp>
            <p:nvSpPr>
              <p:cNvPr id="1048941" name=""/>
              <p:cNvSpPr/>
              <p:nvPr/>
            </p:nvSpPr>
            <p:spPr>
              <a:xfrm>
                <a:off x="6339685" y="3428812"/>
                <a:ext cx="336283" cy="5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8942" name="Encre 1048941"/>
              <p14:cNvContentPartPr/>
              <p14:nvPr/>
            </p14:nvContentPartPr>
            <p14:xfrm>
              <a:off x="6568691" y="3334992"/>
              <a:ext cx="195494" cy="231625"/>
            </p14:xfrm>
          </p:contentPart>
        </mc:Choice>
        <mc:Fallback xmlns="">
          <p:sp>
            <p:nvSpPr>
              <p:cNvPr id="1048942" name=""/>
              <p:cNvSpPr/>
              <p:nvPr/>
            </p:nvSpPr>
            <p:spPr>
              <a:xfrm>
                <a:off x="6568691" y="3334992"/>
                <a:ext cx="195494" cy="231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8943" name="Encre 1048942"/>
              <p14:cNvContentPartPr/>
              <p14:nvPr/>
            </p14:nvContentPartPr>
            <p14:xfrm>
              <a:off x="6657822" y="3798370"/>
              <a:ext cx="177418" cy="208654"/>
            </p14:xfrm>
          </p:contentPart>
        </mc:Choice>
        <mc:Fallback xmlns="">
          <p:sp>
            <p:nvSpPr>
              <p:cNvPr id="1048943" name=""/>
              <p:cNvSpPr/>
              <p:nvPr/>
            </p:nvSpPr>
            <p:spPr>
              <a:xfrm>
                <a:off x="6657822" y="3798370"/>
                <a:ext cx="177418" cy="208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8944" name="Encre 1048943"/>
              <p14:cNvContentPartPr/>
              <p14:nvPr/>
            </p14:nvContentPartPr>
            <p14:xfrm>
              <a:off x="6882411" y="3414664"/>
              <a:ext cx="129144" cy="592378"/>
            </p14:xfrm>
          </p:contentPart>
        </mc:Choice>
        <mc:Fallback xmlns="">
          <p:sp>
            <p:nvSpPr>
              <p:cNvPr id="1048944" name=""/>
              <p:cNvSpPr/>
              <p:nvPr/>
            </p:nvSpPr>
            <p:spPr>
              <a:xfrm>
                <a:off x="6882411" y="3414664"/>
                <a:ext cx="129144" cy="5923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8945" name="Encre 1048944"/>
              <p14:cNvContentPartPr/>
              <p14:nvPr/>
            </p14:nvContentPartPr>
            <p14:xfrm>
              <a:off x="7055935" y="3675026"/>
              <a:ext cx="14958" cy="311988"/>
            </p14:xfrm>
          </p:contentPart>
        </mc:Choice>
        <mc:Fallback xmlns="">
          <p:sp>
            <p:nvSpPr>
              <p:cNvPr id="1048945" name=""/>
              <p:cNvSpPr/>
              <p:nvPr/>
            </p:nvSpPr>
            <p:spPr>
              <a:xfrm>
                <a:off x="7055935" y="3675026"/>
                <a:ext cx="14958" cy="311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8946" name="Encre 1048945"/>
              <p14:cNvContentPartPr/>
              <p14:nvPr/>
            </p14:nvContentPartPr>
            <p14:xfrm>
              <a:off x="7026262" y="3648571"/>
              <a:ext cx="221945" cy="19505"/>
            </p14:xfrm>
          </p:contentPart>
        </mc:Choice>
        <mc:Fallback xmlns="">
          <p:sp>
            <p:nvSpPr>
              <p:cNvPr id="1048946" name=""/>
              <p:cNvSpPr/>
              <p:nvPr/>
            </p:nvSpPr>
            <p:spPr>
              <a:xfrm>
                <a:off x="7026262" y="3648571"/>
                <a:ext cx="221945" cy="19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8947" name="Encre 1048946"/>
              <p14:cNvContentPartPr/>
              <p14:nvPr/>
            </p14:nvContentPartPr>
            <p14:xfrm>
              <a:off x="7033322" y="3783986"/>
              <a:ext cx="153526" cy="24094"/>
            </p14:xfrm>
          </p:contentPart>
        </mc:Choice>
        <mc:Fallback xmlns="">
          <p:sp>
            <p:nvSpPr>
              <p:cNvPr id="1048947" name=""/>
              <p:cNvSpPr/>
              <p:nvPr/>
            </p:nvSpPr>
            <p:spPr>
              <a:xfrm>
                <a:off x="7033322" y="3783986"/>
                <a:ext cx="153526" cy="24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8948" name="Encre 1048947"/>
              <p14:cNvContentPartPr/>
              <p14:nvPr/>
            </p14:nvContentPartPr>
            <p14:xfrm>
              <a:off x="7189206" y="3892698"/>
              <a:ext cx="92807" cy="147584"/>
            </p14:xfrm>
          </p:contentPart>
        </mc:Choice>
        <mc:Fallback xmlns="">
          <p:sp>
            <p:nvSpPr>
              <p:cNvPr id="1048948" name=""/>
              <p:cNvSpPr/>
              <p:nvPr/>
            </p:nvSpPr>
            <p:spPr>
              <a:xfrm>
                <a:off x="7189206" y="3892698"/>
                <a:ext cx="92807" cy="1475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8949" name="Encre 1048948"/>
              <p14:cNvContentPartPr/>
              <p14:nvPr/>
            </p14:nvContentPartPr>
            <p14:xfrm>
              <a:off x="7273050" y="3805828"/>
              <a:ext cx="32077" cy="37560"/>
            </p14:xfrm>
          </p:contentPart>
        </mc:Choice>
        <mc:Fallback xmlns="">
          <p:sp>
            <p:nvSpPr>
              <p:cNvPr id="1048949" name=""/>
              <p:cNvSpPr/>
              <p:nvPr/>
            </p:nvSpPr>
            <p:spPr>
              <a:xfrm>
                <a:off x="7273050" y="3805828"/>
                <a:ext cx="32077" cy="37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8950" name="Encre 1048949"/>
              <p14:cNvContentPartPr/>
              <p14:nvPr/>
            </p14:nvContentPartPr>
            <p14:xfrm>
              <a:off x="7069062" y="3559117"/>
              <a:ext cx="232892" cy="47300"/>
            </p14:xfrm>
          </p:contentPart>
        </mc:Choice>
        <mc:Fallback xmlns="">
          <p:sp>
            <p:nvSpPr>
              <p:cNvPr id="1048950" name=""/>
              <p:cNvSpPr/>
              <p:nvPr/>
            </p:nvSpPr>
            <p:spPr>
              <a:xfrm>
                <a:off x="7069062" y="3559117"/>
                <a:ext cx="232892" cy="47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8951" name="Encre 1048950"/>
              <p14:cNvContentPartPr/>
              <p14:nvPr/>
            </p14:nvContentPartPr>
            <p14:xfrm>
              <a:off x="7219527" y="3515682"/>
              <a:ext cx="88409" cy="139906"/>
            </p14:xfrm>
          </p:contentPart>
        </mc:Choice>
        <mc:Fallback xmlns="">
          <p:sp>
            <p:nvSpPr>
              <p:cNvPr id="1048951" name=""/>
              <p:cNvSpPr/>
              <p:nvPr/>
            </p:nvSpPr>
            <p:spPr>
              <a:xfrm>
                <a:off x="7219527" y="3515682"/>
                <a:ext cx="88409" cy="139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8952" name="Encre 1048951"/>
              <p14:cNvContentPartPr/>
              <p14:nvPr/>
            </p14:nvContentPartPr>
            <p14:xfrm>
              <a:off x="7295461" y="3486891"/>
              <a:ext cx="247270" cy="619191"/>
            </p14:xfrm>
          </p:contentPart>
        </mc:Choice>
        <mc:Fallback xmlns="">
          <p:sp>
            <p:nvSpPr>
              <p:cNvPr id="1048952" name=""/>
              <p:cNvSpPr/>
              <p:nvPr/>
            </p:nvSpPr>
            <p:spPr>
              <a:xfrm>
                <a:off x="7295461" y="3486891"/>
                <a:ext cx="247270" cy="619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8953" name="Encre 1048952"/>
              <p14:cNvContentPartPr/>
              <p14:nvPr/>
            </p14:nvContentPartPr>
            <p14:xfrm>
              <a:off x="6138783" y="3215615"/>
              <a:ext cx="1273567" cy="264771"/>
            </p14:xfrm>
          </p:contentPart>
        </mc:Choice>
        <mc:Fallback xmlns="">
          <p:sp>
            <p:nvSpPr>
              <p:cNvPr id="1048953" name=""/>
              <p:cNvSpPr/>
              <p:nvPr/>
            </p:nvSpPr>
            <p:spPr>
              <a:xfrm>
                <a:off x="6138783" y="3215615"/>
                <a:ext cx="1273567" cy="264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8954" name="Encre 1048953"/>
              <p14:cNvContentPartPr/>
              <p14:nvPr/>
            </p14:nvContentPartPr>
            <p14:xfrm>
              <a:off x="5016075" y="2869478"/>
              <a:ext cx="1502314" cy="356802"/>
            </p14:xfrm>
          </p:contentPart>
        </mc:Choice>
        <mc:Fallback xmlns="">
          <p:sp>
            <p:nvSpPr>
              <p:cNvPr id="1048954" name=""/>
              <p:cNvSpPr/>
              <p:nvPr/>
            </p:nvSpPr>
            <p:spPr>
              <a:xfrm>
                <a:off x="5016075" y="2869478"/>
                <a:ext cx="1502314" cy="356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8955" name="Encre 1048954"/>
              <p14:cNvContentPartPr/>
              <p14:nvPr/>
            </p14:nvContentPartPr>
            <p14:xfrm>
              <a:off x="4990964" y="2878304"/>
              <a:ext cx="188206" cy="184005"/>
            </p14:xfrm>
          </p:contentPart>
        </mc:Choice>
        <mc:Fallback xmlns="">
          <p:sp>
            <p:nvSpPr>
              <p:cNvPr id="1048955" name=""/>
              <p:cNvSpPr/>
              <p:nvPr/>
            </p:nvSpPr>
            <p:spPr>
              <a:xfrm>
                <a:off x="4990964" y="2878304"/>
                <a:ext cx="188206" cy="184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8956" name="Encre 1048955"/>
              <p14:cNvContentPartPr/>
              <p14:nvPr/>
            </p14:nvContentPartPr>
            <p14:xfrm>
              <a:off x="4025063" y="3062583"/>
              <a:ext cx="1349178" cy="286557"/>
            </p14:xfrm>
          </p:contentPart>
        </mc:Choice>
        <mc:Fallback xmlns="">
          <p:sp>
            <p:nvSpPr>
              <p:cNvPr id="1048956" name=""/>
              <p:cNvSpPr/>
              <p:nvPr/>
            </p:nvSpPr>
            <p:spPr>
              <a:xfrm>
                <a:off x="4025063" y="3062583"/>
                <a:ext cx="1349178" cy="286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8957" name="Encre 1048956"/>
              <p14:cNvContentPartPr/>
              <p14:nvPr/>
            </p14:nvContentPartPr>
            <p14:xfrm>
              <a:off x="706309" y="4327049"/>
              <a:ext cx="258664" cy="552611"/>
            </p14:xfrm>
          </p:contentPart>
        </mc:Choice>
        <mc:Fallback xmlns="">
          <p:sp>
            <p:nvSpPr>
              <p:cNvPr id="1048957" name=""/>
              <p:cNvSpPr/>
              <p:nvPr/>
            </p:nvSpPr>
            <p:spPr>
              <a:xfrm>
                <a:off x="706309" y="4327049"/>
                <a:ext cx="258664" cy="5526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8958" name="Encre 1048957"/>
              <p14:cNvContentPartPr/>
              <p14:nvPr/>
            </p14:nvContentPartPr>
            <p14:xfrm>
              <a:off x="1006414" y="4776539"/>
              <a:ext cx="164479" cy="214327"/>
            </p14:xfrm>
          </p:contentPart>
        </mc:Choice>
        <mc:Fallback xmlns="">
          <p:sp>
            <p:nvSpPr>
              <p:cNvPr id="1048958" name=""/>
              <p:cNvSpPr/>
              <p:nvPr/>
            </p:nvSpPr>
            <p:spPr>
              <a:xfrm>
                <a:off x="1006414" y="4776539"/>
                <a:ext cx="164479" cy="214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8959" name="Encre 1048958"/>
              <p14:cNvContentPartPr/>
              <p14:nvPr/>
            </p14:nvContentPartPr>
            <p14:xfrm>
              <a:off x="646073" y="4493591"/>
              <a:ext cx="372642" cy="19887"/>
            </p14:xfrm>
          </p:contentPart>
        </mc:Choice>
        <mc:Fallback xmlns="">
          <p:sp>
            <p:nvSpPr>
              <p:cNvPr id="1048959" name=""/>
              <p:cNvSpPr/>
              <p:nvPr/>
            </p:nvSpPr>
            <p:spPr>
              <a:xfrm>
                <a:off x="646073" y="4493591"/>
                <a:ext cx="372642" cy="19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8960" name="Encre 1048959"/>
              <p14:cNvContentPartPr/>
              <p14:nvPr/>
            </p14:nvContentPartPr>
            <p14:xfrm>
              <a:off x="904433" y="4428562"/>
              <a:ext cx="150918" cy="154238"/>
            </p14:xfrm>
          </p:contentPart>
        </mc:Choice>
        <mc:Fallback xmlns="">
          <p:sp>
            <p:nvSpPr>
              <p:cNvPr id="1048960" name=""/>
              <p:cNvSpPr/>
              <p:nvPr/>
            </p:nvSpPr>
            <p:spPr>
              <a:xfrm>
                <a:off x="904433" y="4428562"/>
                <a:ext cx="150918" cy="154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8961" name="Encre 1048960"/>
              <p14:cNvContentPartPr/>
              <p14:nvPr/>
            </p14:nvContentPartPr>
            <p14:xfrm>
              <a:off x="1271861" y="4544472"/>
              <a:ext cx="83082" cy="593736"/>
            </p14:xfrm>
          </p:contentPart>
        </mc:Choice>
        <mc:Fallback xmlns="">
          <p:sp>
            <p:nvSpPr>
              <p:cNvPr id="1048961" name=""/>
              <p:cNvSpPr/>
              <p:nvPr/>
            </p:nvSpPr>
            <p:spPr>
              <a:xfrm>
                <a:off x="1271861" y="4544472"/>
                <a:ext cx="83082" cy="593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8962" name="Encre 1048961"/>
              <p14:cNvContentPartPr/>
              <p14:nvPr/>
            </p14:nvContentPartPr>
            <p14:xfrm>
              <a:off x="1366849" y="4715606"/>
              <a:ext cx="188012" cy="290747"/>
            </p14:xfrm>
          </p:contentPart>
        </mc:Choice>
        <mc:Fallback xmlns="">
          <p:sp>
            <p:nvSpPr>
              <p:cNvPr id="1048962" name=""/>
              <p:cNvSpPr/>
              <p:nvPr/>
            </p:nvSpPr>
            <p:spPr>
              <a:xfrm>
                <a:off x="1366849" y="4715606"/>
                <a:ext cx="188012" cy="290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8963" name="Encre 1048962"/>
              <p14:cNvContentPartPr/>
              <p14:nvPr/>
            </p14:nvContentPartPr>
            <p14:xfrm>
              <a:off x="1542341" y="4761647"/>
              <a:ext cx="127210" cy="392995"/>
            </p14:xfrm>
          </p:contentPart>
        </mc:Choice>
        <mc:Fallback xmlns="">
          <p:sp>
            <p:nvSpPr>
              <p:cNvPr id="1048963" name=""/>
              <p:cNvSpPr/>
              <p:nvPr/>
            </p:nvSpPr>
            <p:spPr>
              <a:xfrm>
                <a:off x="1542341" y="4761647"/>
                <a:ext cx="127210" cy="392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8964" name="Encre 1048963"/>
              <p14:cNvContentPartPr/>
              <p14:nvPr/>
            </p14:nvContentPartPr>
            <p14:xfrm>
              <a:off x="1693978" y="4924254"/>
              <a:ext cx="146351" cy="236203"/>
            </p14:xfrm>
          </p:contentPart>
        </mc:Choice>
        <mc:Fallback xmlns="">
          <p:sp>
            <p:nvSpPr>
              <p:cNvPr id="1048964" name=""/>
              <p:cNvSpPr/>
              <p:nvPr/>
            </p:nvSpPr>
            <p:spPr>
              <a:xfrm>
                <a:off x="1693978" y="4924254"/>
                <a:ext cx="146351" cy="2362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8965" name="Encre 1048964"/>
              <p14:cNvContentPartPr/>
              <p14:nvPr/>
            </p14:nvContentPartPr>
            <p14:xfrm>
              <a:off x="1755594" y="4667827"/>
              <a:ext cx="177395" cy="535172"/>
            </p14:xfrm>
          </p:contentPart>
        </mc:Choice>
        <mc:Fallback xmlns="">
          <p:sp>
            <p:nvSpPr>
              <p:cNvPr id="1048965" name=""/>
              <p:cNvSpPr/>
              <p:nvPr/>
            </p:nvSpPr>
            <p:spPr>
              <a:xfrm>
                <a:off x="1755594" y="4667827"/>
                <a:ext cx="177395" cy="5351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8966" name="Encre 1048965"/>
              <p14:cNvContentPartPr/>
              <p14:nvPr/>
            </p14:nvContentPartPr>
            <p14:xfrm>
              <a:off x="1991660" y="4863409"/>
              <a:ext cx="172472" cy="27159"/>
            </p14:xfrm>
          </p:contentPart>
        </mc:Choice>
        <mc:Fallback xmlns="">
          <p:sp>
            <p:nvSpPr>
              <p:cNvPr id="1048966" name=""/>
              <p:cNvSpPr/>
              <p:nvPr/>
            </p:nvSpPr>
            <p:spPr>
              <a:xfrm>
                <a:off x="1991660" y="4863409"/>
                <a:ext cx="172472" cy="27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8967" name="Encre 1048966"/>
              <p14:cNvContentPartPr/>
              <p14:nvPr/>
            </p14:nvContentPartPr>
            <p14:xfrm>
              <a:off x="1998720" y="4927043"/>
              <a:ext cx="156947" cy="23236"/>
            </p14:xfrm>
          </p:contentPart>
        </mc:Choice>
        <mc:Fallback xmlns="">
          <p:sp>
            <p:nvSpPr>
              <p:cNvPr id="1048967" name=""/>
              <p:cNvSpPr/>
              <p:nvPr/>
            </p:nvSpPr>
            <p:spPr>
              <a:xfrm>
                <a:off x="1998720" y="4927043"/>
                <a:ext cx="156947" cy="23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8968" name="Encre 1048967"/>
              <p14:cNvContentPartPr/>
              <p14:nvPr/>
            </p14:nvContentPartPr>
            <p14:xfrm>
              <a:off x="2270181" y="4761404"/>
              <a:ext cx="209473" cy="256036"/>
            </p14:xfrm>
          </p:contentPart>
        </mc:Choice>
        <mc:Fallback xmlns="">
          <p:sp>
            <p:nvSpPr>
              <p:cNvPr id="1048968" name=""/>
              <p:cNvSpPr/>
              <p:nvPr/>
            </p:nvSpPr>
            <p:spPr>
              <a:xfrm>
                <a:off x="2270181" y="4761404"/>
                <a:ext cx="209473" cy="256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8969" name="Encre 1048968"/>
              <p14:cNvContentPartPr/>
              <p14:nvPr/>
            </p14:nvContentPartPr>
            <p14:xfrm>
              <a:off x="2527928" y="4834370"/>
              <a:ext cx="57206" cy="172156"/>
            </p14:xfrm>
          </p:contentPart>
        </mc:Choice>
        <mc:Fallback xmlns="">
          <p:sp>
            <p:nvSpPr>
              <p:cNvPr id="1048969" name=""/>
              <p:cNvSpPr/>
              <p:nvPr/>
            </p:nvSpPr>
            <p:spPr>
              <a:xfrm>
                <a:off x="2527928" y="4834370"/>
                <a:ext cx="57206" cy="172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8970" name="Encre 1048969"/>
              <p14:cNvContentPartPr/>
              <p14:nvPr/>
            </p14:nvContentPartPr>
            <p14:xfrm>
              <a:off x="2556453" y="4740132"/>
              <a:ext cx="259881" cy="324364"/>
            </p14:xfrm>
          </p:contentPart>
        </mc:Choice>
        <mc:Fallback xmlns="">
          <p:sp>
            <p:nvSpPr>
              <p:cNvPr id="1048970" name=""/>
              <p:cNvSpPr/>
              <p:nvPr/>
            </p:nvSpPr>
            <p:spPr>
              <a:xfrm>
                <a:off x="2556453" y="4740132"/>
                <a:ext cx="259881" cy="324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8971" name="Encre 1048970"/>
              <p14:cNvContentPartPr/>
              <p14:nvPr/>
            </p14:nvContentPartPr>
            <p14:xfrm>
              <a:off x="2420550" y="4575242"/>
              <a:ext cx="441107" cy="25455"/>
            </p14:xfrm>
          </p:contentPart>
        </mc:Choice>
        <mc:Fallback xmlns="">
          <p:sp>
            <p:nvSpPr>
              <p:cNvPr id="1048971" name=""/>
              <p:cNvSpPr/>
              <p:nvPr/>
            </p:nvSpPr>
            <p:spPr>
              <a:xfrm>
                <a:off x="2420550" y="4575242"/>
                <a:ext cx="441107" cy="25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8972" name="Encre 1048971"/>
              <p14:cNvContentPartPr/>
              <p14:nvPr/>
            </p14:nvContentPartPr>
            <p14:xfrm>
              <a:off x="2763838" y="4472246"/>
              <a:ext cx="120457" cy="201942"/>
            </p14:xfrm>
          </p:contentPart>
        </mc:Choice>
        <mc:Fallback xmlns="">
          <p:sp>
            <p:nvSpPr>
              <p:cNvPr id="1048972" name=""/>
              <p:cNvSpPr/>
              <p:nvPr/>
            </p:nvSpPr>
            <p:spPr>
              <a:xfrm>
                <a:off x="2763838" y="4472246"/>
                <a:ext cx="120457" cy="2019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8973" name="Encre 1048972"/>
              <p14:cNvContentPartPr/>
              <p14:nvPr/>
            </p14:nvContentPartPr>
            <p14:xfrm>
              <a:off x="2925062" y="4841567"/>
              <a:ext cx="103522" cy="220241"/>
            </p14:xfrm>
          </p:contentPart>
        </mc:Choice>
        <mc:Fallback xmlns="">
          <p:sp>
            <p:nvSpPr>
              <p:cNvPr id="1048973" name=""/>
              <p:cNvSpPr/>
              <p:nvPr/>
            </p:nvSpPr>
            <p:spPr>
              <a:xfrm>
                <a:off x="2925062" y="4841567"/>
                <a:ext cx="103522" cy="2202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8974" name="Encre 1048973"/>
              <p14:cNvContentPartPr/>
              <p14:nvPr/>
            </p14:nvContentPartPr>
            <p14:xfrm>
              <a:off x="2999904" y="4834370"/>
              <a:ext cx="83451" cy="196459"/>
            </p14:xfrm>
          </p:contentPart>
        </mc:Choice>
        <mc:Fallback xmlns="">
          <p:sp>
            <p:nvSpPr>
              <p:cNvPr id="1048974" name=""/>
              <p:cNvSpPr/>
              <p:nvPr/>
            </p:nvSpPr>
            <p:spPr>
              <a:xfrm>
                <a:off x="2999904" y="4834370"/>
                <a:ext cx="83451" cy="196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8975" name="Encre 1048974"/>
              <p14:cNvContentPartPr/>
              <p14:nvPr/>
            </p14:nvContentPartPr>
            <p14:xfrm>
              <a:off x="3516397" y="4750983"/>
              <a:ext cx="180813" cy="364592"/>
            </p14:xfrm>
          </p:contentPart>
        </mc:Choice>
        <mc:Fallback xmlns="">
          <p:sp>
            <p:nvSpPr>
              <p:cNvPr id="1048975" name=""/>
              <p:cNvSpPr/>
              <p:nvPr/>
            </p:nvSpPr>
            <p:spPr>
              <a:xfrm>
                <a:off x="3516397" y="4750983"/>
                <a:ext cx="180813" cy="364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8976" name="Encre 1048975"/>
              <p14:cNvContentPartPr/>
              <p14:nvPr/>
            </p14:nvContentPartPr>
            <p14:xfrm>
              <a:off x="3500717" y="4609500"/>
              <a:ext cx="214445" cy="21841"/>
            </p14:xfrm>
          </p:contentPart>
        </mc:Choice>
        <mc:Fallback xmlns="">
          <p:sp>
            <p:nvSpPr>
              <p:cNvPr id="1048976" name=""/>
              <p:cNvSpPr/>
              <p:nvPr/>
            </p:nvSpPr>
            <p:spPr>
              <a:xfrm>
                <a:off x="3500717" y="4609500"/>
                <a:ext cx="214445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8977" name="Encre 1048976"/>
              <p14:cNvContentPartPr/>
              <p14:nvPr/>
            </p14:nvContentPartPr>
            <p14:xfrm>
              <a:off x="3593378" y="4493591"/>
              <a:ext cx="159153" cy="196488"/>
            </p14:xfrm>
          </p:contentPart>
        </mc:Choice>
        <mc:Fallback xmlns="">
          <p:sp>
            <p:nvSpPr>
              <p:cNvPr id="1048977" name=""/>
              <p:cNvSpPr/>
              <p:nvPr/>
            </p:nvSpPr>
            <p:spPr>
              <a:xfrm>
                <a:off x="3593378" y="4493591"/>
                <a:ext cx="159153" cy="1964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8978" name="Encre 1048977"/>
              <p14:cNvContentPartPr/>
              <p14:nvPr/>
            </p14:nvContentPartPr>
            <p14:xfrm>
              <a:off x="3707018" y="4985706"/>
              <a:ext cx="167582" cy="226587"/>
            </p14:xfrm>
          </p:contentPart>
        </mc:Choice>
        <mc:Fallback xmlns="">
          <p:sp>
            <p:nvSpPr>
              <p:cNvPr id="1048978" name=""/>
              <p:cNvSpPr/>
              <p:nvPr/>
            </p:nvSpPr>
            <p:spPr>
              <a:xfrm>
                <a:off x="3707018" y="4985706"/>
                <a:ext cx="167582" cy="226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8979" name="Encre 1048978"/>
              <p14:cNvContentPartPr/>
              <p14:nvPr/>
            </p14:nvContentPartPr>
            <p14:xfrm>
              <a:off x="3856100" y="5000664"/>
              <a:ext cx="116307" cy="315663"/>
            </p14:xfrm>
          </p:contentPart>
        </mc:Choice>
        <mc:Fallback xmlns="">
          <p:sp>
            <p:nvSpPr>
              <p:cNvPr id="1048979" name=""/>
              <p:cNvSpPr/>
              <p:nvPr/>
            </p:nvSpPr>
            <p:spPr>
              <a:xfrm>
                <a:off x="3856100" y="5000664"/>
                <a:ext cx="116307" cy="315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8980" name="Encre 1048979"/>
              <p14:cNvContentPartPr/>
              <p14:nvPr/>
            </p14:nvContentPartPr>
            <p14:xfrm>
              <a:off x="3928123" y="5100763"/>
              <a:ext cx="233169" cy="329784"/>
            </p14:xfrm>
          </p:contentPart>
        </mc:Choice>
        <mc:Fallback xmlns="">
          <p:sp>
            <p:nvSpPr>
              <p:cNvPr id="1048980" name=""/>
              <p:cNvSpPr/>
              <p:nvPr/>
            </p:nvSpPr>
            <p:spPr>
              <a:xfrm>
                <a:off x="3928123" y="5100763"/>
                <a:ext cx="233169" cy="329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8981" name="Encre 1048980"/>
              <p14:cNvContentPartPr/>
              <p14:nvPr/>
            </p14:nvContentPartPr>
            <p14:xfrm>
              <a:off x="446560" y="5304071"/>
              <a:ext cx="236368" cy="566286"/>
            </p14:xfrm>
          </p:contentPart>
        </mc:Choice>
        <mc:Fallback xmlns="">
          <p:sp>
            <p:nvSpPr>
              <p:cNvPr id="1048981" name=""/>
              <p:cNvSpPr/>
              <p:nvPr/>
            </p:nvSpPr>
            <p:spPr>
              <a:xfrm>
                <a:off x="446560" y="5304071"/>
                <a:ext cx="236368" cy="566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8982" name="Encre 1048981"/>
              <p14:cNvContentPartPr/>
              <p14:nvPr/>
            </p14:nvContentPartPr>
            <p14:xfrm>
              <a:off x="764555" y="5355590"/>
              <a:ext cx="192202" cy="544531"/>
            </p14:xfrm>
          </p:contentPart>
        </mc:Choice>
        <mc:Fallback xmlns="">
          <p:sp>
            <p:nvSpPr>
              <p:cNvPr id="1048982" name=""/>
              <p:cNvSpPr/>
              <p:nvPr/>
            </p:nvSpPr>
            <p:spPr>
              <a:xfrm>
                <a:off x="764555" y="5355590"/>
                <a:ext cx="192202" cy="544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8983" name="Encre 1048982"/>
              <p14:cNvContentPartPr/>
              <p14:nvPr/>
            </p14:nvContentPartPr>
            <p14:xfrm>
              <a:off x="1052634" y="5768594"/>
              <a:ext cx="176972" cy="260530"/>
            </p14:xfrm>
          </p:contentPart>
        </mc:Choice>
        <mc:Fallback xmlns="">
          <p:sp>
            <p:nvSpPr>
              <p:cNvPr id="1048983" name=""/>
              <p:cNvSpPr/>
              <p:nvPr/>
            </p:nvSpPr>
            <p:spPr>
              <a:xfrm>
                <a:off x="1052634" y="5768594"/>
                <a:ext cx="176972" cy="260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48984" name="Encre 1048983"/>
              <p14:cNvContentPartPr/>
              <p14:nvPr/>
            </p14:nvContentPartPr>
            <p14:xfrm>
              <a:off x="720773" y="5508028"/>
              <a:ext cx="269703" cy="28996"/>
            </p14:xfrm>
          </p:contentPart>
        </mc:Choice>
        <mc:Fallback xmlns="">
          <p:sp>
            <p:nvSpPr>
              <p:cNvPr id="1048984" name=""/>
              <p:cNvSpPr/>
              <p:nvPr/>
            </p:nvSpPr>
            <p:spPr>
              <a:xfrm>
                <a:off x="720773" y="5508028"/>
                <a:ext cx="269703" cy="289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8985" name="Encre 1048984"/>
              <p14:cNvContentPartPr/>
              <p14:nvPr/>
            </p14:nvContentPartPr>
            <p14:xfrm>
              <a:off x="897373" y="5435262"/>
              <a:ext cx="146492" cy="166227"/>
            </p14:xfrm>
          </p:contentPart>
        </mc:Choice>
        <mc:Fallback xmlns="">
          <p:sp>
            <p:nvSpPr>
              <p:cNvPr id="1048985" name=""/>
              <p:cNvSpPr/>
              <p:nvPr/>
            </p:nvSpPr>
            <p:spPr>
              <a:xfrm>
                <a:off x="897373" y="5435262"/>
                <a:ext cx="146492" cy="166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48986" name="Encre 1048985"/>
              <p14:cNvContentPartPr/>
              <p14:nvPr/>
            </p14:nvContentPartPr>
            <p14:xfrm>
              <a:off x="1260126" y="5558866"/>
              <a:ext cx="80698" cy="485013"/>
            </p14:xfrm>
          </p:contentPart>
        </mc:Choice>
        <mc:Fallback xmlns="">
          <p:sp>
            <p:nvSpPr>
              <p:cNvPr id="1048986" name=""/>
              <p:cNvSpPr/>
              <p:nvPr/>
            </p:nvSpPr>
            <p:spPr>
              <a:xfrm>
                <a:off x="1260126" y="5558866"/>
                <a:ext cx="80698" cy="485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8987" name="Encre 1048986"/>
              <p14:cNvContentPartPr/>
              <p14:nvPr/>
            </p14:nvContentPartPr>
            <p14:xfrm>
              <a:off x="1369505" y="5648441"/>
              <a:ext cx="204412" cy="243823"/>
            </p14:xfrm>
          </p:contentPart>
        </mc:Choice>
        <mc:Fallback xmlns="">
          <p:sp>
            <p:nvSpPr>
              <p:cNvPr id="1048987" name=""/>
              <p:cNvSpPr/>
              <p:nvPr/>
            </p:nvSpPr>
            <p:spPr>
              <a:xfrm>
                <a:off x="1369505" y="5648441"/>
                <a:ext cx="204412" cy="243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48988" name="Encre 1048987"/>
              <p14:cNvContentPartPr/>
              <p14:nvPr/>
            </p14:nvContentPartPr>
            <p14:xfrm>
              <a:off x="1572318" y="5594855"/>
              <a:ext cx="140475" cy="398332"/>
            </p14:xfrm>
          </p:contentPart>
        </mc:Choice>
        <mc:Fallback xmlns="">
          <p:sp>
            <p:nvSpPr>
              <p:cNvPr id="1048988" name=""/>
              <p:cNvSpPr/>
              <p:nvPr/>
            </p:nvSpPr>
            <p:spPr>
              <a:xfrm>
                <a:off x="1572318" y="5594855"/>
                <a:ext cx="140475" cy="398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8989" name="Encre 1048988"/>
              <p14:cNvContentPartPr/>
              <p14:nvPr/>
            </p14:nvContentPartPr>
            <p14:xfrm>
              <a:off x="1729676" y="5783238"/>
              <a:ext cx="11357" cy="267808"/>
            </p14:xfrm>
          </p:contentPart>
        </mc:Choice>
        <mc:Fallback xmlns="">
          <p:sp>
            <p:nvSpPr>
              <p:cNvPr id="1048989" name=""/>
              <p:cNvSpPr/>
              <p:nvPr/>
            </p:nvSpPr>
            <p:spPr>
              <a:xfrm>
                <a:off x="1729676" y="5783238"/>
                <a:ext cx="11357" cy="267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48990" name="Encre 1048989"/>
              <p14:cNvContentPartPr/>
              <p14:nvPr/>
            </p14:nvContentPartPr>
            <p14:xfrm>
              <a:off x="1712793" y="5735568"/>
              <a:ext cx="174811" cy="270156"/>
            </p14:xfrm>
          </p:contentPart>
        </mc:Choice>
        <mc:Fallback xmlns="">
          <p:sp>
            <p:nvSpPr>
              <p:cNvPr id="1048990" name=""/>
              <p:cNvSpPr/>
              <p:nvPr/>
            </p:nvSpPr>
            <p:spPr>
              <a:xfrm>
                <a:off x="1712793" y="5735568"/>
                <a:ext cx="174811" cy="270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8991" name="Encre 1048990"/>
              <p14:cNvContentPartPr/>
              <p14:nvPr/>
            </p14:nvContentPartPr>
            <p14:xfrm>
              <a:off x="1884438" y="5638538"/>
              <a:ext cx="100864" cy="332127"/>
            </p14:xfrm>
          </p:contentPart>
        </mc:Choice>
        <mc:Fallback xmlns="">
          <p:sp>
            <p:nvSpPr>
              <p:cNvPr id="1048991" name=""/>
              <p:cNvSpPr/>
              <p:nvPr/>
            </p:nvSpPr>
            <p:spPr>
              <a:xfrm>
                <a:off x="1884438" y="5638538"/>
                <a:ext cx="100864" cy="3321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48992" name="Encre 1048991"/>
              <p14:cNvContentPartPr/>
              <p14:nvPr/>
            </p14:nvContentPartPr>
            <p14:xfrm>
              <a:off x="654853" y="6055588"/>
              <a:ext cx="1019110" cy="113105"/>
            </p14:xfrm>
          </p:contentPart>
        </mc:Choice>
        <mc:Fallback xmlns="">
          <p:sp>
            <p:nvSpPr>
              <p:cNvPr id="1048992" name=""/>
              <p:cNvSpPr/>
              <p:nvPr/>
            </p:nvSpPr>
            <p:spPr>
              <a:xfrm>
                <a:off x="654853" y="6055588"/>
                <a:ext cx="1019110" cy="113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8993" name="Encre 1048992"/>
              <p14:cNvContentPartPr/>
              <p14:nvPr/>
            </p14:nvContentPartPr>
            <p14:xfrm>
              <a:off x="932722" y="6111111"/>
              <a:ext cx="365070" cy="511997"/>
            </p14:xfrm>
          </p:contentPart>
        </mc:Choice>
        <mc:Fallback xmlns="">
          <p:sp>
            <p:nvSpPr>
              <p:cNvPr id="1048993" name=""/>
              <p:cNvSpPr/>
              <p:nvPr/>
            </p:nvSpPr>
            <p:spPr>
              <a:xfrm>
                <a:off x="932722" y="6111111"/>
                <a:ext cx="365070" cy="511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48994" name="Encre 1048993"/>
              <p14:cNvContentPartPr/>
              <p14:nvPr/>
            </p14:nvContentPartPr>
            <p14:xfrm>
              <a:off x="1211981" y="6369984"/>
              <a:ext cx="259933" cy="44188"/>
            </p14:xfrm>
          </p:contentPart>
        </mc:Choice>
        <mc:Fallback xmlns="">
          <p:sp>
            <p:nvSpPr>
              <p:cNvPr id="1048994" name=""/>
              <p:cNvSpPr/>
              <p:nvPr/>
            </p:nvSpPr>
            <p:spPr>
              <a:xfrm>
                <a:off x="1211981" y="6369984"/>
                <a:ext cx="259933" cy="44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8995" name="Encre 1048994"/>
              <p14:cNvContentPartPr/>
              <p14:nvPr/>
            </p14:nvContentPartPr>
            <p14:xfrm>
              <a:off x="2105943" y="6109373"/>
              <a:ext cx="162879" cy="18528"/>
            </p14:xfrm>
          </p:contentPart>
        </mc:Choice>
        <mc:Fallback xmlns="">
          <p:sp>
            <p:nvSpPr>
              <p:cNvPr id="1048995" name=""/>
              <p:cNvSpPr/>
              <p:nvPr/>
            </p:nvSpPr>
            <p:spPr>
              <a:xfrm>
                <a:off x="2105943" y="6109373"/>
                <a:ext cx="162879" cy="18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48996" name="Encre 1048995"/>
              <p14:cNvContentPartPr/>
              <p14:nvPr/>
            </p14:nvContentPartPr>
            <p14:xfrm>
              <a:off x="2120062" y="6203441"/>
              <a:ext cx="185309" cy="44880"/>
            </p14:xfrm>
          </p:contentPart>
        </mc:Choice>
        <mc:Fallback xmlns="">
          <p:sp>
            <p:nvSpPr>
              <p:cNvPr id="1048996" name=""/>
              <p:cNvSpPr/>
              <p:nvPr/>
            </p:nvSpPr>
            <p:spPr>
              <a:xfrm>
                <a:off x="2120062" y="6203441"/>
                <a:ext cx="185309" cy="44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8997" name="Encre 1048996"/>
              <p14:cNvContentPartPr/>
              <p14:nvPr/>
            </p14:nvContentPartPr>
            <p14:xfrm>
              <a:off x="2473005" y="5594855"/>
              <a:ext cx="216833" cy="511341"/>
            </p14:xfrm>
          </p:contentPart>
        </mc:Choice>
        <mc:Fallback xmlns="">
          <p:sp>
            <p:nvSpPr>
              <p:cNvPr id="1048997" name=""/>
              <p:cNvSpPr/>
              <p:nvPr/>
            </p:nvSpPr>
            <p:spPr>
              <a:xfrm>
                <a:off x="2473005" y="5594855"/>
                <a:ext cx="216833" cy="511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48998" name="Encre 1048997"/>
              <p14:cNvContentPartPr/>
              <p14:nvPr/>
            </p14:nvContentPartPr>
            <p14:xfrm>
              <a:off x="2761068" y="5829784"/>
              <a:ext cx="133959" cy="341616"/>
            </p14:xfrm>
          </p:contentPart>
        </mc:Choice>
        <mc:Fallback xmlns="">
          <p:sp>
            <p:nvSpPr>
              <p:cNvPr id="1048998" name=""/>
              <p:cNvSpPr/>
              <p:nvPr/>
            </p:nvSpPr>
            <p:spPr>
              <a:xfrm>
                <a:off x="2761068" y="5829784"/>
                <a:ext cx="133959" cy="341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8999" name="Encre 1048998"/>
              <p14:cNvContentPartPr/>
              <p14:nvPr/>
            </p14:nvContentPartPr>
            <p14:xfrm>
              <a:off x="2967551" y="5899218"/>
              <a:ext cx="212881" cy="263148"/>
            </p14:xfrm>
          </p:contentPart>
        </mc:Choice>
        <mc:Fallback xmlns="">
          <p:sp>
            <p:nvSpPr>
              <p:cNvPr id="1048999" name=""/>
              <p:cNvSpPr/>
              <p:nvPr/>
            </p:nvSpPr>
            <p:spPr>
              <a:xfrm>
                <a:off x="2967551" y="5899218"/>
                <a:ext cx="212881" cy="263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49000" name="Encre 1048999"/>
              <p14:cNvContentPartPr/>
              <p14:nvPr/>
            </p14:nvContentPartPr>
            <p14:xfrm>
              <a:off x="2835320" y="5724112"/>
              <a:ext cx="229006" cy="8494"/>
            </p14:xfrm>
          </p:contentPart>
        </mc:Choice>
        <mc:Fallback xmlns="">
          <p:sp>
            <p:nvSpPr>
              <p:cNvPr id="1049000" name=""/>
              <p:cNvSpPr/>
              <p:nvPr/>
            </p:nvSpPr>
            <p:spPr>
              <a:xfrm>
                <a:off x="2835320" y="5724112"/>
                <a:ext cx="229006" cy="8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9001" name="Encre 1049000"/>
              <p14:cNvContentPartPr/>
              <p14:nvPr/>
            </p14:nvContentPartPr>
            <p14:xfrm>
              <a:off x="3014024" y="5630844"/>
              <a:ext cx="115713" cy="190747"/>
            </p14:xfrm>
          </p:contentPart>
        </mc:Choice>
        <mc:Fallback xmlns="">
          <p:sp>
            <p:nvSpPr>
              <p:cNvPr id="1049001" name=""/>
              <p:cNvSpPr/>
              <p:nvPr/>
            </p:nvSpPr>
            <p:spPr>
              <a:xfrm>
                <a:off x="3014024" y="5630844"/>
                <a:ext cx="115713" cy="190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49002" name="Encre 1049001"/>
              <p14:cNvContentPartPr/>
              <p14:nvPr/>
            </p14:nvContentPartPr>
            <p14:xfrm>
              <a:off x="2613815" y="6222528"/>
              <a:ext cx="527728" cy="57111"/>
            </p14:xfrm>
          </p:contentPart>
        </mc:Choice>
        <mc:Fallback xmlns="">
          <p:sp>
            <p:nvSpPr>
              <p:cNvPr id="1049002" name=""/>
              <p:cNvSpPr/>
              <p:nvPr/>
            </p:nvSpPr>
            <p:spPr>
              <a:xfrm>
                <a:off x="2613815" y="6222528"/>
                <a:ext cx="527728" cy="571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49003" name="Encre 1049002"/>
              <p14:cNvContentPartPr/>
              <p14:nvPr/>
            </p14:nvContentPartPr>
            <p14:xfrm>
              <a:off x="2689272" y="6297757"/>
              <a:ext cx="284618" cy="318688"/>
            </p14:xfrm>
          </p:contentPart>
        </mc:Choice>
        <mc:Fallback xmlns="">
          <p:sp>
            <p:nvSpPr>
              <p:cNvPr id="1049003" name=""/>
              <p:cNvSpPr/>
              <p:nvPr/>
            </p:nvSpPr>
            <p:spPr>
              <a:xfrm>
                <a:off x="2689272" y="6297757"/>
                <a:ext cx="284618" cy="318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49004" name="Encre 1049003"/>
              <p14:cNvContentPartPr/>
              <p14:nvPr/>
            </p14:nvContentPartPr>
            <p14:xfrm>
              <a:off x="2913861" y="6426521"/>
              <a:ext cx="198480" cy="17829"/>
            </p14:xfrm>
          </p:contentPart>
        </mc:Choice>
        <mc:Fallback xmlns="">
          <p:sp>
            <p:nvSpPr>
              <p:cNvPr id="1049004" name=""/>
              <p:cNvSpPr/>
              <p:nvPr/>
            </p:nvSpPr>
            <p:spPr>
              <a:xfrm>
                <a:off x="2913861" y="6426521"/>
                <a:ext cx="198480" cy="178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9005" name="Encre 1049004"/>
              <p14:cNvContentPartPr/>
              <p14:nvPr/>
            </p14:nvContentPartPr>
            <p14:xfrm>
              <a:off x="3146869" y="6123521"/>
              <a:ext cx="131902" cy="454057"/>
            </p14:xfrm>
          </p:contentPart>
        </mc:Choice>
        <mc:Fallback xmlns="">
          <p:sp>
            <p:nvSpPr>
              <p:cNvPr id="1049005" name=""/>
              <p:cNvSpPr/>
              <p:nvPr/>
            </p:nvSpPr>
            <p:spPr>
              <a:xfrm>
                <a:off x="3146869" y="6123521"/>
                <a:ext cx="131902" cy="454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49006" name="Encre 1049005"/>
              <p14:cNvContentPartPr/>
              <p14:nvPr/>
            </p14:nvContentPartPr>
            <p14:xfrm>
              <a:off x="3277621" y="6240539"/>
              <a:ext cx="146361" cy="342909"/>
            </p14:xfrm>
          </p:contentPart>
        </mc:Choice>
        <mc:Fallback xmlns="">
          <p:sp>
            <p:nvSpPr>
              <p:cNvPr id="1049006" name=""/>
              <p:cNvSpPr/>
              <p:nvPr/>
            </p:nvSpPr>
            <p:spPr>
              <a:xfrm>
                <a:off x="3277621" y="6240539"/>
                <a:ext cx="146361" cy="342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9007" name="Encre 1049006"/>
              <p14:cNvContentPartPr/>
              <p14:nvPr/>
            </p14:nvContentPartPr>
            <p14:xfrm>
              <a:off x="3463942" y="6159758"/>
              <a:ext cx="108256" cy="196641"/>
            </p14:xfrm>
          </p:contentPart>
        </mc:Choice>
        <mc:Fallback xmlns="">
          <p:sp>
            <p:nvSpPr>
              <p:cNvPr id="1049007" name=""/>
              <p:cNvSpPr/>
              <p:nvPr/>
            </p:nvSpPr>
            <p:spPr>
              <a:xfrm>
                <a:off x="3463942" y="6159758"/>
                <a:ext cx="108256" cy="196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49008" name="Encre 1049007"/>
              <p14:cNvContentPartPr/>
              <p14:nvPr/>
            </p14:nvContentPartPr>
            <p14:xfrm>
              <a:off x="3550577" y="6123521"/>
              <a:ext cx="92334" cy="204038"/>
            </p14:xfrm>
          </p:contentPart>
        </mc:Choice>
        <mc:Fallback xmlns="">
          <p:sp>
            <p:nvSpPr>
              <p:cNvPr id="1049008" name=""/>
              <p:cNvSpPr/>
              <p:nvPr/>
            </p:nvSpPr>
            <p:spPr>
              <a:xfrm>
                <a:off x="3550577" y="6123521"/>
                <a:ext cx="92334" cy="204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9009" name="Encre 1049008"/>
              <p14:cNvContentPartPr/>
              <p14:nvPr/>
            </p14:nvContentPartPr>
            <p14:xfrm>
              <a:off x="3729281" y="6047003"/>
              <a:ext cx="204635" cy="474099"/>
            </p14:xfrm>
          </p:contentPart>
        </mc:Choice>
        <mc:Fallback xmlns="">
          <p:sp>
            <p:nvSpPr>
              <p:cNvPr id="1049009" name=""/>
              <p:cNvSpPr/>
              <p:nvPr/>
            </p:nvSpPr>
            <p:spPr>
              <a:xfrm>
                <a:off x="3729281" y="6047003"/>
                <a:ext cx="204635" cy="474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49010" name="Encre 1049009"/>
              <p14:cNvContentPartPr/>
              <p14:nvPr/>
            </p14:nvContentPartPr>
            <p14:xfrm>
              <a:off x="3722856" y="5935861"/>
              <a:ext cx="242492" cy="42959"/>
            </p14:xfrm>
          </p:contentPart>
        </mc:Choice>
        <mc:Fallback xmlns="">
          <p:sp>
            <p:nvSpPr>
              <p:cNvPr id="1049010" name=""/>
              <p:cNvSpPr/>
              <p:nvPr/>
            </p:nvSpPr>
            <p:spPr>
              <a:xfrm>
                <a:off x="3722856" y="5935861"/>
                <a:ext cx="242492" cy="429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9011" name="Encre 1049010"/>
              <p14:cNvContentPartPr/>
              <p14:nvPr/>
            </p14:nvContentPartPr>
            <p14:xfrm>
              <a:off x="3851065" y="5855465"/>
              <a:ext cx="131848" cy="175699"/>
            </p14:xfrm>
          </p:contentPart>
        </mc:Choice>
        <mc:Fallback xmlns="">
          <p:sp>
            <p:nvSpPr>
              <p:cNvPr id="1049011" name=""/>
              <p:cNvSpPr/>
              <p:nvPr/>
            </p:nvSpPr>
            <p:spPr>
              <a:xfrm>
                <a:off x="3851065" y="5855465"/>
                <a:ext cx="131848" cy="175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9012" name="Encre 1049011"/>
              <p14:cNvContentPartPr/>
              <p14:nvPr/>
            </p14:nvContentPartPr>
            <p14:xfrm>
              <a:off x="3912664" y="6304914"/>
              <a:ext cx="148119" cy="182694"/>
            </p14:xfrm>
          </p:contentPart>
        </mc:Choice>
        <mc:Fallback xmlns="">
          <p:sp>
            <p:nvSpPr>
              <p:cNvPr id="1049012" name=""/>
              <p:cNvSpPr/>
              <p:nvPr/>
            </p:nvSpPr>
            <p:spPr>
              <a:xfrm>
                <a:off x="3912664" y="6304914"/>
                <a:ext cx="148119" cy="1826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49013" name="Encre 1049012"/>
              <p14:cNvContentPartPr/>
              <p14:nvPr/>
            </p14:nvContentPartPr>
            <p14:xfrm>
              <a:off x="4055873" y="6297757"/>
              <a:ext cx="138480" cy="327239"/>
            </p14:xfrm>
          </p:contentPart>
        </mc:Choice>
        <mc:Fallback xmlns="">
          <p:sp>
            <p:nvSpPr>
              <p:cNvPr id="1049013" name=""/>
              <p:cNvSpPr/>
              <p:nvPr/>
            </p:nvSpPr>
            <p:spPr>
              <a:xfrm>
                <a:off x="4055873" y="6297757"/>
                <a:ext cx="138480" cy="3272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49014" name="Encre 1049013"/>
              <p14:cNvContentPartPr/>
              <p14:nvPr/>
            </p14:nvContentPartPr>
            <p14:xfrm>
              <a:off x="4149534" y="6427276"/>
              <a:ext cx="238097" cy="189461"/>
            </p14:xfrm>
          </p:contentPart>
        </mc:Choice>
        <mc:Fallback xmlns="">
          <p:sp>
            <p:nvSpPr>
              <p:cNvPr id="1049014" name=""/>
              <p:cNvSpPr/>
              <p:nvPr/>
            </p:nvSpPr>
            <p:spPr>
              <a:xfrm>
                <a:off x="4149534" y="6427276"/>
                <a:ext cx="238097" cy="189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9015" name="Encre 1049014"/>
              <p14:cNvContentPartPr/>
              <p14:nvPr/>
            </p14:nvContentPartPr>
            <p14:xfrm>
              <a:off x="4315696" y="6253826"/>
              <a:ext cx="182365" cy="45078"/>
            </p14:xfrm>
          </p:contentPart>
        </mc:Choice>
        <mc:Fallback xmlns="">
          <p:sp>
            <p:nvSpPr>
              <p:cNvPr id="1049015" name=""/>
              <p:cNvSpPr/>
              <p:nvPr/>
            </p:nvSpPr>
            <p:spPr>
              <a:xfrm>
                <a:off x="4315696" y="6253826"/>
                <a:ext cx="182365" cy="45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49016" name="Encre 1049015"/>
              <p14:cNvContentPartPr/>
              <p14:nvPr/>
            </p14:nvContentPartPr>
            <p14:xfrm>
              <a:off x="4394678" y="6174402"/>
              <a:ext cx="21457" cy="160274"/>
            </p14:xfrm>
          </p:contentPart>
        </mc:Choice>
        <mc:Fallback xmlns="">
          <p:sp>
            <p:nvSpPr>
              <p:cNvPr id="1049016" name=""/>
              <p:cNvSpPr/>
              <p:nvPr/>
            </p:nvSpPr>
            <p:spPr>
              <a:xfrm>
                <a:off x="4394678" y="6174402"/>
                <a:ext cx="21457" cy="160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9017" name="Encre 1049016"/>
              <p14:cNvContentPartPr/>
              <p14:nvPr/>
            </p14:nvContentPartPr>
            <p14:xfrm>
              <a:off x="4554227" y="6106868"/>
              <a:ext cx="139558" cy="278238"/>
            </p14:xfrm>
          </p:contentPart>
        </mc:Choice>
        <mc:Fallback xmlns="">
          <p:sp>
            <p:nvSpPr>
              <p:cNvPr id="1049017" name=""/>
              <p:cNvSpPr/>
              <p:nvPr/>
            </p:nvSpPr>
            <p:spPr>
              <a:xfrm>
                <a:off x="4554227" y="6106868"/>
                <a:ext cx="139558" cy="278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49018" name="Encre 1049017"/>
              <p14:cNvContentPartPr/>
              <p14:nvPr/>
            </p14:nvContentPartPr>
            <p14:xfrm>
              <a:off x="4739937" y="6161435"/>
              <a:ext cx="205213" cy="209094"/>
            </p14:xfrm>
          </p:contentPart>
        </mc:Choice>
        <mc:Fallback xmlns="">
          <p:sp>
            <p:nvSpPr>
              <p:cNvPr id="1049018" name=""/>
              <p:cNvSpPr/>
              <p:nvPr/>
            </p:nvSpPr>
            <p:spPr>
              <a:xfrm>
                <a:off x="4739937" y="6161435"/>
                <a:ext cx="205213" cy="209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9019" name="Encre 1049018"/>
              <p14:cNvContentPartPr/>
              <p14:nvPr/>
            </p14:nvContentPartPr>
            <p14:xfrm>
              <a:off x="4548717" y="5950029"/>
              <a:ext cx="317651" cy="14518"/>
            </p14:xfrm>
          </p:contentPart>
        </mc:Choice>
        <mc:Fallback xmlns="">
          <p:sp>
            <p:nvSpPr>
              <p:cNvPr id="1049019" name=""/>
              <p:cNvSpPr/>
              <p:nvPr/>
            </p:nvSpPr>
            <p:spPr>
              <a:xfrm>
                <a:off x="4548717" y="5950029"/>
                <a:ext cx="317651" cy="14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49020" name="Encre 1049019"/>
              <p14:cNvContentPartPr/>
              <p14:nvPr/>
            </p14:nvContentPartPr>
            <p14:xfrm>
              <a:off x="4701785" y="5805080"/>
              <a:ext cx="167325" cy="282368"/>
            </p14:xfrm>
          </p:contentPart>
        </mc:Choice>
        <mc:Fallback xmlns="">
          <p:sp>
            <p:nvSpPr>
              <p:cNvPr id="1049020" name=""/>
              <p:cNvSpPr/>
              <p:nvPr/>
            </p:nvSpPr>
            <p:spPr>
              <a:xfrm>
                <a:off x="4701785" y="5805080"/>
                <a:ext cx="167325" cy="2823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9021" name="Encre 1049020"/>
              <p14:cNvContentPartPr/>
              <p14:nvPr/>
            </p14:nvContentPartPr>
            <p14:xfrm>
              <a:off x="5037402" y="6181600"/>
              <a:ext cx="100774" cy="213456"/>
            </p14:xfrm>
          </p:contentPart>
        </mc:Choice>
        <mc:Fallback xmlns="">
          <p:sp>
            <p:nvSpPr>
              <p:cNvPr id="1049021" name=""/>
              <p:cNvSpPr/>
              <p:nvPr/>
            </p:nvSpPr>
            <p:spPr>
              <a:xfrm>
                <a:off x="5037402" y="6181600"/>
                <a:ext cx="100774" cy="213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49022" name="Encre 1049021"/>
              <p14:cNvContentPartPr/>
              <p14:nvPr/>
            </p14:nvContentPartPr>
            <p14:xfrm>
              <a:off x="5109495" y="6159758"/>
              <a:ext cx="77676" cy="235879"/>
            </p14:xfrm>
          </p:contentPart>
        </mc:Choice>
        <mc:Fallback xmlns="">
          <p:sp>
            <p:nvSpPr>
              <p:cNvPr id="1049022" name=""/>
              <p:cNvSpPr/>
              <p:nvPr/>
            </p:nvSpPr>
            <p:spPr>
              <a:xfrm>
                <a:off x="5109495" y="6159758"/>
                <a:ext cx="77676" cy="2358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49023" name="Encre 1049022"/>
              <p14:cNvContentPartPr/>
              <p14:nvPr/>
            </p14:nvContentPartPr>
            <p14:xfrm>
              <a:off x="5254455" y="5797245"/>
              <a:ext cx="150063" cy="451126"/>
            </p14:xfrm>
          </p:contentPart>
        </mc:Choice>
        <mc:Fallback xmlns="">
          <p:sp>
            <p:nvSpPr>
              <p:cNvPr id="1049023" name=""/>
              <p:cNvSpPr/>
              <p:nvPr/>
            </p:nvSpPr>
            <p:spPr>
              <a:xfrm>
                <a:off x="5254455" y="5797245"/>
                <a:ext cx="150063" cy="4511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9024" name="Encre 1049023"/>
              <p14:cNvContentPartPr/>
              <p14:nvPr/>
            </p14:nvContentPartPr>
            <p14:xfrm>
              <a:off x="5494876" y="5995239"/>
              <a:ext cx="126943" cy="305286"/>
            </p14:xfrm>
          </p:contentPart>
        </mc:Choice>
        <mc:Fallback xmlns="">
          <p:sp>
            <p:nvSpPr>
              <p:cNvPr id="1049024" name=""/>
              <p:cNvSpPr/>
              <p:nvPr/>
            </p:nvSpPr>
            <p:spPr>
              <a:xfrm>
                <a:off x="5494876" y="5995239"/>
                <a:ext cx="126943" cy="305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49025" name="Encre 1049024"/>
              <p14:cNvContentPartPr/>
              <p14:nvPr/>
            </p14:nvContentPartPr>
            <p14:xfrm>
              <a:off x="5497185" y="5842900"/>
              <a:ext cx="162982" cy="5366"/>
            </p14:xfrm>
          </p:contentPart>
        </mc:Choice>
        <mc:Fallback xmlns="">
          <p:sp>
            <p:nvSpPr>
              <p:cNvPr id="1049025" name=""/>
              <p:cNvSpPr/>
              <p:nvPr/>
            </p:nvSpPr>
            <p:spPr>
              <a:xfrm>
                <a:off x="5497185" y="5842900"/>
                <a:ext cx="162982" cy="5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49026" name="Encre 1049025"/>
              <p14:cNvContentPartPr/>
              <p14:nvPr/>
            </p14:nvContentPartPr>
            <p14:xfrm>
              <a:off x="5581626" y="5732606"/>
              <a:ext cx="125906" cy="206254"/>
            </p14:xfrm>
          </p:contentPart>
        </mc:Choice>
        <mc:Fallback xmlns="">
          <p:sp>
            <p:nvSpPr>
              <p:cNvPr id="1049026" name=""/>
              <p:cNvSpPr/>
              <p:nvPr/>
            </p:nvSpPr>
            <p:spPr>
              <a:xfrm>
                <a:off x="5581626" y="5732606"/>
                <a:ext cx="125906" cy="206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49027" name="Encre 1049026"/>
              <p14:cNvContentPartPr/>
              <p14:nvPr/>
            </p14:nvContentPartPr>
            <p14:xfrm>
              <a:off x="5632112" y="6111181"/>
              <a:ext cx="173887" cy="205787"/>
            </p14:xfrm>
          </p:contentPart>
        </mc:Choice>
        <mc:Fallback xmlns="">
          <p:sp>
            <p:nvSpPr>
              <p:cNvPr id="1049027" name=""/>
              <p:cNvSpPr/>
              <p:nvPr/>
            </p:nvSpPr>
            <p:spPr>
              <a:xfrm>
                <a:off x="5632112" y="6111181"/>
                <a:ext cx="173887" cy="205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49028" name="Encre 1049027"/>
              <p14:cNvContentPartPr/>
              <p14:nvPr/>
            </p14:nvContentPartPr>
            <p14:xfrm>
              <a:off x="5731640" y="6109373"/>
              <a:ext cx="186214" cy="238994"/>
            </p14:xfrm>
          </p:contentPart>
        </mc:Choice>
        <mc:Fallback xmlns="">
          <p:sp>
            <p:nvSpPr>
              <p:cNvPr id="1049028" name=""/>
              <p:cNvSpPr/>
              <p:nvPr/>
            </p:nvSpPr>
            <p:spPr>
              <a:xfrm>
                <a:off x="5731640" y="6109373"/>
                <a:ext cx="186214" cy="2389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9029" name="Encre 1049028"/>
              <p14:cNvContentPartPr/>
              <p14:nvPr/>
            </p14:nvContentPartPr>
            <p14:xfrm>
              <a:off x="5849396" y="6214752"/>
              <a:ext cx="139821" cy="228203"/>
            </p14:xfrm>
          </p:contentPart>
        </mc:Choice>
        <mc:Fallback xmlns="">
          <p:sp>
            <p:nvSpPr>
              <p:cNvPr id="1049029" name=""/>
              <p:cNvSpPr/>
              <p:nvPr/>
            </p:nvSpPr>
            <p:spPr>
              <a:xfrm>
                <a:off x="5849396" y="6214752"/>
                <a:ext cx="139821" cy="2282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49030" name="Encre 1049029"/>
              <p14:cNvContentPartPr/>
              <p14:nvPr/>
            </p14:nvContentPartPr>
            <p14:xfrm>
              <a:off x="5370323" y="6359797"/>
              <a:ext cx="461489" cy="50189"/>
            </p14:xfrm>
          </p:contentPart>
        </mc:Choice>
        <mc:Fallback xmlns="">
          <p:sp>
            <p:nvSpPr>
              <p:cNvPr id="1049030" name=""/>
              <p:cNvSpPr/>
              <p:nvPr/>
            </p:nvSpPr>
            <p:spPr>
              <a:xfrm>
                <a:off x="5370323" y="6359797"/>
                <a:ext cx="461489" cy="50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9031" name="Encre 1049030"/>
              <p14:cNvContentPartPr/>
              <p14:nvPr/>
            </p14:nvContentPartPr>
            <p14:xfrm>
              <a:off x="5453850" y="6442210"/>
              <a:ext cx="179855" cy="246709"/>
            </p14:xfrm>
          </p:contentPart>
        </mc:Choice>
        <mc:Fallback xmlns="">
          <p:sp>
            <p:nvSpPr>
              <p:cNvPr id="1049031" name=""/>
              <p:cNvSpPr/>
              <p:nvPr/>
            </p:nvSpPr>
            <p:spPr>
              <a:xfrm>
                <a:off x="5453850" y="6442210"/>
                <a:ext cx="179855" cy="246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49032" name="Encre 1049031"/>
              <p14:cNvContentPartPr/>
              <p14:nvPr/>
            </p14:nvContentPartPr>
            <p14:xfrm>
              <a:off x="5581626" y="6500537"/>
              <a:ext cx="217628" cy="16864"/>
            </p14:xfrm>
          </p:contentPart>
        </mc:Choice>
        <mc:Fallback xmlns="">
          <p:sp>
            <p:nvSpPr>
              <p:cNvPr id="1049032" name=""/>
              <p:cNvSpPr/>
              <p:nvPr/>
            </p:nvSpPr>
            <p:spPr>
              <a:xfrm>
                <a:off x="5581626" y="6500537"/>
                <a:ext cx="217628" cy="16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9033" name="Encre 1049032"/>
              <p14:cNvContentPartPr/>
              <p14:nvPr/>
            </p14:nvContentPartPr>
            <p14:xfrm>
              <a:off x="5939035" y="6268470"/>
              <a:ext cx="150464" cy="412756"/>
            </p14:xfrm>
          </p:contentPart>
        </mc:Choice>
        <mc:Fallback xmlns="">
          <p:sp>
            <p:nvSpPr>
              <p:cNvPr id="1049033" name=""/>
              <p:cNvSpPr/>
              <p:nvPr/>
            </p:nvSpPr>
            <p:spPr>
              <a:xfrm>
                <a:off x="5939035" y="6268470"/>
                <a:ext cx="150464" cy="412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49034" name="Encre 1049033"/>
              <p14:cNvContentPartPr/>
              <p14:nvPr/>
            </p14:nvContentPartPr>
            <p14:xfrm>
              <a:off x="6023688" y="6413667"/>
              <a:ext cx="151412" cy="253411"/>
            </p14:xfrm>
          </p:contentPart>
        </mc:Choice>
        <mc:Fallback xmlns="">
          <p:sp>
            <p:nvSpPr>
              <p:cNvPr id="1049034" name=""/>
              <p:cNvSpPr/>
              <p:nvPr/>
            </p:nvSpPr>
            <p:spPr>
              <a:xfrm>
                <a:off x="6023688" y="6413667"/>
                <a:ext cx="151412" cy="2534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9035" name="Encre 1049034"/>
              <p14:cNvContentPartPr/>
              <p14:nvPr/>
            </p14:nvContentPartPr>
            <p14:xfrm>
              <a:off x="4361720" y="5444153"/>
              <a:ext cx="1634676" cy="599695"/>
            </p14:xfrm>
          </p:contentPart>
        </mc:Choice>
        <mc:Fallback xmlns="">
          <p:sp>
            <p:nvSpPr>
              <p:cNvPr id="1049035" name=""/>
              <p:cNvSpPr/>
              <p:nvPr/>
            </p:nvSpPr>
            <p:spPr>
              <a:xfrm>
                <a:off x="4361720" y="5444153"/>
                <a:ext cx="1634676" cy="599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49036" name="Encre 1049035"/>
              <p14:cNvContentPartPr/>
              <p14:nvPr/>
            </p14:nvContentPartPr>
            <p14:xfrm>
              <a:off x="749794" y="2784252"/>
              <a:ext cx="1864021" cy="369306"/>
            </p14:xfrm>
          </p:contentPart>
        </mc:Choice>
        <mc:Fallback xmlns="">
          <p:sp>
            <p:nvSpPr>
              <p:cNvPr id="1049036" name=""/>
              <p:cNvSpPr/>
              <p:nvPr/>
            </p:nvSpPr>
            <p:spPr>
              <a:xfrm>
                <a:off x="749794" y="2784252"/>
                <a:ext cx="1864021" cy="3693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9037" name="Encre 1049036"/>
              <p14:cNvContentPartPr/>
              <p14:nvPr/>
            </p14:nvContentPartPr>
            <p14:xfrm>
              <a:off x="7522269" y="306951"/>
              <a:ext cx="110321" cy="6420192"/>
            </p14:xfrm>
          </p:contentPart>
        </mc:Choice>
        <mc:Fallback xmlns="">
          <p:sp>
            <p:nvSpPr>
              <p:cNvPr id="1049037" name=""/>
              <p:cNvSpPr/>
              <p:nvPr/>
            </p:nvSpPr>
            <p:spPr>
              <a:xfrm>
                <a:off x="7522269" y="306951"/>
                <a:ext cx="110321" cy="6420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49038" name="Encre 1049037"/>
              <p14:cNvContentPartPr/>
              <p14:nvPr/>
            </p14:nvContentPartPr>
            <p14:xfrm>
              <a:off x="8209765" y="726906"/>
              <a:ext cx="196710" cy="253282"/>
            </p14:xfrm>
          </p:contentPart>
        </mc:Choice>
        <mc:Fallback xmlns="">
          <p:sp>
            <p:nvSpPr>
              <p:cNvPr id="1049038" name=""/>
              <p:cNvSpPr/>
              <p:nvPr/>
            </p:nvSpPr>
            <p:spPr>
              <a:xfrm>
                <a:off x="8209765" y="726906"/>
                <a:ext cx="196710" cy="253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49039" name="Encre 1049038"/>
              <p14:cNvContentPartPr/>
              <p14:nvPr/>
            </p14:nvContentPartPr>
            <p14:xfrm>
              <a:off x="8385700" y="488882"/>
              <a:ext cx="41071" cy="457225"/>
            </p14:xfrm>
          </p:contentPart>
        </mc:Choice>
        <mc:Fallback xmlns="">
          <p:sp>
            <p:nvSpPr>
              <p:cNvPr id="1049039" name=""/>
              <p:cNvSpPr/>
              <p:nvPr/>
            </p:nvSpPr>
            <p:spPr>
              <a:xfrm>
                <a:off x="8385700" y="488882"/>
                <a:ext cx="41071" cy="457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49040" name="Encre 1049039"/>
              <p14:cNvContentPartPr/>
              <p14:nvPr/>
            </p14:nvContentPartPr>
            <p14:xfrm>
              <a:off x="8520721" y="685789"/>
              <a:ext cx="191324" cy="237501"/>
            </p14:xfrm>
          </p:contentPart>
        </mc:Choice>
        <mc:Fallback xmlns="">
          <p:sp>
            <p:nvSpPr>
              <p:cNvPr id="1049040" name=""/>
              <p:cNvSpPr/>
              <p:nvPr/>
            </p:nvSpPr>
            <p:spPr>
              <a:xfrm>
                <a:off x="8520721" y="685789"/>
                <a:ext cx="191324" cy="237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9041" name="Encre 1049040"/>
              <p14:cNvContentPartPr/>
              <p14:nvPr/>
            </p14:nvContentPartPr>
            <p14:xfrm>
              <a:off x="8747417" y="735344"/>
              <a:ext cx="49559" cy="225377"/>
            </p14:xfrm>
          </p:contentPart>
        </mc:Choice>
        <mc:Fallback xmlns="">
          <p:sp>
            <p:nvSpPr>
              <p:cNvPr id="1049041" name=""/>
              <p:cNvSpPr/>
              <p:nvPr/>
            </p:nvSpPr>
            <p:spPr>
              <a:xfrm>
                <a:off x="8747417" y="735344"/>
                <a:ext cx="49559" cy="225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49042" name="Encre 1049041"/>
              <p14:cNvContentPartPr/>
              <p14:nvPr/>
            </p14:nvContentPartPr>
            <p14:xfrm>
              <a:off x="8814185" y="641004"/>
              <a:ext cx="188918" cy="310523"/>
            </p14:xfrm>
          </p:contentPart>
        </mc:Choice>
        <mc:Fallback xmlns="">
          <p:sp>
            <p:nvSpPr>
              <p:cNvPr id="1049042" name=""/>
              <p:cNvSpPr/>
              <p:nvPr/>
            </p:nvSpPr>
            <p:spPr>
              <a:xfrm>
                <a:off x="8814185" y="641004"/>
                <a:ext cx="188918" cy="3105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49043" name="Encre 1049042"/>
              <p14:cNvContentPartPr/>
              <p14:nvPr/>
            </p14:nvContentPartPr>
            <p14:xfrm>
              <a:off x="8713774" y="460587"/>
              <a:ext cx="291028" cy="86430"/>
            </p14:xfrm>
          </p:contentPart>
        </mc:Choice>
        <mc:Fallback xmlns="">
          <p:sp>
            <p:nvSpPr>
              <p:cNvPr id="1049043" name=""/>
              <p:cNvSpPr/>
              <p:nvPr/>
            </p:nvSpPr>
            <p:spPr>
              <a:xfrm>
                <a:off x="8713774" y="460587"/>
                <a:ext cx="291028" cy="86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49044" name="Encre 1049043"/>
              <p14:cNvContentPartPr/>
              <p14:nvPr/>
            </p14:nvContentPartPr>
            <p14:xfrm>
              <a:off x="8946117" y="383559"/>
              <a:ext cx="135068" cy="153491"/>
            </p14:xfrm>
          </p:contentPart>
        </mc:Choice>
        <mc:Fallback xmlns="">
          <p:sp>
            <p:nvSpPr>
              <p:cNvPr id="1049044" name=""/>
              <p:cNvSpPr/>
              <p:nvPr/>
            </p:nvSpPr>
            <p:spPr>
              <a:xfrm>
                <a:off x="8946117" y="383559"/>
                <a:ext cx="135068" cy="153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49045" name="Encre 1049044"/>
              <p14:cNvContentPartPr/>
              <p14:nvPr/>
            </p14:nvContentPartPr>
            <p14:xfrm>
              <a:off x="8241890" y="1084248"/>
              <a:ext cx="642829" cy="48216"/>
            </p14:xfrm>
          </p:contentPart>
        </mc:Choice>
        <mc:Fallback xmlns="">
          <p:sp>
            <p:nvSpPr>
              <p:cNvPr id="1049045" name=""/>
              <p:cNvSpPr/>
              <p:nvPr/>
            </p:nvSpPr>
            <p:spPr>
              <a:xfrm>
                <a:off x="8241890" y="1084248"/>
                <a:ext cx="642829" cy="48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49046" name="Encre 1049045"/>
              <p14:cNvContentPartPr/>
              <p14:nvPr/>
            </p14:nvContentPartPr>
            <p14:xfrm>
              <a:off x="8408826" y="1453884"/>
              <a:ext cx="130022" cy="242226"/>
            </p14:xfrm>
          </p:contentPart>
        </mc:Choice>
        <mc:Fallback xmlns="">
          <p:sp>
            <p:nvSpPr>
              <p:cNvPr id="1049046" name=""/>
              <p:cNvSpPr/>
              <p:nvPr/>
            </p:nvSpPr>
            <p:spPr>
              <a:xfrm>
                <a:off x="8408826" y="1453884"/>
                <a:ext cx="130022" cy="242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49047" name="Encre 1049046"/>
              <p14:cNvContentPartPr/>
              <p14:nvPr/>
            </p14:nvContentPartPr>
            <p14:xfrm>
              <a:off x="8530816" y="1226781"/>
              <a:ext cx="54363" cy="486204"/>
            </p14:xfrm>
          </p:contentPart>
        </mc:Choice>
        <mc:Fallback xmlns="">
          <p:sp>
            <p:nvSpPr>
              <p:cNvPr id="1049047" name=""/>
              <p:cNvSpPr/>
              <p:nvPr/>
            </p:nvSpPr>
            <p:spPr>
              <a:xfrm>
                <a:off x="8530816" y="1226781"/>
                <a:ext cx="54363" cy="4862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49048" name="Encre 1049047"/>
              <p14:cNvContentPartPr/>
              <p14:nvPr/>
            </p14:nvContentPartPr>
            <p14:xfrm>
              <a:off x="8670584" y="1299007"/>
              <a:ext cx="68881" cy="368354"/>
            </p14:xfrm>
          </p:contentPart>
        </mc:Choice>
        <mc:Fallback xmlns="">
          <p:sp>
            <p:nvSpPr>
              <p:cNvPr id="1049048" name=""/>
              <p:cNvSpPr/>
              <p:nvPr/>
            </p:nvSpPr>
            <p:spPr>
              <a:xfrm>
                <a:off x="8670584" y="1299007"/>
                <a:ext cx="68881" cy="368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49049" name="Encre 1049048"/>
              <p14:cNvContentPartPr/>
              <p14:nvPr/>
            </p14:nvContentPartPr>
            <p14:xfrm>
              <a:off x="8613860" y="1411688"/>
              <a:ext cx="201261" cy="126583"/>
            </p14:xfrm>
          </p:contentPart>
        </mc:Choice>
        <mc:Fallback xmlns="">
          <p:sp>
            <p:nvSpPr>
              <p:cNvPr id="1049049" name=""/>
              <p:cNvSpPr/>
              <p:nvPr/>
            </p:nvSpPr>
            <p:spPr>
              <a:xfrm>
                <a:off x="8613860" y="1411688"/>
                <a:ext cx="201261" cy="126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49050" name="Encre 1049049"/>
              <p14:cNvContentPartPr/>
              <p14:nvPr/>
            </p14:nvContentPartPr>
            <p14:xfrm>
              <a:off x="8899516" y="820477"/>
              <a:ext cx="319290" cy="888705"/>
            </p14:xfrm>
          </p:contentPart>
        </mc:Choice>
        <mc:Fallback xmlns="">
          <p:sp>
            <p:nvSpPr>
              <p:cNvPr id="1049050" name=""/>
              <p:cNvSpPr/>
              <p:nvPr/>
            </p:nvSpPr>
            <p:spPr>
              <a:xfrm>
                <a:off x="8899516" y="820477"/>
                <a:ext cx="319290" cy="888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49051" name="Encre 1049050"/>
              <p14:cNvContentPartPr/>
              <p14:nvPr/>
            </p14:nvContentPartPr>
            <p14:xfrm>
              <a:off x="9075402" y="1346165"/>
              <a:ext cx="53390" cy="333332"/>
            </p14:xfrm>
          </p:contentPart>
        </mc:Choice>
        <mc:Fallback xmlns="">
          <p:sp>
            <p:nvSpPr>
              <p:cNvPr id="1049051" name=""/>
              <p:cNvSpPr/>
              <p:nvPr/>
            </p:nvSpPr>
            <p:spPr>
              <a:xfrm>
                <a:off x="9075402" y="1346165"/>
                <a:ext cx="53390" cy="33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49052" name="Encre 1049051"/>
              <p14:cNvContentPartPr/>
              <p14:nvPr/>
            </p14:nvContentPartPr>
            <p14:xfrm>
              <a:off x="9064089" y="1287990"/>
              <a:ext cx="240046" cy="359473"/>
            </p14:xfrm>
          </p:contentPart>
        </mc:Choice>
        <mc:Fallback xmlns="">
          <p:sp>
            <p:nvSpPr>
              <p:cNvPr id="1049052" name=""/>
              <p:cNvSpPr/>
              <p:nvPr/>
            </p:nvSpPr>
            <p:spPr>
              <a:xfrm>
                <a:off x="9064089" y="1287990"/>
                <a:ext cx="240046" cy="359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49053" name="Encre 1049052"/>
              <p14:cNvContentPartPr/>
              <p14:nvPr/>
            </p14:nvContentPartPr>
            <p14:xfrm>
              <a:off x="9393539" y="951683"/>
              <a:ext cx="201879" cy="28635"/>
            </p14:xfrm>
          </p:contentPart>
        </mc:Choice>
        <mc:Fallback xmlns="">
          <p:sp>
            <p:nvSpPr>
              <p:cNvPr id="1049053" name=""/>
              <p:cNvSpPr/>
              <p:nvPr/>
            </p:nvSpPr>
            <p:spPr>
              <a:xfrm>
                <a:off x="9393539" y="951683"/>
                <a:ext cx="201879" cy="28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49054" name="Encre 1049053"/>
              <p14:cNvContentPartPr/>
              <p14:nvPr/>
            </p14:nvContentPartPr>
            <p14:xfrm>
              <a:off x="9400599" y="1111119"/>
              <a:ext cx="154264" cy="506"/>
            </p14:xfrm>
          </p:contentPart>
        </mc:Choice>
        <mc:Fallback xmlns="">
          <p:sp>
            <p:nvSpPr>
              <p:cNvPr id="1049054" name=""/>
              <p:cNvSpPr/>
              <p:nvPr/>
            </p:nvSpPr>
            <p:spPr>
              <a:xfrm>
                <a:off x="9400599" y="1111119"/>
                <a:ext cx="154264" cy="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49055" name="Encre 1049054"/>
              <p14:cNvContentPartPr/>
              <p14:nvPr/>
            </p14:nvContentPartPr>
            <p14:xfrm>
              <a:off x="9808309" y="705162"/>
              <a:ext cx="321667" cy="373827"/>
            </p14:xfrm>
          </p:contentPart>
        </mc:Choice>
        <mc:Fallback xmlns="">
          <p:sp>
            <p:nvSpPr>
              <p:cNvPr id="1049055" name=""/>
              <p:cNvSpPr/>
              <p:nvPr/>
            </p:nvSpPr>
            <p:spPr>
              <a:xfrm>
                <a:off x="9808309" y="705162"/>
                <a:ext cx="321667" cy="373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49056" name="Encre 1049055"/>
              <p14:cNvContentPartPr/>
              <p14:nvPr/>
            </p14:nvContentPartPr>
            <p14:xfrm>
              <a:off x="9958332" y="1064954"/>
              <a:ext cx="84719" cy="248696"/>
            </p14:xfrm>
          </p:contentPart>
        </mc:Choice>
        <mc:Fallback xmlns="">
          <p:sp>
            <p:nvSpPr>
              <p:cNvPr id="1049056" name=""/>
              <p:cNvSpPr/>
              <p:nvPr/>
            </p:nvSpPr>
            <p:spPr>
              <a:xfrm>
                <a:off x="9958332" y="1064954"/>
                <a:ext cx="84719" cy="24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49057" name="Encre 1049056"/>
              <p14:cNvContentPartPr/>
              <p14:nvPr/>
            </p14:nvContentPartPr>
            <p14:xfrm>
              <a:off x="10029814" y="1083770"/>
              <a:ext cx="117911" cy="149947"/>
            </p14:xfrm>
          </p:contentPart>
        </mc:Choice>
        <mc:Fallback xmlns="">
          <p:sp>
            <p:nvSpPr>
              <p:cNvPr id="1049057" name=""/>
              <p:cNvSpPr/>
              <p:nvPr/>
            </p:nvSpPr>
            <p:spPr>
              <a:xfrm>
                <a:off x="10029814" y="1083770"/>
                <a:ext cx="117911" cy="149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49058" name="Encre 1049057"/>
              <p14:cNvContentPartPr/>
              <p14:nvPr/>
            </p14:nvContentPartPr>
            <p14:xfrm>
              <a:off x="10103010" y="1009357"/>
              <a:ext cx="198610" cy="461419"/>
            </p14:xfrm>
          </p:contentPart>
        </mc:Choice>
        <mc:Fallback xmlns="">
          <p:sp>
            <p:nvSpPr>
              <p:cNvPr id="1049058" name=""/>
              <p:cNvSpPr/>
              <p:nvPr/>
            </p:nvSpPr>
            <p:spPr>
              <a:xfrm>
                <a:off x="10103010" y="1009357"/>
                <a:ext cx="198610" cy="461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49059" name="Encre 1049058"/>
              <p14:cNvContentPartPr/>
              <p14:nvPr/>
            </p14:nvContentPartPr>
            <p14:xfrm>
              <a:off x="10256009" y="1320849"/>
              <a:ext cx="45611" cy="248207"/>
            </p14:xfrm>
          </p:contentPart>
        </mc:Choice>
        <mc:Fallback xmlns="">
          <p:sp>
            <p:nvSpPr>
              <p:cNvPr id="1049059" name=""/>
              <p:cNvSpPr/>
              <p:nvPr/>
            </p:nvSpPr>
            <p:spPr>
              <a:xfrm>
                <a:off x="10256009" y="1320849"/>
                <a:ext cx="45611" cy="248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49060" name="Encre 1049059"/>
              <p14:cNvContentPartPr/>
              <p14:nvPr/>
            </p14:nvContentPartPr>
            <p14:xfrm>
              <a:off x="10281535" y="1224019"/>
              <a:ext cx="155989" cy="307697"/>
            </p14:xfrm>
          </p:contentPart>
        </mc:Choice>
        <mc:Fallback xmlns="">
          <p:sp>
            <p:nvSpPr>
              <p:cNvPr id="1049060" name=""/>
              <p:cNvSpPr/>
              <p:nvPr/>
            </p:nvSpPr>
            <p:spPr>
              <a:xfrm>
                <a:off x="10281535" y="1224019"/>
                <a:ext cx="155989" cy="307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49061" name="Encre 1049060"/>
              <p14:cNvContentPartPr/>
              <p14:nvPr/>
            </p14:nvContentPartPr>
            <p14:xfrm>
              <a:off x="9901411" y="578019"/>
              <a:ext cx="353075" cy="59719"/>
            </p14:xfrm>
          </p:contentPart>
        </mc:Choice>
        <mc:Fallback xmlns="">
          <p:sp>
            <p:nvSpPr>
              <p:cNvPr id="1049061" name=""/>
              <p:cNvSpPr/>
              <p:nvPr/>
            </p:nvSpPr>
            <p:spPr>
              <a:xfrm>
                <a:off x="9901411" y="578019"/>
                <a:ext cx="353075" cy="59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49062" name="Encre 1049061"/>
              <p14:cNvContentPartPr/>
              <p14:nvPr/>
            </p14:nvContentPartPr>
            <p14:xfrm>
              <a:off x="10180278" y="552917"/>
              <a:ext cx="84877" cy="188383"/>
            </p14:xfrm>
          </p:contentPart>
        </mc:Choice>
        <mc:Fallback xmlns="">
          <p:sp>
            <p:nvSpPr>
              <p:cNvPr id="1049062" name=""/>
              <p:cNvSpPr/>
              <p:nvPr/>
            </p:nvSpPr>
            <p:spPr>
              <a:xfrm>
                <a:off x="10180278" y="552917"/>
                <a:ext cx="84877" cy="18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49063" name="Encre 1049062"/>
              <p14:cNvContentPartPr/>
              <p14:nvPr/>
            </p14:nvContentPartPr>
            <p14:xfrm>
              <a:off x="10530626" y="1052965"/>
              <a:ext cx="176870" cy="14223"/>
            </p14:xfrm>
          </p:contentPart>
        </mc:Choice>
        <mc:Fallback xmlns="">
          <p:sp>
            <p:nvSpPr>
              <p:cNvPr id="1049063" name=""/>
              <p:cNvSpPr/>
              <p:nvPr/>
            </p:nvSpPr>
            <p:spPr>
              <a:xfrm>
                <a:off x="10530626" y="1052965"/>
                <a:ext cx="176870" cy="14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49064" name="Encre 1049063"/>
              <p14:cNvContentPartPr/>
              <p14:nvPr/>
            </p14:nvContentPartPr>
            <p14:xfrm>
              <a:off x="10787872" y="826883"/>
              <a:ext cx="329168" cy="274597"/>
            </p14:xfrm>
          </p:contentPart>
        </mc:Choice>
        <mc:Fallback xmlns="">
          <p:sp>
            <p:nvSpPr>
              <p:cNvPr id="1049064" name=""/>
              <p:cNvSpPr/>
              <p:nvPr/>
            </p:nvSpPr>
            <p:spPr>
              <a:xfrm>
                <a:off x="10787872" y="826883"/>
                <a:ext cx="329168" cy="274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49065" name="Encre 1049064"/>
              <p14:cNvContentPartPr/>
              <p14:nvPr/>
            </p14:nvContentPartPr>
            <p14:xfrm>
              <a:off x="10824054" y="647233"/>
              <a:ext cx="264305" cy="50632"/>
            </p14:xfrm>
          </p:contentPart>
        </mc:Choice>
        <mc:Fallback xmlns="">
          <p:sp>
            <p:nvSpPr>
              <p:cNvPr id="1049065" name=""/>
              <p:cNvSpPr/>
              <p:nvPr/>
            </p:nvSpPr>
            <p:spPr>
              <a:xfrm>
                <a:off x="10824054" y="647233"/>
                <a:ext cx="264305" cy="50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49066" name="Encre 1049065"/>
              <p14:cNvContentPartPr/>
              <p14:nvPr/>
            </p14:nvContentPartPr>
            <p14:xfrm>
              <a:off x="10945396" y="574197"/>
              <a:ext cx="198474" cy="157829"/>
            </p14:xfrm>
          </p:contentPart>
        </mc:Choice>
        <mc:Fallback xmlns="">
          <p:sp>
            <p:nvSpPr>
              <p:cNvPr id="1049066" name=""/>
              <p:cNvSpPr/>
              <p:nvPr/>
            </p:nvSpPr>
            <p:spPr>
              <a:xfrm>
                <a:off x="10945396" y="574197"/>
                <a:ext cx="198474" cy="1578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49067" name="Encre 1049066"/>
              <p14:cNvContentPartPr/>
              <p14:nvPr/>
            </p14:nvContentPartPr>
            <p14:xfrm>
              <a:off x="10984667" y="1114239"/>
              <a:ext cx="149381" cy="140345"/>
            </p14:xfrm>
          </p:contentPart>
        </mc:Choice>
        <mc:Fallback xmlns="">
          <p:sp>
            <p:nvSpPr>
              <p:cNvPr id="1049067" name=""/>
              <p:cNvSpPr/>
              <p:nvPr/>
            </p:nvSpPr>
            <p:spPr>
              <a:xfrm>
                <a:off x="10984667" y="1114239"/>
                <a:ext cx="149381" cy="140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49068" name="Encre 1049067"/>
              <p14:cNvContentPartPr/>
              <p14:nvPr/>
            </p14:nvContentPartPr>
            <p14:xfrm>
              <a:off x="11119577" y="987516"/>
              <a:ext cx="183227" cy="407774"/>
            </p14:xfrm>
          </p:contentPart>
        </mc:Choice>
        <mc:Fallback xmlns="">
          <p:sp>
            <p:nvSpPr>
              <p:cNvPr id="1049068" name=""/>
              <p:cNvSpPr/>
              <p:nvPr/>
            </p:nvSpPr>
            <p:spPr>
              <a:xfrm>
                <a:off x="11119577" y="987516"/>
                <a:ext cx="183227" cy="407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49069" name="Encre 1049068"/>
              <p14:cNvContentPartPr/>
              <p14:nvPr/>
            </p14:nvContentPartPr>
            <p14:xfrm>
              <a:off x="11215557" y="1226781"/>
              <a:ext cx="80187" cy="292643"/>
            </p14:xfrm>
          </p:contentPart>
        </mc:Choice>
        <mc:Fallback xmlns="">
          <p:sp>
            <p:nvSpPr>
              <p:cNvPr id="1049069" name=""/>
              <p:cNvSpPr/>
              <p:nvPr/>
            </p:nvSpPr>
            <p:spPr>
              <a:xfrm>
                <a:off x="11215557" y="1226781"/>
                <a:ext cx="80187" cy="292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49070" name="Encre 1049069"/>
              <p14:cNvContentPartPr/>
              <p14:nvPr/>
            </p14:nvContentPartPr>
            <p14:xfrm>
              <a:off x="11247649" y="1206966"/>
              <a:ext cx="191125" cy="298052"/>
            </p14:xfrm>
          </p:contentPart>
        </mc:Choice>
        <mc:Fallback xmlns="">
          <p:sp>
            <p:nvSpPr>
              <p:cNvPr id="1049070" name=""/>
              <p:cNvSpPr/>
              <p:nvPr/>
            </p:nvSpPr>
            <p:spPr>
              <a:xfrm>
                <a:off x="11247649" y="1206966"/>
                <a:ext cx="191125" cy="298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49071" name="Encre 1049070"/>
              <p14:cNvContentPartPr/>
              <p14:nvPr/>
            </p14:nvContentPartPr>
            <p14:xfrm>
              <a:off x="10808133" y="364285"/>
              <a:ext cx="594834" cy="1332722"/>
            </p14:xfrm>
          </p:contentPart>
        </mc:Choice>
        <mc:Fallback xmlns="">
          <p:sp>
            <p:nvSpPr>
              <p:cNvPr id="1049071" name=""/>
              <p:cNvSpPr/>
              <p:nvPr/>
            </p:nvSpPr>
            <p:spPr>
              <a:xfrm>
                <a:off x="10808133" y="364285"/>
                <a:ext cx="594834" cy="133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49072" name="Encre 1049071"/>
              <p14:cNvContentPartPr/>
              <p14:nvPr/>
            </p14:nvContentPartPr>
            <p14:xfrm>
              <a:off x="11157067" y="1588905"/>
              <a:ext cx="152120" cy="248739"/>
            </p14:xfrm>
          </p:contentPart>
        </mc:Choice>
        <mc:Fallback xmlns="">
          <p:sp>
            <p:nvSpPr>
              <p:cNvPr id="1049072" name=""/>
              <p:cNvSpPr/>
              <p:nvPr/>
            </p:nvSpPr>
            <p:spPr>
              <a:xfrm>
                <a:off x="11157067" y="1588905"/>
                <a:ext cx="152120" cy="248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49073" name="Encre 1049072"/>
              <p14:cNvContentPartPr/>
              <p14:nvPr/>
            </p14:nvContentPartPr>
            <p14:xfrm>
              <a:off x="10727425" y="2018042"/>
              <a:ext cx="189877" cy="209971"/>
            </p14:xfrm>
          </p:contentPart>
        </mc:Choice>
        <mc:Fallback xmlns="">
          <p:sp>
            <p:nvSpPr>
              <p:cNvPr id="1049073" name=""/>
              <p:cNvSpPr/>
              <p:nvPr/>
            </p:nvSpPr>
            <p:spPr>
              <a:xfrm>
                <a:off x="10727425" y="2018042"/>
                <a:ext cx="189877" cy="2099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49074" name="Encre 1049073"/>
              <p14:cNvContentPartPr/>
              <p14:nvPr/>
            </p14:nvContentPartPr>
            <p14:xfrm>
              <a:off x="11046441" y="1958457"/>
              <a:ext cx="180272" cy="516079"/>
            </p14:xfrm>
          </p:contentPart>
        </mc:Choice>
        <mc:Fallback xmlns="">
          <p:sp>
            <p:nvSpPr>
              <p:cNvPr id="1049074" name=""/>
              <p:cNvSpPr/>
              <p:nvPr/>
            </p:nvSpPr>
            <p:spPr>
              <a:xfrm>
                <a:off x="11046441" y="1958457"/>
                <a:ext cx="180272" cy="516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49075" name="Encre 1049074"/>
              <p14:cNvContentPartPr/>
              <p14:nvPr/>
            </p14:nvContentPartPr>
            <p14:xfrm>
              <a:off x="11152781" y="2066938"/>
              <a:ext cx="14561" cy="72722"/>
            </p14:xfrm>
          </p:contentPart>
        </mc:Choice>
        <mc:Fallback xmlns="">
          <p:sp>
            <p:nvSpPr>
              <p:cNvPr id="1049075" name=""/>
              <p:cNvSpPr/>
              <p:nvPr/>
            </p:nvSpPr>
            <p:spPr>
              <a:xfrm>
                <a:off x="11152781" y="2066938"/>
                <a:ext cx="14561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49076" name="Encre 1049075"/>
              <p14:cNvContentPartPr/>
              <p14:nvPr/>
            </p14:nvContentPartPr>
            <p14:xfrm>
              <a:off x="11271223" y="2059988"/>
              <a:ext cx="110564" cy="207626"/>
            </p14:xfrm>
          </p:contentPart>
        </mc:Choice>
        <mc:Fallback xmlns="">
          <p:sp>
            <p:nvSpPr>
              <p:cNvPr id="1049076" name=""/>
              <p:cNvSpPr/>
              <p:nvPr/>
            </p:nvSpPr>
            <p:spPr>
              <a:xfrm>
                <a:off x="11271223" y="2059988"/>
                <a:ext cx="110564" cy="207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49077" name="Encre 1049076"/>
              <p14:cNvContentPartPr/>
              <p14:nvPr/>
            </p14:nvContentPartPr>
            <p14:xfrm>
              <a:off x="11252944" y="2095977"/>
              <a:ext cx="243126" cy="159344"/>
            </p14:xfrm>
          </p:contentPart>
        </mc:Choice>
        <mc:Fallback xmlns="">
          <p:sp>
            <p:nvSpPr>
              <p:cNvPr id="1049077" name=""/>
              <p:cNvSpPr/>
              <p:nvPr/>
            </p:nvSpPr>
            <p:spPr>
              <a:xfrm>
                <a:off x="11252944" y="2095977"/>
                <a:ext cx="243126" cy="159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49078" name="Encre 1049077"/>
              <p14:cNvContentPartPr/>
              <p14:nvPr/>
            </p14:nvContentPartPr>
            <p14:xfrm>
              <a:off x="11583624" y="1923397"/>
              <a:ext cx="211017" cy="322100"/>
            </p14:xfrm>
          </p:contentPart>
        </mc:Choice>
        <mc:Fallback xmlns="">
          <p:sp>
            <p:nvSpPr>
              <p:cNvPr id="1049078" name=""/>
              <p:cNvSpPr/>
              <p:nvPr/>
            </p:nvSpPr>
            <p:spPr>
              <a:xfrm>
                <a:off x="11583624" y="1923397"/>
                <a:ext cx="211017" cy="3221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49079" name="Encre 1049078"/>
              <p14:cNvContentPartPr/>
              <p14:nvPr/>
            </p14:nvContentPartPr>
            <p14:xfrm>
              <a:off x="11769179" y="2050696"/>
              <a:ext cx="390650" cy="204625"/>
            </p14:xfrm>
          </p:contentPart>
        </mc:Choice>
        <mc:Fallback xmlns="">
          <p:sp>
            <p:nvSpPr>
              <p:cNvPr id="1049079" name=""/>
              <p:cNvSpPr/>
              <p:nvPr/>
            </p:nvSpPr>
            <p:spPr>
              <a:xfrm>
                <a:off x="11769179" y="2050696"/>
                <a:ext cx="390650" cy="204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49080" name="Encre 1049079"/>
              <p14:cNvContentPartPr/>
              <p14:nvPr/>
            </p14:nvContentPartPr>
            <p14:xfrm>
              <a:off x="11080344" y="2429062"/>
              <a:ext cx="150979" cy="351017"/>
            </p14:xfrm>
          </p:contentPart>
        </mc:Choice>
        <mc:Fallback xmlns="">
          <p:sp>
            <p:nvSpPr>
              <p:cNvPr id="1049080" name=""/>
              <p:cNvSpPr/>
              <p:nvPr/>
            </p:nvSpPr>
            <p:spPr>
              <a:xfrm>
                <a:off x="11080344" y="2429062"/>
                <a:ext cx="150979" cy="351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49081" name="Encre 1049080"/>
              <p14:cNvContentPartPr/>
              <p14:nvPr/>
            </p14:nvContentPartPr>
            <p14:xfrm>
              <a:off x="11109980" y="2404913"/>
              <a:ext cx="321668" cy="342927"/>
            </p14:xfrm>
          </p:contentPart>
        </mc:Choice>
        <mc:Fallback xmlns="">
          <p:sp>
            <p:nvSpPr>
              <p:cNvPr id="1049081" name=""/>
              <p:cNvSpPr/>
              <p:nvPr/>
            </p:nvSpPr>
            <p:spPr>
              <a:xfrm>
                <a:off x="11109980" y="2404913"/>
                <a:ext cx="321668" cy="342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49082" name="Encre 1049081"/>
              <p14:cNvContentPartPr/>
              <p14:nvPr/>
            </p14:nvContentPartPr>
            <p14:xfrm>
              <a:off x="10492993" y="1847579"/>
              <a:ext cx="1655842" cy="1044623"/>
            </p14:xfrm>
          </p:contentPart>
        </mc:Choice>
        <mc:Fallback xmlns="">
          <p:sp>
            <p:nvSpPr>
              <p:cNvPr id="1049082" name=""/>
              <p:cNvSpPr/>
              <p:nvPr/>
            </p:nvSpPr>
            <p:spPr>
              <a:xfrm>
                <a:off x="10492993" y="1847579"/>
                <a:ext cx="1655842" cy="1044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49083" name="Encre 1049082"/>
              <p14:cNvContentPartPr/>
              <p14:nvPr/>
            </p14:nvContentPartPr>
            <p14:xfrm>
              <a:off x="2755699" y="6727143"/>
              <a:ext cx="33731" cy="0"/>
            </p14:xfrm>
          </p:contentPart>
        </mc:Choice>
        <mc:Fallback xmlns="">
          <p:sp>
            <p:nvSpPr>
              <p:cNvPr id="1049083" name=""/>
              <p:cNvSpPr/>
              <p:nvPr/>
            </p:nvSpPr>
            <p:spPr>
              <a:xfrm>
                <a:off x="2755699" y="6727143"/>
                <a:ext cx="33731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49084" name="Encre 1049083"/>
              <p14:cNvContentPartPr/>
              <p14:nvPr/>
            </p14:nvContentPartPr>
            <p14:xfrm>
              <a:off x="7917034" y="3008609"/>
              <a:ext cx="350025" cy="399987"/>
            </p14:xfrm>
          </p:contentPart>
        </mc:Choice>
        <mc:Fallback xmlns="">
          <p:sp>
            <p:nvSpPr>
              <p:cNvPr id="1049084" name=""/>
              <p:cNvSpPr/>
              <p:nvPr/>
            </p:nvSpPr>
            <p:spPr>
              <a:xfrm>
                <a:off x="7917034" y="3008609"/>
                <a:ext cx="350025" cy="399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49085" name="Encre 1049084"/>
              <p14:cNvContentPartPr/>
              <p14:nvPr/>
            </p14:nvContentPartPr>
            <p14:xfrm>
              <a:off x="8316012" y="3097365"/>
              <a:ext cx="251063" cy="244577"/>
            </p14:xfrm>
          </p:contentPart>
        </mc:Choice>
        <mc:Fallback xmlns="">
          <p:sp>
            <p:nvSpPr>
              <p:cNvPr id="1049085" name=""/>
              <p:cNvSpPr/>
              <p:nvPr/>
            </p:nvSpPr>
            <p:spPr>
              <a:xfrm>
                <a:off x="8316012" y="3097365"/>
                <a:ext cx="251063" cy="244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49086" name="Encre 1049085"/>
              <p14:cNvContentPartPr/>
              <p14:nvPr/>
            </p14:nvContentPartPr>
            <p14:xfrm>
              <a:off x="8317025" y="2936135"/>
              <a:ext cx="254033" cy="47376"/>
            </p14:xfrm>
          </p:contentPart>
        </mc:Choice>
        <mc:Fallback xmlns="">
          <p:sp>
            <p:nvSpPr>
              <p:cNvPr id="1049086" name=""/>
              <p:cNvSpPr/>
              <p:nvPr/>
            </p:nvSpPr>
            <p:spPr>
              <a:xfrm>
                <a:off x="8317025" y="2936135"/>
                <a:ext cx="254033" cy="47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49087" name="Encre 1049086"/>
              <p14:cNvContentPartPr/>
              <p14:nvPr/>
            </p14:nvContentPartPr>
            <p14:xfrm>
              <a:off x="8506637" y="2849265"/>
              <a:ext cx="139893" cy="188383"/>
            </p14:xfrm>
          </p:contentPart>
        </mc:Choice>
        <mc:Fallback xmlns="">
          <p:sp>
            <p:nvSpPr>
              <p:cNvPr id="1049087" name=""/>
              <p:cNvSpPr/>
              <p:nvPr/>
            </p:nvSpPr>
            <p:spPr>
              <a:xfrm>
                <a:off x="8506637" y="2849265"/>
                <a:ext cx="139893" cy="18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49088" name="Encre 1049087"/>
              <p14:cNvContentPartPr/>
              <p14:nvPr/>
            </p14:nvContentPartPr>
            <p14:xfrm>
              <a:off x="8020385" y="3425770"/>
              <a:ext cx="536553" cy="17438"/>
            </p14:xfrm>
          </p:contentPart>
        </mc:Choice>
        <mc:Fallback xmlns="">
          <p:sp>
            <p:nvSpPr>
              <p:cNvPr id="1049088" name=""/>
              <p:cNvSpPr/>
              <p:nvPr/>
            </p:nvSpPr>
            <p:spPr>
              <a:xfrm>
                <a:off x="8020385" y="3425770"/>
                <a:ext cx="536553" cy="17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49089" name="Encre 1049088"/>
              <p14:cNvContentPartPr/>
              <p14:nvPr/>
            </p14:nvContentPartPr>
            <p14:xfrm>
              <a:off x="8083600" y="3589781"/>
              <a:ext cx="265953" cy="322771"/>
            </p14:xfrm>
          </p:contentPart>
        </mc:Choice>
        <mc:Fallback xmlns="">
          <p:sp>
            <p:nvSpPr>
              <p:cNvPr id="1049089" name=""/>
              <p:cNvSpPr/>
              <p:nvPr/>
            </p:nvSpPr>
            <p:spPr>
              <a:xfrm>
                <a:off x="8083600" y="3589781"/>
                <a:ext cx="265953" cy="322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49090" name="Encre 1049089"/>
              <p14:cNvContentPartPr/>
              <p14:nvPr/>
            </p14:nvContentPartPr>
            <p14:xfrm>
              <a:off x="8328934" y="3581207"/>
              <a:ext cx="37931" cy="246712"/>
            </p14:xfrm>
          </p:contentPart>
        </mc:Choice>
        <mc:Fallback xmlns="">
          <p:sp>
            <p:nvSpPr>
              <p:cNvPr id="1049090" name=""/>
              <p:cNvSpPr/>
              <p:nvPr/>
            </p:nvSpPr>
            <p:spPr>
              <a:xfrm>
                <a:off x="8328934" y="3581207"/>
                <a:ext cx="37931" cy="246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49091" name="Encre 1049090"/>
              <p14:cNvContentPartPr/>
              <p14:nvPr/>
            </p14:nvContentPartPr>
            <p14:xfrm>
              <a:off x="8292192" y="3530574"/>
              <a:ext cx="236065" cy="180689"/>
            </p14:xfrm>
          </p:contentPart>
        </mc:Choice>
        <mc:Fallback xmlns="">
          <p:sp>
            <p:nvSpPr>
              <p:cNvPr id="1049091" name=""/>
              <p:cNvSpPr/>
              <p:nvPr/>
            </p:nvSpPr>
            <p:spPr>
              <a:xfrm>
                <a:off x="8292192" y="3530574"/>
                <a:ext cx="236065" cy="180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49092" name="Encre 1049091"/>
              <p14:cNvContentPartPr/>
              <p14:nvPr/>
            </p14:nvContentPartPr>
            <p14:xfrm>
              <a:off x="8535656" y="3348643"/>
              <a:ext cx="130712" cy="500577"/>
            </p14:xfrm>
          </p:contentPart>
        </mc:Choice>
        <mc:Fallback xmlns="">
          <p:sp>
            <p:nvSpPr>
              <p:cNvPr id="1049092" name=""/>
              <p:cNvSpPr/>
              <p:nvPr/>
            </p:nvSpPr>
            <p:spPr>
              <a:xfrm>
                <a:off x="8535656" y="3348643"/>
                <a:ext cx="130712" cy="500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49093" name="Encre 1049092"/>
              <p14:cNvContentPartPr/>
              <p14:nvPr/>
            </p14:nvContentPartPr>
            <p14:xfrm>
              <a:off x="8655000" y="3537524"/>
              <a:ext cx="30341" cy="296272"/>
            </p14:xfrm>
          </p:contentPart>
        </mc:Choice>
        <mc:Fallback xmlns="">
          <p:sp>
            <p:nvSpPr>
              <p:cNvPr id="1049093" name=""/>
              <p:cNvSpPr/>
              <p:nvPr/>
            </p:nvSpPr>
            <p:spPr>
              <a:xfrm>
                <a:off x="8655000" y="3537524"/>
                <a:ext cx="30341" cy="2962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49094" name="Encre 1049093"/>
              <p14:cNvContentPartPr/>
              <p14:nvPr/>
            </p14:nvContentPartPr>
            <p14:xfrm>
              <a:off x="8649601" y="3510841"/>
              <a:ext cx="161442" cy="253885"/>
            </p14:xfrm>
          </p:contentPart>
        </mc:Choice>
        <mc:Fallback xmlns="">
          <p:sp>
            <p:nvSpPr>
              <p:cNvPr id="1049094" name=""/>
              <p:cNvSpPr/>
              <p:nvPr/>
            </p:nvSpPr>
            <p:spPr>
              <a:xfrm>
                <a:off x="8649601" y="3510841"/>
                <a:ext cx="161442" cy="253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49095" name="Encre 1049094"/>
              <p14:cNvContentPartPr/>
              <p14:nvPr/>
            </p14:nvContentPartPr>
            <p14:xfrm>
              <a:off x="8890538" y="3334992"/>
              <a:ext cx="81171" cy="193092"/>
            </p14:xfrm>
          </p:contentPart>
        </mc:Choice>
        <mc:Fallback xmlns="">
          <p:sp>
            <p:nvSpPr>
              <p:cNvPr id="1049095" name=""/>
              <p:cNvSpPr/>
              <p:nvPr/>
            </p:nvSpPr>
            <p:spPr>
              <a:xfrm>
                <a:off x="8890538" y="3334992"/>
                <a:ext cx="81171" cy="1930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049096" name="Encre 1049095"/>
              <p14:cNvContentPartPr/>
              <p14:nvPr/>
            </p14:nvContentPartPr>
            <p14:xfrm>
              <a:off x="8943028" y="3320100"/>
              <a:ext cx="100163" cy="174236"/>
            </p14:xfrm>
          </p:contentPart>
        </mc:Choice>
        <mc:Fallback xmlns="">
          <p:sp>
            <p:nvSpPr>
              <p:cNvPr id="1049096" name=""/>
              <p:cNvSpPr/>
              <p:nvPr/>
            </p:nvSpPr>
            <p:spPr>
              <a:xfrm>
                <a:off x="8943028" y="3320100"/>
                <a:ext cx="100163" cy="174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49097" name="Encre 1049096"/>
              <p14:cNvContentPartPr/>
              <p14:nvPr/>
            </p14:nvContentPartPr>
            <p14:xfrm>
              <a:off x="9182078" y="3235201"/>
              <a:ext cx="224899" cy="543952"/>
            </p14:xfrm>
          </p:contentPart>
        </mc:Choice>
        <mc:Fallback xmlns="">
          <p:sp>
            <p:nvSpPr>
              <p:cNvPr id="1049097" name=""/>
              <p:cNvSpPr/>
              <p:nvPr/>
            </p:nvSpPr>
            <p:spPr>
              <a:xfrm>
                <a:off x="9182078" y="3235201"/>
                <a:ext cx="224899" cy="543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049098" name="Encre 1049097"/>
              <p14:cNvContentPartPr/>
              <p14:nvPr/>
            </p14:nvContentPartPr>
            <p14:xfrm>
              <a:off x="9200274" y="3088530"/>
              <a:ext cx="243126" cy="29039"/>
            </p14:xfrm>
          </p:contentPart>
        </mc:Choice>
        <mc:Fallback xmlns="">
          <p:sp>
            <p:nvSpPr>
              <p:cNvPr id="1049098" name=""/>
              <p:cNvSpPr/>
              <p:nvPr/>
            </p:nvSpPr>
            <p:spPr>
              <a:xfrm>
                <a:off x="9200274" y="3088530"/>
                <a:ext cx="243126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49099" name="Encre 1049098"/>
              <p14:cNvContentPartPr/>
              <p14:nvPr/>
            </p14:nvContentPartPr>
            <p14:xfrm>
              <a:off x="9336177" y="3008609"/>
              <a:ext cx="108277" cy="216559"/>
            </p14:xfrm>
          </p:contentPart>
        </mc:Choice>
        <mc:Fallback xmlns="">
          <p:sp>
            <p:nvSpPr>
              <p:cNvPr id="1049099" name=""/>
              <p:cNvSpPr/>
              <p:nvPr/>
            </p:nvSpPr>
            <p:spPr>
              <a:xfrm>
                <a:off x="9336177" y="3008609"/>
                <a:ext cx="108277" cy="216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049100" name="Encre 1049099"/>
              <p14:cNvContentPartPr/>
              <p14:nvPr/>
            </p14:nvContentPartPr>
            <p14:xfrm>
              <a:off x="9339503" y="3516532"/>
              <a:ext cx="151251" cy="235805"/>
            </p14:xfrm>
          </p:contentPart>
        </mc:Choice>
        <mc:Fallback xmlns="">
          <p:sp>
            <p:nvSpPr>
              <p:cNvPr id="1049100" name=""/>
              <p:cNvSpPr/>
              <p:nvPr/>
            </p:nvSpPr>
            <p:spPr>
              <a:xfrm>
                <a:off x="9339503" y="3516532"/>
                <a:ext cx="151251" cy="235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49101" name="Encre 1049100"/>
              <p14:cNvContentPartPr/>
              <p14:nvPr/>
            </p14:nvContentPartPr>
            <p14:xfrm>
              <a:off x="9453510" y="3493840"/>
              <a:ext cx="167711" cy="386701"/>
            </p14:xfrm>
          </p:contentPart>
        </mc:Choice>
        <mc:Fallback xmlns="">
          <p:sp>
            <p:nvSpPr>
              <p:cNvPr id="1049101" name=""/>
              <p:cNvSpPr/>
              <p:nvPr/>
            </p:nvSpPr>
            <p:spPr>
              <a:xfrm>
                <a:off x="9453510" y="3493840"/>
                <a:ext cx="167711" cy="386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049102" name="Encre 1049101"/>
              <p14:cNvContentPartPr/>
              <p14:nvPr/>
            </p14:nvContentPartPr>
            <p14:xfrm>
              <a:off x="9598996" y="3738070"/>
              <a:ext cx="59290" cy="245469"/>
            </p14:xfrm>
          </p:contentPart>
        </mc:Choice>
        <mc:Fallback xmlns="">
          <p:sp>
            <p:nvSpPr>
              <p:cNvPr id="1049102" name=""/>
              <p:cNvSpPr/>
              <p:nvPr/>
            </p:nvSpPr>
            <p:spPr>
              <a:xfrm>
                <a:off x="9598996" y="3738070"/>
                <a:ext cx="59290" cy="245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49103" name="Encre 1049102"/>
              <p14:cNvContentPartPr/>
              <p14:nvPr/>
            </p14:nvContentPartPr>
            <p14:xfrm>
              <a:off x="9631370" y="3631130"/>
              <a:ext cx="175721" cy="292593"/>
            </p14:xfrm>
          </p:contentPart>
        </mc:Choice>
        <mc:Fallback xmlns="">
          <p:sp>
            <p:nvSpPr>
              <p:cNvPr id="1049103" name=""/>
              <p:cNvSpPr/>
              <p:nvPr/>
            </p:nvSpPr>
            <p:spPr>
              <a:xfrm>
                <a:off x="9631370" y="3631130"/>
                <a:ext cx="175721" cy="292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049104" name="Encre 1049103"/>
              <p14:cNvContentPartPr/>
              <p14:nvPr/>
            </p14:nvContentPartPr>
            <p14:xfrm>
              <a:off x="9937152" y="3392996"/>
              <a:ext cx="188919" cy="13974"/>
            </p14:xfrm>
          </p:contentPart>
        </mc:Choice>
        <mc:Fallback xmlns="">
          <p:sp>
            <p:nvSpPr>
              <p:cNvPr id="1049104" name=""/>
              <p:cNvSpPr/>
              <p:nvPr/>
            </p:nvSpPr>
            <p:spPr>
              <a:xfrm>
                <a:off x="9937152" y="3392996"/>
                <a:ext cx="188919" cy="13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49105" name="Encre 1049104"/>
              <p14:cNvContentPartPr/>
              <p14:nvPr/>
            </p14:nvContentPartPr>
            <p14:xfrm>
              <a:off x="9979953" y="3486801"/>
              <a:ext cx="173445" cy="15839"/>
            </p14:xfrm>
          </p:contentPart>
        </mc:Choice>
        <mc:Fallback xmlns="">
          <p:sp>
            <p:nvSpPr>
              <p:cNvPr id="1049105" name=""/>
              <p:cNvSpPr/>
              <p:nvPr/>
            </p:nvSpPr>
            <p:spPr>
              <a:xfrm>
                <a:off x="9979953" y="3486801"/>
                <a:ext cx="173445" cy="15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049106" name="Encre 1049105"/>
              <p14:cNvContentPartPr/>
              <p14:nvPr/>
            </p14:nvContentPartPr>
            <p14:xfrm>
              <a:off x="10290245" y="3316973"/>
              <a:ext cx="206338" cy="233199"/>
            </p14:xfrm>
          </p:contentPart>
        </mc:Choice>
        <mc:Fallback xmlns="">
          <p:sp>
            <p:nvSpPr>
              <p:cNvPr id="1049106" name=""/>
              <p:cNvSpPr/>
              <p:nvPr/>
            </p:nvSpPr>
            <p:spPr>
              <a:xfrm>
                <a:off x="10290245" y="3316973"/>
                <a:ext cx="206338" cy="2331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049107" name="Encre 1049106"/>
              <p14:cNvContentPartPr/>
              <p14:nvPr/>
            </p14:nvContentPartPr>
            <p14:xfrm>
              <a:off x="10255301" y="3211389"/>
              <a:ext cx="253704" cy="15322"/>
            </p14:xfrm>
          </p:contentPart>
        </mc:Choice>
        <mc:Fallback xmlns="">
          <p:sp>
            <p:nvSpPr>
              <p:cNvPr id="1049107" name=""/>
              <p:cNvSpPr/>
              <p:nvPr/>
            </p:nvSpPr>
            <p:spPr>
              <a:xfrm>
                <a:off x="10255301" y="3211389"/>
                <a:ext cx="253704" cy="153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049108" name="Encre 1049107"/>
              <p14:cNvContentPartPr/>
              <p14:nvPr/>
            </p14:nvContentPartPr>
            <p14:xfrm>
              <a:off x="10394723" y="3124519"/>
              <a:ext cx="165963" cy="175458"/>
            </p14:xfrm>
          </p:contentPart>
        </mc:Choice>
        <mc:Fallback xmlns="">
          <p:sp>
            <p:nvSpPr>
              <p:cNvPr id="1049108" name=""/>
              <p:cNvSpPr/>
              <p:nvPr/>
            </p:nvSpPr>
            <p:spPr>
              <a:xfrm>
                <a:off x="10394723" y="3124519"/>
                <a:ext cx="165963" cy="175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049109" name="Encre 1049108"/>
              <p14:cNvContentPartPr/>
              <p14:nvPr/>
            </p14:nvContentPartPr>
            <p14:xfrm>
              <a:off x="10834128" y="2776790"/>
              <a:ext cx="249609" cy="490775"/>
            </p14:xfrm>
          </p:contentPart>
        </mc:Choice>
        <mc:Fallback xmlns="">
          <p:sp>
            <p:nvSpPr>
              <p:cNvPr id="1049109" name=""/>
              <p:cNvSpPr/>
              <p:nvPr/>
            </p:nvSpPr>
            <p:spPr>
              <a:xfrm>
                <a:off x="10834128" y="2776790"/>
                <a:ext cx="249609" cy="490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49110" name="Encre 1049109"/>
              <p14:cNvContentPartPr/>
              <p14:nvPr/>
            </p14:nvContentPartPr>
            <p14:xfrm>
              <a:off x="10783390" y="3110371"/>
              <a:ext cx="170960" cy="236100"/>
            </p14:xfrm>
          </p:contentPart>
        </mc:Choice>
        <mc:Fallback xmlns="">
          <p:sp>
            <p:nvSpPr>
              <p:cNvPr id="1049110" name=""/>
              <p:cNvSpPr/>
              <p:nvPr/>
            </p:nvSpPr>
            <p:spPr>
              <a:xfrm>
                <a:off x="10783390" y="3110371"/>
                <a:ext cx="170960" cy="2361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049111" name="Encre 1049110"/>
              <p14:cNvContentPartPr/>
              <p14:nvPr/>
            </p14:nvContentPartPr>
            <p14:xfrm>
              <a:off x="10926299" y="2856463"/>
              <a:ext cx="261805" cy="438327"/>
            </p14:xfrm>
          </p:contentPart>
        </mc:Choice>
        <mc:Fallback xmlns="">
          <p:sp>
            <p:nvSpPr>
              <p:cNvPr id="1049111" name=""/>
              <p:cNvSpPr/>
              <p:nvPr/>
            </p:nvSpPr>
            <p:spPr>
              <a:xfrm>
                <a:off x="10926299" y="2856463"/>
                <a:ext cx="261805" cy="438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049112" name="Encre 1049111"/>
              <p14:cNvContentPartPr/>
              <p14:nvPr/>
            </p14:nvContentPartPr>
            <p14:xfrm>
              <a:off x="10767416" y="3117569"/>
              <a:ext cx="241902" cy="220433"/>
            </p14:xfrm>
          </p:contentPart>
        </mc:Choice>
        <mc:Fallback xmlns="">
          <p:sp>
            <p:nvSpPr>
              <p:cNvPr id="1049112" name=""/>
              <p:cNvSpPr/>
              <p:nvPr/>
            </p:nvSpPr>
            <p:spPr>
              <a:xfrm>
                <a:off x="10767416" y="3117569"/>
                <a:ext cx="241902" cy="2204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049113" name="Encre 1049112"/>
              <p14:cNvContentPartPr/>
              <p14:nvPr/>
            </p14:nvContentPartPr>
            <p14:xfrm>
              <a:off x="10880975" y="3139411"/>
              <a:ext cx="89572" cy="170017"/>
            </p14:xfrm>
          </p:contentPart>
        </mc:Choice>
        <mc:Fallback xmlns="">
          <p:sp>
            <p:nvSpPr>
              <p:cNvPr id="1049113" name=""/>
              <p:cNvSpPr/>
              <p:nvPr/>
            </p:nvSpPr>
            <p:spPr>
              <a:xfrm>
                <a:off x="10880975" y="3139411"/>
                <a:ext cx="89572" cy="170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049114" name="Encre 1049113"/>
              <p14:cNvContentPartPr/>
              <p14:nvPr/>
            </p14:nvContentPartPr>
            <p14:xfrm>
              <a:off x="7842548" y="4283862"/>
              <a:ext cx="249319" cy="260032"/>
            </p14:xfrm>
          </p:contentPart>
        </mc:Choice>
        <mc:Fallback xmlns="">
          <p:sp>
            <p:nvSpPr>
              <p:cNvPr id="1049114" name=""/>
              <p:cNvSpPr/>
              <p:nvPr/>
            </p:nvSpPr>
            <p:spPr>
              <a:xfrm>
                <a:off x="7842548" y="4283862"/>
                <a:ext cx="249319" cy="260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049115" name="Encre 1049114"/>
              <p14:cNvContentPartPr/>
              <p14:nvPr/>
            </p14:nvContentPartPr>
            <p14:xfrm>
              <a:off x="8070246" y="4109625"/>
              <a:ext cx="50301" cy="326135"/>
            </p14:xfrm>
          </p:contentPart>
        </mc:Choice>
        <mc:Fallback xmlns="">
          <p:sp>
            <p:nvSpPr>
              <p:cNvPr id="1049115" name=""/>
              <p:cNvSpPr/>
              <p:nvPr/>
            </p:nvSpPr>
            <p:spPr>
              <a:xfrm>
                <a:off x="8070246" y="4109625"/>
                <a:ext cx="50301" cy="326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049116" name="Encre 1049115"/>
              <p14:cNvContentPartPr/>
              <p14:nvPr/>
            </p14:nvContentPartPr>
            <p14:xfrm>
              <a:off x="8270571" y="4124269"/>
              <a:ext cx="14561" cy="32762"/>
            </p14:xfrm>
          </p:contentPart>
        </mc:Choice>
        <mc:Fallback xmlns="">
          <p:sp>
            <p:nvSpPr>
              <p:cNvPr id="1049116" name=""/>
              <p:cNvSpPr/>
              <p:nvPr/>
            </p:nvSpPr>
            <p:spPr>
              <a:xfrm>
                <a:off x="8270571" y="4124269"/>
                <a:ext cx="14561" cy="32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049117" name="Encre 1049116"/>
              <p14:cNvContentPartPr/>
              <p14:nvPr/>
            </p14:nvContentPartPr>
            <p14:xfrm>
              <a:off x="8280288" y="4328165"/>
              <a:ext cx="326511" cy="143772"/>
            </p14:xfrm>
          </p:contentPart>
        </mc:Choice>
        <mc:Fallback xmlns="">
          <p:sp>
            <p:nvSpPr>
              <p:cNvPr id="1049117" name=""/>
              <p:cNvSpPr/>
              <p:nvPr/>
            </p:nvSpPr>
            <p:spPr>
              <a:xfrm>
                <a:off x="8280288" y="4328165"/>
                <a:ext cx="326511" cy="143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049118" name="Encre 1049117"/>
              <p14:cNvContentPartPr/>
              <p14:nvPr/>
            </p14:nvContentPartPr>
            <p14:xfrm>
              <a:off x="8363674" y="4153309"/>
              <a:ext cx="169599" cy="30190"/>
            </p14:xfrm>
          </p:contentPart>
        </mc:Choice>
        <mc:Fallback xmlns="">
          <p:sp>
            <p:nvSpPr>
              <p:cNvPr id="1049118" name=""/>
              <p:cNvSpPr/>
              <p:nvPr/>
            </p:nvSpPr>
            <p:spPr>
              <a:xfrm>
                <a:off x="8363674" y="4153309"/>
                <a:ext cx="169599" cy="30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049119" name="Encre 1049118"/>
              <p14:cNvContentPartPr/>
              <p14:nvPr/>
            </p14:nvContentPartPr>
            <p14:xfrm>
              <a:off x="8931676" y="4235620"/>
              <a:ext cx="205219" cy="246150"/>
            </p14:xfrm>
          </p:contentPart>
        </mc:Choice>
        <mc:Fallback xmlns="">
          <p:sp>
            <p:nvSpPr>
              <p:cNvPr id="1049119" name=""/>
              <p:cNvSpPr/>
              <p:nvPr/>
            </p:nvSpPr>
            <p:spPr>
              <a:xfrm>
                <a:off x="8931676" y="4235620"/>
                <a:ext cx="205219" cy="246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049120" name="Encre 1049119"/>
              <p14:cNvContentPartPr/>
              <p14:nvPr/>
            </p14:nvContentPartPr>
            <p14:xfrm>
              <a:off x="9170584" y="4283862"/>
              <a:ext cx="65431" cy="192392"/>
            </p14:xfrm>
          </p:contentPart>
        </mc:Choice>
        <mc:Fallback xmlns="">
          <p:sp>
            <p:nvSpPr>
              <p:cNvPr id="1049120" name=""/>
              <p:cNvSpPr/>
              <p:nvPr/>
            </p:nvSpPr>
            <p:spPr>
              <a:xfrm>
                <a:off x="9170584" y="4283862"/>
                <a:ext cx="65431" cy="192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049121" name="Encre 1049120"/>
              <p14:cNvContentPartPr/>
              <p14:nvPr/>
            </p14:nvContentPartPr>
            <p14:xfrm>
              <a:off x="9250576" y="4276664"/>
              <a:ext cx="190383" cy="201558"/>
            </p14:xfrm>
          </p:contentPart>
        </mc:Choice>
        <mc:Fallback xmlns="">
          <p:sp>
            <p:nvSpPr>
              <p:cNvPr id="1049121" name=""/>
              <p:cNvSpPr/>
              <p:nvPr/>
            </p:nvSpPr>
            <p:spPr>
              <a:xfrm>
                <a:off x="9250576" y="4276664"/>
                <a:ext cx="190383" cy="201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049122" name="Encre 1049121"/>
              <p14:cNvContentPartPr/>
              <p14:nvPr/>
            </p14:nvContentPartPr>
            <p14:xfrm>
              <a:off x="9114672" y="4109625"/>
              <a:ext cx="345132" cy="29448"/>
            </p14:xfrm>
          </p:contentPart>
        </mc:Choice>
        <mc:Fallback xmlns="">
          <p:sp>
            <p:nvSpPr>
              <p:cNvPr id="1049122" name=""/>
              <p:cNvSpPr/>
              <p:nvPr/>
            </p:nvSpPr>
            <p:spPr>
              <a:xfrm>
                <a:off x="9114672" y="4109625"/>
                <a:ext cx="345132" cy="29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049123" name="Encre 1049122"/>
              <p14:cNvContentPartPr/>
              <p14:nvPr/>
            </p14:nvContentPartPr>
            <p14:xfrm>
              <a:off x="9357798" y="4037399"/>
              <a:ext cx="111639" cy="195555"/>
            </p14:xfrm>
          </p:contentPart>
        </mc:Choice>
        <mc:Fallback xmlns="">
          <p:sp>
            <p:nvSpPr>
              <p:cNvPr id="1049123" name=""/>
              <p:cNvSpPr/>
              <p:nvPr/>
            </p:nvSpPr>
            <p:spPr>
              <a:xfrm>
                <a:off x="9357798" y="4037399"/>
                <a:ext cx="111639" cy="195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049124" name="Encre 1049123"/>
              <p14:cNvContentPartPr/>
              <p14:nvPr/>
            </p14:nvContentPartPr>
            <p14:xfrm>
              <a:off x="9592441" y="4319851"/>
              <a:ext cx="79965" cy="174408"/>
            </p14:xfrm>
          </p:contentPart>
        </mc:Choice>
        <mc:Fallback xmlns="">
          <p:sp>
            <p:nvSpPr>
              <p:cNvPr id="1049124" name=""/>
              <p:cNvSpPr/>
              <p:nvPr/>
            </p:nvSpPr>
            <p:spPr>
              <a:xfrm>
                <a:off x="9592441" y="4319851"/>
                <a:ext cx="79965" cy="174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049125" name="Encre 1049124"/>
              <p14:cNvContentPartPr/>
              <p14:nvPr/>
            </p14:nvContentPartPr>
            <p14:xfrm>
              <a:off x="9686525" y="4319851"/>
              <a:ext cx="54562" cy="168065"/>
            </p14:xfrm>
          </p:contentPart>
        </mc:Choice>
        <mc:Fallback xmlns="">
          <p:sp>
            <p:nvSpPr>
              <p:cNvPr id="1049125" name=""/>
              <p:cNvSpPr/>
              <p:nvPr/>
            </p:nvSpPr>
            <p:spPr>
              <a:xfrm>
                <a:off x="9686525" y="4319851"/>
                <a:ext cx="54562" cy="168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049126" name="Encre 1049125"/>
              <p14:cNvContentPartPr/>
              <p14:nvPr/>
            </p14:nvContentPartPr>
            <p14:xfrm>
              <a:off x="9871743" y="4081288"/>
              <a:ext cx="190360" cy="328525"/>
            </p14:xfrm>
          </p:contentPart>
        </mc:Choice>
        <mc:Fallback xmlns="">
          <p:sp>
            <p:nvSpPr>
              <p:cNvPr id="1049126" name=""/>
              <p:cNvSpPr/>
              <p:nvPr/>
            </p:nvSpPr>
            <p:spPr>
              <a:xfrm>
                <a:off x="9871743" y="4081288"/>
                <a:ext cx="190360" cy="328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049127" name="Encre 1049126"/>
              <p14:cNvContentPartPr/>
              <p14:nvPr/>
            </p14:nvContentPartPr>
            <p14:xfrm>
              <a:off x="10151597" y="4179787"/>
              <a:ext cx="150312" cy="327821"/>
            </p14:xfrm>
          </p:contentPart>
        </mc:Choice>
        <mc:Fallback xmlns="">
          <p:sp>
            <p:nvSpPr>
              <p:cNvPr id="1049127" name=""/>
              <p:cNvSpPr/>
              <p:nvPr/>
            </p:nvSpPr>
            <p:spPr>
              <a:xfrm>
                <a:off x="10151597" y="4179787"/>
                <a:ext cx="150312" cy="327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049128" name="Encre 1049127"/>
              <p14:cNvContentPartPr/>
              <p14:nvPr/>
            </p14:nvContentPartPr>
            <p14:xfrm>
              <a:off x="10147391" y="4044597"/>
              <a:ext cx="161731" cy="20802"/>
            </p14:xfrm>
          </p:contentPart>
        </mc:Choice>
        <mc:Fallback xmlns="">
          <p:sp>
            <p:nvSpPr>
              <p:cNvPr id="1049128" name=""/>
              <p:cNvSpPr/>
              <p:nvPr/>
            </p:nvSpPr>
            <p:spPr>
              <a:xfrm>
                <a:off x="10147391" y="4044597"/>
                <a:ext cx="161731" cy="20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049129" name="Encre 1049128"/>
              <p14:cNvContentPartPr/>
              <p14:nvPr/>
            </p14:nvContentPartPr>
            <p14:xfrm>
              <a:off x="10165717" y="3957727"/>
              <a:ext cx="122182" cy="136204"/>
            </p14:xfrm>
          </p:contentPart>
        </mc:Choice>
        <mc:Fallback xmlns="">
          <p:sp>
            <p:nvSpPr>
              <p:cNvPr id="1049129" name=""/>
              <p:cNvSpPr/>
              <p:nvPr/>
            </p:nvSpPr>
            <p:spPr>
              <a:xfrm>
                <a:off x="10165717" y="3957727"/>
                <a:ext cx="122182" cy="1362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049130" name="Encre 1049129"/>
              <p14:cNvContentPartPr/>
              <p14:nvPr/>
            </p14:nvContentPartPr>
            <p14:xfrm>
              <a:off x="10316102" y="4292551"/>
              <a:ext cx="140418" cy="197194"/>
            </p14:xfrm>
          </p:contentPart>
        </mc:Choice>
        <mc:Fallback xmlns="">
          <p:sp>
            <p:nvSpPr>
              <p:cNvPr id="1049130" name=""/>
              <p:cNvSpPr/>
              <p:nvPr/>
            </p:nvSpPr>
            <p:spPr>
              <a:xfrm>
                <a:off x="10316102" y="4292551"/>
                <a:ext cx="140418" cy="197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049131" name="Encre 1049130"/>
              <p14:cNvContentPartPr/>
              <p14:nvPr/>
            </p14:nvContentPartPr>
            <p14:xfrm>
              <a:off x="10496919" y="4261772"/>
              <a:ext cx="76508" cy="263378"/>
            </p14:xfrm>
          </p:contentPart>
        </mc:Choice>
        <mc:Fallback xmlns="">
          <p:sp>
            <p:nvSpPr>
              <p:cNvPr id="1049131" name=""/>
              <p:cNvSpPr/>
              <p:nvPr/>
            </p:nvSpPr>
            <p:spPr>
              <a:xfrm>
                <a:off x="10496919" y="4261772"/>
                <a:ext cx="76508" cy="2633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049132" name="Encre 1049131"/>
              <p14:cNvContentPartPr/>
              <p14:nvPr/>
            </p14:nvContentPartPr>
            <p14:xfrm>
              <a:off x="10575515" y="4314655"/>
              <a:ext cx="179891" cy="231321"/>
            </p14:xfrm>
          </p:contentPart>
        </mc:Choice>
        <mc:Fallback xmlns="">
          <p:sp>
            <p:nvSpPr>
              <p:cNvPr id="1049132" name=""/>
              <p:cNvSpPr/>
              <p:nvPr/>
            </p:nvSpPr>
            <p:spPr>
              <a:xfrm>
                <a:off x="10575515" y="4314655"/>
                <a:ext cx="179891" cy="231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049133" name="Encre 1049132"/>
              <p14:cNvContentPartPr/>
              <p14:nvPr/>
            </p14:nvContentPartPr>
            <p14:xfrm>
              <a:off x="9872731" y="4544472"/>
              <a:ext cx="630285" cy="63527"/>
            </p14:xfrm>
          </p:contentPart>
        </mc:Choice>
        <mc:Fallback xmlns="">
          <p:sp>
            <p:nvSpPr>
              <p:cNvPr id="1049133" name=""/>
              <p:cNvSpPr/>
              <p:nvPr/>
            </p:nvSpPr>
            <p:spPr>
              <a:xfrm>
                <a:off x="9872731" y="4544472"/>
                <a:ext cx="630285" cy="635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1049134" name="Encre 1049133"/>
              <p14:cNvContentPartPr/>
              <p14:nvPr/>
            </p14:nvContentPartPr>
            <p14:xfrm>
              <a:off x="10035930" y="4709426"/>
              <a:ext cx="368190" cy="322021"/>
            </p14:xfrm>
          </p:contentPart>
        </mc:Choice>
        <mc:Fallback xmlns="">
          <p:sp>
            <p:nvSpPr>
              <p:cNvPr id="1049134" name=""/>
              <p:cNvSpPr/>
              <p:nvPr/>
            </p:nvSpPr>
            <p:spPr>
              <a:xfrm>
                <a:off x="10035930" y="4709426"/>
                <a:ext cx="368190" cy="3220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049135" name="Encre 1049134"/>
              <p14:cNvContentPartPr/>
              <p14:nvPr/>
            </p14:nvContentPartPr>
            <p14:xfrm>
              <a:off x="10337361" y="4846289"/>
              <a:ext cx="251351" cy="26939"/>
            </p14:xfrm>
          </p:contentPart>
        </mc:Choice>
        <mc:Fallback xmlns="">
          <p:sp>
            <p:nvSpPr>
              <p:cNvPr id="1049135" name=""/>
              <p:cNvSpPr/>
              <p:nvPr/>
            </p:nvSpPr>
            <p:spPr>
              <a:xfrm>
                <a:off x="10337361" y="4846289"/>
                <a:ext cx="251351" cy="26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049136" name="Encre 1049135"/>
              <p14:cNvContentPartPr/>
              <p14:nvPr/>
            </p14:nvContentPartPr>
            <p14:xfrm>
              <a:off x="10852294" y="4565435"/>
              <a:ext cx="157461" cy="9544"/>
            </p14:xfrm>
          </p:contentPart>
        </mc:Choice>
        <mc:Fallback xmlns="">
          <p:sp>
            <p:nvSpPr>
              <p:cNvPr id="1049136" name=""/>
              <p:cNvSpPr/>
              <p:nvPr/>
            </p:nvSpPr>
            <p:spPr>
              <a:xfrm>
                <a:off x="10852294" y="4565435"/>
                <a:ext cx="157461" cy="9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049137" name="Encre 1049136"/>
              <p14:cNvContentPartPr/>
              <p14:nvPr/>
            </p14:nvContentPartPr>
            <p14:xfrm>
              <a:off x="10859795" y="4660348"/>
              <a:ext cx="155207" cy="14677"/>
            </p14:xfrm>
          </p:contentPart>
        </mc:Choice>
        <mc:Fallback xmlns="">
          <p:sp>
            <p:nvSpPr>
              <p:cNvPr id="1049137" name=""/>
              <p:cNvSpPr/>
              <p:nvPr/>
            </p:nvSpPr>
            <p:spPr>
              <a:xfrm>
                <a:off x="10859795" y="4660348"/>
                <a:ext cx="155207" cy="14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049138" name="Encre 1049137"/>
              <p14:cNvContentPartPr/>
              <p14:nvPr/>
            </p14:nvContentPartPr>
            <p14:xfrm>
              <a:off x="11122013" y="4188666"/>
              <a:ext cx="159331" cy="408108"/>
            </p14:xfrm>
          </p:contentPart>
        </mc:Choice>
        <mc:Fallback xmlns="">
          <p:sp>
            <p:nvSpPr>
              <p:cNvPr id="1049138" name=""/>
              <p:cNvSpPr/>
              <p:nvPr/>
            </p:nvSpPr>
            <p:spPr>
              <a:xfrm>
                <a:off x="11122013" y="4188666"/>
                <a:ext cx="159331" cy="408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049139" name="Encre 1049138"/>
              <p14:cNvContentPartPr/>
              <p14:nvPr/>
            </p14:nvContentPartPr>
            <p14:xfrm>
              <a:off x="11360166" y="4153309"/>
              <a:ext cx="195080" cy="448030"/>
            </p14:xfrm>
          </p:contentPart>
        </mc:Choice>
        <mc:Fallback xmlns="">
          <p:sp>
            <p:nvSpPr>
              <p:cNvPr id="1049139" name=""/>
              <p:cNvSpPr/>
              <p:nvPr/>
            </p:nvSpPr>
            <p:spPr>
              <a:xfrm>
                <a:off x="11360166" y="4153309"/>
                <a:ext cx="195080" cy="448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049140" name="Encre 1049139"/>
              <p14:cNvContentPartPr/>
              <p14:nvPr/>
            </p14:nvContentPartPr>
            <p14:xfrm>
              <a:off x="11563875" y="4501312"/>
              <a:ext cx="128085" cy="168294"/>
            </p14:xfrm>
          </p:contentPart>
        </mc:Choice>
        <mc:Fallback xmlns="">
          <p:sp>
            <p:nvSpPr>
              <p:cNvPr id="1049140" name=""/>
              <p:cNvSpPr/>
              <p:nvPr/>
            </p:nvSpPr>
            <p:spPr>
              <a:xfrm>
                <a:off x="11563875" y="4501312"/>
                <a:ext cx="128085" cy="168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049141" name="Encre 1049140"/>
              <p14:cNvContentPartPr/>
              <p14:nvPr/>
            </p14:nvContentPartPr>
            <p14:xfrm>
              <a:off x="11264810" y="4095230"/>
              <a:ext cx="259940" cy="10545"/>
            </p14:xfrm>
          </p:contentPart>
        </mc:Choice>
        <mc:Fallback xmlns="">
          <p:sp>
            <p:nvSpPr>
              <p:cNvPr id="1049141" name=""/>
              <p:cNvSpPr/>
              <p:nvPr/>
            </p:nvSpPr>
            <p:spPr>
              <a:xfrm>
                <a:off x="11264810" y="4095230"/>
                <a:ext cx="259940" cy="10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049142" name="Encre 1049141"/>
              <p14:cNvContentPartPr/>
              <p14:nvPr/>
            </p14:nvContentPartPr>
            <p14:xfrm>
              <a:off x="11374727" y="3994212"/>
              <a:ext cx="211656" cy="226387"/>
            </p14:xfrm>
          </p:contentPart>
        </mc:Choice>
        <mc:Fallback xmlns="">
          <p:sp>
            <p:nvSpPr>
              <p:cNvPr id="1049142" name=""/>
              <p:cNvSpPr/>
              <p:nvPr/>
            </p:nvSpPr>
            <p:spPr>
              <a:xfrm>
                <a:off x="11374727" y="3994212"/>
                <a:ext cx="211656" cy="226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049143" name="Encre 1049142"/>
              <p14:cNvContentPartPr/>
              <p14:nvPr/>
            </p14:nvContentPartPr>
            <p14:xfrm>
              <a:off x="11688885" y="4167952"/>
              <a:ext cx="64871" cy="456192"/>
            </p14:xfrm>
          </p:contentPart>
        </mc:Choice>
        <mc:Fallback xmlns="">
          <p:sp>
            <p:nvSpPr>
              <p:cNvPr id="1049143" name=""/>
              <p:cNvSpPr/>
              <p:nvPr/>
            </p:nvSpPr>
            <p:spPr>
              <a:xfrm>
                <a:off x="11688885" y="4167952"/>
                <a:ext cx="64871" cy="456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1049144" name="Encre 1049143"/>
              <p14:cNvContentPartPr/>
              <p14:nvPr/>
            </p14:nvContentPartPr>
            <p14:xfrm>
              <a:off x="11760096" y="4357453"/>
              <a:ext cx="127617" cy="201480"/>
            </p14:xfrm>
          </p:contentPart>
        </mc:Choice>
        <mc:Fallback xmlns="">
          <p:sp>
            <p:nvSpPr>
              <p:cNvPr id="1049144" name=""/>
              <p:cNvSpPr/>
              <p:nvPr/>
            </p:nvSpPr>
            <p:spPr>
              <a:xfrm>
                <a:off x="11760096" y="4357453"/>
                <a:ext cx="127617" cy="201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049145" name="Encre 1049144"/>
              <p14:cNvContentPartPr/>
              <p14:nvPr/>
            </p14:nvContentPartPr>
            <p14:xfrm>
              <a:off x="11898906" y="4356336"/>
              <a:ext cx="112096" cy="310333"/>
            </p14:xfrm>
          </p:contentPart>
        </mc:Choice>
        <mc:Fallback xmlns="">
          <p:sp>
            <p:nvSpPr>
              <p:cNvPr id="1049145" name=""/>
              <p:cNvSpPr/>
              <p:nvPr/>
            </p:nvSpPr>
            <p:spPr>
              <a:xfrm>
                <a:off x="11898906" y="4356336"/>
                <a:ext cx="112096" cy="3103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1049146" name="Encre 1049145"/>
              <p14:cNvContentPartPr/>
              <p14:nvPr/>
            </p14:nvContentPartPr>
            <p14:xfrm>
              <a:off x="11959904" y="4508780"/>
              <a:ext cx="158320" cy="180573"/>
            </p14:xfrm>
          </p:contentPart>
        </mc:Choice>
        <mc:Fallback xmlns="">
          <p:sp>
            <p:nvSpPr>
              <p:cNvPr id="1049146" name=""/>
              <p:cNvSpPr/>
              <p:nvPr/>
            </p:nvSpPr>
            <p:spPr>
              <a:xfrm>
                <a:off x="11959904" y="4508780"/>
                <a:ext cx="158320" cy="180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049147" name="Encre 1049146"/>
              <p14:cNvContentPartPr/>
              <p14:nvPr/>
            </p14:nvContentPartPr>
            <p14:xfrm>
              <a:off x="12025122" y="4290811"/>
              <a:ext cx="96476" cy="411790"/>
            </p14:xfrm>
          </p:contentPart>
        </mc:Choice>
        <mc:Fallback xmlns="">
          <p:sp>
            <p:nvSpPr>
              <p:cNvPr id="1049147" name=""/>
              <p:cNvSpPr/>
              <p:nvPr/>
            </p:nvSpPr>
            <p:spPr>
              <a:xfrm>
                <a:off x="12025122" y="4290811"/>
                <a:ext cx="96476" cy="411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1049148" name="Encre 1049147"/>
              <p14:cNvContentPartPr/>
              <p14:nvPr/>
            </p14:nvContentPartPr>
            <p14:xfrm>
              <a:off x="11253080" y="4728744"/>
              <a:ext cx="500235" cy="20493"/>
            </p14:xfrm>
          </p:contentPart>
        </mc:Choice>
        <mc:Fallback xmlns="">
          <p:sp>
            <p:nvSpPr>
              <p:cNvPr id="1049148" name=""/>
              <p:cNvSpPr/>
              <p:nvPr/>
            </p:nvSpPr>
            <p:spPr>
              <a:xfrm>
                <a:off x="11253080" y="4728744"/>
                <a:ext cx="500235" cy="20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049149" name="Encre 1049148"/>
              <p14:cNvContentPartPr/>
              <p14:nvPr/>
            </p14:nvContentPartPr>
            <p14:xfrm>
              <a:off x="11234411" y="4730901"/>
              <a:ext cx="569206" cy="23796"/>
            </p14:xfrm>
          </p:contentPart>
        </mc:Choice>
        <mc:Fallback xmlns="">
          <p:sp>
            <p:nvSpPr>
              <p:cNvPr id="1049149" name=""/>
              <p:cNvSpPr/>
              <p:nvPr/>
            </p:nvSpPr>
            <p:spPr>
              <a:xfrm>
                <a:off x="11234411" y="4730901"/>
                <a:ext cx="569206" cy="23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1049150" name="Encre 1049149"/>
              <p14:cNvContentPartPr/>
              <p14:nvPr/>
            </p14:nvContentPartPr>
            <p14:xfrm>
              <a:off x="11240048" y="4834370"/>
              <a:ext cx="349454" cy="378030"/>
            </p14:xfrm>
          </p:contentPart>
        </mc:Choice>
        <mc:Fallback xmlns="">
          <p:sp>
            <p:nvSpPr>
              <p:cNvPr id="1049150" name=""/>
              <p:cNvSpPr/>
              <p:nvPr/>
            </p:nvSpPr>
            <p:spPr>
              <a:xfrm>
                <a:off x="11240048" y="4834370"/>
                <a:ext cx="349454" cy="378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049151" name="Encre 1049150"/>
              <p14:cNvContentPartPr/>
              <p14:nvPr/>
            </p14:nvContentPartPr>
            <p14:xfrm>
              <a:off x="11517691" y="5070295"/>
              <a:ext cx="221504" cy="24685"/>
            </p14:xfrm>
          </p:contentPart>
        </mc:Choice>
        <mc:Fallback xmlns="">
          <p:sp>
            <p:nvSpPr>
              <p:cNvPr id="1049151" name=""/>
              <p:cNvSpPr/>
              <p:nvPr/>
            </p:nvSpPr>
            <p:spPr>
              <a:xfrm>
                <a:off x="11517691" y="5070295"/>
                <a:ext cx="221504" cy="24685"/>
              </a:xfrm>
            </p:spPr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152" name="Encre 1049151"/>
              <p14:cNvContentPartPr/>
              <p14:nvPr/>
            </p14:nvContentPartPr>
            <p14:xfrm>
              <a:off x="198855" y="342940"/>
              <a:ext cx="210047" cy="521013"/>
            </p14:xfrm>
          </p:contentPart>
        </mc:Choice>
        <mc:Fallback xmlns="">
          <p:sp>
            <p:nvSpPr>
              <p:cNvPr id="1049152" name=""/>
              <p:cNvSpPr/>
              <p:nvPr/>
            </p:nvSpPr>
            <p:spPr>
              <a:xfrm>
                <a:off x="198855" y="342940"/>
                <a:ext cx="210047" cy="521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153" name="Encre 1049152"/>
              <p14:cNvContentPartPr/>
              <p14:nvPr/>
            </p14:nvContentPartPr>
            <p14:xfrm>
              <a:off x="477688" y="654431"/>
              <a:ext cx="4915" cy="121076"/>
            </p14:xfrm>
          </p:contentPart>
        </mc:Choice>
        <mc:Fallback xmlns="">
          <p:sp>
            <p:nvSpPr>
              <p:cNvPr id="1049153" name=""/>
              <p:cNvSpPr/>
              <p:nvPr/>
            </p:nvSpPr>
            <p:spPr>
              <a:xfrm>
                <a:off x="477688" y="654431"/>
                <a:ext cx="4915" cy="121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154" name="Encre 1049153"/>
              <p14:cNvContentPartPr/>
              <p14:nvPr/>
            </p14:nvContentPartPr>
            <p14:xfrm>
              <a:off x="531692" y="487889"/>
              <a:ext cx="771" cy="31600"/>
            </p14:xfrm>
          </p:contentPart>
        </mc:Choice>
        <mc:Fallback xmlns="">
          <p:sp>
            <p:nvSpPr>
              <p:cNvPr id="1049154" name=""/>
              <p:cNvSpPr/>
              <p:nvPr/>
            </p:nvSpPr>
            <p:spPr>
              <a:xfrm>
                <a:off x="531692" y="487889"/>
                <a:ext cx="771" cy="31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155" name="Encre 1049154"/>
              <p14:cNvContentPartPr/>
              <p14:nvPr/>
            </p14:nvContentPartPr>
            <p14:xfrm>
              <a:off x="231977" y="904369"/>
              <a:ext cx="315048" cy="54356"/>
            </p14:xfrm>
          </p:contentPart>
        </mc:Choice>
        <mc:Fallback xmlns="">
          <p:sp>
            <p:nvSpPr>
              <p:cNvPr id="1049155" name=""/>
              <p:cNvSpPr/>
              <p:nvPr/>
            </p:nvSpPr>
            <p:spPr>
              <a:xfrm>
                <a:off x="231977" y="904369"/>
                <a:ext cx="315048" cy="54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156" name="Encre 1049155"/>
              <p14:cNvContentPartPr/>
              <p14:nvPr/>
            </p14:nvContentPartPr>
            <p14:xfrm>
              <a:off x="246538" y="977422"/>
              <a:ext cx="275471" cy="89766"/>
            </p14:xfrm>
          </p:contentPart>
        </mc:Choice>
        <mc:Fallback xmlns="">
          <p:sp>
            <p:nvSpPr>
              <p:cNvPr id="1049156" name=""/>
              <p:cNvSpPr/>
              <p:nvPr/>
            </p:nvSpPr>
            <p:spPr>
              <a:xfrm>
                <a:off x="246538" y="977422"/>
                <a:ext cx="275471" cy="89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157" name="Encre 1049156"/>
              <p14:cNvContentPartPr/>
              <p14:nvPr/>
            </p14:nvContentPartPr>
            <p14:xfrm>
              <a:off x="937602" y="553397"/>
              <a:ext cx="260021" cy="297302"/>
            </p14:xfrm>
          </p:contentPart>
        </mc:Choice>
        <mc:Fallback xmlns="">
          <p:sp>
            <p:nvSpPr>
              <p:cNvPr id="1049157" name=""/>
              <p:cNvSpPr/>
              <p:nvPr/>
            </p:nvSpPr>
            <p:spPr>
              <a:xfrm>
                <a:off x="937602" y="553397"/>
                <a:ext cx="260021" cy="297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158" name="Encre 1049157"/>
              <p14:cNvContentPartPr/>
              <p14:nvPr/>
            </p14:nvContentPartPr>
            <p14:xfrm>
              <a:off x="1405246" y="586970"/>
              <a:ext cx="262248" cy="190817"/>
            </p14:xfrm>
          </p:contentPart>
        </mc:Choice>
        <mc:Fallback xmlns="">
          <p:sp>
            <p:nvSpPr>
              <p:cNvPr id="1049158" name=""/>
              <p:cNvSpPr/>
              <p:nvPr/>
            </p:nvSpPr>
            <p:spPr>
              <a:xfrm>
                <a:off x="1405246" y="586970"/>
                <a:ext cx="262248" cy="190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159" name="Encre 1049158"/>
              <p14:cNvContentPartPr/>
              <p14:nvPr/>
            </p14:nvContentPartPr>
            <p14:xfrm>
              <a:off x="1702803" y="422612"/>
              <a:ext cx="31170" cy="160795"/>
            </p14:xfrm>
          </p:contentPart>
        </mc:Choice>
        <mc:Fallback xmlns="">
          <p:sp>
            <p:nvSpPr>
              <p:cNvPr id="1049159" name=""/>
              <p:cNvSpPr/>
              <p:nvPr/>
            </p:nvSpPr>
            <p:spPr>
              <a:xfrm>
                <a:off x="1702803" y="422612"/>
                <a:ext cx="31170" cy="160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160" name="Encre 1049159"/>
              <p14:cNvContentPartPr/>
              <p14:nvPr/>
            </p14:nvContentPartPr>
            <p14:xfrm>
              <a:off x="1784275" y="574771"/>
              <a:ext cx="206061" cy="166998"/>
            </p14:xfrm>
          </p:contentPart>
        </mc:Choice>
        <mc:Fallback xmlns="">
          <p:sp>
            <p:nvSpPr>
              <p:cNvPr id="1049160" name=""/>
              <p:cNvSpPr/>
              <p:nvPr/>
            </p:nvSpPr>
            <p:spPr>
              <a:xfrm>
                <a:off x="1784275" y="574771"/>
                <a:ext cx="206061" cy="166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161" name="Encre 1049160"/>
              <p14:cNvContentPartPr/>
              <p14:nvPr/>
            </p14:nvContentPartPr>
            <p14:xfrm>
              <a:off x="2022017" y="415663"/>
              <a:ext cx="157108" cy="295649"/>
            </p14:xfrm>
          </p:contentPart>
        </mc:Choice>
        <mc:Fallback xmlns="">
          <p:sp>
            <p:nvSpPr>
              <p:cNvPr id="1049161" name=""/>
              <p:cNvSpPr/>
              <p:nvPr/>
            </p:nvSpPr>
            <p:spPr>
              <a:xfrm>
                <a:off x="2022017" y="415663"/>
                <a:ext cx="157108" cy="295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162" name="Encre 1049161"/>
              <p14:cNvContentPartPr/>
              <p14:nvPr/>
            </p14:nvContentPartPr>
            <p14:xfrm>
              <a:off x="2244265" y="594963"/>
              <a:ext cx="180741" cy="413313"/>
            </p14:xfrm>
          </p:contentPart>
        </mc:Choice>
        <mc:Fallback xmlns="">
          <p:sp>
            <p:nvSpPr>
              <p:cNvPr id="1049162" name=""/>
              <p:cNvSpPr/>
              <p:nvPr/>
            </p:nvSpPr>
            <p:spPr>
              <a:xfrm>
                <a:off x="2244265" y="594963"/>
                <a:ext cx="180741" cy="413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163" name="Encre 1049162"/>
              <p14:cNvContentPartPr/>
              <p14:nvPr/>
            </p14:nvContentPartPr>
            <p14:xfrm>
              <a:off x="2448823" y="547012"/>
              <a:ext cx="321902" cy="191335"/>
            </p14:xfrm>
          </p:contentPart>
        </mc:Choice>
        <mc:Fallback xmlns="">
          <p:sp>
            <p:nvSpPr>
              <p:cNvPr id="1049163" name=""/>
              <p:cNvSpPr/>
              <p:nvPr/>
            </p:nvSpPr>
            <p:spPr>
              <a:xfrm>
                <a:off x="2448823" y="547012"/>
                <a:ext cx="321902" cy="191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164" name="Encre 1049163"/>
              <p14:cNvContentPartPr/>
              <p14:nvPr/>
            </p14:nvContentPartPr>
            <p14:xfrm>
              <a:off x="2986618" y="353159"/>
              <a:ext cx="216532" cy="512272"/>
            </p14:xfrm>
          </p:contentPart>
        </mc:Choice>
        <mc:Fallback xmlns="">
          <p:sp>
            <p:nvSpPr>
              <p:cNvPr id="1049164" name=""/>
              <p:cNvSpPr/>
              <p:nvPr/>
            </p:nvSpPr>
            <p:spPr>
              <a:xfrm>
                <a:off x="2986618" y="353159"/>
                <a:ext cx="216532" cy="5122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165" name="Encre 1049164"/>
              <p14:cNvContentPartPr/>
              <p14:nvPr/>
            </p14:nvContentPartPr>
            <p14:xfrm>
              <a:off x="3121688" y="559867"/>
              <a:ext cx="3549" cy="31651"/>
            </p14:xfrm>
          </p:contentPart>
        </mc:Choice>
        <mc:Fallback xmlns="">
          <p:sp>
            <p:nvSpPr>
              <p:cNvPr id="1049165" name=""/>
              <p:cNvSpPr/>
              <p:nvPr/>
            </p:nvSpPr>
            <p:spPr>
              <a:xfrm>
                <a:off x="3121688" y="559867"/>
                <a:ext cx="3549" cy="31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166" name="Encre 1049165"/>
              <p14:cNvContentPartPr/>
              <p14:nvPr/>
            </p14:nvContentPartPr>
            <p14:xfrm>
              <a:off x="3276490" y="509482"/>
              <a:ext cx="159805" cy="299914"/>
            </p14:xfrm>
          </p:contentPart>
        </mc:Choice>
        <mc:Fallback xmlns="">
          <p:sp>
            <p:nvSpPr>
              <p:cNvPr id="1049166" name=""/>
              <p:cNvSpPr/>
              <p:nvPr/>
            </p:nvSpPr>
            <p:spPr>
              <a:xfrm>
                <a:off x="3276490" y="509482"/>
                <a:ext cx="159805" cy="299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167" name="Encre 1049166"/>
              <p14:cNvContentPartPr/>
              <p14:nvPr/>
            </p14:nvContentPartPr>
            <p14:xfrm>
              <a:off x="3329073" y="576800"/>
              <a:ext cx="285925" cy="139166"/>
            </p14:xfrm>
          </p:contentPart>
        </mc:Choice>
        <mc:Fallback xmlns="">
          <p:sp>
            <p:nvSpPr>
              <p:cNvPr id="1049167" name=""/>
              <p:cNvSpPr/>
              <p:nvPr/>
            </p:nvSpPr>
            <p:spPr>
              <a:xfrm>
                <a:off x="3329073" y="576800"/>
                <a:ext cx="285925" cy="139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168" name="Encre 1049167"/>
              <p14:cNvContentPartPr/>
              <p14:nvPr/>
            </p14:nvContentPartPr>
            <p14:xfrm>
              <a:off x="3789459" y="373411"/>
              <a:ext cx="203598" cy="361724"/>
            </p14:xfrm>
          </p:contentPart>
        </mc:Choice>
        <mc:Fallback xmlns="">
          <p:sp>
            <p:nvSpPr>
              <p:cNvPr id="1049168" name=""/>
              <p:cNvSpPr/>
              <p:nvPr/>
            </p:nvSpPr>
            <p:spPr>
              <a:xfrm>
                <a:off x="3789459" y="373411"/>
                <a:ext cx="203598" cy="361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169" name="Encre 1049168"/>
              <p14:cNvContentPartPr/>
              <p14:nvPr/>
            </p14:nvContentPartPr>
            <p14:xfrm>
              <a:off x="4010853" y="502533"/>
              <a:ext cx="554065" cy="189767"/>
            </p14:xfrm>
          </p:contentPart>
        </mc:Choice>
        <mc:Fallback xmlns="">
          <p:sp>
            <p:nvSpPr>
              <p:cNvPr id="1049169" name=""/>
              <p:cNvSpPr/>
              <p:nvPr/>
            </p:nvSpPr>
            <p:spPr>
              <a:xfrm>
                <a:off x="4010853" y="502533"/>
                <a:ext cx="554065" cy="189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170" name="Encre 1049169"/>
              <p14:cNvContentPartPr/>
              <p14:nvPr/>
            </p14:nvContentPartPr>
            <p14:xfrm>
              <a:off x="4107560" y="545720"/>
              <a:ext cx="51052" cy="105246"/>
            </p14:xfrm>
          </p:contentPart>
        </mc:Choice>
        <mc:Fallback xmlns="">
          <p:sp>
            <p:nvSpPr>
              <p:cNvPr id="1049170" name=""/>
              <p:cNvSpPr/>
              <p:nvPr/>
            </p:nvSpPr>
            <p:spPr>
              <a:xfrm>
                <a:off x="4107560" y="545720"/>
                <a:ext cx="51052" cy="105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171" name="Encre 1049170"/>
              <p14:cNvContentPartPr/>
              <p14:nvPr/>
            </p14:nvContentPartPr>
            <p14:xfrm>
              <a:off x="4787143" y="313901"/>
              <a:ext cx="129527" cy="389631"/>
            </p14:xfrm>
          </p:contentPart>
        </mc:Choice>
        <mc:Fallback xmlns="">
          <p:sp>
            <p:nvSpPr>
              <p:cNvPr id="1049171" name=""/>
              <p:cNvSpPr/>
              <p:nvPr/>
            </p:nvSpPr>
            <p:spPr>
              <a:xfrm>
                <a:off x="4787143" y="313901"/>
                <a:ext cx="129527" cy="389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172" name="Encre 1049171"/>
              <p14:cNvContentPartPr/>
              <p14:nvPr/>
            </p14:nvContentPartPr>
            <p14:xfrm>
              <a:off x="4866369" y="341623"/>
              <a:ext cx="267738" cy="356243"/>
            </p14:xfrm>
          </p:contentPart>
        </mc:Choice>
        <mc:Fallback xmlns="">
          <p:sp>
            <p:nvSpPr>
              <p:cNvPr id="1049172" name=""/>
              <p:cNvSpPr/>
              <p:nvPr/>
            </p:nvSpPr>
            <p:spPr>
              <a:xfrm>
                <a:off x="4866369" y="341623"/>
                <a:ext cx="267738" cy="356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173" name="Encre 1049172"/>
              <p14:cNvContentPartPr/>
              <p14:nvPr/>
            </p14:nvContentPartPr>
            <p14:xfrm>
              <a:off x="5270549" y="502533"/>
              <a:ext cx="18091" cy="75701"/>
            </p14:xfrm>
          </p:contentPart>
        </mc:Choice>
        <mc:Fallback xmlns="">
          <p:sp>
            <p:nvSpPr>
              <p:cNvPr id="1049173" name=""/>
              <p:cNvSpPr/>
              <p:nvPr/>
            </p:nvSpPr>
            <p:spPr>
              <a:xfrm>
                <a:off x="5270549" y="502533"/>
                <a:ext cx="18091" cy="75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174" name="Encre 1049173"/>
              <p14:cNvContentPartPr/>
              <p14:nvPr/>
            </p14:nvContentPartPr>
            <p14:xfrm>
              <a:off x="5273454" y="647233"/>
              <a:ext cx="15186" cy="66723"/>
            </p14:xfrm>
          </p:contentPart>
        </mc:Choice>
        <mc:Fallback xmlns="">
          <p:sp>
            <p:nvSpPr>
              <p:cNvPr id="1049174" name=""/>
              <p:cNvSpPr/>
              <p:nvPr/>
            </p:nvSpPr>
            <p:spPr>
              <a:xfrm>
                <a:off x="5273454" y="647233"/>
                <a:ext cx="15186" cy="66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175" name="Encre 1049174"/>
              <p14:cNvContentPartPr/>
              <p14:nvPr/>
            </p14:nvContentPartPr>
            <p14:xfrm>
              <a:off x="661991" y="1349888"/>
              <a:ext cx="156840" cy="373957"/>
            </p14:xfrm>
          </p:contentPart>
        </mc:Choice>
        <mc:Fallback xmlns="">
          <p:sp>
            <p:nvSpPr>
              <p:cNvPr id="1049175" name=""/>
              <p:cNvSpPr/>
              <p:nvPr/>
            </p:nvSpPr>
            <p:spPr>
              <a:xfrm>
                <a:off x="661991" y="1349888"/>
                <a:ext cx="156840" cy="3739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176" name="Encre 1049175"/>
              <p14:cNvContentPartPr/>
              <p14:nvPr/>
            </p14:nvContentPartPr>
            <p14:xfrm>
              <a:off x="825892" y="1270464"/>
              <a:ext cx="14119" cy="419706"/>
            </p14:xfrm>
          </p:contentPart>
        </mc:Choice>
        <mc:Fallback xmlns="">
          <p:sp>
            <p:nvSpPr>
              <p:cNvPr id="1049176" name=""/>
              <p:cNvSpPr/>
              <p:nvPr/>
            </p:nvSpPr>
            <p:spPr>
              <a:xfrm>
                <a:off x="825892" y="1270464"/>
                <a:ext cx="14119" cy="419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177" name="Encre 1049176"/>
              <p14:cNvContentPartPr/>
              <p14:nvPr/>
            </p14:nvContentPartPr>
            <p14:xfrm>
              <a:off x="961601" y="1241176"/>
              <a:ext cx="157276" cy="435492"/>
            </p14:xfrm>
          </p:contentPart>
        </mc:Choice>
        <mc:Fallback xmlns="">
          <p:sp>
            <p:nvSpPr>
              <p:cNvPr id="1049177" name=""/>
              <p:cNvSpPr/>
              <p:nvPr/>
            </p:nvSpPr>
            <p:spPr>
              <a:xfrm>
                <a:off x="961601" y="1241176"/>
                <a:ext cx="157276" cy="435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178" name="Encre 1049177"/>
              <p14:cNvContentPartPr/>
              <p14:nvPr/>
            </p14:nvContentPartPr>
            <p14:xfrm>
              <a:off x="1222425" y="1509210"/>
              <a:ext cx="142305" cy="189426"/>
            </p14:xfrm>
          </p:contentPart>
        </mc:Choice>
        <mc:Fallback xmlns="">
          <p:sp>
            <p:nvSpPr>
              <p:cNvPr id="1049178" name=""/>
              <p:cNvSpPr/>
              <p:nvPr/>
            </p:nvSpPr>
            <p:spPr>
              <a:xfrm>
                <a:off x="1222425" y="1509210"/>
                <a:ext cx="142305" cy="189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179" name="Encre 1049178"/>
              <p14:cNvContentPartPr/>
              <p14:nvPr/>
            </p14:nvContentPartPr>
            <p14:xfrm>
              <a:off x="933114" y="1283180"/>
              <a:ext cx="343428" cy="52064"/>
            </p14:xfrm>
          </p:contentPart>
        </mc:Choice>
        <mc:Fallback xmlns="">
          <p:sp>
            <p:nvSpPr>
              <p:cNvPr id="1049179" name=""/>
              <p:cNvSpPr/>
              <p:nvPr/>
            </p:nvSpPr>
            <p:spPr>
              <a:xfrm>
                <a:off x="933114" y="1283180"/>
                <a:ext cx="343428" cy="52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180" name="Encre 1049179"/>
              <p14:cNvContentPartPr/>
              <p14:nvPr/>
            </p14:nvContentPartPr>
            <p14:xfrm>
              <a:off x="1176240" y="1208379"/>
              <a:ext cx="144184" cy="121298"/>
            </p14:xfrm>
          </p:contentPart>
        </mc:Choice>
        <mc:Fallback xmlns="">
          <p:sp>
            <p:nvSpPr>
              <p:cNvPr id="1049180" name=""/>
              <p:cNvSpPr/>
              <p:nvPr/>
            </p:nvSpPr>
            <p:spPr>
              <a:xfrm>
                <a:off x="1176240" y="1208379"/>
                <a:ext cx="144184" cy="1212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181" name="Encre 1049180"/>
              <p14:cNvContentPartPr/>
              <p14:nvPr/>
            </p14:nvContentPartPr>
            <p14:xfrm>
              <a:off x="1480508" y="1270464"/>
              <a:ext cx="74761" cy="431195"/>
            </p14:xfrm>
          </p:contentPart>
        </mc:Choice>
        <mc:Fallback xmlns="">
          <p:sp>
            <p:nvSpPr>
              <p:cNvPr id="1049181" name=""/>
              <p:cNvSpPr/>
              <p:nvPr/>
            </p:nvSpPr>
            <p:spPr>
              <a:xfrm>
                <a:off x="1480508" y="1270464"/>
                <a:ext cx="74761" cy="4311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182" name="Encre 1049181"/>
              <p14:cNvContentPartPr/>
              <p14:nvPr/>
            </p14:nvContentPartPr>
            <p14:xfrm>
              <a:off x="1594074" y="1368159"/>
              <a:ext cx="183730" cy="253323"/>
            </p14:xfrm>
          </p:contentPart>
        </mc:Choice>
        <mc:Fallback xmlns="">
          <p:sp>
            <p:nvSpPr>
              <p:cNvPr id="1049182" name=""/>
              <p:cNvSpPr/>
              <p:nvPr/>
            </p:nvSpPr>
            <p:spPr>
              <a:xfrm>
                <a:off x="1594074" y="1368159"/>
                <a:ext cx="183730" cy="253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183" name="Encre 1049182"/>
              <p14:cNvContentPartPr/>
              <p14:nvPr/>
            </p14:nvContentPartPr>
            <p14:xfrm>
              <a:off x="1805455" y="1299007"/>
              <a:ext cx="150464" cy="420202"/>
            </p14:xfrm>
          </p:contentPart>
        </mc:Choice>
        <mc:Fallback xmlns="">
          <p:sp>
            <p:nvSpPr>
              <p:cNvPr id="1049183" name=""/>
              <p:cNvSpPr/>
              <p:nvPr/>
            </p:nvSpPr>
            <p:spPr>
              <a:xfrm>
                <a:off x="1805455" y="1299007"/>
                <a:ext cx="150464" cy="420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184" name="Encre 1049183"/>
              <p14:cNvContentPartPr/>
              <p14:nvPr/>
            </p14:nvContentPartPr>
            <p14:xfrm>
              <a:off x="1932735" y="1523628"/>
              <a:ext cx="58925" cy="238654"/>
            </p14:xfrm>
          </p:contentPart>
        </mc:Choice>
        <mc:Fallback xmlns="">
          <p:sp>
            <p:nvSpPr>
              <p:cNvPr id="1049184" name=""/>
              <p:cNvSpPr/>
              <p:nvPr/>
            </p:nvSpPr>
            <p:spPr>
              <a:xfrm>
                <a:off x="1932735" y="1523628"/>
                <a:ext cx="58925" cy="238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185" name="Encre 1049184"/>
              <p14:cNvContentPartPr/>
              <p14:nvPr/>
            </p14:nvContentPartPr>
            <p14:xfrm>
              <a:off x="1956522" y="1433319"/>
              <a:ext cx="203167" cy="249663"/>
            </p14:xfrm>
          </p:contentPart>
        </mc:Choice>
        <mc:Fallback xmlns="">
          <p:sp>
            <p:nvSpPr>
              <p:cNvPr id="1049185" name=""/>
              <p:cNvSpPr/>
              <p:nvPr/>
            </p:nvSpPr>
            <p:spPr>
              <a:xfrm>
                <a:off x="1956522" y="1433319"/>
                <a:ext cx="203167" cy="249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186" name="Encre 1049185"/>
              <p14:cNvContentPartPr/>
              <p14:nvPr/>
            </p14:nvContentPartPr>
            <p14:xfrm>
              <a:off x="2191544" y="1320849"/>
              <a:ext cx="88139" cy="383965"/>
            </p14:xfrm>
          </p:contentPart>
        </mc:Choice>
        <mc:Fallback xmlns="">
          <p:sp>
            <p:nvSpPr>
              <p:cNvPr id="1049186" name=""/>
              <p:cNvSpPr/>
              <p:nvPr/>
            </p:nvSpPr>
            <p:spPr>
              <a:xfrm>
                <a:off x="2191544" y="1320849"/>
                <a:ext cx="88139" cy="383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187" name="Encre 1049186"/>
              <p14:cNvContentPartPr/>
              <p14:nvPr/>
            </p14:nvContentPartPr>
            <p14:xfrm>
              <a:off x="805833" y="1790571"/>
              <a:ext cx="1101825" cy="82357"/>
            </p14:xfrm>
          </p:contentPart>
        </mc:Choice>
        <mc:Fallback xmlns="">
          <p:sp>
            <p:nvSpPr>
              <p:cNvPr id="1049187" name=""/>
              <p:cNvSpPr/>
              <p:nvPr/>
            </p:nvSpPr>
            <p:spPr>
              <a:xfrm>
                <a:off x="805833" y="1790571"/>
                <a:ext cx="1101825" cy="82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188" name="Encre 1049187"/>
              <p14:cNvContentPartPr/>
              <p14:nvPr/>
            </p14:nvContentPartPr>
            <p14:xfrm>
              <a:off x="1140834" y="1985901"/>
              <a:ext cx="235731" cy="360749"/>
            </p14:xfrm>
          </p:contentPart>
        </mc:Choice>
        <mc:Fallback xmlns="">
          <p:sp>
            <p:nvSpPr>
              <p:cNvPr id="1049188" name=""/>
              <p:cNvSpPr/>
              <p:nvPr/>
            </p:nvSpPr>
            <p:spPr>
              <a:xfrm>
                <a:off x="1140834" y="1985901"/>
                <a:ext cx="235731" cy="3607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189" name="Encre 1049188"/>
              <p14:cNvContentPartPr/>
              <p14:nvPr/>
            </p14:nvContentPartPr>
            <p14:xfrm>
              <a:off x="1459066" y="2034424"/>
              <a:ext cx="8836" cy="266194"/>
            </p14:xfrm>
          </p:contentPart>
        </mc:Choice>
        <mc:Fallback xmlns="">
          <p:sp>
            <p:nvSpPr>
              <p:cNvPr id="1049189" name=""/>
              <p:cNvSpPr/>
              <p:nvPr/>
            </p:nvSpPr>
            <p:spPr>
              <a:xfrm>
                <a:off x="1459066" y="2034424"/>
                <a:ext cx="8836" cy="266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190" name="Encre 1049189"/>
              <p14:cNvContentPartPr/>
              <p14:nvPr/>
            </p14:nvContentPartPr>
            <p14:xfrm>
              <a:off x="1340824" y="2117571"/>
              <a:ext cx="300046" cy="130801"/>
            </p14:xfrm>
          </p:contentPart>
        </mc:Choice>
        <mc:Fallback xmlns="">
          <p:sp>
            <p:nvSpPr>
              <p:cNvPr id="1049190" name=""/>
              <p:cNvSpPr/>
              <p:nvPr/>
            </p:nvSpPr>
            <p:spPr>
              <a:xfrm>
                <a:off x="1340824" y="2117571"/>
                <a:ext cx="300046" cy="130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191" name="Encre 1049190"/>
              <p14:cNvContentPartPr/>
              <p14:nvPr/>
            </p14:nvContentPartPr>
            <p14:xfrm>
              <a:off x="1977843" y="1574261"/>
              <a:ext cx="414025" cy="656077"/>
            </p14:xfrm>
          </p:contentPart>
        </mc:Choice>
        <mc:Fallback xmlns="">
          <p:sp>
            <p:nvSpPr>
              <p:cNvPr id="1049191" name=""/>
              <p:cNvSpPr/>
              <p:nvPr/>
            </p:nvSpPr>
            <p:spPr>
              <a:xfrm>
                <a:off x="1977843" y="1574261"/>
                <a:ext cx="414025" cy="656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192" name="Encre 1049191"/>
              <p14:cNvContentPartPr/>
              <p14:nvPr/>
            </p14:nvContentPartPr>
            <p14:xfrm>
              <a:off x="2156928" y="1927021"/>
              <a:ext cx="240412" cy="283001"/>
            </p14:xfrm>
          </p:contentPart>
        </mc:Choice>
        <mc:Fallback xmlns="">
          <p:sp>
            <p:nvSpPr>
              <p:cNvPr id="1049192" name=""/>
              <p:cNvSpPr/>
              <p:nvPr/>
            </p:nvSpPr>
            <p:spPr>
              <a:xfrm>
                <a:off x="2156928" y="1927021"/>
                <a:ext cx="240412" cy="283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193" name="Encre 1049192"/>
              <p14:cNvContentPartPr/>
              <p14:nvPr/>
            </p14:nvContentPartPr>
            <p14:xfrm>
              <a:off x="2542333" y="1675167"/>
              <a:ext cx="166247" cy="7805"/>
            </p14:xfrm>
          </p:contentPart>
        </mc:Choice>
        <mc:Fallback xmlns="">
          <p:sp>
            <p:nvSpPr>
              <p:cNvPr id="1049193" name=""/>
              <p:cNvSpPr/>
              <p:nvPr/>
            </p:nvSpPr>
            <p:spPr>
              <a:xfrm>
                <a:off x="2542333" y="1675167"/>
                <a:ext cx="166247" cy="7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194" name="Encre 1049193"/>
              <p14:cNvContentPartPr/>
              <p14:nvPr/>
            </p14:nvContentPartPr>
            <p14:xfrm>
              <a:off x="2563513" y="1791791"/>
              <a:ext cx="168045" cy="21734"/>
            </p14:xfrm>
          </p:contentPart>
        </mc:Choice>
        <mc:Fallback xmlns="">
          <p:sp>
            <p:nvSpPr>
              <p:cNvPr id="1049194" name=""/>
              <p:cNvSpPr/>
              <p:nvPr/>
            </p:nvSpPr>
            <p:spPr>
              <a:xfrm>
                <a:off x="2563513" y="1791791"/>
                <a:ext cx="168045" cy="21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195" name="Encre 1049194"/>
              <p14:cNvContentPartPr/>
              <p14:nvPr/>
            </p14:nvContentPartPr>
            <p14:xfrm>
              <a:off x="3064326" y="1479558"/>
              <a:ext cx="346292" cy="269811"/>
            </p14:xfrm>
          </p:contentPart>
        </mc:Choice>
        <mc:Fallback xmlns="">
          <p:sp>
            <p:nvSpPr>
              <p:cNvPr id="1049195" name=""/>
              <p:cNvSpPr/>
              <p:nvPr/>
            </p:nvSpPr>
            <p:spPr>
              <a:xfrm>
                <a:off x="3064326" y="1479558"/>
                <a:ext cx="346292" cy="269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196" name="Encre 1049195"/>
              <p14:cNvContentPartPr/>
              <p14:nvPr/>
            </p14:nvContentPartPr>
            <p14:xfrm>
              <a:off x="3121688" y="1349077"/>
              <a:ext cx="274582" cy="37296"/>
            </p14:xfrm>
          </p:contentPart>
        </mc:Choice>
        <mc:Fallback xmlns="">
          <p:sp>
            <p:nvSpPr>
              <p:cNvPr id="1049196" name=""/>
              <p:cNvSpPr/>
              <p:nvPr/>
            </p:nvSpPr>
            <p:spPr>
              <a:xfrm>
                <a:off x="3121688" y="1349077"/>
                <a:ext cx="274582" cy="37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197" name="Encre 1049196"/>
              <p14:cNvContentPartPr/>
              <p14:nvPr/>
            </p14:nvContentPartPr>
            <p14:xfrm>
              <a:off x="3321571" y="1302255"/>
              <a:ext cx="115791" cy="121617"/>
            </p14:xfrm>
          </p:contentPart>
        </mc:Choice>
        <mc:Fallback xmlns="">
          <p:sp>
            <p:nvSpPr>
              <p:cNvPr id="1049197" name=""/>
              <p:cNvSpPr/>
              <p:nvPr/>
            </p:nvSpPr>
            <p:spPr>
              <a:xfrm>
                <a:off x="3321571" y="1302255"/>
                <a:ext cx="115791" cy="1216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198" name="Encre 1049197"/>
              <p14:cNvContentPartPr/>
              <p14:nvPr/>
            </p14:nvContentPartPr>
            <p14:xfrm>
              <a:off x="3361243" y="1675527"/>
              <a:ext cx="158890" cy="184144"/>
            </p14:xfrm>
          </p:contentPart>
        </mc:Choice>
        <mc:Fallback xmlns="">
          <p:sp>
            <p:nvSpPr>
              <p:cNvPr id="1049198" name=""/>
              <p:cNvSpPr/>
              <p:nvPr/>
            </p:nvSpPr>
            <p:spPr>
              <a:xfrm>
                <a:off x="3361243" y="1675527"/>
                <a:ext cx="158890" cy="184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199" name="Encre 1049198"/>
              <p14:cNvContentPartPr/>
              <p14:nvPr/>
            </p14:nvContentPartPr>
            <p14:xfrm>
              <a:off x="3486164" y="1596102"/>
              <a:ext cx="171635" cy="415400"/>
            </p14:xfrm>
          </p:contentPart>
        </mc:Choice>
        <mc:Fallback xmlns="">
          <p:sp>
            <p:nvSpPr>
              <p:cNvPr id="1049199" name=""/>
              <p:cNvSpPr/>
              <p:nvPr/>
            </p:nvSpPr>
            <p:spPr>
              <a:xfrm>
                <a:off x="3486164" y="1596102"/>
                <a:ext cx="171635" cy="415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200" name="Encre 1049199"/>
              <p14:cNvContentPartPr/>
              <p14:nvPr/>
            </p14:nvContentPartPr>
            <p14:xfrm>
              <a:off x="3627094" y="1842317"/>
              <a:ext cx="52327" cy="185356"/>
            </p14:xfrm>
          </p:contentPart>
        </mc:Choice>
        <mc:Fallback xmlns="">
          <p:sp>
            <p:nvSpPr>
              <p:cNvPr id="1049200" name=""/>
              <p:cNvSpPr/>
              <p:nvPr/>
            </p:nvSpPr>
            <p:spPr>
              <a:xfrm>
                <a:off x="3627094" y="1842317"/>
                <a:ext cx="52327" cy="185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201" name="Encre 1049200"/>
              <p14:cNvContentPartPr/>
              <p14:nvPr/>
            </p14:nvContentPartPr>
            <p14:xfrm>
              <a:off x="3627068" y="1775843"/>
              <a:ext cx="140216" cy="256495"/>
            </p14:xfrm>
          </p:contentPart>
        </mc:Choice>
        <mc:Fallback xmlns="">
          <p:sp>
            <p:nvSpPr>
              <p:cNvPr id="1049201" name=""/>
              <p:cNvSpPr/>
              <p:nvPr/>
            </p:nvSpPr>
            <p:spPr>
              <a:xfrm>
                <a:off x="3627068" y="1775843"/>
                <a:ext cx="140216" cy="256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202" name="Encre 1049201"/>
              <p14:cNvContentPartPr/>
              <p14:nvPr/>
            </p14:nvContentPartPr>
            <p14:xfrm>
              <a:off x="3829444" y="1662132"/>
              <a:ext cx="159005" cy="13642"/>
            </p14:xfrm>
          </p:contentPart>
        </mc:Choice>
        <mc:Fallback xmlns="">
          <p:sp>
            <p:nvSpPr>
              <p:cNvPr id="1049202" name=""/>
              <p:cNvSpPr/>
              <p:nvPr/>
            </p:nvSpPr>
            <p:spPr>
              <a:xfrm>
                <a:off x="3829444" y="1662132"/>
                <a:ext cx="159005" cy="136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203" name="Encre 1049202"/>
              <p14:cNvContentPartPr/>
              <p14:nvPr/>
            </p14:nvContentPartPr>
            <p14:xfrm>
              <a:off x="4058450" y="1467632"/>
              <a:ext cx="314607" cy="239934"/>
            </p14:xfrm>
          </p:contentPart>
        </mc:Choice>
        <mc:Fallback xmlns="">
          <p:sp>
            <p:nvSpPr>
              <p:cNvPr id="1049203" name=""/>
              <p:cNvSpPr/>
              <p:nvPr/>
            </p:nvSpPr>
            <p:spPr>
              <a:xfrm>
                <a:off x="4058450" y="1467632"/>
                <a:ext cx="314607" cy="2399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204" name="Encre 1049203"/>
              <p14:cNvContentPartPr/>
              <p14:nvPr/>
            </p14:nvContentPartPr>
            <p14:xfrm>
              <a:off x="4051390" y="1349888"/>
              <a:ext cx="292986" cy="28791"/>
            </p14:xfrm>
          </p:contentPart>
        </mc:Choice>
        <mc:Fallback xmlns="">
          <p:sp>
            <p:nvSpPr>
              <p:cNvPr id="1049204" name=""/>
              <p:cNvSpPr/>
              <p:nvPr/>
            </p:nvSpPr>
            <p:spPr>
              <a:xfrm>
                <a:off x="4051390" y="1349888"/>
                <a:ext cx="292986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205" name="Encre 1049204"/>
              <p14:cNvContentPartPr/>
              <p14:nvPr/>
            </p14:nvContentPartPr>
            <p14:xfrm>
              <a:off x="4258775" y="1277662"/>
              <a:ext cx="139988" cy="151898"/>
            </p14:xfrm>
          </p:contentPart>
        </mc:Choice>
        <mc:Fallback xmlns="">
          <p:sp>
            <p:nvSpPr>
              <p:cNvPr id="1049205" name=""/>
              <p:cNvSpPr/>
              <p:nvPr/>
            </p:nvSpPr>
            <p:spPr>
              <a:xfrm>
                <a:off x="4258775" y="1277662"/>
                <a:ext cx="139988" cy="151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206" name="Encre 1049205"/>
              <p14:cNvContentPartPr/>
              <p14:nvPr/>
            </p14:nvContentPartPr>
            <p14:xfrm>
              <a:off x="4302419" y="1661800"/>
              <a:ext cx="121357" cy="149323"/>
            </p14:xfrm>
          </p:contentPart>
        </mc:Choice>
        <mc:Fallback xmlns="">
          <p:sp>
            <p:nvSpPr>
              <p:cNvPr id="1049206" name=""/>
              <p:cNvSpPr/>
              <p:nvPr/>
            </p:nvSpPr>
            <p:spPr>
              <a:xfrm>
                <a:off x="4302419" y="1661800"/>
                <a:ext cx="121357" cy="149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207" name="Encre 1049206"/>
              <p14:cNvContentPartPr/>
              <p14:nvPr/>
            </p14:nvContentPartPr>
            <p14:xfrm>
              <a:off x="4388978" y="1545470"/>
              <a:ext cx="169843" cy="410659"/>
            </p14:xfrm>
          </p:contentPart>
        </mc:Choice>
        <mc:Fallback xmlns="">
          <p:sp>
            <p:nvSpPr>
              <p:cNvPr id="1049207" name=""/>
              <p:cNvSpPr/>
              <p:nvPr/>
            </p:nvSpPr>
            <p:spPr>
              <a:xfrm>
                <a:off x="4388978" y="1545470"/>
                <a:ext cx="169843" cy="4106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208" name="Encre 1049207"/>
              <p14:cNvContentPartPr/>
              <p14:nvPr/>
            </p14:nvContentPartPr>
            <p14:xfrm>
              <a:off x="4534053" y="1784486"/>
              <a:ext cx="32269" cy="211680"/>
            </p14:xfrm>
          </p:contentPart>
        </mc:Choice>
        <mc:Fallback xmlns="">
          <p:sp>
            <p:nvSpPr>
              <p:cNvPr id="1049208" name=""/>
              <p:cNvSpPr/>
              <p:nvPr/>
            </p:nvSpPr>
            <p:spPr>
              <a:xfrm>
                <a:off x="4534053" y="1784486"/>
                <a:ext cx="32269" cy="211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209" name="Encre 1049208"/>
              <p14:cNvContentPartPr/>
              <p14:nvPr/>
            </p14:nvContentPartPr>
            <p14:xfrm>
              <a:off x="4532075" y="1719801"/>
              <a:ext cx="150537" cy="189320"/>
            </p14:xfrm>
          </p:contentPart>
        </mc:Choice>
        <mc:Fallback xmlns="">
          <p:sp>
            <p:nvSpPr>
              <p:cNvPr id="1049209" name=""/>
              <p:cNvSpPr/>
              <p:nvPr/>
            </p:nvSpPr>
            <p:spPr>
              <a:xfrm>
                <a:off x="4532075" y="1719801"/>
                <a:ext cx="150537" cy="189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210" name="Encre 1049209"/>
              <p14:cNvContentPartPr/>
              <p14:nvPr/>
            </p14:nvContentPartPr>
            <p14:xfrm>
              <a:off x="4771060" y="1286597"/>
              <a:ext cx="146212" cy="604689"/>
            </p14:xfrm>
          </p:contentPart>
        </mc:Choice>
        <mc:Fallback xmlns="">
          <p:sp>
            <p:nvSpPr>
              <p:cNvPr id="1049210" name=""/>
              <p:cNvSpPr/>
              <p:nvPr/>
            </p:nvSpPr>
            <p:spPr>
              <a:xfrm>
                <a:off x="4771060" y="1286597"/>
                <a:ext cx="146212" cy="604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211" name="Encre 1049210"/>
              <p14:cNvContentPartPr/>
              <p14:nvPr/>
            </p14:nvContentPartPr>
            <p14:xfrm>
              <a:off x="2949659" y="1378679"/>
              <a:ext cx="193208" cy="608586"/>
            </p14:xfrm>
          </p:contentPart>
        </mc:Choice>
        <mc:Fallback xmlns="">
          <p:sp>
            <p:nvSpPr>
              <p:cNvPr id="1049211" name=""/>
              <p:cNvSpPr/>
              <p:nvPr/>
            </p:nvSpPr>
            <p:spPr>
              <a:xfrm>
                <a:off x="2949659" y="1378679"/>
                <a:ext cx="193208" cy="608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212" name="Encre 1049211"/>
              <p14:cNvContentPartPr/>
              <p14:nvPr/>
            </p14:nvContentPartPr>
            <p14:xfrm>
              <a:off x="4995212" y="1538272"/>
              <a:ext cx="114282" cy="246214"/>
            </p14:xfrm>
          </p:contentPart>
        </mc:Choice>
        <mc:Fallback xmlns="">
          <p:sp>
            <p:nvSpPr>
              <p:cNvPr id="1049212" name=""/>
              <p:cNvSpPr/>
              <p:nvPr/>
            </p:nvSpPr>
            <p:spPr>
              <a:xfrm>
                <a:off x="4995212" y="1538272"/>
                <a:ext cx="114282" cy="246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213" name="Encre 1049212"/>
              <p14:cNvContentPartPr/>
              <p14:nvPr/>
            </p14:nvContentPartPr>
            <p14:xfrm>
              <a:off x="5081255" y="1559865"/>
              <a:ext cx="42646" cy="183138"/>
            </p14:xfrm>
          </p:contentPart>
        </mc:Choice>
        <mc:Fallback xmlns="">
          <p:sp>
            <p:nvSpPr>
              <p:cNvPr id="1049213" name=""/>
              <p:cNvSpPr/>
              <p:nvPr/>
            </p:nvSpPr>
            <p:spPr>
              <a:xfrm>
                <a:off x="5081255" y="1559865"/>
                <a:ext cx="42646" cy="1831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214" name="Encre 1049213"/>
              <p14:cNvContentPartPr/>
              <p14:nvPr/>
            </p14:nvContentPartPr>
            <p14:xfrm>
              <a:off x="5252458" y="1519367"/>
              <a:ext cx="212928" cy="456278"/>
            </p14:xfrm>
          </p:contentPart>
        </mc:Choice>
        <mc:Fallback xmlns="">
          <p:sp>
            <p:nvSpPr>
              <p:cNvPr id="1049214" name=""/>
              <p:cNvSpPr/>
              <p:nvPr/>
            </p:nvSpPr>
            <p:spPr>
              <a:xfrm>
                <a:off x="5252458" y="1519367"/>
                <a:ext cx="212928" cy="4562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215" name="Encre 1049214"/>
              <p14:cNvContentPartPr/>
              <p14:nvPr/>
            </p14:nvContentPartPr>
            <p14:xfrm>
              <a:off x="5245398" y="1400521"/>
              <a:ext cx="243125" cy="36237"/>
            </p14:xfrm>
          </p:contentPart>
        </mc:Choice>
        <mc:Fallback xmlns="">
          <p:sp>
            <p:nvSpPr>
              <p:cNvPr id="1049215" name=""/>
              <p:cNvSpPr/>
              <p:nvPr/>
            </p:nvSpPr>
            <p:spPr>
              <a:xfrm>
                <a:off x="5245398" y="1400521"/>
                <a:ext cx="243125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216" name="Encre 1049215"/>
              <p14:cNvContentPartPr/>
              <p14:nvPr/>
            </p14:nvContentPartPr>
            <p14:xfrm>
              <a:off x="5388361" y="1357086"/>
              <a:ext cx="154618" cy="163416"/>
            </p14:xfrm>
          </p:contentPart>
        </mc:Choice>
        <mc:Fallback xmlns="">
          <p:sp>
            <p:nvSpPr>
              <p:cNvPr id="1049216" name=""/>
              <p:cNvSpPr/>
              <p:nvPr/>
            </p:nvSpPr>
            <p:spPr>
              <a:xfrm>
                <a:off x="5388361" y="1357086"/>
                <a:ext cx="154618" cy="163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217" name="Encre 1049216"/>
              <p14:cNvContentPartPr/>
              <p14:nvPr/>
            </p14:nvContentPartPr>
            <p14:xfrm>
              <a:off x="5434402" y="1752434"/>
              <a:ext cx="153706" cy="172918"/>
            </p14:xfrm>
          </p:contentPart>
        </mc:Choice>
        <mc:Fallback xmlns="">
          <p:sp>
            <p:nvSpPr>
              <p:cNvPr id="1049217" name=""/>
              <p:cNvSpPr/>
              <p:nvPr/>
            </p:nvSpPr>
            <p:spPr>
              <a:xfrm>
                <a:off x="5434402" y="1752434"/>
                <a:ext cx="153706" cy="172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218" name="Encre 1049217"/>
              <p14:cNvContentPartPr/>
              <p14:nvPr/>
            </p14:nvContentPartPr>
            <p14:xfrm>
              <a:off x="5591712" y="1654181"/>
              <a:ext cx="104196" cy="349932"/>
            </p14:xfrm>
          </p:contentPart>
        </mc:Choice>
        <mc:Fallback xmlns="">
          <p:sp>
            <p:nvSpPr>
              <p:cNvPr id="1049218" name=""/>
              <p:cNvSpPr/>
              <p:nvPr/>
            </p:nvSpPr>
            <p:spPr>
              <a:xfrm>
                <a:off x="5591712" y="1654181"/>
                <a:ext cx="104196" cy="349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219" name="Encre 1049218"/>
              <p14:cNvContentPartPr/>
              <p14:nvPr/>
            </p14:nvContentPartPr>
            <p14:xfrm>
              <a:off x="5685319" y="1857209"/>
              <a:ext cx="39271" cy="184661"/>
            </p14:xfrm>
          </p:contentPart>
        </mc:Choice>
        <mc:Fallback xmlns="">
          <p:sp>
            <p:nvSpPr>
              <p:cNvPr id="1049219" name=""/>
              <p:cNvSpPr/>
              <p:nvPr/>
            </p:nvSpPr>
            <p:spPr>
              <a:xfrm>
                <a:off x="5685319" y="1857209"/>
                <a:ext cx="39271" cy="184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220" name="Encre 1049219"/>
              <p14:cNvContentPartPr/>
              <p14:nvPr/>
            </p14:nvContentPartPr>
            <p14:xfrm>
              <a:off x="5711040" y="1769937"/>
              <a:ext cx="132783" cy="237549"/>
            </p14:xfrm>
          </p:contentPart>
        </mc:Choice>
        <mc:Fallback xmlns="">
          <p:sp>
            <p:nvSpPr>
              <p:cNvPr id="1049220" name=""/>
              <p:cNvSpPr/>
              <p:nvPr/>
            </p:nvSpPr>
            <p:spPr>
              <a:xfrm>
                <a:off x="5711040" y="1769937"/>
                <a:ext cx="132783" cy="237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221" name="Encre 1049220"/>
              <p14:cNvContentPartPr/>
              <p14:nvPr/>
            </p14:nvContentPartPr>
            <p14:xfrm>
              <a:off x="5839313" y="1617944"/>
              <a:ext cx="201797" cy="0"/>
            </p14:xfrm>
          </p:contentPart>
        </mc:Choice>
        <mc:Fallback xmlns="">
          <p:sp>
            <p:nvSpPr>
              <p:cNvPr id="1049221" name=""/>
              <p:cNvSpPr/>
              <p:nvPr/>
            </p:nvSpPr>
            <p:spPr>
              <a:xfrm>
                <a:off x="5839313" y="1617944"/>
                <a:ext cx="201797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222" name="Encre 1049221"/>
              <p14:cNvContentPartPr/>
              <p14:nvPr/>
            </p14:nvContentPartPr>
            <p14:xfrm>
              <a:off x="5906601" y="1530826"/>
              <a:ext cx="46995" cy="159872"/>
            </p14:xfrm>
          </p:contentPart>
        </mc:Choice>
        <mc:Fallback xmlns="">
          <p:sp>
            <p:nvSpPr>
              <p:cNvPr id="1049222" name=""/>
              <p:cNvSpPr/>
              <p:nvPr/>
            </p:nvSpPr>
            <p:spPr>
              <a:xfrm>
                <a:off x="5906601" y="1530826"/>
                <a:ext cx="46995" cy="159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223" name="Encre 1049222"/>
              <p14:cNvContentPartPr/>
              <p14:nvPr/>
            </p14:nvContentPartPr>
            <p14:xfrm>
              <a:off x="5839313" y="1594703"/>
              <a:ext cx="221893" cy="25269"/>
            </p14:xfrm>
          </p:contentPart>
        </mc:Choice>
        <mc:Fallback xmlns="">
          <p:sp>
            <p:nvSpPr>
              <p:cNvPr id="1049223" name=""/>
              <p:cNvSpPr/>
              <p:nvPr/>
            </p:nvSpPr>
            <p:spPr>
              <a:xfrm>
                <a:off x="5839313" y="1594703"/>
                <a:ext cx="221893" cy="2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224" name="Encre 1049223"/>
              <p14:cNvContentPartPr/>
              <p14:nvPr/>
            </p14:nvContentPartPr>
            <p14:xfrm>
              <a:off x="6162787" y="1462371"/>
              <a:ext cx="154894" cy="176647"/>
            </p14:xfrm>
          </p:contentPart>
        </mc:Choice>
        <mc:Fallback xmlns="">
          <p:sp>
            <p:nvSpPr>
              <p:cNvPr id="1049224" name=""/>
              <p:cNvSpPr/>
              <p:nvPr/>
            </p:nvSpPr>
            <p:spPr>
              <a:xfrm>
                <a:off x="6162787" y="1462371"/>
                <a:ext cx="154894" cy="1766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225" name="Encre 1049224"/>
              <p14:cNvContentPartPr/>
              <p14:nvPr/>
            </p14:nvContentPartPr>
            <p14:xfrm>
              <a:off x="6322015" y="1411648"/>
              <a:ext cx="273675" cy="235137"/>
            </p14:xfrm>
          </p:contentPart>
        </mc:Choice>
        <mc:Fallback xmlns="">
          <p:sp>
            <p:nvSpPr>
              <p:cNvPr id="1049225" name=""/>
              <p:cNvSpPr/>
              <p:nvPr/>
            </p:nvSpPr>
            <p:spPr>
              <a:xfrm>
                <a:off x="6322015" y="1411648"/>
                <a:ext cx="273675" cy="235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226" name="Encre 1049225"/>
              <p14:cNvContentPartPr/>
              <p14:nvPr/>
            </p14:nvContentPartPr>
            <p14:xfrm>
              <a:off x="6253642" y="1277804"/>
              <a:ext cx="376175" cy="25670"/>
            </p14:xfrm>
          </p:contentPart>
        </mc:Choice>
        <mc:Fallback xmlns="">
          <p:sp>
            <p:nvSpPr>
              <p:cNvPr id="1049226" name=""/>
              <p:cNvSpPr/>
              <p:nvPr/>
            </p:nvSpPr>
            <p:spPr>
              <a:xfrm>
                <a:off x="6253642" y="1277804"/>
                <a:ext cx="376175" cy="25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227" name="Encre 1049226"/>
              <p14:cNvContentPartPr/>
              <p14:nvPr/>
            </p14:nvContentPartPr>
            <p14:xfrm>
              <a:off x="6525890" y="1197989"/>
              <a:ext cx="157666" cy="217176"/>
            </p14:xfrm>
          </p:contentPart>
        </mc:Choice>
        <mc:Fallback xmlns="">
          <p:sp>
            <p:nvSpPr>
              <p:cNvPr id="1049227" name=""/>
              <p:cNvSpPr/>
              <p:nvPr/>
            </p:nvSpPr>
            <p:spPr>
              <a:xfrm>
                <a:off x="6525890" y="1197989"/>
                <a:ext cx="157666" cy="2171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228" name="Encre 1049227"/>
              <p14:cNvContentPartPr/>
              <p14:nvPr/>
            </p14:nvContentPartPr>
            <p14:xfrm>
              <a:off x="6664471" y="1527103"/>
              <a:ext cx="138961" cy="248220"/>
            </p14:xfrm>
          </p:contentPart>
        </mc:Choice>
        <mc:Fallback xmlns="">
          <p:sp>
            <p:nvSpPr>
              <p:cNvPr id="1049228" name=""/>
              <p:cNvSpPr/>
              <p:nvPr/>
            </p:nvSpPr>
            <p:spPr>
              <a:xfrm>
                <a:off x="6664471" y="1527103"/>
                <a:ext cx="138961" cy="248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229" name="Encre 1049228"/>
              <p14:cNvContentPartPr/>
              <p14:nvPr/>
            </p14:nvContentPartPr>
            <p14:xfrm>
              <a:off x="6793725" y="1512955"/>
              <a:ext cx="45921" cy="217271"/>
            </p14:xfrm>
          </p:contentPart>
        </mc:Choice>
        <mc:Fallback xmlns="">
          <p:sp>
            <p:nvSpPr>
              <p:cNvPr id="1049229" name=""/>
              <p:cNvSpPr/>
              <p:nvPr/>
            </p:nvSpPr>
            <p:spPr>
              <a:xfrm>
                <a:off x="6793725" y="1512955"/>
                <a:ext cx="45921" cy="217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230" name="Encre 1049229"/>
              <p14:cNvContentPartPr/>
              <p14:nvPr/>
            </p14:nvContentPartPr>
            <p14:xfrm>
              <a:off x="6943996" y="1274053"/>
              <a:ext cx="228865" cy="391266"/>
            </p14:xfrm>
          </p:contentPart>
        </mc:Choice>
        <mc:Fallback xmlns="">
          <p:sp>
            <p:nvSpPr>
              <p:cNvPr id="1049230" name=""/>
              <p:cNvSpPr/>
              <p:nvPr/>
            </p:nvSpPr>
            <p:spPr>
              <a:xfrm>
                <a:off x="6943996" y="1274053"/>
                <a:ext cx="228865" cy="391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231" name="Encre 1049230"/>
              <p14:cNvContentPartPr/>
              <p14:nvPr/>
            </p14:nvContentPartPr>
            <p14:xfrm>
              <a:off x="7261420" y="1347714"/>
              <a:ext cx="221614" cy="282839"/>
            </p14:xfrm>
          </p:contentPart>
        </mc:Choice>
        <mc:Fallback xmlns="">
          <p:sp>
            <p:nvSpPr>
              <p:cNvPr id="1049231" name=""/>
              <p:cNvSpPr/>
              <p:nvPr/>
            </p:nvSpPr>
            <p:spPr>
              <a:xfrm>
                <a:off x="7261420" y="1347714"/>
                <a:ext cx="221614" cy="282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232" name="Encre 1049231"/>
              <p14:cNvContentPartPr/>
              <p14:nvPr/>
            </p14:nvContentPartPr>
            <p14:xfrm>
              <a:off x="7312188" y="1263886"/>
              <a:ext cx="263052" cy="27923"/>
            </p14:xfrm>
          </p:contentPart>
        </mc:Choice>
        <mc:Fallback xmlns="">
          <p:sp>
            <p:nvSpPr>
              <p:cNvPr id="1049232" name=""/>
              <p:cNvSpPr/>
              <p:nvPr/>
            </p:nvSpPr>
            <p:spPr>
              <a:xfrm>
                <a:off x="7312188" y="1263886"/>
                <a:ext cx="263052" cy="27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233" name="Encre 1049232"/>
              <p14:cNvContentPartPr/>
              <p14:nvPr/>
            </p14:nvContentPartPr>
            <p14:xfrm>
              <a:off x="7433972" y="1204939"/>
              <a:ext cx="147033" cy="195248"/>
            </p14:xfrm>
          </p:contentPart>
        </mc:Choice>
        <mc:Fallback xmlns="">
          <p:sp>
            <p:nvSpPr>
              <p:cNvPr id="1049233" name=""/>
              <p:cNvSpPr/>
              <p:nvPr/>
            </p:nvSpPr>
            <p:spPr>
              <a:xfrm>
                <a:off x="7433972" y="1204939"/>
                <a:ext cx="147033" cy="195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234" name="Encre 1049233"/>
              <p14:cNvContentPartPr/>
              <p14:nvPr/>
            </p14:nvContentPartPr>
            <p14:xfrm>
              <a:off x="7471434" y="1527103"/>
              <a:ext cx="12398" cy="150361"/>
            </p14:xfrm>
          </p:contentPart>
        </mc:Choice>
        <mc:Fallback xmlns="">
          <p:sp>
            <p:nvSpPr>
              <p:cNvPr id="1049234" name=""/>
              <p:cNvSpPr/>
              <p:nvPr/>
            </p:nvSpPr>
            <p:spPr>
              <a:xfrm>
                <a:off x="7471434" y="1527103"/>
                <a:ext cx="12398" cy="150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235" name="Encre 1049234"/>
              <p14:cNvContentPartPr/>
              <p14:nvPr/>
            </p14:nvContentPartPr>
            <p14:xfrm>
              <a:off x="7505452" y="1480193"/>
              <a:ext cx="123103" cy="162687"/>
            </p14:xfrm>
          </p:contentPart>
        </mc:Choice>
        <mc:Fallback xmlns="">
          <p:sp>
            <p:nvSpPr>
              <p:cNvPr id="1049235" name=""/>
              <p:cNvSpPr/>
              <p:nvPr/>
            </p:nvSpPr>
            <p:spPr>
              <a:xfrm>
                <a:off x="7505452" y="1480193"/>
                <a:ext cx="123103" cy="162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236" name="Encre 1049235"/>
              <p14:cNvContentPartPr/>
              <p14:nvPr/>
            </p14:nvContentPartPr>
            <p14:xfrm>
              <a:off x="7633176" y="1414916"/>
              <a:ext cx="144084" cy="285611"/>
            </p14:xfrm>
          </p:contentPart>
        </mc:Choice>
        <mc:Fallback xmlns="">
          <p:sp>
            <p:nvSpPr>
              <p:cNvPr id="1049236" name=""/>
              <p:cNvSpPr/>
              <p:nvPr/>
            </p:nvSpPr>
            <p:spPr>
              <a:xfrm>
                <a:off x="7633176" y="1414916"/>
                <a:ext cx="144084" cy="2856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237" name="Encre 1049236"/>
              <p14:cNvContentPartPr/>
              <p14:nvPr/>
            </p14:nvContentPartPr>
            <p14:xfrm>
              <a:off x="7726646" y="1552916"/>
              <a:ext cx="64733" cy="202134"/>
            </p14:xfrm>
          </p:contentPart>
        </mc:Choice>
        <mc:Fallback xmlns="">
          <p:sp>
            <p:nvSpPr>
              <p:cNvPr id="1049237" name=""/>
              <p:cNvSpPr/>
              <p:nvPr/>
            </p:nvSpPr>
            <p:spPr>
              <a:xfrm>
                <a:off x="7726646" y="1552916"/>
                <a:ext cx="64733" cy="202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238" name="Encre 1049237"/>
              <p14:cNvContentPartPr/>
              <p14:nvPr/>
            </p14:nvContentPartPr>
            <p14:xfrm>
              <a:off x="7750704" y="1522082"/>
              <a:ext cx="170406" cy="220437"/>
            </p14:xfrm>
          </p:contentPart>
        </mc:Choice>
        <mc:Fallback xmlns="">
          <p:sp>
            <p:nvSpPr>
              <p:cNvPr id="1049238" name=""/>
              <p:cNvSpPr/>
              <p:nvPr/>
            </p:nvSpPr>
            <p:spPr>
              <a:xfrm>
                <a:off x="7750704" y="1522082"/>
                <a:ext cx="170406" cy="2204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239" name="Encre 1049238"/>
              <p14:cNvContentPartPr/>
              <p14:nvPr/>
            </p14:nvContentPartPr>
            <p14:xfrm>
              <a:off x="6998904" y="1754869"/>
              <a:ext cx="664072" cy="22667"/>
            </p14:xfrm>
          </p:contentPart>
        </mc:Choice>
        <mc:Fallback xmlns="">
          <p:sp>
            <p:nvSpPr>
              <p:cNvPr id="1049239" name=""/>
              <p:cNvSpPr/>
              <p:nvPr/>
            </p:nvSpPr>
            <p:spPr>
              <a:xfrm>
                <a:off x="6998904" y="1754869"/>
                <a:ext cx="664072" cy="22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240" name="Encre 1049239"/>
              <p14:cNvContentPartPr/>
              <p14:nvPr/>
            </p14:nvContentPartPr>
            <p14:xfrm>
              <a:off x="7079971" y="1959964"/>
              <a:ext cx="124994" cy="170094"/>
            </p14:xfrm>
          </p:contentPart>
        </mc:Choice>
        <mc:Fallback xmlns="">
          <p:sp>
            <p:nvSpPr>
              <p:cNvPr id="1049240" name=""/>
              <p:cNvSpPr/>
              <p:nvPr/>
            </p:nvSpPr>
            <p:spPr>
              <a:xfrm>
                <a:off x="7079971" y="1959964"/>
                <a:ext cx="124994" cy="170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241" name="Encre 1049240"/>
              <p14:cNvContentPartPr/>
              <p14:nvPr/>
            </p14:nvContentPartPr>
            <p14:xfrm>
              <a:off x="7193447" y="1770339"/>
              <a:ext cx="81301" cy="310435"/>
            </p14:xfrm>
          </p:contentPart>
        </mc:Choice>
        <mc:Fallback xmlns="">
          <p:sp>
            <p:nvSpPr>
              <p:cNvPr id="1049241" name=""/>
              <p:cNvSpPr/>
              <p:nvPr/>
            </p:nvSpPr>
            <p:spPr>
              <a:xfrm>
                <a:off x="7193447" y="1770339"/>
                <a:ext cx="81301" cy="310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242" name="Encre 1049241"/>
              <p14:cNvContentPartPr/>
              <p14:nvPr/>
            </p14:nvContentPartPr>
            <p14:xfrm>
              <a:off x="7294901" y="1820724"/>
              <a:ext cx="24788" cy="295155"/>
            </p14:xfrm>
          </p:contentPart>
        </mc:Choice>
        <mc:Fallback xmlns="">
          <p:sp>
            <p:nvSpPr>
              <p:cNvPr id="1049242" name=""/>
              <p:cNvSpPr/>
              <p:nvPr/>
            </p:nvSpPr>
            <p:spPr>
              <a:xfrm>
                <a:off x="7294901" y="1820724"/>
                <a:ext cx="24788" cy="295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243" name="Encre 1049242"/>
              <p14:cNvContentPartPr/>
              <p14:nvPr/>
            </p14:nvContentPartPr>
            <p14:xfrm>
              <a:off x="7255267" y="1951029"/>
              <a:ext cx="250185" cy="50632"/>
            </p14:xfrm>
          </p:contentPart>
        </mc:Choice>
        <mc:Fallback xmlns="">
          <p:sp>
            <p:nvSpPr>
              <p:cNvPr id="1049243" name=""/>
              <p:cNvSpPr/>
              <p:nvPr/>
            </p:nvSpPr>
            <p:spPr>
              <a:xfrm>
                <a:off x="7255267" y="1951029"/>
                <a:ext cx="250185" cy="50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244" name="Encre 1049243"/>
              <p14:cNvContentPartPr/>
              <p14:nvPr/>
            </p14:nvContentPartPr>
            <p14:xfrm>
              <a:off x="7755507" y="1603300"/>
              <a:ext cx="300620" cy="448333"/>
            </p14:xfrm>
          </p:contentPart>
        </mc:Choice>
        <mc:Fallback xmlns="">
          <p:sp>
            <p:nvSpPr>
              <p:cNvPr id="1049244" name=""/>
              <p:cNvSpPr/>
              <p:nvPr/>
            </p:nvSpPr>
            <p:spPr>
              <a:xfrm>
                <a:off x="7755507" y="1603300"/>
                <a:ext cx="300620" cy="4483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245" name="Encre 1049244"/>
              <p14:cNvContentPartPr/>
              <p14:nvPr/>
            </p14:nvContentPartPr>
            <p14:xfrm>
              <a:off x="7895264" y="1885752"/>
              <a:ext cx="67760" cy="202583"/>
            </p14:xfrm>
          </p:contentPart>
        </mc:Choice>
        <mc:Fallback xmlns="">
          <p:sp>
            <p:nvSpPr>
              <p:cNvPr id="1049245" name=""/>
              <p:cNvSpPr/>
              <p:nvPr/>
            </p:nvSpPr>
            <p:spPr>
              <a:xfrm>
                <a:off x="7895264" y="1885752"/>
                <a:ext cx="67760" cy="202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246" name="Encre 1049245"/>
              <p14:cNvContentPartPr/>
              <p14:nvPr/>
            </p14:nvContentPartPr>
            <p14:xfrm>
              <a:off x="7923554" y="1832536"/>
              <a:ext cx="198628" cy="245157"/>
            </p14:xfrm>
          </p:contentPart>
        </mc:Choice>
        <mc:Fallback xmlns="">
          <p:sp>
            <p:nvSpPr>
              <p:cNvPr id="1049246" name=""/>
              <p:cNvSpPr/>
              <p:nvPr/>
            </p:nvSpPr>
            <p:spPr>
              <a:xfrm>
                <a:off x="7923554" y="1832536"/>
                <a:ext cx="198628" cy="245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247" name="Encre 1049246"/>
              <p14:cNvContentPartPr/>
              <p14:nvPr/>
            </p14:nvContentPartPr>
            <p14:xfrm>
              <a:off x="2627935" y="2665047"/>
              <a:ext cx="182075" cy="10478"/>
            </p14:xfrm>
          </p:contentPart>
        </mc:Choice>
        <mc:Fallback xmlns="">
          <p:sp>
            <p:nvSpPr>
              <p:cNvPr id="1049247" name=""/>
              <p:cNvSpPr/>
              <p:nvPr/>
            </p:nvSpPr>
            <p:spPr>
              <a:xfrm>
                <a:off x="2627935" y="2665047"/>
                <a:ext cx="182075" cy="10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248" name="Encre 1049247"/>
              <p14:cNvContentPartPr/>
              <p14:nvPr/>
            </p14:nvContentPartPr>
            <p14:xfrm>
              <a:off x="2627935" y="2812891"/>
              <a:ext cx="167910" cy="15028"/>
            </p14:xfrm>
          </p:contentPart>
        </mc:Choice>
        <mc:Fallback xmlns="">
          <p:sp>
            <p:nvSpPr>
              <p:cNvPr id="1049248" name=""/>
              <p:cNvSpPr/>
              <p:nvPr/>
            </p:nvSpPr>
            <p:spPr>
              <a:xfrm>
                <a:off x="2627935" y="2812891"/>
                <a:ext cx="167910" cy="15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249" name="Encre 1049248"/>
              <p14:cNvContentPartPr/>
              <p14:nvPr/>
            </p14:nvContentPartPr>
            <p14:xfrm>
              <a:off x="3042868" y="2722145"/>
              <a:ext cx="200437" cy="47448"/>
            </p14:xfrm>
          </p:contentPart>
        </mc:Choice>
        <mc:Fallback xmlns="">
          <p:sp>
            <p:nvSpPr>
              <p:cNvPr id="1049249" name=""/>
              <p:cNvSpPr/>
              <p:nvPr/>
            </p:nvSpPr>
            <p:spPr>
              <a:xfrm>
                <a:off x="3042868" y="2722145"/>
                <a:ext cx="200437" cy="47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250" name="Encre 1049249"/>
              <p14:cNvContentPartPr/>
              <p14:nvPr/>
            </p14:nvContentPartPr>
            <p14:xfrm>
              <a:off x="3357312" y="2473921"/>
              <a:ext cx="215951" cy="289476"/>
            </p14:xfrm>
          </p:contentPart>
        </mc:Choice>
        <mc:Fallback xmlns="">
          <p:sp>
            <p:nvSpPr>
              <p:cNvPr id="1049250" name=""/>
              <p:cNvSpPr/>
              <p:nvPr/>
            </p:nvSpPr>
            <p:spPr>
              <a:xfrm>
                <a:off x="3357312" y="2473921"/>
                <a:ext cx="215951" cy="289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251" name="Encre 1049250"/>
              <p14:cNvContentPartPr/>
              <p14:nvPr/>
            </p14:nvContentPartPr>
            <p14:xfrm>
              <a:off x="3618841" y="2733355"/>
              <a:ext cx="127059" cy="144192"/>
            </p14:xfrm>
          </p:contentPart>
        </mc:Choice>
        <mc:Fallback xmlns="">
          <p:sp>
            <p:nvSpPr>
              <p:cNvPr id="1049251" name=""/>
              <p:cNvSpPr/>
              <p:nvPr/>
            </p:nvSpPr>
            <p:spPr>
              <a:xfrm>
                <a:off x="3618841" y="2733355"/>
                <a:ext cx="127059" cy="144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252" name="Encre 1049251"/>
              <p14:cNvContentPartPr/>
              <p14:nvPr/>
            </p14:nvContentPartPr>
            <p14:xfrm>
              <a:off x="3785452" y="2639536"/>
              <a:ext cx="122533" cy="417767"/>
            </p14:xfrm>
          </p:contentPart>
        </mc:Choice>
        <mc:Fallback xmlns="">
          <p:sp>
            <p:nvSpPr>
              <p:cNvPr id="1049252" name=""/>
              <p:cNvSpPr/>
              <p:nvPr/>
            </p:nvSpPr>
            <p:spPr>
              <a:xfrm>
                <a:off x="3785452" y="2639536"/>
                <a:ext cx="122533" cy="417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253" name="Encre 1049252"/>
              <p14:cNvContentPartPr/>
              <p14:nvPr/>
            </p14:nvContentPartPr>
            <p14:xfrm>
              <a:off x="3925041" y="2779867"/>
              <a:ext cx="168551" cy="258629"/>
            </p14:xfrm>
          </p:contentPart>
        </mc:Choice>
        <mc:Fallback xmlns="">
          <p:sp>
            <p:nvSpPr>
              <p:cNvPr id="1049253" name=""/>
              <p:cNvSpPr/>
              <p:nvPr/>
            </p:nvSpPr>
            <p:spPr>
              <a:xfrm>
                <a:off x="3925041" y="2779867"/>
                <a:ext cx="168551" cy="258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254" name="Encre 1049253"/>
              <p14:cNvContentPartPr/>
              <p14:nvPr/>
            </p14:nvContentPartPr>
            <p14:xfrm>
              <a:off x="3321571" y="2402043"/>
              <a:ext cx="328828" cy="27019"/>
            </p14:xfrm>
          </p:contentPart>
        </mc:Choice>
        <mc:Fallback xmlns="">
          <p:sp>
            <p:nvSpPr>
              <p:cNvPr id="1049254" name=""/>
              <p:cNvSpPr/>
              <p:nvPr/>
            </p:nvSpPr>
            <p:spPr>
              <a:xfrm>
                <a:off x="3321571" y="2402043"/>
                <a:ext cx="328828" cy="270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255" name="Encre 1049254"/>
              <p14:cNvContentPartPr/>
              <p14:nvPr/>
            </p14:nvContentPartPr>
            <p14:xfrm>
              <a:off x="3572198" y="2335242"/>
              <a:ext cx="157978" cy="146079"/>
            </p14:xfrm>
          </p:contentPart>
        </mc:Choice>
        <mc:Fallback xmlns="">
          <p:sp>
            <p:nvSpPr>
              <p:cNvPr id="1049255" name=""/>
              <p:cNvSpPr/>
              <p:nvPr/>
            </p:nvSpPr>
            <p:spPr>
              <a:xfrm>
                <a:off x="3572198" y="2335242"/>
                <a:ext cx="157978" cy="146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256" name="Encre 1049255"/>
              <p14:cNvContentPartPr/>
              <p14:nvPr/>
            </p14:nvContentPartPr>
            <p14:xfrm>
              <a:off x="4107257" y="2646485"/>
              <a:ext cx="72535" cy="156984"/>
            </p14:xfrm>
          </p:contentPart>
        </mc:Choice>
        <mc:Fallback xmlns="">
          <p:sp>
            <p:nvSpPr>
              <p:cNvPr id="1049256" name=""/>
              <p:cNvSpPr/>
              <p:nvPr/>
            </p:nvSpPr>
            <p:spPr>
              <a:xfrm>
                <a:off x="4107257" y="2646485"/>
                <a:ext cx="72535" cy="156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257" name="Encre 1049256"/>
              <p14:cNvContentPartPr/>
              <p14:nvPr/>
            </p14:nvContentPartPr>
            <p14:xfrm>
              <a:off x="4172733" y="2617446"/>
              <a:ext cx="49190" cy="207351"/>
            </p14:xfrm>
          </p:contentPart>
        </mc:Choice>
        <mc:Fallback xmlns="">
          <p:sp>
            <p:nvSpPr>
              <p:cNvPr id="1049257" name=""/>
              <p:cNvSpPr/>
              <p:nvPr/>
            </p:nvSpPr>
            <p:spPr>
              <a:xfrm>
                <a:off x="4172733" y="2617446"/>
                <a:ext cx="49190" cy="207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258" name="Encre 1049257"/>
              <p14:cNvContentPartPr/>
              <p14:nvPr/>
            </p14:nvContentPartPr>
            <p14:xfrm>
              <a:off x="4399973" y="2572966"/>
              <a:ext cx="197265" cy="420927"/>
            </p14:xfrm>
          </p:contentPart>
        </mc:Choice>
        <mc:Fallback xmlns="">
          <p:sp>
            <p:nvSpPr>
              <p:cNvPr id="1049258" name=""/>
              <p:cNvSpPr/>
              <p:nvPr/>
            </p:nvSpPr>
            <p:spPr>
              <a:xfrm>
                <a:off x="4399973" y="2572966"/>
                <a:ext cx="197265" cy="420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259" name="Encre 1049258"/>
              <p14:cNvContentPartPr/>
              <p14:nvPr/>
            </p14:nvContentPartPr>
            <p14:xfrm>
              <a:off x="4575238" y="2802891"/>
              <a:ext cx="141896" cy="201810"/>
            </p14:xfrm>
          </p:contentPart>
        </mc:Choice>
        <mc:Fallback xmlns="">
          <p:sp>
            <p:nvSpPr>
              <p:cNvPr id="1049259" name=""/>
              <p:cNvSpPr/>
              <p:nvPr/>
            </p:nvSpPr>
            <p:spPr>
              <a:xfrm>
                <a:off x="4575238" y="2802891"/>
                <a:ext cx="141896" cy="201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260" name="Encre 1049259"/>
              <p14:cNvContentPartPr/>
              <p14:nvPr/>
            </p14:nvContentPartPr>
            <p14:xfrm>
              <a:off x="4743073" y="2769593"/>
              <a:ext cx="130356" cy="282840"/>
            </p14:xfrm>
          </p:contentPart>
        </mc:Choice>
        <mc:Fallback xmlns="">
          <p:sp>
            <p:nvSpPr>
              <p:cNvPr id="1049260" name=""/>
              <p:cNvSpPr/>
              <p:nvPr/>
            </p:nvSpPr>
            <p:spPr>
              <a:xfrm>
                <a:off x="4743073" y="2769593"/>
                <a:ext cx="130356" cy="282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261" name="Encre 1049260"/>
              <p14:cNvContentPartPr/>
              <p14:nvPr/>
            </p14:nvContentPartPr>
            <p14:xfrm>
              <a:off x="4879496" y="2892837"/>
              <a:ext cx="211223" cy="235046"/>
            </p14:xfrm>
          </p:contentPart>
        </mc:Choice>
        <mc:Fallback xmlns="">
          <p:sp>
            <p:nvSpPr>
              <p:cNvPr id="1049261" name=""/>
              <p:cNvSpPr/>
              <p:nvPr/>
            </p:nvSpPr>
            <p:spPr>
              <a:xfrm>
                <a:off x="4879496" y="2892837"/>
                <a:ext cx="211223" cy="2350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262" name="Encre 1049261"/>
              <p14:cNvContentPartPr/>
              <p14:nvPr/>
            </p14:nvContentPartPr>
            <p14:xfrm>
              <a:off x="4401738" y="2465299"/>
              <a:ext cx="321667" cy="36237"/>
            </p14:xfrm>
          </p:contentPart>
        </mc:Choice>
        <mc:Fallback xmlns="">
          <p:sp>
            <p:nvSpPr>
              <p:cNvPr id="1049262" name=""/>
              <p:cNvSpPr/>
              <p:nvPr/>
            </p:nvSpPr>
            <p:spPr>
              <a:xfrm>
                <a:off x="4401738" y="2465299"/>
                <a:ext cx="321667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263" name="Encre 1049262"/>
              <p14:cNvContentPartPr/>
              <p14:nvPr/>
            </p14:nvContentPartPr>
            <p14:xfrm>
              <a:off x="4594562" y="2422112"/>
              <a:ext cx="101705" cy="172072"/>
            </p14:xfrm>
          </p:contentPart>
        </mc:Choice>
        <mc:Fallback xmlns="">
          <p:sp>
            <p:nvSpPr>
              <p:cNvPr id="1049263" name=""/>
              <p:cNvSpPr/>
              <p:nvPr/>
            </p:nvSpPr>
            <p:spPr>
              <a:xfrm>
                <a:off x="4594562" y="2422112"/>
                <a:ext cx="101705" cy="172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264" name="Encre 1049263"/>
              <p14:cNvContentPartPr/>
              <p14:nvPr/>
            </p14:nvContentPartPr>
            <p14:xfrm>
              <a:off x="5238338" y="2760559"/>
              <a:ext cx="209525" cy="13332"/>
            </p14:xfrm>
          </p:contentPart>
        </mc:Choice>
        <mc:Fallback xmlns="">
          <p:sp>
            <p:nvSpPr>
              <p:cNvPr id="1049264" name=""/>
              <p:cNvSpPr/>
              <p:nvPr/>
            </p:nvSpPr>
            <p:spPr>
              <a:xfrm>
                <a:off x="5238338" y="2760559"/>
                <a:ext cx="209525" cy="1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265" name="Encre 1049264"/>
              <p14:cNvContentPartPr/>
              <p14:nvPr/>
            </p14:nvContentPartPr>
            <p14:xfrm>
              <a:off x="5304525" y="2714989"/>
              <a:ext cx="20168" cy="172318"/>
            </p14:xfrm>
          </p:contentPart>
        </mc:Choice>
        <mc:Fallback xmlns="">
          <p:sp>
            <p:nvSpPr>
              <p:cNvPr id="1049265" name=""/>
              <p:cNvSpPr/>
              <p:nvPr/>
            </p:nvSpPr>
            <p:spPr>
              <a:xfrm>
                <a:off x="5304525" y="2714989"/>
                <a:ext cx="20168" cy="1723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266" name="Encre 1049265"/>
              <p14:cNvContentPartPr/>
              <p14:nvPr/>
            </p14:nvContentPartPr>
            <p14:xfrm>
              <a:off x="5575712" y="2660144"/>
              <a:ext cx="207348" cy="176897"/>
            </p14:xfrm>
          </p:contentPart>
        </mc:Choice>
        <mc:Fallback xmlns="">
          <p:sp>
            <p:nvSpPr>
              <p:cNvPr id="1049266" name=""/>
              <p:cNvSpPr/>
              <p:nvPr/>
            </p:nvSpPr>
            <p:spPr>
              <a:xfrm>
                <a:off x="5575712" y="2660144"/>
                <a:ext cx="207348" cy="176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267" name="Encre 1049266"/>
              <p14:cNvContentPartPr/>
              <p14:nvPr/>
            </p14:nvContentPartPr>
            <p14:xfrm>
              <a:off x="5784888" y="2611990"/>
              <a:ext cx="235899" cy="198761"/>
            </p14:xfrm>
          </p:contentPart>
        </mc:Choice>
        <mc:Fallback xmlns="">
          <p:sp>
            <p:nvSpPr>
              <p:cNvPr id="1049267" name=""/>
              <p:cNvSpPr/>
              <p:nvPr/>
            </p:nvSpPr>
            <p:spPr>
              <a:xfrm>
                <a:off x="5784888" y="2611990"/>
                <a:ext cx="235899" cy="198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268" name="Encre 1049267"/>
              <p14:cNvContentPartPr/>
              <p14:nvPr/>
            </p14:nvContentPartPr>
            <p14:xfrm>
              <a:off x="5681789" y="2489316"/>
              <a:ext cx="298012" cy="26864"/>
            </p14:xfrm>
          </p:contentPart>
        </mc:Choice>
        <mc:Fallback xmlns="">
          <p:sp>
            <p:nvSpPr>
              <p:cNvPr id="1049268" name=""/>
              <p:cNvSpPr/>
              <p:nvPr/>
            </p:nvSpPr>
            <p:spPr>
              <a:xfrm>
                <a:off x="5681789" y="2489316"/>
                <a:ext cx="298012" cy="26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269" name="Encre 1049268"/>
              <p14:cNvContentPartPr/>
              <p14:nvPr/>
            </p14:nvContentPartPr>
            <p14:xfrm>
              <a:off x="5903294" y="2407469"/>
              <a:ext cx="89435" cy="166542"/>
            </p14:xfrm>
          </p:contentPart>
        </mc:Choice>
        <mc:Fallback xmlns="">
          <p:sp>
            <p:nvSpPr>
              <p:cNvPr id="1049269" name=""/>
              <p:cNvSpPr/>
              <p:nvPr/>
            </p:nvSpPr>
            <p:spPr>
              <a:xfrm>
                <a:off x="5903294" y="2407469"/>
                <a:ext cx="89435" cy="166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270" name="Encre 1049269"/>
              <p14:cNvContentPartPr/>
              <p14:nvPr/>
            </p14:nvContentPartPr>
            <p14:xfrm>
              <a:off x="6085969" y="2713251"/>
              <a:ext cx="104133" cy="154380"/>
            </p14:xfrm>
          </p:contentPart>
        </mc:Choice>
        <mc:Fallback xmlns="">
          <p:sp>
            <p:nvSpPr>
              <p:cNvPr id="1049270" name=""/>
              <p:cNvSpPr/>
              <p:nvPr/>
            </p:nvSpPr>
            <p:spPr>
              <a:xfrm>
                <a:off x="6085969" y="2713251"/>
                <a:ext cx="104133" cy="154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271" name="Encre 1049270"/>
              <p14:cNvContentPartPr/>
              <p14:nvPr/>
            </p14:nvContentPartPr>
            <p14:xfrm>
              <a:off x="6160981" y="2689920"/>
              <a:ext cx="72066" cy="161134"/>
            </p14:xfrm>
          </p:contentPart>
        </mc:Choice>
        <mc:Fallback xmlns="">
          <p:sp>
            <p:nvSpPr>
              <p:cNvPr id="1049271" name=""/>
              <p:cNvSpPr/>
              <p:nvPr/>
            </p:nvSpPr>
            <p:spPr>
              <a:xfrm>
                <a:off x="6160981" y="2689920"/>
                <a:ext cx="72066" cy="161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272" name="Encre 1049271"/>
              <p14:cNvContentPartPr/>
              <p14:nvPr/>
            </p14:nvContentPartPr>
            <p14:xfrm>
              <a:off x="6337054" y="2506883"/>
              <a:ext cx="195637" cy="287048"/>
            </p14:xfrm>
          </p:contentPart>
        </mc:Choice>
        <mc:Fallback xmlns="">
          <p:sp>
            <p:nvSpPr>
              <p:cNvPr id="1049272" name=""/>
              <p:cNvSpPr/>
              <p:nvPr/>
            </p:nvSpPr>
            <p:spPr>
              <a:xfrm>
                <a:off x="6337054" y="2506883"/>
                <a:ext cx="195637" cy="287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273" name="Encre 1049272"/>
              <p14:cNvContentPartPr/>
              <p14:nvPr/>
            </p14:nvContentPartPr>
            <p14:xfrm>
              <a:off x="6656590" y="2570506"/>
              <a:ext cx="171791" cy="300585"/>
            </p14:xfrm>
          </p:contentPart>
        </mc:Choice>
        <mc:Fallback xmlns="">
          <p:sp>
            <p:nvSpPr>
              <p:cNvPr id="1049273" name=""/>
              <p:cNvSpPr/>
              <p:nvPr/>
            </p:nvSpPr>
            <p:spPr>
              <a:xfrm>
                <a:off x="6656590" y="2570506"/>
                <a:ext cx="171791" cy="3005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274" name="Encre 1049273"/>
              <p14:cNvContentPartPr/>
              <p14:nvPr/>
            </p14:nvContentPartPr>
            <p14:xfrm>
              <a:off x="6633112" y="2487141"/>
              <a:ext cx="214445" cy="21593"/>
            </p14:xfrm>
          </p:contentPart>
        </mc:Choice>
        <mc:Fallback xmlns="">
          <p:sp>
            <p:nvSpPr>
              <p:cNvPr id="1049274" name=""/>
              <p:cNvSpPr/>
              <p:nvPr/>
            </p:nvSpPr>
            <p:spPr>
              <a:xfrm>
                <a:off x="6633112" y="2487141"/>
                <a:ext cx="214445" cy="21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275" name="Encre 1049274"/>
              <p14:cNvContentPartPr/>
              <p14:nvPr/>
            </p14:nvContentPartPr>
            <p14:xfrm>
              <a:off x="6834931" y="2400271"/>
              <a:ext cx="67588" cy="161836"/>
            </p14:xfrm>
          </p:contentPart>
        </mc:Choice>
        <mc:Fallback xmlns="">
          <p:sp>
            <p:nvSpPr>
              <p:cNvPr id="1049275" name=""/>
              <p:cNvSpPr/>
              <p:nvPr/>
            </p:nvSpPr>
            <p:spPr>
              <a:xfrm>
                <a:off x="6834931" y="2400271"/>
                <a:ext cx="67588" cy="161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276" name="Encre 1049275"/>
              <p14:cNvContentPartPr/>
              <p14:nvPr/>
            </p14:nvContentPartPr>
            <p14:xfrm>
              <a:off x="6397047" y="2842067"/>
              <a:ext cx="486174" cy="4982"/>
            </p14:xfrm>
          </p:contentPart>
        </mc:Choice>
        <mc:Fallback xmlns="">
          <p:sp>
            <p:nvSpPr>
              <p:cNvPr id="1049276" name=""/>
              <p:cNvSpPr/>
              <p:nvPr/>
            </p:nvSpPr>
            <p:spPr>
              <a:xfrm>
                <a:off x="6397047" y="2842067"/>
                <a:ext cx="486174" cy="4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277" name="Encre 1049276"/>
              <p14:cNvContentPartPr/>
              <p14:nvPr/>
            </p14:nvContentPartPr>
            <p14:xfrm>
              <a:off x="6392020" y="2960933"/>
              <a:ext cx="242159" cy="227368"/>
            </p14:xfrm>
          </p:contentPart>
        </mc:Choice>
        <mc:Fallback xmlns="">
          <p:sp>
            <p:nvSpPr>
              <p:cNvPr id="1049277" name=""/>
              <p:cNvSpPr/>
              <p:nvPr/>
            </p:nvSpPr>
            <p:spPr>
              <a:xfrm>
                <a:off x="6392020" y="2960933"/>
                <a:ext cx="242159" cy="2273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278" name="Encre 1049277"/>
              <p14:cNvContentPartPr/>
              <p14:nvPr/>
            </p14:nvContentPartPr>
            <p14:xfrm>
              <a:off x="6597371" y="3076653"/>
              <a:ext cx="180211" cy="4430"/>
            </p14:xfrm>
          </p:contentPart>
        </mc:Choice>
        <mc:Fallback xmlns="">
          <p:sp>
            <p:nvSpPr>
              <p:cNvPr id="1049278" name=""/>
              <p:cNvSpPr/>
              <p:nvPr/>
            </p:nvSpPr>
            <p:spPr>
              <a:xfrm>
                <a:off x="6597371" y="3076653"/>
                <a:ext cx="180211" cy="4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279" name="Encre 1049278"/>
              <p14:cNvContentPartPr/>
              <p14:nvPr/>
            </p14:nvContentPartPr>
            <p14:xfrm>
              <a:off x="6844444" y="2559863"/>
              <a:ext cx="67535" cy="256195"/>
            </p14:xfrm>
          </p:contentPart>
        </mc:Choice>
        <mc:Fallback xmlns="">
          <p:sp>
            <p:nvSpPr>
              <p:cNvPr id="1049279" name=""/>
              <p:cNvSpPr/>
              <p:nvPr/>
            </p:nvSpPr>
            <p:spPr>
              <a:xfrm>
                <a:off x="6844444" y="2559863"/>
                <a:ext cx="67535" cy="2561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280" name="Encre 1049279"/>
              <p14:cNvContentPartPr/>
              <p14:nvPr/>
            </p14:nvContentPartPr>
            <p14:xfrm>
              <a:off x="6887229" y="2636775"/>
              <a:ext cx="113834" cy="131813"/>
            </p14:xfrm>
          </p:contentPart>
        </mc:Choice>
        <mc:Fallback xmlns="">
          <p:sp>
            <p:nvSpPr>
              <p:cNvPr id="1049280" name=""/>
              <p:cNvSpPr/>
              <p:nvPr/>
            </p:nvSpPr>
            <p:spPr>
              <a:xfrm>
                <a:off x="6887229" y="2636775"/>
                <a:ext cx="113834" cy="131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281" name="Encre 1049280"/>
              <p14:cNvContentPartPr/>
              <p14:nvPr/>
            </p14:nvContentPartPr>
            <p14:xfrm>
              <a:off x="6978876" y="2610496"/>
              <a:ext cx="118866" cy="207910"/>
            </p14:xfrm>
          </p:contentPart>
        </mc:Choice>
        <mc:Fallback xmlns="">
          <p:sp>
            <p:nvSpPr>
              <p:cNvPr id="1049281" name=""/>
              <p:cNvSpPr/>
              <p:nvPr/>
            </p:nvSpPr>
            <p:spPr>
              <a:xfrm>
                <a:off x="6978876" y="2610496"/>
                <a:ext cx="118866" cy="207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282" name="Encre 1049281"/>
              <p14:cNvContentPartPr/>
              <p14:nvPr/>
            </p14:nvContentPartPr>
            <p14:xfrm>
              <a:off x="7069067" y="2671750"/>
              <a:ext cx="137690" cy="154355"/>
            </p14:xfrm>
          </p:contentPart>
        </mc:Choice>
        <mc:Fallback xmlns="">
          <p:sp>
            <p:nvSpPr>
              <p:cNvPr id="1049282" name=""/>
              <p:cNvSpPr/>
              <p:nvPr/>
            </p:nvSpPr>
            <p:spPr>
              <a:xfrm>
                <a:off x="7069067" y="2671750"/>
                <a:ext cx="137690" cy="154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283" name="Encre 1049282"/>
              <p14:cNvContentPartPr/>
              <p14:nvPr/>
            </p14:nvContentPartPr>
            <p14:xfrm>
              <a:off x="7185148" y="2603050"/>
              <a:ext cx="51319" cy="215425"/>
            </p14:xfrm>
          </p:contentPart>
        </mc:Choice>
        <mc:Fallback xmlns="">
          <p:sp>
            <p:nvSpPr>
              <p:cNvPr id="1049283" name=""/>
              <p:cNvSpPr/>
              <p:nvPr/>
            </p:nvSpPr>
            <p:spPr>
              <a:xfrm>
                <a:off x="7185148" y="2603050"/>
                <a:ext cx="51319" cy="2154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284" name="Encre 1049283"/>
              <p14:cNvContentPartPr/>
              <p14:nvPr/>
            </p14:nvContentPartPr>
            <p14:xfrm>
              <a:off x="7137089" y="2711762"/>
              <a:ext cx="289823" cy="468433"/>
            </p14:xfrm>
          </p:contentPart>
        </mc:Choice>
        <mc:Fallback xmlns="">
          <p:sp>
            <p:nvSpPr>
              <p:cNvPr id="1049284" name=""/>
              <p:cNvSpPr/>
              <p:nvPr/>
            </p:nvSpPr>
            <p:spPr>
              <a:xfrm>
                <a:off x="7137089" y="2711762"/>
                <a:ext cx="289823" cy="4684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285" name="Encre 1049284"/>
              <p14:cNvContentPartPr/>
              <p14:nvPr/>
            </p14:nvContentPartPr>
            <p14:xfrm>
              <a:off x="7295771" y="2951027"/>
              <a:ext cx="47697" cy="261552"/>
            </p14:xfrm>
          </p:contentPart>
        </mc:Choice>
        <mc:Fallback xmlns="">
          <p:sp>
            <p:nvSpPr>
              <p:cNvPr id="1049285" name=""/>
              <p:cNvSpPr/>
              <p:nvPr/>
            </p:nvSpPr>
            <p:spPr>
              <a:xfrm>
                <a:off x="7295771" y="2951027"/>
                <a:ext cx="47697" cy="261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286" name="Encre 1049285"/>
              <p14:cNvContentPartPr/>
              <p14:nvPr/>
            </p14:nvContentPartPr>
            <p14:xfrm>
              <a:off x="7333809" y="2942325"/>
              <a:ext cx="189160" cy="243696"/>
            </p14:xfrm>
          </p:contentPart>
        </mc:Choice>
        <mc:Fallback xmlns="">
          <p:sp>
            <p:nvSpPr>
              <p:cNvPr id="1049286" name=""/>
              <p:cNvSpPr/>
              <p:nvPr/>
            </p:nvSpPr>
            <p:spPr>
              <a:xfrm>
                <a:off x="7333809" y="2942325"/>
                <a:ext cx="189160" cy="243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287" name="Encre 1049286"/>
              <p14:cNvContentPartPr/>
              <p14:nvPr/>
            </p14:nvContentPartPr>
            <p14:xfrm>
              <a:off x="926054" y="874451"/>
              <a:ext cx="1724761" cy="62431"/>
            </p14:xfrm>
          </p:contentPart>
        </mc:Choice>
        <mc:Fallback xmlns="">
          <p:sp>
            <p:nvSpPr>
              <p:cNvPr id="1049287" name=""/>
              <p:cNvSpPr/>
              <p:nvPr/>
            </p:nvSpPr>
            <p:spPr>
              <a:xfrm>
                <a:off x="926054" y="874451"/>
                <a:ext cx="1724761" cy="62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288" name="Encre 1049287"/>
              <p14:cNvContentPartPr/>
              <p14:nvPr/>
            </p14:nvContentPartPr>
            <p14:xfrm>
              <a:off x="5617367" y="3001660"/>
              <a:ext cx="1725048" cy="428137"/>
            </p14:xfrm>
          </p:contentPart>
        </mc:Choice>
        <mc:Fallback xmlns="">
          <p:sp>
            <p:nvSpPr>
              <p:cNvPr id="1049288" name=""/>
              <p:cNvSpPr/>
              <p:nvPr/>
            </p:nvSpPr>
            <p:spPr>
              <a:xfrm>
                <a:off x="5617367" y="3001660"/>
                <a:ext cx="1725048" cy="428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289" name="Encre 1049288"/>
              <p14:cNvContentPartPr/>
              <p14:nvPr/>
            </p14:nvContentPartPr>
            <p14:xfrm>
              <a:off x="6034804" y="3551919"/>
              <a:ext cx="540947" cy="329658"/>
            </p14:xfrm>
          </p:contentPart>
        </mc:Choice>
        <mc:Fallback xmlns="">
          <p:sp>
            <p:nvSpPr>
              <p:cNvPr id="1049289" name=""/>
              <p:cNvSpPr/>
              <p:nvPr/>
            </p:nvSpPr>
            <p:spPr>
              <a:xfrm>
                <a:off x="6034804" y="3551919"/>
                <a:ext cx="540947" cy="3296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290" name="Encre 1049289"/>
              <p14:cNvContentPartPr/>
              <p14:nvPr/>
            </p14:nvContentPartPr>
            <p14:xfrm>
              <a:off x="6167884" y="4095230"/>
              <a:ext cx="14717" cy="106911"/>
            </p14:xfrm>
          </p:contentPart>
        </mc:Choice>
        <mc:Fallback xmlns="">
          <p:sp>
            <p:nvSpPr>
              <p:cNvPr id="1049290" name=""/>
              <p:cNvSpPr/>
              <p:nvPr/>
            </p:nvSpPr>
            <p:spPr>
              <a:xfrm>
                <a:off x="6167884" y="4095230"/>
                <a:ext cx="14717" cy="106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291" name="Encre 1049290"/>
              <p14:cNvContentPartPr/>
              <p14:nvPr/>
            </p14:nvContentPartPr>
            <p14:xfrm>
              <a:off x="6158036" y="3986518"/>
              <a:ext cx="31625" cy="70163"/>
            </p14:xfrm>
          </p:contentPart>
        </mc:Choice>
        <mc:Fallback xmlns="">
          <p:sp>
            <p:nvSpPr>
              <p:cNvPr id="1049291" name=""/>
              <p:cNvSpPr/>
              <p:nvPr/>
            </p:nvSpPr>
            <p:spPr>
              <a:xfrm>
                <a:off x="6158036" y="3986518"/>
                <a:ext cx="31625" cy="70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292" name="Encre 1049291"/>
              <p14:cNvContentPartPr/>
              <p14:nvPr/>
            </p14:nvContentPartPr>
            <p14:xfrm>
              <a:off x="6568691" y="3684443"/>
              <a:ext cx="388963" cy="281437"/>
            </p14:xfrm>
          </p:contentPart>
        </mc:Choice>
        <mc:Fallback xmlns="">
          <p:sp>
            <p:nvSpPr>
              <p:cNvPr id="1049292" name=""/>
              <p:cNvSpPr/>
              <p:nvPr/>
            </p:nvSpPr>
            <p:spPr>
              <a:xfrm>
                <a:off x="6568691" y="3684443"/>
                <a:ext cx="388963" cy="2814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293" name="Encre 1049292"/>
              <p14:cNvContentPartPr/>
              <p14:nvPr/>
            </p14:nvContentPartPr>
            <p14:xfrm>
              <a:off x="6734599" y="3595354"/>
              <a:ext cx="237839" cy="472"/>
            </p14:xfrm>
          </p:contentPart>
        </mc:Choice>
        <mc:Fallback xmlns="">
          <p:sp>
            <p:nvSpPr>
              <p:cNvPr id="1049293" name=""/>
              <p:cNvSpPr/>
              <p:nvPr/>
            </p:nvSpPr>
            <p:spPr>
              <a:xfrm>
                <a:off x="6734599" y="3595354"/>
                <a:ext cx="237839" cy="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294" name="Encre 1049293"/>
              <p14:cNvContentPartPr/>
              <p14:nvPr/>
            </p14:nvContentPartPr>
            <p14:xfrm>
              <a:off x="6919039" y="3515682"/>
              <a:ext cx="174067" cy="195581"/>
            </p14:xfrm>
          </p:contentPart>
        </mc:Choice>
        <mc:Fallback xmlns="">
          <p:sp>
            <p:nvSpPr>
              <p:cNvPr id="1049294" name=""/>
              <p:cNvSpPr/>
              <p:nvPr/>
            </p:nvSpPr>
            <p:spPr>
              <a:xfrm>
                <a:off x="6919039" y="3515682"/>
                <a:ext cx="174067" cy="19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295" name="Encre 1049294"/>
              <p14:cNvContentPartPr/>
              <p14:nvPr/>
            </p14:nvContentPartPr>
            <p14:xfrm>
              <a:off x="7020334" y="3910320"/>
              <a:ext cx="146688" cy="140451"/>
            </p14:xfrm>
          </p:contentPart>
        </mc:Choice>
        <mc:Fallback xmlns="">
          <p:sp>
            <p:nvSpPr>
              <p:cNvPr id="1049295" name=""/>
              <p:cNvSpPr/>
              <p:nvPr/>
            </p:nvSpPr>
            <p:spPr>
              <a:xfrm>
                <a:off x="7020334" y="3910320"/>
                <a:ext cx="146688" cy="140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296" name="Encre 1049295"/>
              <p14:cNvContentPartPr/>
              <p14:nvPr/>
            </p14:nvContentPartPr>
            <p14:xfrm>
              <a:off x="7211498" y="3624394"/>
              <a:ext cx="93629" cy="467657"/>
            </p14:xfrm>
          </p:contentPart>
        </mc:Choice>
        <mc:Fallback xmlns="">
          <p:sp>
            <p:nvSpPr>
              <p:cNvPr id="1049296" name=""/>
              <p:cNvSpPr/>
              <p:nvPr/>
            </p:nvSpPr>
            <p:spPr>
              <a:xfrm>
                <a:off x="7211498" y="3624394"/>
                <a:ext cx="93629" cy="46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297" name="Encre 1049296"/>
              <p14:cNvContentPartPr/>
              <p14:nvPr/>
            </p14:nvContentPartPr>
            <p14:xfrm>
              <a:off x="7388039" y="3819975"/>
              <a:ext cx="10192" cy="227311"/>
            </p14:xfrm>
          </p:contentPart>
        </mc:Choice>
        <mc:Fallback xmlns="">
          <p:sp>
            <p:nvSpPr>
              <p:cNvPr id="1049297" name=""/>
              <p:cNvSpPr/>
              <p:nvPr/>
            </p:nvSpPr>
            <p:spPr>
              <a:xfrm>
                <a:off x="7388039" y="3819975"/>
                <a:ext cx="10192" cy="227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298" name="Encre 1049297"/>
              <p14:cNvContentPartPr/>
              <p14:nvPr/>
            </p14:nvContentPartPr>
            <p14:xfrm>
              <a:off x="7369550" y="3766176"/>
              <a:ext cx="215221" cy="17810"/>
            </p14:xfrm>
          </p:contentPart>
        </mc:Choice>
        <mc:Fallback xmlns="">
          <p:sp>
            <p:nvSpPr>
              <p:cNvPr id="1049298" name=""/>
              <p:cNvSpPr/>
              <p:nvPr/>
            </p:nvSpPr>
            <p:spPr>
              <a:xfrm>
                <a:off x="7369550" y="3766176"/>
                <a:ext cx="215221" cy="17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299" name="Encre 1049298"/>
              <p14:cNvContentPartPr/>
              <p14:nvPr/>
            </p14:nvContentPartPr>
            <p14:xfrm>
              <a:off x="7391171" y="3906846"/>
              <a:ext cx="159001" cy="8786"/>
            </p14:xfrm>
          </p:contentPart>
        </mc:Choice>
        <mc:Fallback xmlns="">
          <p:sp>
            <p:nvSpPr>
              <p:cNvPr id="1049299" name=""/>
              <p:cNvSpPr/>
              <p:nvPr/>
            </p:nvSpPr>
            <p:spPr>
              <a:xfrm>
                <a:off x="7391171" y="3906846"/>
                <a:ext cx="159001" cy="8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300" name="Encre 1049299"/>
              <p14:cNvContentPartPr/>
              <p14:nvPr/>
            </p14:nvContentPartPr>
            <p14:xfrm>
              <a:off x="7552448" y="4008359"/>
              <a:ext cx="72532" cy="101964"/>
            </p14:xfrm>
          </p:contentPart>
        </mc:Choice>
        <mc:Fallback xmlns="">
          <p:sp>
            <p:nvSpPr>
              <p:cNvPr id="1049300" name=""/>
              <p:cNvSpPr/>
              <p:nvPr/>
            </p:nvSpPr>
            <p:spPr>
              <a:xfrm>
                <a:off x="7552448" y="4008359"/>
                <a:ext cx="72532" cy="101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301" name="Encre 1049300"/>
              <p14:cNvContentPartPr/>
              <p14:nvPr/>
            </p14:nvContentPartPr>
            <p14:xfrm>
              <a:off x="7588901" y="3935885"/>
              <a:ext cx="30834" cy="10631"/>
            </p14:xfrm>
          </p:contentPart>
        </mc:Choice>
        <mc:Fallback xmlns="">
          <p:sp>
            <p:nvSpPr>
              <p:cNvPr id="1049301" name=""/>
              <p:cNvSpPr/>
              <p:nvPr/>
            </p:nvSpPr>
            <p:spPr>
              <a:xfrm>
                <a:off x="7588901" y="3935885"/>
                <a:ext cx="30834" cy="10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302" name="Encre 1049301"/>
              <p14:cNvContentPartPr/>
              <p14:nvPr/>
            </p14:nvContentPartPr>
            <p14:xfrm>
              <a:off x="7347929" y="3659283"/>
              <a:ext cx="243567" cy="8793"/>
            </p14:xfrm>
          </p:contentPart>
        </mc:Choice>
        <mc:Fallback xmlns="">
          <p:sp>
            <p:nvSpPr>
              <p:cNvPr id="1049302" name=""/>
              <p:cNvSpPr/>
              <p:nvPr/>
            </p:nvSpPr>
            <p:spPr>
              <a:xfrm>
                <a:off x="7347929" y="3659283"/>
                <a:ext cx="243567" cy="87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49303" name="Encre 1049302"/>
              <p14:cNvContentPartPr/>
              <p14:nvPr/>
            </p14:nvContentPartPr>
            <p14:xfrm>
              <a:off x="7541194" y="3610246"/>
              <a:ext cx="99177" cy="112186"/>
            </p14:xfrm>
          </p:contentPart>
        </mc:Choice>
        <mc:Fallback xmlns="">
          <p:sp>
            <p:nvSpPr>
              <p:cNvPr id="1049303" name=""/>
              <p:cNvSpPr/>
              <p:nvPr/>
            </p:nvSpPr>
            <p:spPr>
              <a:xfrm>
                <a:off x="7541194" y="3610246"/>
                <a:ext cx="99177" cy="112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9304" name="Encre 1049303"/>
              <p14:cNvContentPartPr/>
              <p14:nvPr/>
            </p14:nvContentPartPr>
            <p14:xfrm>
              <a:off x="7669509" y="3638790"/>
              <a:ext cx="176002" cy="635053"/>
            </p14:xfrm>
          </p:contentPart>
        </mc:Choice>
        <mc:Fallback xmlns="">
          <p:sp>
            <p:nvSpPr>
              <p:cNvPr id="1049304" name=""/>
              <p:cNvSpPr/>
              <p:nvPr/>
            </p:nvSpPr>
            <p:spPr>
              <a:xfrm>
                <a:off x="7669509" y="3638790"/>
                <a:ext cx="176002" cy="635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49305" name="Encre 1049304"/>
              <p14:cNvContentPartPr/>
              <p14:nvPr/>
            </p14:nvContentPartPr>
            <p14:xfrm>
              <a:off x="813043" y="3697116"/>
              <a:ext cx="238430" cy="480344"/>
            </p14:xfrm>
          </p:contentPart>
        </mc:Choice>
        <mc:Fallback xmlns="">
          <p:sp>
            <p:nvSpPr>
              <p:cNvPr id="1049305" name=""/>
              <p:cNvSpPr/>
              <p:nvPr/>
            </p:nvSpPr>
            <p:spPr>
              <a:xfrm>
                <a:off x="813043" y="3697116"/>
                <a:ext cx="238430" cy="480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9306" name="Encre 1049305"/>
              <p14:cNvContentPartPr/>
              <p14:nvPr/>
            </p14:nvContentPartPr>
            <p14:xfrm>
              <a:off x="1226101" y="3711264"/>
              <a:ext cx="229006" cy="528973"/>
            </p14:xfrm>
          </p:contentPart>
        </mc:Choice>
        <mc:Fallback xmlns="">
          <p:sp>
            <p:nvSpPr>
              <p:cNvPr id="1049306" name=""/>
              <p:cNvSpPr/>
              <p:nvPr/>
            </p:nvSpPr>
            <p:spPr>
              <a:xfrm>
                <a:off x="1226101" y="3711264"/>
                <a:ext cx="229006" cy="528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49307" name="Encre 1049306"/>
              <p14:cNvContentPartPr/>
              <p14:nvPr/>
            </p14:nvContentPartPr>
            <p14:xfrm>
              <a:off x="1520261" y="4136721"/>
              <a:ext cx="165315" cy="172310"/>
            </p14:xfrm>
          </p:contentPart>
        </mc:Choice>
        <mc:Fallback xmlns="">
          <p:sp>
            <p:nvSpPr>
              <p:cNvPr id="1049307" name=""/>
              <p:cNvSpPr/>
              <p:nvPr/>
            </p:nvSpPr>
            <p:spPr>
              <a:xfrm>
                <a:off x="1520261" y="4136721"/>
                <a:ext cx="165315" cy="172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9308" name="Encre 1049307"/>
              <p14:cNvContentPartPr/>
              <p14:nvPr/>
            </p14:nvContentPartPr>
            <p14:xfrm>
              <a:off x="1162120" y="3825055"/>
              <a:ext cx="322231" cy="53247"/>
            </p14:xfrm>
          </p:contentPart>
        </mc:Choice>
        <mc:Fallback xmlns="">
          <p:sp>
            <p:nvSpPr>
              <p:cNvPr id="1049308" name=""/>
              <p:cNvSpPr/>
              <p:nvPr/>
            </p:nvSpPr>
            <p:spPr>
              <a:xfrm>
                <a:off x="1162120" y="3825055"/>
                <a:ext cx="322231" cy="53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49309" name="Encre 1049308"/>
              <p14:cNvContentPartPr/>
              <p14:nvPr/>
            </p14:nvContentPartPr>
            <p14:xfrm>
              <a:off x="1390685" y="3733105"/>
              <a:ext cx="142175" cy="212451"/>
            </p14:xfrm>
          </p:contentPart>
        </mc:Choice>
        <mc:Fallback xmlns="">
          <p:sp>
            <p:nvSpPr>
              <p:cNvPr id="1049309" name=""/>
              <p:cNvSpPr/>
              <p:nvPr/>
            </p:nvSpPr>
            <p:spPr>
              <a:xfrm>
                <a:off x="1390685" y="3733105"/>
                <a:ext cx="142175" cy="212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9310" name="Encre 1049309"/>
              <p14:cNvContentPartPr/>
              <p14:nvPr/>
            </p14:nvContentPartPr>
            <p14:xfrm>
              <a:off x="1709823" y="3834371"/>
              <a:ext cx="132867" cy="405098"/>
            </p14:xfrm>
          </p:contentPart>
        </mc:Choice>
        <mc:Fallback xmlns="">
          <p:sp>
            <p:nvSpPr>
              <p:cNvPr id="1049310" name=""/>
              <p:cNvSpPr/>
              <p:nvPr/>
            </p:nvSpPr>
            <p:spPr>
              <a:xfrm>
                <a:off x="1709823" y="3834371"/>
                <a:ext cx="132867" cy="405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49311" name="Encre 1049310"/>
              <p14:cNvContentPartPr/>
              <p14:nvPr/>
            </p14:nvContentPartPr>
            <p14:xfrm>
              <a:off x="1834061" y="3890618"/>
              <a:ext cx="163919" cy="283960"/>
            </p14:xfrm>
          </p:contentPart>
        </mc:Choice>
        <mc:Fallback xmlns="">
          <p:sp>
            <p:nvSpPr>
              <p:cNvPr id="1049311" name=""/>
              <p:cNvSpPr/>
              <p:nvPr/>
            </p:nvSpPr>
            <p:spPr>
              <a:xfrm>
                <a:off x="1834061" y="3890618"/>
                <a:ext cx="163919" cy="283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9312" name="Encre 1049311"/>
              <p14:cNvContentPartPr/>
              <p14:nvPr/>
            </p14:nvContentPartPr>
            <p14:xfrm>
              <a:off x="2032896" y="3972370"/>
              <a:ext cx="65986" cy="322044"/>
            </p14:xfrm>
          </p:contentPart>
        </mc:Choice>
        <mc:Fallback xmlns="">
          <p:sp>
            <p:nvSpPr>
              <p:cNvPr id="1049312" name=""/>
              <p:cNvSpPr/>
              <p:nvPr/>
            </p:nvSpPr>
            <p:spPr>
              <a:xfrm>
                <a:off x="2032896" y="3972370"/>
                <a:ext cx="65986" cy="322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49313" name="Encre 1049312"/>
              <p14:cNvContentPartPr/>
              <p14:nvPr/>
            </p14:nvContentPartPr>
            <p14:xfrm>
              <a:off x="2159546" y="4059054"/>
              <a:ext cx="226017" cy="228223"/>
            </p14:xfrm>
          </p:contentPart>
        </mc:Choice>
        <mc:Fallback xmlns="">
          <p:sp>
            <p:nvSpPr>
              <p:cNvPr id="1049313" name=""/>
              <p:cNvSpPr/>
              <p:nvPr/>
            </p:nvSpPr>
            <p:spPr>
              <a:xfrm>
                <a:off x="2159546" y="4059054"/>
                <a:ext cx="226017" cy="228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9314" name="Encre 1049313"/>
              <p14:cNvContentPartPr/>
              <p14:nvPr/>
            </p14:nvContentPartPr>
            <p14:xfrm>
              <a:off x="2313327" y="3921738"/>
              <a:ext cx="159932" cy="396670"/>
            </p14:xfrm>
          </p:contentPart>
        </mc:Choice>
        <mc:Fallback xmlns="">
          <p:sp>
            <p:nvSpPr>
              <p:cNvPr id="1049314" name=""/>
              <p:cNvSpPr/>
              <p:nvPr/>
            </p:nvSpPr>
            <p:spPr>
              <a:xfrm>
                <a:off x="2313327" y="3921738"/>
                <a:ext cx="159932" cy="396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49315" name="Encre 1049314"/>
              <p14:cNvContentPartPr/>
              <p14:nvPr/>
            </p14:nvContentPartPr>
            <p14:xfrm>
              <a:off x="934120" y="4382271"/>
              <a:ext cx="1336406" cy="30424"/>
            </p14:xfrm>
          </p:contentPart>
        </mc:Choice>
        <mc:Fallback xmlns="">
          <p:sp>
            <p:nvSpPr>
              <p:cNvPr id="1049315" name=""/>
              <p:cNvSpPr/>
              <p:nvPr/>
            </p:nvSpPr>
            <p:spPr>
              <a:xfrm>
                <a:off x="934120" y="4382271"/>
                <a:ext cx="1336406" cy="30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9316" name="Encre 1049315"/>
              <p14:cNvContentPartPr/>
              <p14:nvPr/>
            </p14:nvContentPartPr>
            <p14:xfrm>
              <a:off x="1339634" y="4515432"/>
              <a:ext cx="297541" cy="398640"/>
            </p14:xfrm>
          </p:contentPart>
        </mc:Choice>
        <mc:Fallback xmlns="">
          <p:sp>
            <p:nvSpPr>
              <p:cNvPr id="1049316" name=""/>
              <p:cNvSpPr/>
              <p:nvPr/>
            </p:nvSpPr>
            <p:spPr>
              <a:xfrm>
                <a:off x="1339634" y="4515432"/>
                <a:ext cx="297541" cy="398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49317" name="Encre 1049316"/>
              <p14:cNvContentPartPr/>
              <p14:nvPr/>
            </p14:nvContentPartPr>
            <p14:xfrm>
              <a:off x="1548209" y="4696867"/>
              <a:ext cx="278866" cy="57830"/>
            </p14:xfrm>
          </p:contentPart>
        </mc:Choice>
        <mc:Fallback xmlns="">
          <p:sp>
            <p:nvSpPr>
              <p:cNvPr id="1049317" name=""/>
              <p:cNvSpPr/>
              <p:nvPr/>
            </p:nvSpPr>
            <p:spPr>
              <a:xfrm>
                <a:off x="1548209" y="4696867"/>
                <a:ext cx="278866" cy="57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9318" name="Encre 1049317"/>
              <p14:cNvContentPartPr/>
              <p14:nvPr/>
            </p14:nvContentPartPr>
            <p14:xfrm>
              <a:off x="2253215" y="4305703"/>
              <a:ext cx="296178" cy="640792"/>
            </p14:xfrm>
          </p:contentPart>
        </mc:Choice>
        <mc:Fallback xmlns="">
          <p:sp>
            <p:nvSpPr>
              <p:cNvPr id="1049318" name=""/>
              <p:cNvSpPr/>
              <p:nvPr/>
            </p:nvSpPr>
            <p:spPr>
              <a:xfrm>
                <a:off x="2253215" y="4305703"/>
                <a:ext cx="296178" cy="640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49319" name="Encre 1049318"/>
              <p14:cNvContentPartPr/>
              <p14:nvPr/>
            </p14:nvContentPartPr>
            <p14:xfrm>
              <a:off x="2472987" y="4644656"/>
              <a:ext cx="206182" cy="350110"/>
            </p14:xfrm>
          </p:contentPart>
        </mc:Choice>
        <mc:Fallback xmlns="">
          <p:sp>
            <p:nvSpPr>
              <p:cNvPr id="1049319" name=""/>
              <p:cNvSpPr/>
              <p:nvPr/>
            </p:nvSpPr>
            <p:spPr>
              <a:xfrm>
                <a:off x="2472987" y="4644656"/>
                <a:ext cx="206182" cy="350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9320" name="Encre 1049319"/>
              <p14:cNvContentPartPr/>
              <p14:nvPr/>
            </p14:nvContentPartPr>
            <p14:xfrm>
              <a:off x="2670736" y="4435760"/>
              <a:ext cx="164968" cy="11471"/>
            </p14:xfrm>
          </p:contentPart>
        </mc:Choice>
        <mc:Fallback xmlns="">
          <p:sp>
            <p:nvSpPr>
              <p:cNvPr id="1049320" name=""/>
              <p:cNvSpPr/>
              <p:nvPr/>
            </p:nvSpPr>
            <p:spPr>
              <a:xfrm>
                <a:off x="2670736" y="4435760"/>
                <a:ext cx="164968" cy="11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49321" name="Encre 1049320"/>
              <p14:cNvContentPartPr/>
              <p14:nvPr/>
            </p14:nvContentPartPr>
            <p14:xfrm>
              <a:off x="2678237" y="4537026"/>
              <a:ext cx="135903" cy="728"/>
            </p14:xfrm>
          </p:contentPart>
        </mc:Choice>
        <mc:Fallback xmlns="">
          <p:sp>
            <p:nvSpPr>
              <p:cNvPr id="1049321" name=""/>
              <p:cNvSpPr/>
              <p:nvPr/>
            </p:nvSpPr>
            <p:spPr>
              <a:xfrm>
                <a:off x="2678237" y="4537026"/>
                <a:ext cx="135903" cy="7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49322" name="Encre 1049321"/>
              <p14:cNvContentPartPr/>
              <p14:nvPr/>
            </p14:nvContentPartPr>
            <p14:xfrm>
              <a:off x="3053129" y="4117319"/>
              <a:ext cx="468767" cy="563851"/>
            </p14:xfrm>
          </p:contentPart>
        </mc:Choice>
        <mc:Fallback xmlns="">
          <p:sp>
            <p:nvSpPr>
              <p:cNvPr id="1049322" name=""/>
              <p:cNvSpPr/>
              <p:nvPr/>
            </p:nvSpPr>
            <p:spPr>
              <a:xfrm>
                <a:off x="3053129" y="4117319"/>
                <a:ext cx="468767" cy="563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49323" name="Encre 1049322"/>
              <p14:cNvContentPartPr/>
              <p14:nvPr/>
            </p14:nvContentPartPr>
            <p14:xfrm>
              <a:off x="3204624" y="4913794"/>
              <a:ext cx="16785" cy="158245"/>
            </p14:xfrm>
          </p:contentPart>
        </mc:Choice>
        <mc:Fallback xmlns="">
          <p:sp>
            <p:nvSpPr>
              <p:cNvPr id="1049323" name=""/>
              <p:cNvSpPr/>
              <p:nvPr/>
            </p:nvSpPr>
            <p:spPr>
              <a:xfrm>
                <a:off x="3204624" y="4913794"/>
                <a:ext cx="16785" cy="158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9324" name="Encre 1049323"/>
              <p14:cNvContentPartPr/>
              <p14:nvPr/>
            </p14:nvContentPartPr>
            <p14:xfrm>
              <a:off x="3228138" y="4776539"/>
              <a:ext cx="772" cy="31104"/>
            </p14:xfrm>
          </p:contentPart>
        </mc:Choice>
        <mc:Fallback xmlns="">
          <p:sp>
            <p:nvSpPr>
              <p:cNvPr id="1049324" name=""/>
              <p:cNvSpPr/>
              <p:nvPr/>
            </p:nvSpPr>
            <p:spPr>
              <a:xfrm>
                <a:off x="3228138" y="4776539"/>
                <a:ext cx="772" cy="31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49325" name="Encre 1049324"/>
              <p14:cNvContentPartPr/>
              <p14:nvPr/>
            </p14:nvContentPartPr>
            <p14:xfrm>
              <a:off x="3579258" y="4489429"/>
              <a:ext cx="440299" cy="248147"/>
            </p14:xfrm>
          </p:contentPart>
        </mc:Choice>
        <mc:Fallback xmlns="">
          <p:sp>
            <p:nvSpPr>
              <p:cNvPr id="1049325" name=""/>
              <p:cNvSpPr/>
              <p:nvPr/>
            </p:nvSpPr>
            <p:spPr>
              <a:xfrm>
                <a:off x="3579258" y="4489429"/>
                <a:ext cx="440299" cy="248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9326" name="Encre 1049325"/>
              <p14:cNvContentPartPr/>
              <p14:nvPr/>
            </p14:nvContentPartPr>
            <p14:xfrm>
              <a:off x="4054404" y="4729132"/>
              <a:ext cx="169937" cy="164480"/>
            </p14:xfrm>
          </p:contentPart>
        </mc:Choice>
        <mc:Fallback xmlns="">
          <p:sp>
            <p:nvSpPr>
              <p:cNvPr id="1049326" name=""/>
              <p:cNvSpPr/>
              <p:nvPr/>
            </p:nvSpPr>
            <p:spPr>
              <a:xfrm>
                <a:off x="4054404" y="4729132"/>
                <a:ext cx="169937" cy="164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49327" name="Encre 1049326"/>
              <p14:cNvContentPartPr/>
              <p14:nvPr/>
            </p14:nvContentPartPr>
            <p14:xfrm>
              <a:off x="3706006" y="4342930"/>
              <a:ext cx="366564" cy="42446"/>
            </p14:xfrm>
          </p:contentPart>
        </mc:Choice>
        <mc:Fallback xmlns="">
          <p:sp>
            <p:nvSpPr>
              <p:cNvPr id="1049327" name=""/>
              <p:cNvSpPr/>
              <p:nvPr/>
            </p:nvSpPr>
            <p:spPr>
              <a:xfrm>
                <a:off x="3706006" y="4342930"/>
                <a:ext cx="366564" cy="42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9328" name="Encre 1049327"/>
              <p14:cNvContentPartPr/>
              <p14:nvPr/>
            </p14:nvContentPartPr>
            <p14:xfrm>
              <a:off x="3900925" y="4247376"/>
              <a:ext cx="205245" cy="173343"/>
            </p14:xfrm>
          </p:contentPart>
        </mc:Choice>
        <mc:Fallback xmlns="">
          <p:sp>
            <p:nvSpPr>
              <p:cNvPr id="1049328" name=""/>
              <p:cNvSpPr/>
              <p:nvPr/>
            </p:nvSpPr>
            <p:spPr>
              <a:xfrm>
                <a:off x="3900925" y="4247376"/>
                <a:ext cx="205245" cy="173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49329" name="Encre 1049328"/>
              <p14:cNvContentPartPr/>
              <p14:nvPr/>
            </p14:nvContentPartPr>
            <p14:xfrm>
              <a:off x="4249580" y="4363534"/>
              <a:ext cx="116417" cy="518527"/>
            </p14:xfrm>
          </p:contentPart>
        </mc:Choice>
        <mc:Fallback xmlns="">
          <p:sp>
            <p:nvSpPr>
              <p:cNvPr id="1049329" name=""/>
              <p:cNvSpPr/>
              <p:nvPr/>
            </p:nvSpPr>
            <p:spPr>
              <a:xfrm>
                <a:off x="4249580" y="4363534"/>
                <a:ext cx="116417" cy="5185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9330" name="Encre 1049329"/>
              <p14:cNvContentPartPr/>
              <p14:nvPr/>
            </p14:nvContentPartPr>
            <p14:xfrm>
              <a:off x="4406532" y="4484660"/>
              <a:ext cx="213047" cy="327774"/>
            </p14:xfrm>
          </p:contentPart>
        </mc:Choice>
        <mc:Fallback xmlns="">
          <p:sp>
            <p:nvSpPr>
              <p:cNvPr id="1049330" name=""/>
              <p:cNvSpPr/>
              <p:nvPr/>
            </p:nvSpPr>
            <p:spPr>
              <a:xfrm>
                <a:off x="4406532" y="4484660"/>
                <a:ext cx="213047" cy="327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9331" name="Encre 1049330"/>
              <p14:cNvContentPartPr/>
              <p14:nvPr/>
            </p14:nvContentPartPr>
            <p14:xfrm>
              <a:off x="4401738" y="4638787"/>
              <a:ext cx="200325" cy="7199"/>
            </p14:xfrm>
          </p:contentPart>
        </mc:Choice>
        <mc:Fallback xmlns="">
          <p:sp>
            <p:nvSpPr>
              <p:cNvPr id="1049331" name=""/>
              <p:cNvSpPr/>
              <p:nvPr/>
            </p:nvSpPr>
            <p:spPr>
              <a:xfrm>
                <a:off x="4401738" y="4638787"/>
                <a:ext cx="200325" cy="71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49332" name="Encre 1049331"/>
              <p14:cNvContentPartPr/>
              <p14:nvPr/>
            </p14:nvContentPartPr>
            <p14:xfrm>
              <a:off x="4606261" y="4740302"/>
              <a:ext cx="103024" cy="131288"/>
            </p14:xfrm>
          </p:contentPart>
        </mc:Choice>
        <mc:Fallback xmlns="">
          <p:sp>
            <p:nvSpPr>
              <p:cNvPr id="1049332" name=""/>
              <p:cNvSpPr/>
              <p:nvPr/>
            </p:nvSpPr>
            <p:spPr>
              <a:xfrm>
                <a:off x="4606261" y="4740302"/>
                <a:ext cx="103024" cy="131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49333" name="Encre 1049332"/>
              <p14:cNvContentPartPr/>
              <p14:nvPr/>
            </p14:nvContentPartPr>
            <p14:xfrm>
              <a:off x="4708514" y="4631342"/>
              <a:ext cx="771" cy="31601"/>
            </p14:xfrm>
          </p:contentPart>
        </mc:Choice>
        <mc:Fallback xmlns="">
          <p:sp>
            <p:nvSpPr>
              <p:cNvPr id="1049333" name=""/>
              <p:cNvSpPr/>
              <p:nvPr/>
            </p:nvSpPr>
            <p:spPr>
              <a:xfrm>
                <a:off x="4708514" y="4631342"/>
                <a:ext cx="771" cy="31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9334" name="Encre 1049333"/>
              <p14:cNvContentPartPr/>
              <p14:nvPr/>
            </p14:nvContentPartPr>
            <p14:xfrm>
              <a:off x="4466160" y="4399523"/>
              <a:ext cx="252386" cy="24201"/>
            </p14:xfrm>
          </p:contentPart>
        </mc:Choice>
        <mc:Fallback xmlns="">
          <p:sp>
            <p:nvSpPr>
              <p:cNvPr id="1049334" name=""/>
              <p:cNvSpPr/>
              <p:nvPr/>
            </p:nvSpPr>
            <p:spPr>
              <a:xfrm>
                <a:off x="4466160" y="4399523"/>
                <a:ext cx="252386" cy="24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49335" name="Encre 1049334"/>
              <p14:cNvContentPartPr/>
              <p14:nvPr/>
            </p14:nvContentPartPr>
            <p14:xfrm>
              <a:off x="4587502" y="4348890"/>
              <a:ext cx="118292" cy="137398"/>
            </p14:xfrm>
          </p:contentPart>
        </mc:Choice>
        <mc:Fallback xmlns="">
          <p:sp>
            <p:nvSpPr>
              <p:cNvPr id="1049335" name=""/>
              <p:cNvSpPr/>
              <p:nvPr/>
            </p:nvSpPr>
            <p:spPr>
              <a:xfrm>
                <a:off x="4587502" y="4348890"/>
                <a:ext cx="118292" cy="137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9336" name="Encre 1049335"/>
              <p14:cNvContentPartPr/>
              <p14:nvPr/>
            </p14:nvContentPartPr>
            <p14:xfrm>
              <a:off x="4801947" y="4363534"/>
              <a:ext cx="122762" cy="557851"/>
            </p14:xfrm>
          </p:contentPart>
        </mc:Choice>
        <mc:Fallback xmlns="">
          <p:sp>
            <p:nvSpPr>
              <p:cNvPr id="1049336" name=""/>
              <p:cNvSpPr/>
              <p:nvPr/>
            </p:nvSpPr>
            <p:spPr>
              <a:xfrm>
                <a:off x="4801947" y="4363534"/>
                <a:ext cx="122762" cy="557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49337" name="Encre 1049336"/>
              <p14:cNvContentPartPr/>
              <p14:nvPr/>
            </p14:nvContentPartPr>
            <p14:xfrm>
              <a:off x="5095375" y="4761647"/>
              <a:ext cx="225102" cy="9605"/>
            </p14:xfrm>
          </p:contentPart>
        </mc:Choice>
        <mc:Fallback xmlns="">
          <p:sp>
            <p:nvSpPr>
              <p:cNvPr id="1049337" name=""/>
              <p:cNvSpPr/>
              <p:nvPr/>
            </p:nvSpPr>
            <p:spPr>
              <a:xfrm>
                <a:off x="5095375" y="4761647"/>
                <a:ext cx="225102" cy="9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9338" name="Encre 1049337"/>
              <p14:cNvContentPartPr/>
              <p14:nvPr/>
            </p14:nvContentPartPr>
            <p14:xfrm>
              <a:off x="5395862" y="4569451"/>
              <a:ext cx="295729" cy="303964"/>
            </p14:xfrm>
          </p:contentPart>
        </mc:Choice>
        <mc:Fallback xmlns="">
          <p:sp>
            <p:nvSpPr>
              <p:cNvPr id="1049338" name=""/>
              <p:cNvSpPr/>
              <p:nvPr/>
            </p:nvSpPr>
            <p:spPr>
              <a:xfrm>
                <a:off x="5395862" y="4569451"/>
                <a:ext cx="295729" cy="303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49339" name="Encre 1049338"/>
              <p14:cNvContentPartPr/>
              <p14:nvPr/>
            </p14:nvContentPartPr>
            <p14:xfrm>
              <a:off x="5691799" y="4837844"/>
              <a:ext cx="111296" cy="119589"/>
            </p14:xfrm>
          </p:contentPart>
        </mc:Choice>
        <mc:Fallback xmlns="">
          <p:sp>
            <p:nvSpPr>
              <p:cNvPr id="1049339" name=""/>
              <p:cNvSpPr/>
              <p:nvPr/>
            </p:nvSpPr>
            <p:spPr>
              <a:xfrm>
                <a:off x="5691799" y="4837844"/>
                <a:ext cx="111296" cy="1195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9340" name="Encre 1049339"/>
              <p14:cNvContentPartPr/>
              <p14:nvPr/>
            </p14:nvContentPartPr>
            <p14:xfrm>
              <a:off x="5345561" y="4450404"/>
              <a:ext cx="328941" cy="7747"/>
            </p14:xfrm>
          </p:contentPart>
        </mc:Choice>
        <mc:Fallback xmlns="">
          <p:sp>
            <p:nvSpPr>
              <p:cNvPr id="1049340" name=""/>
              <p:cNvSpPr/>
              <p:nvPr/>
            </p:nvSpPr>
            <p:spPr>
              <a:xfrm>
                <a:off x="5345561" y="4450404"/>
                <a:ext cx="328941" cy="7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49341" name="Encre 1049340"/>
              <p14:cNvContentPartPr/>
              <p14:nvPr/>
            </p14:nvContentPartPr>
            <p14:xfrm>
              <a:off x="5581626" y="4348890"/>
              <a:ext cx="169886" cy="229832"/>
            </p14:xfrm>
          </p:contentPart>
        </mc:Choice>
        <mc:Fallback xmlns="">
          <p:sp>
            <p:nvSpPr>
              <p:cNvPr id="1049341" name=""/>
              <p:cNvSpPr/>
              <p:nvPr/>
            </p:nvSpPr>
            <p:spPr>
              <a:xfrm>
                <a:off x="5581626" y="4348890"/>
                <a:ext cx="169886" cy="229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49342" name="Encre 1049341"/>
              <p14:cNvContentPartPr/>
              <p14:nvPr/>
            </p14:nvContentPartPr>
            <p14:xfrm>
              <a:off x="5824162" y="4761647"/>
              <a:ext cx="57952" cy="396442"/>
            </p14:xfrm>
          </p:contentPart>
        </mc:Choice>
        <mc:Fallback xmlns="">
          <p:sp>
            <p:nvSpPr>
              <p:cNvPr id="1049342" name=""/>
              <p:cNvSpPr/>
              <p:nvPr/>
            </p:nvSpPr>
            <p:spPr>
              <a:xfrm>
                <a:off x="5824162" y="4761647"/>
                <a:ext cx="57952" cy="396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9343" name="Encre 1049342"/>
              <p14:cNvContentPartPr/>
              <p14:nvPr/>
            </p14:nvContentPartPr>
            <p14:xfrm>
              <a:off x="5927616" y="4860184"/>
              <a:ext cx="159981" cy="284250"/>
            </p14:xfrm>
          </p:contentPart>
        </mc:Choice>
        <mc:Fallback xmlns="">
          <p:sp>
            <p:nvSpPr>
              <p:cNvPr id="1049343" name=""/>
              <p:cNvSpPr/>
              <p:nvPr/>
            </p:nvSpPr>
            <p:spPr>
              <a:xfrm>
                <a:off x="5927616" y="4860184"/>
                <a:ext cx="159981" cy="2842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49344" name="Encre 1049343"/>
              <p14:cNvContentPartPr/>
              <p14:nvPr/>
            </p14:nvContentPartPr>
            <p14:xfrm>
              <a:off x="6122743" y="4805082"/>
              <a:ext cx="73978" cy="162963"/>
            </p14:xfrm>
          </p:contentPart>
        </mc:Choice>
        <mc:Fallback xmlns="">
          <p:sp>
            <p:nvSpPr>
              <p:cNvPr id="1049344" name=""/>
              <p:cNvSpPr/>
              <p:nvPr/>
            </p:nvSpPr>
            <p:spPr>
              <a:xfrm>
                <a:off x="6122743" y="4805082"/>
                <a:ext cx="73978" cy="1629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49345" name="Encre 1049344"/>
              <p14:cNvContentPartPr/>
              <p14:nvPr/>
            </p14:nvContentPartPr>
            <p14:xfrm>
              <a:off x="6182602" y="4812776"/>
              <a:ext cx="62324" cy="173423"/>
            </p14:xfrm>
          </p:contentPart>
        </mc:Choice>
        <mc:Fallback xmlns="">
          <p:sp>
            <p:nvSpPr>
              <p:cNvPr id="1049345" name=""/>
              <p:cNvSpPr/>
              <p:nvPr/>
            </p:nvSpPr>
            <p:spPr>
              <a:xfrm>
                <a:off x="6182602" y="4812776"/>
                <a:ext cx="62324" cy="173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49346" name="Encre 1049345"/>
              <p14:cNvContentPartPr/>
              <p14:nvPr/>
            </p14:nvContentPartPr>
            <p14:xfrm>
              <a:off x="6392044" y="4740302"/>
              <a:ext cx="157680" cy="510385"/>
            </p14:xfrm>
          </p:contentPart>
        </mc:Choice>
        <mc:Fallback xmlns="">
          <p:sp>
            <p:nvSpPr>
              <p:cNvPr id="1049346" name=""/>
              <p:cNvSpPr/>
              <p:nvPr/>
            </p:nvSpPr>
            <p:spPr>
              <a:xfrm>
                <a:off x="6392044" y="4740302"/>
                <a:ext cx="157680" cy="510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49347" name="Encre 1049346"/>
              <p14:cNvContentPartPr/>
              <p14:nvPr/>
            </p14:nvContentPartPr>
            <p14:xfrm>
              <a:off x="6282323" y="4547005"/>
              <a:ext cx="332988" cy="185824"/>
            </p14:xfrm>
          </p:contentPart>
        </mc:Choice>
        <mc:Fallback xmlns="">
          <p:sp>
            <p:nvSpPr>
              <p:cNvPr id="1049347" name=""/>
              <p:cNvSpPr/>
              <p:nvPr/>
            </p:nvSpPr>
            <p:spPr>
              <a:xfrm>
                <a:off x="6282323" y="4547005"/>
                <a:ext cx="332988" cy="1858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9348" name="Encre 1049347"/>
              <p14:cNvContentPartPr/>
              <p14:nvPr/>
            </p14:nvContentPartPr>
            <p14:xfrm>
              <a:off x="6503642" y="4923571"/>
              <a:ext cx="156180" cy="180730"/>
            </p14:xfrm>
          </p:contentPart>
        </mc:Choice>
        <mc:Fallback xmlns="">
          <p:sp>
            <p:nvSpPr>
              <p:cNvPr id="1049348" name=""/>
              <p:cNvSpPr/>
              <p:nvPr/>
            </p:nvSpPr>
            <p:spPr>
              <a:xfrm>
                <a:off x="6503642" y="4923571"/>
                <a:ext cx="156180" cy="180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49349" name="Encre 1049348"/>
              <p14:cNvContentPartPr/>
              <p14:nvPr/>
            </p14:nvContentPartPr>
            <p14:xfrm>
              <a:off x="6668853" y="4935883"/>
              <a:ext cx="128402" cy="311490"/>
            </p14:xfrm>
          </p:contentPart>
        </mc:Choice>
        <mc:Fallback xmlns="">
          <p:sp>
            <p:nvSpPr>
              <p:cNvPr id="1049349" name=""/>
              <p:cNvSpPr/>
              <p:nvPr/>
            </p:nvSpPr>
            <p:spPr>
              <a:xfrm>
                <a:off x="6668853" y="4935883"/>
                <a:ext cx="128402" cy="311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9350" name="Encre 1049349"/>
              <p14:cNvContentPartPr/>
              <p14:nvPr/>
            </p14:nvContentPartPr>
            <p14:xfrm>
              <a:off x="6770635" y="5052035"/>
              <a:ext cx="234525" cy="261996"/>
            </p14:xfrm>
          </p:contentPart>
        </mc:Choice>
        <mc:Fallback xmlns="">
          <p:sp>
            <p:nvSpPr>
              <p:cNvPr id="1049350" name=""/>
              <p:cNvSpPr/>
              <p:nvPr/>
            </p:nvSpPr>
            <p:spPr>
              <a:xfrm>
                <a:off x="6770635" y="5052035"/>
                <a:ext cx="234525" cy="2619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49351" name="Encre 1049350"/>
              <p14:cNvContentPartPr/>
              <p14:nvPr/>
            </p14:nvContentPartPr>
            <p14:xfrm>
              <a:off x="554076" y="3575342"/>
              <a:ext cx="6561749" cy="1971199"/>
            </p14:xfrm>
          </p:contentPart>
        </mc:Choice>
        <mc:Fallback xmlns="">
          <p:sp>
            <p:nvSpPr>
              <p:cNvPr id="1049351" name=""/>
              <p:cNvSpPr/>
              <p:nvPr/>
            </p:nvSpPr>
            <p:spPr>
              <a:xfrm>
                <a:off x="554076" y="3575342"/>
                <a:ext cx="6561749" cy="19711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9352" name="Encre 1049351"/>
              <p14:cNvContentPartPr/>
              <p14:nvPr/>
            </p14:nvContentPartPr>
            <p14:xfrm>
              <a:off x="5009459" y="4176987"/>
              <a:ext cx="1997820" cy="1390763"/>
            </p14:xfrm>
          </p:contentPart>
        </mc:Choice>
        <mc:Fallback xmlns="">
          <p:sp>
            <p:nvSpPr>
              <p:cNvPr id="1049352" name=""/>
              <p:cNvSpPr/>
              <p:nvPr/>
            </p:nvSpPr>
            <p:spPr>
              <a:xfrm>
                <a:off x="5009459" y="4176987"/>
                <a:ext cx="1997820" cy="1390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49353" name="Encre 1049352"/>
              <p14:cNvContentPartPr/>
              <p14:nvPr/>
            </p14:nvContentPartPr>
            <p14:xfrm>
              <a:off x="5319782" y="5000664"/>
              <a:ext cx="383628" cy="866431"/>
            </p14:xfrm>
          </p:contentPart>
        </mc:Choice>
        <mc:Fallback xmlns="">
          <p:sp>
            <p:nvSpPr>
              <p:cNvPr id="1049353" name=""/>
              <p:cNvSpPr/>
              <p:nvPr/>
            </p:nvSpPr>
            <p:spPr>
              <a:xfrm>
                <a:off x="5319782" y="5000664"/>
                <a:ext cx="383628" cy="866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9354" name="Encre 1049353"/>
              <p14:cNvContentPartPr/>
              <p14:nvPr/>
            </p14:nvContentPartPr>
            <p14:xfrm>
              <a:off x="5581626" y="4992443"/>
              <a:ext cx="128853" cy="184183"/>
            </p14:xfrm>
          </p:contentPart>
        </mc:Choice>
        <mc:Fallback xmlns="">
          <p:sp>
            <p:nvSpPr>
              <p:cNvPr id="1049354" name=""/>
              <p:cNvSpPr/>
              <p:nvPr/>
            </p:nvSpPr>
            <p:spPr>
              <a:xfrm>
                <a:off x="5581626" y="4992443"/>
                <a:ext cx="128853" cy="184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49355" name="Encre 1049354"/>
              <p14:cNvContentPartPr/>
              <p14:nvPr/>
            </p14:nvContentPartPr>
            <p14:xfrm>
              <a:off x="4837688" y="5819227"/>
              <a:ext cx="278956" cy="209220"/>
            </p14:xfrm>
          </p:contentPart>
        </mc:Choice>
        <mc:Fallback xmlns="">
          <p:sp>
            <p:nvSpPr>
              <p:cNvPr id="1049355" name=""/>
              <p:cNvSpPr/>
              <p:nvPr/>
            </p:nvSpPr>
            <p:spPr>
              <a:xfrm>
                <a:off x="4837688" y="5819227"/>
                <a:ext cx="278956" cy="209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9356" name="Encre 1049355"/>
              <p14:cNvContentPartPr/>
              <p14:nvPr/>
            </p14:nvContentPartPr>
            <p14:xfrm>
              <a:off x="5154066" y="5950250"/>
              <a:ext cx="91803" cy="114098"/>
            </p14:xfrm>
          </p:contentPart>
        </mc:Choice>
        <mc:Fallback xmlns="">
          <p:sp>
            <p:nvSpPr>
              <p:cNvPr id="1049356" name=""/>
              <p:cNvSpPr/>
              <p:nvPr/>
            </p:nvSpPr>
            <p:spPr>
              <a:xfrm>
                <a:off x="5154066" y="5950250"/>
                <a:ext cx="91803" cy="114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49357" name="Encre 1049356"/>
              <p14:cNvContentPartPr/>
              <p14:nvPr/>
            </p14:nvContentPartPr>
            <p14:xfrm>
              <a:off x="5274079" y="5696368"/>
              <a:ext cx="250876" cy="407732"/>
            </p14:xfrm>
          </p:contentPart>
        </mc:Choice>
        <mc:Fallback xmlns="">
          <p:sp>
            <p:nvSpPr>
              <p:cNvPr id="1049357" name=""/>
              <p:cNvSpPr/>
              <p:nvPr/>
            </p:nvSpPr>
            <p:spPr>
              <a:xfrm>
                <a:off x="5274079" y="5696368"/>
                <a:ext cx="250876" cy="407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49358" name="Encre 1049357"/>
              <p14:cNvContentPartPr/>
              <p14:nvPr/>
            </p14:nvContentPartPr>
            <p14:xfrm>
              <a:off x="5417042" y="5688922"/>
              <a:ext cx="6579" cy="30558"/>
            </p14:xfrm>
          </p:contentPart>
        </mc:Choice>
        <mc:Fallback xmlns="">
          <p:sp>
            <p:nvSpPr>
              <p:cNvPr id="1049358" name=""/>
              <p:cNvSpPr/>
              <p:nvPr/>
            </p:nvSpPr>
            <p:spPr>
              <a:xfrm>
                <a:off x="5417042" y="5688922"/>
                <a:ext cx="6579" cy="30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49359" name="Encre 1049358"/>
              <p14:cNvContentPartPr/>
              <p14:nvPr/>
            </p14:nvContentPartPr>
            <p14:xfrm>
              <a:off x="5538826" y="5659883"/>
              <a:ext cx="48358" cy="410683"/>
            </p14:xfrm>
          </p:contentPart>
        </mc:Choice>
        <mc:Fallback xmlns="">
          <p:sp>
            <p:nvSpPr>
              <p:cNvPr id="1049359" name=""/>
              <p:cNvSpPr/>
              <p:nvPr/>
            </p:nvSpPr>
            <p:spPr>
              <a:xfrm>
                <a:off x="5538826" y="5659883"/>
                <a:ext cx="48358" cy="410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9360" name="Encre 1049359"/>
              <p14:cNvContentPartPr/>
              <p14:nvPr/>
            </p14:nvContentPartPr>
            <p14:xfrm>
              <a:off x="5603247" y="5939392"/>
              <a:ext cx="89059" cy="155089"/>
            </p14:xfrm>
          </p:contentPart>
        </mc:Choice>
        <mc:Fallback xmlns="">
          <p:sp>
            <p:nvSpPr>
              <p:cNvPr id="1049360" name=""/>
              <p:cNvSpPr/>
              <p:nvPr/>
            </p:nvSpPr>
            <p:spPr>
              <a:xfrm>
                <a:off x="5603247" y="5939392"/>
                <a:ext cx="89059" cy="155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49361" name="Encre 1049360"/>
              <p14:cNvContentPartPr/>
              <p14:nvPr/>
            </p14:nvContentPartPr>
            <p14:xfrm>
              <a:off x="5811324" y="5764089"/>
              <a:ext cx="191179" cy="337439"/>
            </p14:xfrm>
          </p:contentPart>
        </mc:Choice>
        <mc:Fallback xmlns="">
          <p:sp>
            <p:nvSpPr>
              <p:cNvPr id="1049361" name=""/>
              <p:cNvSpPr/>
              <p:nvPr/>
            </p:nvSpPr>
            <p:spPr>
              <a:xfrm>
                <a:off x="5811324" y="5764089"/>
                <a:ext cx="191179" cy="3374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49362" name="Encre 1049361"/>
              <p14:cNvContentPartPr/>
              <p14:nvPr/>
            </p14:nvContentPartPr>
            <p14:xfrm>
              <a:off x="6042011" y="5972456"/>
              <a:ext cx="468758" cy="191765"/>
            </p14:xfrm>
          </p:contentPart>
        </mc:Choice>
        <mc:Fallback xmlns="">
          <p:sp>
            <p:nvSpPr>
              <p:cNvPr id="1049362" name=""/>
              <p:cNvSpPr/>
              <p:nvPr/>
            </p:nvSpPr>
            <p:spPr>
              <a:xfrm>
                <a:off x="6042011" y="5972456"/>
                <a:ext cx="468758" cy="1917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49363" name="Encre 1049362"/>
              <p14:cNvContentPartPr/>
              <p14:nvPr/>
            </p14:nvContentPartPr>
            <p14:xfrm>
              <a:off x="6670390" y="5715245"/>
              <a:ext cx="261473" cy="506841"/>
            </p14:xfrm>
          </p:contentPart>
        </mc:Choice>
        <mc:Fallback xmlns="">
          <p:sp>
            <p:nvSpPr>
              <p:cNvPr id="1049363" name=""/>
              <p:cNvSpPr/>
              <p:nvPr/>
            </p:nvSpPr>
            <p:spPr>
              <a:xfrm>
                <a:off x="6670390" y="5715245"/>
                <a:ext cx="261473" cy="506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49364" name="Encre 1049363"/>
              <p14:cNvContentPartPr/>
              <p14:nvPr/>
            </p14:nvContentPartPr>
            <p14:xfrm>
              <a:off x="7054942" y="5790188"/>
              <a:ext cx="49256" cy="456440"/>
            </p14:xfrm>
          </p:contentPart>
        </mc:Choice>
        <mc:Fallback xmlns="">
          <p:sp>
            <p:nvSpPr>
              <p:cNvPr id="1049364" name=""/>
              <p:cNvSpPr/>
              <p:nvPr/>
            </p:nvSpPr>
            <p:spPr>
              <a:xfrm>
                <a:off x="7054942" y="5790188"/>
                <a:ext cx="49256" cy="456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49365" name="Encre 1049364"/>
              <p14:cNvContentPartPr/>
              <p14:nvPr/>
            </p14:nvContentPartPr>
            <p14:xfrm>
              <a:off x="6538600" y="5790436"/>
              <a:ext cx="156226" cy="451203"/>
            </p14:xfrm>
          </p:contentPart>
        </mc:Choice>
        <mc:Fallback xmlns="">
          <p:sp>
            <p:nvSpPr>
              <p:cNvPr id="1049365" name=""/>
              <p:cNvSpPr/>
              <p:nvPr/>
            </p:nvSpPr>
            <p:spPr>
              <a:xfrm>
                <a:off x="6538600" y="5790436"/>
                <a:ext cx="156226" cy="451203"/>
              </a:xfrm>
            </p:spPr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366" name="Encre 1049365"/>
              <p14:cNvContentPartPr/>
              <p14:nvPr/>
            </p14:nvContentPartPr>
            <p14:xfrm>
              <a:off x="338830" y="299753"/>
              <a:ext cx="64790" cy="397784"/>
            </p14:xfrm>
          </p:contentPart>
        </mc:Choice>
        <mc:Fallback xmlns="">
          <p:sp>
            <p:nvSpPr>
              <p:cNvPr id="1049366" name=""/>
              <p:cNvSpPr/>
              <p:nvPr/>
            </p:nvSpPr>
            <p:spPr>
              <a:xfrm>
                <a:off x="338830" y="299753"/>
                <a:ext cx="64790" cy="397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367" name="Encre 1049366"/>
              <p14:cNvContentPartPr/>
              <p14:nvPr/>
            </p14:nvContentPartPr>
            <p14:xfrm>
              <a:off x="367880" y="269150"/>
              <a:ext cx="675986" cy="417748"/>
            </p14:xfrm>
          </p:contentPart>
        </mc:Choice>
        <mc:Fallback xmlns="">
          <p:sp>
            <p:nvSpPr>
              <p:cNvPr id="1049367" name=""/>
              <p:cNvSpPr/>
              <p:nvPr/>
            </p:nvSpPr>
            <p:spPr>
              <a:xfrm>
                <a:off x="367880" y="269150"/>
                <a:ext cx="675986" cy="417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368" name="Encre 1049367"/>
              <p14:cNvContentPartPr/>
              <p14:nvPr/>
            </p14:nvContentPartPr>
            <p14:xfrm>
              <a:off x="1038131" y="467318"/>
              <a:ext cx="225928" cy="185070"/>
            </p14:xfrm>
          </p:contentPart>
        </mc:Choice>
        <mc:Fallback xmlns="">
          <p:sp>
            <p:nvSpPr>
              <p:cNvPr id="1049368" name=""/>
              <p:cNvSpPr/>
              <p:nvPr/>
            </p:nvSpPr>
            <p:spPr>
              <a:xfrm>
                <a:off x="1038131" y="467318"/>
                <a:ext cx="225928" cy="185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369" name="Encre 1049368"/>
              <p14:cNvContentPartPr/>
              <p14:nvPr/>
            </p14:nvContentPartPr>
            <p14:xfrm>
              <a:off x="1226101" y="451105"/>
              <a:ext cx="368536" cy="165151"/>
            </p14:xfrm>
          </p:contentPart>
        </mc:Choice>
        <mc:Fallback xmlns="">
          <p:sp>
            <p:nvSpPr>
              <p:cNvPr id="1049369" name=""/>
              <p:cNvSpPr/>
              <p:nvPr/>
            </p:nvSpPr>
            <p:spPr>
              <a:xfrm>
                <a:off x="1226101" y="451105"/>
                <a:ext cx="368536" cy="165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370" name="Encre 1049369"/>
              <p14:cNvContentPartPr/>
              <p14:nvPr/>
            </p14:nvContentPartPr>
            <p14:xfrm>
              <a:off x="1561632" y="393573"/>
              <a:ext cx="132516" cy="179943"/>
            </p14:xfrm>
          </p:contentPart>
        </mc:Choice>
        <mc:Fallback xmlns="">
          <p:sp>
            <p:nvSpPr>
              <p:cNvPr id="1049370" name=""/>
              <p:cNvSpPr/>
              <p:nvPr/>
            </p:nvSpPr>
            <p:spPr>
              <a:xfrm>
                <a:off x="1561632" y="393573"/>
                <a:ext cx="132516" cy="1799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371" name="Encre 1049370"/>
              <p14:cNvContentPartPr/>
              <p14:nvPr/>
            </p14:nvContentPartPr>
            <p14:xfrm>
              <a:off x="1741033" y="368887"/>
              <a:ext cx="304371" cy="188540"/>
            </p14:xfrm>
          </p:contentPart>
        </mc:Choice>
        <mc:Fallback xmlns="">
          <p:sp>
            <p:nvSpPr>
              <p:cNvPr id="1049371" name=""/>
              <p:cNvSpPr/>
              <p:nvPr/>
            </p:nvSpPr>
            <p:spPr>
              <a:xfrm>
                <a:off x="1741033" y="368887"/>
                <a:ext cx="304371" cy="1885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372" name="Encre 1049371"/>
              <p14:cNvContentPartPr/>
              <p14:nvPr/>
            </p14:nvContentPartPr>
            <p14:xfrm>
              <a:off x="1652869" y="415663"/>
              <a:ext cx="19508" cy="410786"/>
            </p14:xfrm>
          </p:contentPart>
        </mc:Choice>
        <mc:Fallback xmlns="">
          <p:sp>
            <p:nvSpPr>
              <p:cNvPr id="1049372" name=""/>
              <p:cNvSpPr/>
              <p:nvPr/>
            </p:nvSpPr>
            <p:spPr>
              <a:xfrm>
                <a:off x="1652869" y="415663"/>
                <a:ext cx="19508" cy="410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373" name="Encre 1049372"/>
              <p14:cNvContentPartPr/>
              <p14:nvPr/>
            </p14:nvContentPartPr>
            <p14:xfrm>
              <a:off x="389501" y="750405"/>
              <a:ext cx="1575595" cy="99608"/>
            </p14:xfrm>
          </p:contentPart>
        </mc:Choice>
        <mc:Fallback xmlns="">
          <p:sp>
            <p:nvSpPr>
              <p:cNvPr id="1049373" name=""/>
              <p:cNvSpPr/>
              <p:nvPr/>
            </p:nvSpPr>
            <p:spPr>
              <a:xfrm>
                <a:off x="389501" y="750405"/>
                <a:ext cx="1575595" cy="99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374" name="Encre 1049373"/>
              <p14:cNvContentPartPr/>
              <p14:nvPr/>
            </p14:nvContentPartPr>
            <p14:xfrm>
              <a:off x="2197079" y="400771"/>
              <a:ext cx="30647" cy="104992"/>
            </p14:xfrm>
          </p:contentPart>
        </mc:Choice>
        <mc:Fallback xmlns="">
          <p:sp>
            <p:nvSpPr>
              <p:cNvPr id="1049374" name=""/>
              <p:cNvSpPr/>
              <p:nvPr/>
            </p:nvSpPr>
            <p:spPr>
              <a:xfrm>
                <a:off x="2197079" y="400771"/>
                <a:ext cx="30647" cy="104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375" name="Encre 1049374"/>
              <p14:cNvContentPartPr/>
              <p14:nvPr/>
            </p14:nvContentPartPr>
            <p14:xfrm>
              <a:off x="2211704" y="589155"/>
              <a:ext cx="8521" cy="63601"/>
            </p14:xfrm>
          </p:contentPart>
        </mc:Choice>
        <mc:Fallback xmlns="">
          <p:sp>
            <p:nvSpPr>
              <p:cNvPr id="1049375" name=""/>
              <p:cNvSpPr/>
              <p:nvPr/>
            </p:nvSpPr>
            <p:spPr>
              <a:xfrm>
                <a:off x="2211704" y="589155"/>
                <a:ext cx="8521" cy="63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376" name="Encre 1049375"/>
              <p14:cNvContentPartPr/>
              <p14:nvPr/>
            </p14:nvContentPartPr>
            <p14:xfrm>
              <a:off x="989538" y="1016555"/>
              <a:ext cx="164783" cy="448205"/>
            </p14:xfrm>
          </p:contentPart>
        </mc:Choice>
        <mc:Fallback xmlns="">
          <p:sp>
            <p:nvSpPr>
              <p:cNvPr id="1049376" name=""/>
              <p:cNvSpPr/>
              <p:nvPr/>
            </p:nvSpPr>
            <p:spPr>
              <a:xfrm>
                <a:off x="989538" y="1016555"/>
                <a:ext cx="164783" cy="448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377" name="Encre 1049376"/>
              <p14:cNvContentPartPr/>
              <p14:nvPr/>
            </p14:nvContentPartPr>
            <p14:xfrm>
              <a:off x="1211981" y="1291809"/>
              <a:ext cx="8178" cy="103893"/>
            </p14:xfrm>
          </p:contentPart>
        </mc:Choice>
        <mc:Fallback xmlns="">
          <p:sp>
            <p:nvSpPr>
              <p:cNvPr id="1049377" name=""/>
              <p:cNvSpPr/>
              <p:nvPr/>
            </p:nvSpPr>
            <p:spPr>
              <a:xfrm>
                <a:off x="1211981" y="1291809"/>
                <a:ext cx="8178" cy="103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378" name="Encre 1049377"/>
              <p14:cNvContentPartPr/>
              <p14:nvPr/>
            </p14:nvContentPartPr>
            <p14:xfrm>
              <a:off x="1247722" y="1139662"/>
              <a:ext cx="14715" cy="64007"/>
            </p14:xfrm>
          </p:contentPart>
        </mc:Choice>
        <mc:Fallback xmlns="">
          <p:sp>
            <p:nvSpPr>
              <p:cNvPr id="1049378" name=""/>
              <p:cNvSpPr/>
              <p:nvPr/>
            </p:nvSpPr>
            <p:spPr>
              <a:xfrm>
                <a:off x="1247722" y="1139662"/>
                <a:ext cx="14715" cy="640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379" name="Encre 1049378"/>
              <p14:cNvContentPartPr/>
              <p14:nvPr/>
            </p14:nvContentPartPr>
            <p14:xfrm>
              <a:off x="1534754" y="1125267"/>
              <a:ext cx="15286" cy="301749"/>
            </p14:xfrm>
          </p:contentPart>
        </mc:Choice>
        <mc:Fallback xmlns="">
          <p:sp>
            <p:nvSpPr>
              <p:cNvPr id="1049379" name=""/>
              <p:cNvSpPr/>
              <p:nvPr/>
            </p:nvSpPr>
            <p:spPr>
              <a:xfrm>
                <a:off x="1534754" y="1125267"/>
                <a:ext cx="15286" cy="3017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380" name="Encre 1049379"/>
              <p14:cNvContentPartPr/>
              <p14:nvPr/>
            </p14:nvContentPartPr>
            <p14:xfrm>
              <a:off x="1557475" y="918623"/>
              <a:ext cx="376822" cy="485495"/>
            </p14:xfrm>
          </p:contentPart>
        </mc:Choice>
        <mc:Fallback xmlns="">
          <p:sp>
            <p:nvSpPr>
              <p:cNvPr id="1049380" name=""/>
              <p:cNvSpPr/>
              <p:nvPr/>
            </p:nvSpPr>
            <p:spPr>
              <a:xfrm>
                <a:off x="1557475" y="918623"/>
                <a:ext cx="376822" cy="485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381" name="Encre 1049380"/>
              <p14:cNvContentPartPr/>
              <p14:nvPr/>
            </p14:nvContentPartPr>
            <p14:xfrm>
              <a:off x="2141683" y="1212783"/>
              <a:ext cx="274963" cy="187737"/>
            </p14:xfrm>
          </p:contentPart>
        </mc:Choice>
        <mc:Fallback xmlns="">
          <p:sp>
            <p:nvSpPr>
              <p:cNvPr id="1049381" name=""/>
              <p:cNvSpPr/>
              <p:nvPr/>
            </p:nvSpPr>
            <p:spPr>
              <a:xfrm>
                <a:off x="2141683" y="1212783"/>
                <a:ext cx="274963" cy="187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382" name="Encre 1049381"/>
              <p14:cNvContentPartPr/>
              <p14:nvPr/>
            </p14:nvContentPartPr>
            <p14:xfrm>
              <a:off x="2461726" y="987516"/>
              <a:ext cx="51926" cy="386904"/>
            </p14:xfrm>
          </p:contentPart>
        </mc:Choice>
        <mc:Fallback xmlns="">
          <p:sp>
            <p:nvSpPr>
              <p:cNvPr id="1049382" name=""/>
              <p:cNvSpPr/>
              <p:nvPr/>
            </p:nvSpPr>
            <p:spPr>
              <a:xfrm>
                <a:off x="2461726" y="987516"/>
                <a:ext cx="51926" cy="386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383" name="Encre 1049382"/>
              <p14:cNvContentPartPr/>
              <p14:nvPr/>
            </p14:nvContentPartPr>
            <p14:xfrm>
              <a:off x="2435111" y="1175900"/>
              <a:ext cx="164143" cy="72474"/>
            </p14:xfrm>
          </p:contentPart>
        </mc:Choice>
        <mc:Fallback xmlns="">
          <p:sp>
            <p:nvSpPr>
              <p:cNvPr id="1049383" name=""/>
              <p:cNvSpPr/>
              <p:nvPr/>
            </p:nvSpPr>
            <p:spPr>
              <a:xfrm>
                <a:off x="2435111" y="1175900"/>
                <a:ext cx="164143" cy="72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384" name="Encre 1049383"/>
              <p14:cNvContentPartPr/>
              <p14:nvPr/>
            </p14:nvContentPartPr>
            <p14:xfrm>
              <a:off x="2806639" y="1154306"/>
              <a:ext cx="140527" cy="129259"/>
            </p14:xfrm>
          </p:contentPart>
        </mc:Choice>
        <mc:Fallback xmlns="">
          <p:sp>
            <p:nvSpPr>
              <p:cNvPr id="1049384" name=""/>
              <p:cNvSpPr/>
              <p:nvPr/>
            </p:nvSpPr>
            <p:spPr>
              <a:xfrm>
                <a:off x="2806639" y="1154306"/>
                <a:ext cx="140527" cy="129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385" name="Encre 1049384"/>
              <p14:cNvContentPartPr/>
              <p14:nvPr/>
            </p14:nvContentPartPr>
            <p14:xfrm>
              <a:off x="3081579" y="980318"/>
              <a:ext cx="25548" cy="110353"/>
            </p14:xfrm>
          </p:contentPart>
        </mc:Choice>
        <mc:Fallback xmlns="">
          <p:sp>
            <p:nvSpPr>
              <p:cNvPr id="1049385" name=""/>
              <p:cNvSpPr/>
              <p:nvPr/>
            </p:nvSpPr>
            <p:spPr>
              <a:xfrm>
                <a:off x="3081579" y="980318"/>
                <a:ext cx="25548" cy="110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386" name="Encre 1049385"/>
              <p14:cNvContentPartPr/>
              <p14:nvPr/>
            </p14:nvContentPartPr>
            <p14:xfrm>
              <a:off x="1977099" y="1132465"/>
              <a:ext cx="127539" cy="247692"/>
            </p14:xfrm>
          </p:contentPart>
        </mc:Choice>
        <mc:Fallback xmlns="">
          <p:sp>
            <p:nvSpPr>
              <p:cNvPr id="1049386" name=""/>
              <p:cNvSpPr/>
              <p:nvPr/>
            </p:nvSpPr>
            <p:spPr>
              <a:xfrm>
                <a:off x="1977099" y="1132465"/>
                <a:ext cx="127539" cy="247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387" name="Encre 1049386"/>
              <p14:cNvContentPartPr/>
              <p14:nvPr/>
            </p14:nvContentPartPr>
            <p14:xfrm>
              <a:off x="2176544" y="1023753"/>
              <a:ext cx="14999" cy="141243"/>
            </p14:xfrm>
          </p:contentPart>
        </mc:Choice>
        <mc:Fallback xmlns="">
          <p:sp>
            <p:nvSpPr>
              <p:cNvPr id="1049387" name=""/>
              <p:cNvSpPr/>
              <p:nvPr/>
            </p:nvSpPr>
            <p:spPr>
              <a:xfrm>
                <a:off x="2176544" y="1023753"/>
                <a:ext cx="14999" cy="141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388" name="Encre 1049387"/>
              <p14:cNvContentPartPr/>
              <p14:nvPr/>
            </p14:nvContentPartPr>
            <p14:xfrm>
              <a:off x="2770898" y="1183097"/>
              <a:ext cx="34316" cy="355641"/>
            </p14:xfrm>
          </p:contentPart>
        </mc:Choice>
        <mc:Fallback xmlns="">
          <p:sp>
            <p:nvSpPr>
              <p:cNvPr id="1049388" name=""/>
              <p:cNvSpPr/>
              <p:nvPr/>
            </p:nvSpPr>
            <p:spPr>
              <a:xfrm>
                <a:off x="2770898" y="1183097"/>
                <a:ext cx="34316" cy="355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389" name="Encre 1049388"/>
              <p14:cNvContentPartPr/>
              <p14:nvPr/>
            </p14:nvContentPartPr>
            <p14:xfrm>
              <a:off x="2753248" y="1187194"/>
              <a:ext cx="197319" cy="195379"/>
            </p14:xfrm>
          </p:contentPart>
        </mc:Choice>
        <mc:Fallback xmlns="">
          <p:sp>
            <p:nvSpPr>
              <p:cNvPr id="1049389" name=""/>
              <p:cNvSpPr/>
              <p:nvPr/>
            </p:nvSpPr>
            <p:spPr>
              <a:xfrm>
                <a:off x="2753248" y="1187194"/>
                <a:ext cx="197319" cy="195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390" name="Encre 1049389"/>
              <p14:cNvContentPartPr/>
              <p14:nvPr/>
            </p14:nvContentPartPr>
            <p14:xfrm>
              <a:off x="3022267" y="1054622"/>
              <a:ext cx="175398" cy="217766"/>
            </p14:xfrm>
          </p:contentPart>
        </mc:Choice>
        <mc:Fallback xmlns="">
          <p:sp>
            <p:nvSpPr>
              <p:cNvPr id="1049390" name=""/>
              <p:cNvSpPr/>
              <p:nvPr/>
            </p:nvSpPr>
            <p:spPr>
              <a:xfrm>
                <a:off x="3022267" y="1054622"/>
                <a:ext cx="175398" cy="217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391" name="Encre 1049390"/>
              <p14:cNvContentPartPr/>
              <p14:nvPr/>
            </p14:nvContentPartPr>
            <p14:xfrm>
              <a:off x="3221854" y="995210"/>
              <a:ext cx="137612" cy="304033"/>
            </p14:xfrm>
          </p:contentPart>
        </mc:Choice>
        <mc:Fallback xmlns="">
          <p:sp>
            <p:nvSpPr>
              <p:cNvPr id="1049391" name=""/>
              <p:cNvSpPr/>
              <p:nvPr/>
            </p:nvSpPr>
            <p:spPr>
              <a:xfrm>
                <a:off x="3221854" y="995210"/>
                <a:ext cx="137612" cy="304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392" name="Encre 1049391"/>
              <p14:cNvContentPartPr/>
              <p14:nvPr/>
            </p14:nvContentPartPr>
            <p14:xfrm>
              <a:off x="3671005" y="1005883"/>
              <a:ext cx="189234" cy="620608"/>
            </p14:xfrm>
          </p:contentPart>
        </mc:Choice>
        <mc:Fallback xmlns="">
          <p:sp>
            <p:nvSpPr>
              <p:cNvPr id="1049392" name=""/>
              <p:cNvSpPr/>
              <p:nvPr/>
            </p:nvSpPr>
            <p:spPr>
              <a:xfrm>
                <a:off x="3671005" y="1005883"/>
                <a:ext cx="189234" cy="620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393" name="Encre 1049392"/>
              <p14:cNvContentPartPr/>
              <p14:nvPr/>
            </p14:nvContentPartPr>
            <p14:xfrm>
              <a:off x="3919660" y="859929"/>
              <a:ext cx="508479" cy="383977"/>
            </p14:xfrm>
          </p:contentPart>
        </mc:Choice>
        <mc:Fallback xmlns="">
          <p:sp>
            <p:nvSpPr>
              <p:cNvPr id="1049393" name=""/>
              <p:cNvSpPr/>
              <p:nvPr/>
            </p:nvSpPr>
            <p:spPr>
              <a:xfrm>
                <a:off x="3919660" y="859929"/>
                <a:ext cx="508479" cy="383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394" name="Encre 1049393"/>
              <p14:cNvContentPartPr/>
              <p14:nvPr/>
            </p14:nvContentPartPr>
            <p14:xfrm>
              <a:off x="4354516" y="915538"/>
              <a:ext cx="11481" cy="74326"/>
            </p14:xfrm>
          </p:contentPart>
        </mc:Choice>
        <mc:Fallback xmlns="">
          <p:sp>
            <p:nvSpPr>
              <p:cNvPr id="1049394" name=""/>
              <p:cNvSpPr/>
              <p:nvPr/>
            </p:nvSpPr>
            <p:spPr>
              <a:xfrm>
                <a:off x="4354516" y="915538"/>
                <a:ext cx="11481" cy="743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395" name="Encre 1049394"/>
              <p14:cNvContentPartPr/>
              <p14:nvPr/>
            </p14:nvContentPartPr>
            <p14:xfrm>
              <a:off x="4451599" y="842815"/>
              <a:ext cx="22385" cy="372689"/>
            </p14:xfrm>
          </p:contentPart>
        </mc:Choice>
        <mc:Fallback xmlns="">
          <p:sp>
            <p:nvSpPr>
              <p:cNvPr id="1049395" name=""/>
              <p:cNvSpPr/>
              <p:nvPr/>
            </p:nvSpPr>
            <p:spPr>
              <a:xfrm>
                <a:off x="4451599" y="842815"/>
                <a:ext cx="22385" cy="372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396" name="Encre 1049395"/>
              <p14:cNvContentPartPr/>
              <p14:nvPr/>
            </p14:nvContentPartPr>
            <p14:xfrm>
              <a:off x="4530141" y="1015563"/>
              <a:ext cx="610023" cy="208450"/>
            </p14:xfrm>
          </p:contentPart>
        </mc:Choice>
        <mc:Fallback xmlns="">
          <p:sp>
            <p:nvSpPr>
              <p:cNvPr id="1049396" name=""/>
              <p:cNvSpPr/>
              <p:nvPr/>
            </p:nvSpPr>
            <p:spPr>
              <a:xfrm>
                <a:off x="4530141" y="1015563"/>
                <a:ext cx="610023" cy="208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397" name="Encre 1049396"/>
              <p14:cNvContentPartPr/>
              <p14:nvPr/>
            </p14:nvContentPartPr>
            <p14:xfrm>
              <a:off x="4688604" y="799628"/>
              <a:ext cx="106283" cy="155937"/>
            </p14:xfrm>
          </p:contentPart>
        </mc:Choice>
        <mc:Fallback xmlns="">
          <p:sp>
            <p:nvSpPr>
              <p:cNvPr id="1049397" name=""/>
              <p:cNvSpPr/>
              <p:nvPr/>
            </p:nvSpPr>
            <p:spPr>
              <a:xfrm>
                <a:off x="4688604" y="799628"/>
                <a:ext cx="106283" cy="1559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398" name="Encre 1049397"/>
              <p14:cNvContentPartPr/>
              <p14:nvPr/>
            </p14:nvContentPartPr>
            <p14:xfrm>
              <a:off x="5311504" y="1125267"/>
              <a:ext cx="12877" cy="31232"/>
            </p14:xfrm>
          </p:contentPart>
        </mc:Choice>
        <mc:Fallback xmlns="">
          <p:sp>
            <p:nvSpPr>
              <p:cNvPr id="1049398" name=""/>
              <p:cNvSpPr/>
              <p:nvPr/>
            </p:nvSpPr>
            <p:spPr>
              <a:xfrm>
                <a:off x="5311504" y="1125267"/>
                <a:ext cx="12877" cy="312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399" name="Encre 1049398"/>
              <p14:cNvContentPartPr/>
              <p14:nvPr/>
            </p14:nvContentPartPr>
            <p14:xfrm>
              <a:off x="942347" y="1365644"/>
              <a:ext cx="4145967" cy="201466"/>
            </p14:xfrm>
          </p:contentPart>
        </mc:Choice>
        <mc:Fallback xmlns="">
          <p:sp>
            <p:nvSpPr>
              <p:cNvPr id="1049399" name=""/>
              <p:cNvSpPr/>
              <p:nvPr/>
            </p:nvSpPr>
            <p:spPr>
              <a:xfrm>
                <a:off x="942347" y="1365644"/>
                <a:ext cx="4145967" cy="201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400" name="Encre 1049399"/>
              <p14:cNvContentPartPr/>
              <p14:nvPr/>
            </p14:nvContentPartPr>
            <p14:xfrm>
              <a:off x="564224" y="2081334"/>
              <a:ext cx="18541" cy="419169"/>
            </p14:xfrm>
          </p:contentPart>
        </mc:Choice>
        <mc:Fallback xmlns="">
          <p:sp>
            <p:nvSpPr>
              <p:cNvPr id="1049400" name=""/>
              <p:cNvSpPr/>
              <p:nvPr/>
            </p:nvSpPr>
            <p:spPr>
              <a:xfrm>
                <a:off x="564224" y="2081334"/>
                <a:ext cx="18541" cy="419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401" name="Encre 1049400"/>
              <p14:cNvContentPartPr/>
              <p14:nvPr/>
            </p14:nvContentPartPr>
            <p14:xfrm>
              <a:off x="554085" y="2068093"/>
              <a:ext cx="188570" cy="178759"/>
            </p14:xfrm>
          </p:contentPart>
        </mc:Choice>
        <mc:Fallback xmlns="">
          <p:sp>
            <p:nvSpPr>
              <p:cNvPr id="1049401" name=""/>
              <p:cNvSpPr/>
              <p:nvPr/>
            </p:nvSpPr>
            <p:spPr>
              <a:xfrm>
                <a:off x="554085" y="2068093"/>
                <a:ext cx="188570" cy="178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402" name="Encre 1049401"/>
              <p14:cNvContentPartPr/>
              <p14:nvPr/>
            </p14:nvContentPartPr>
            <p14:xfrm>
              <a:off x="717675" y="2320599"/>
              <a:ext cx="15113" cy="114038"/>
            </p14:xfrm>
          </p:contentPart>
        </mc:Choice>
        <mc:Fallback xmlns="">
          <p:sp>
            <p:nvSpPr>
              <p:cNvPr id="1049402" name=""/>
              <p:cNvSpPr/>
              <p:nvPr/>
            </p:nvSpPr>
            <p:spPr>
              <a:xfrm>
                <a:off x="717675" y="2320599"/>
                <a:ext cx="15113" cy="114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403" name="Encre 1049402"/>
              <p14:cNvContentPartPr/>
              <p14:nvPr/>
            </p14:nvContentPartPr>
            <p14:xfrm>
              <a:off x="846690" y="2120058"/>
              <a:ext cx="143785" cy="310956"/>
            </p14:xfrm>
          </p:contentPart>
        </mc:Choice>
        <mc:Fallback xmlns="">
          <p:sp>
            <p:nvSpPr>
              <p:cNvPr id="1049403" name=""/>
              <p:cNvSpPr/>
              <p:nvPr/>
            </p:nvSpPr>
            <p:spPr>
              <a:xfrm>
                <a:off x="846690" y="2120058"/>
                <a:ext cx="143785" cy="3109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404" name="Encre 1049403"/>
              <p14:cNvContentPartPr/>
              <p14:nvPr/>
            </p14:nvContentPartPr>
            <p14:xfrm>
              <a:off x="782650" y="2298510"/>
              <a:ext cx="247478" cy="72721"/>
            </p14:xfrm>
          </p:contentPart>
        </mc:Choice>
        <mc:Fallback xmlns="">
          <p:sp>
            <p:nvSpPr>
              <p:cNvPr id="1049404" name=""/>
              <p:cNvSpPr/>
              <p:nvPr/>
            </p:nvSpPr>
            <p:spPr>
              <a:xfrm>
                <a:off x="782650" y="2298510"/>
                <a:ext cx="247478" cy="72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405" name="Encre 1049404"/>
              <p14:cNvContentPartPr/>
              <p14:nvPr/>
            </p14:nvContentPartPr>
            <p14:xfrm>
              <a:off x="1040337" y="2342192"/>
              <a:ext cx="35451" cy="66397"/>
            </p14:xfrm>
          </p:contentPart>
        </mc:Choice>
        <mc:Fallback xmlns="">
          <p:sp>
            <p:nvSpPr>
              <p:cNvPr id="1049405" name=""/>
              <p:cNvSpPr/>
              <p:nvPr/>
            </p:nvSpPr>
            <p:spPr>
              <a:xfrm>
                <a:off x="1040337" y="2342192"/>
                <a:ext cx="35451" cy="66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406" name="Encre 1049405"/>
              <p14:cNvContentPartPr/>
              <p14:nvPr/>
            </p14:nvContentPartPr>
            <p14:xfrm>
              <a:off x="1233688" y="2065032"/>
              <a:ext cx="172095" cy="327844"/>
            </p14:xfrm>
          </p:contentPart>
        </mc:Choice>
        <mc:Fallback xmlns="">
          <p:sp>
            <p:nvSpPr>
              <p:cNvPr id="1049406" name=""/>
              <p:cNvSpPr/>
              <p:nvPr/>
            </p:nvSpPr>
            <p:spPr>
              <a:xfrm>
                <a:off x="1233688" y="2065032"/>
                <a:ext cx="172095" cy="327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407" name="Encre 1049406"/>
              <p14:cNvContentPartPr/>
              <p14:nvPr/>
            </p14:nvContentPartPr>
            <p14:xfrm>
              <a:off x="1665514" y="2255322"/>
              <a:ext cx="417126" cy="113977"/>
            </p14:xfrm>
          </p:contentPart>
        </mc:Choice>
        <mc:Fallback xmlns="">
          <p:sp>
            <p:nvSpPr>
              <p:cNvPr id="1049407" name=""/>
              <p:cNvSpPr/>
              <p:nvPr/>
            </p:nvSpPr>
            <p:spPr>
              <a:xfrm>
                <a:off x="1665514" y="2255322"/>
                <a:ext cx="417126" cy="113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408" name="Encre 1049407"/>
              <p14:cNvContentPartPr/>
              <p14:nvPr/>
            </p14:nvContentPartPr>
            <p14:xfrm>
              <a:off x="2027401" y="2009107"/>
              <a:ext cx="39861" cy="354747"/>
            </p14:xfrm>
          </p:contentPart>
        </mc:Choice>
        <mc:Fallback xmlns="">
          <p:sp>
            <p:nvSpPr>
              <p:cNvPr id="1049408" name=""/>
              <p:cNvSpPr/>
              <p:nvPr/>
            </p:nvSpPr>
            <p:spPr>
              <a:xfrm>
                <a:off x="2027401" y="2009107"/>
                <a:ext cx="39861" cy="354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409" name="Encre 1049408"/>
              <p14:cNvContentPartPr/>
              <p14:nvPr/>
            </p14:nvContentPartPr>
            <p14:xfrm>
              <a:off x="2116277" y="2177073"/>
              <a:ext cx="220266" cy="300137"/>
            </p14:xfrm>
          </p:contentPart>
        </mc:Choice>
        <mc:Fallback xmlns="">
          <p:sp>
            <p:nvSpPr>
              <p:cNvPr id="1049409" name=""/>
              <p:cNvSpPr/>
              <p:nvPr/>
            </p:nvSpPr>
            <p:spPr>
              <a:xfrm>
                <a:off x="2116277" y="2177073"/>
                <a:ext cx="220266" cy="300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410" name="Encre 1049409"/>
              <p14:cNvContentPartPr/>
              <p14:nvPr/>
            </p14:nvContentPartPr>
            <p14:xfrm>
              <a:off x="2349068" y="2226531"/>
              <a:ext cx="151480" cy="96401"/>
            </p14:xfrm>
          </p:contentPart>
        </mc:Choice>
        <mc:Fallback xmlns="">
          <p:sp>
            <p:nvSpPr>
              <p:cNvPr id="1049410" name=""/>
              <p:cNvSpPr/>
              <p:nvPr/>
            </p:nvSpPr>
            <p:spPr>
              <a:xfrm>
                <a:off x="2349068" y="2226531"/>
                <a:ext cx="151480" cy="96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411" name="Encre 1049410"/>
              <p14:cNvContentPartPr/>
              <p14:nvPr/>
            </p14:nvContentPartPr>
            <p14:xfrm>
              <a:off x="2560212" y="1893446"/>
              <a:ext cx="21816" cy="404137"/>
            </p14:xfrm>
          </p:contentPart>
        </mc:Choice>
        <mc:Fallback xmlns="">
          <p:sp>
            <p:nvSpPr>
              <p:cNvPr id="1049411" name=""/>
              <p:cNvSpPr/>
              <p:nvPr/>
            </p:nvSpPr>
            <p:spPr>
              <a:xfrm>
                <a:off x="2560212" y="1893446"/>
                <a:ext cx="21816" cy="404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412" name="Encre 1049411"/>
              <p14:cNvContentPartPr/>
              <p14:nvPr/>
            </p14:nvContentPartPr>
            <p14:xfrm>
              <a:off x="2492032" y="2066864"/>
              <a:ext cx="176858" cy="29113"/>
            </p14:xfrm>
          </p:contentPart>
        </mc:Choice>
        <mc:Fallback xmlns="">
          <p:sp>
            <p:nvSpPr>
              <p:cNvPr id="1049412" name=""/>
              <p:cNvSpPr/>
              <p:nvPr/>
            </p:nvSpPr>
            <p:spPr>
              <a:xfrm>
                <a:off x="2492032" y="2066864"/>
                <a:ext cx="176858" cy="29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413" name="Encre 1049412"/>
              <p14:cNvContentPartPr/>
              <p14:nvPr/>
            </p14:nvContentPartPr>
            <p14:xfrm>
              <a:off x="2641573" y="2204689"/>
              <a:ext cx="129636" cy="85287"/>
            </p14:xfrm>
          </p:contentPart>
        </mc:Choice>
        <mc:Fallback xmlns="">
          <p:sp>
            <p:nvSpPr>
              <p:cNvPr id="1049413" name=""/>
              <p:cNvSpPr/>
              <p:nvPr/>
            </p:nvSpPr>
            <p:spPr>
              <a:xfrm>
                <a:off x="2641573" y="2204689"/>
                <a:ext cx="129636" cy="85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414" name="Encre 1049413"/>
              <p14:cNvContentPartPr/>
              <p14:nvPr/>
            </p14:nvContentPartPr>
            <p14:xfrm>
              <a:off x="2658574" y="2127849"/>
              <a:ext cx="303868" cy="162946"/>
            </p14:xfrm>
          </p:contentPart>
        </mc:Choice>
        <mc:Fallback xmlns="">
          <p:sp>
            <p:nvSpPr>
              <p:cNvPr id="1049414" name=""/>
              <p:cNvSpPr/>
              <p:nvPr/>
            </p:nvSpPr>
            <p:spPr>
              <a:xfrm>
                <a:off x="2658574" y="2127849"/>
                <a:ext cx="303868" cy="162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415" name="Encre 1049414"/>
              <p14:cNvContentPartPr/>
              <p14:nvPr/>
            </p14:nvContentPartPr>
            <p14:xfrm>
              <a:off x="2794276" y="1878554"/>
              <a:ext cx="105465" cy="148359"/>
            </p14:xfrm>
          </p:contentPart>
        </mc:Choice>
        <mc:Fallback xmlns="">
          <p:sp>
            <p:nvSpPr>
              <p:cNvPr id="1049415" name=""/>
              <p:cNvSpPr/>
              <p:nvPr/>
            </p:nvSpPr>
            <p:spPr>
              <a:xfrm>
                <a:off x="2794276" y="1878554"/>
                <a:ext cx="105465" cy="148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416" name="Encre 1049415"/>
              <p14:cNvContentPartPr/>
              <p14:nvPr/>
            </p14:nvContentPartPr>
            <p14:xfrm>
              <a:off x="3163745" y="1969504"/>
              <a:ext cx="167829" cy="278482"/>
            </p14:xfrm>
          </p:contentPart>
        </mc:Choice>
        <mc:Fallback xmlns="">
          <p:sp>
            <p:nvSpPr>
              <p:cNvPr id="1049416" name=""/>
              <p:cNvSpPr/>
              <p:nvPr/>
            </p:nvSpPr>
            <p:spPr>
              <a:xfrm>
                <a:off x="3163745" y="1969504"/>
                <a:ext cx="167829" cy="278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417" name="Encre 1049416"/>
              <p14:cNvContentPartPr/>
              <p14:nvPr/>
            </p14:nvContentPartPr>
            <p14:xfrm>
              <a:off x="3361846" y="2088780"/>
              <a:ext cx="601523" cy="180938"/>
            </p14:xfrm>
          </p:contentPart>
        </mc:Choice>
        <mc:Fallback xmlns="">
          <p:sp>
            <p:nvSpPr>
              <p:cNvPr id="1049417" name=""/>
              <p:cNvSpPr/>
              <p:nvPr/>
            </p:nvSpPr>
            <p:spPr>
              <a:xfrm>
                <a:off x="3361846" y="2088780"/>
                <a:ext cx="601523" cy="180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418" name="Encre 1049417"/>
              <p14:cNvContentPartPr/>
              <p14:nvPr/>
            </p14:nvContentPartPr>
            <p14:xfrm>
              <a:off x="4144051" y="2034424"/>
              <a:ext cx="13738" cy="227651"/>
            </p14:xfrm>
          </p:contentPart>
        </mc:Choice>
        <mc:Fallback xmlns="">
          <p:sp>
            <p:nvSpPr>
              <p:cNvPr id="1049418" name=""/>
              <p:cNvSpPr/>
              <p:nvPr/>
            </p:nvSpPr>
            <p:spPr>
              <a:xfrm>
                <a:off x="4144051" y="2034424"/>
                <a:ext cx="13738" cy="227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419" name="Encre 1049418"/>
              <p14:cNvContentPartPr/>
              <p14:nvPr/>
            </p14:nvContentPartPr>
            <p14:xfrm>
              <a:off x="4085366" y="1901795"/>
              <a:ext cx="282468" cy="325160"/>
            </p14:xfrm>
          </p:contentPart>
        </mc:Choice>
        <mc:Fallback xmlns="">
          <p:sp>
            <p:nvSpPr>
              <p:cNvPr id="1049419" name=""/>
              <p:cNvSpPr/>
              <p:nvPr/>
            </p:nvSpPr>
            <p:spPr>
              <a:xfrm>
                <a:off x="4085366" y="1901795"/>
                <a:ext cx="282468" cy="325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420" name="Encre 1049419"/>
              <p14:cNvContentPartPr/>
              <p14:nvPr/>
            </p14:nvContentPartPr>
            <p14:xfrm>
              <a:off x="4544702" y="2059988"/>
              <a:ext cx="7060" cy="72474"/>
            </p14:xfrm>
          </p:contentPart>
        </mc:Choice>
        <mc:Fallback xmlns="">
          <p:sp>
            <p:nvSpPr>
              <p:cNvPr id="1049420" name=""/>
              <p:cNvSpPr/>
              <p:nvPr/>
            </p:nvSpPr>
            <p:spPr>
              <a:xfrm>
                <a:off x="4544702" y="2059988"/>
                <a:ext cx="7060" cy="72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421" name="Encre 1049420"/>
              <p14:cNvContentPartPr/>
              <p14:nvPr/>
            </p14:nvContentPartPr>
            <p14:xfrm>
              <a:off x="4566322" y="2233480"/>
              <a:ext cx="0" cy="32804"/>
            </p14:xfrm>
          </p:contentPart>
        </mc:Choice>
        <mc:Fallback xmlns="">
          <p:sp>
            <p:nvSpPr>
              <p:cNvPr id="1049421" name=""/>
              <p:cNvSpPr/>
              <p:nvPr/>
            </p:nvSpPr>
            <p:spPr>
              <a:xfrm>
                <a:off x="4566322" y="2233480"/>
                <a:ext cx="0" cy="3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422" name="Encre 1049421"/>
              <p14:cNvContentPartPr/>
              <p14:nvPr/>
            </p14:nvContentPartPr>
            <p14:xfrm>
              <a:off x="1022749" y="2795441"/>
              <a:ext cx="282334" cy="427045"/>
            </p14:xfrm>
          </p:contentPart>
        </mc:Choice>
        <mc:Fallback xmlns="">
          <p:sp>
            <p:nvSpPr>
              <p:cNvPr id="1049422" name=""/>
              <p:cNvSpPr/>
              <p:nvPr/>
            </p:nvSpPr>
            <p:spPr>
              <a:xfrm>
                <a:off x="1022749" y="2795441"/>
                <a:ext cx="282334" cy="427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423" name="Encre 1049422"/>
              <p14:cNvContentPartPr/>
              <p14:nvPr/>
            </p14:nvContentPartPr>
            <p14:xfrm>
              <a:off x="1462167" y="2901937"/>
              <a:ext cx="251643" cy="403648"/>
            </p14:xfrm>
          </p:contentPart>
        </mc:Choice>
        <mc:Fallback xmlns="">
          <p:sp>
            <p:nvSpPr>
              <p:cNvPr id="1049423" name=""/>
              <p:cNvSpPr/>
              <p:nvPr/>
            </p:nvSpPr>
            <p:spPr>
              <a:xfrm>
                <a:off x="1462167" y="2901937"/>
                <a:ext cx="251643" cy="403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424" name="Encre 1049423"/>
              <p14:cNvContentPartPr/>
              <p14:nvPr/>
            </p14:nvContentPartPr>
            <p14:xfrm>
              <a:off x="1476728" y="2766319"/>
              <a:ext cx="309721" cy="39759"/>
            </p14:xfrm>
          </p:contentPart>
        </mc:Choice>
        <mc:Fallback xmlns="">
          <p:sp>
            <p:nvSpPr>
              <p:cNvPr id="1049424" name=""/>
              <p:cNvSpPr/>
              <p:nvPr/>
            </p:nvSpPr>
            <p:spPr>
              <a:xfrm>
                <a:off x="1476728" y="2766319"/>
                <a:ext cx="309721" cy="39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425" name="Encre 1049424"/>
              <p14:cNvContentPartPr/>
              <p14:nvPr/>
            </p14:nvContentPartPr>
            <p14:xfrm>
              <a:off x="1655432" y="2719208"/>
              <a:ext cx="101536" cy="130161"/>
            </p14:xfrm>
          </p:contentPart>
        </mc:Choice>
        <mc:Fallback xmlns="">
          <p:sp>
            <p:nvSpPr>
              <p:cNvPr id="1049425" name=""/>
              <p:cNvSpPr/>
              <p:nvPr/>
            </p:nvSpPr>
            <p:spPr>
              <a:xfrm>
                <a:off x="1655432" y="2719208"/>
                <a:ext cx="101536" cy="1301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426" name="Encre 1049425"/>
              <p14:cNvContentPartPr/>
              <p14:nvPr/>
            </p14:nvContentPartPr>
            <p14:xfrm>
              <a:off x="1920033" y="784736"/>
              <a:ext cx="143108" cy="149743"/>
            </p14:xfrm>
          </p:contentPart>
        </mc:Choice>
        <mc:Fallback xmlns="">
          <p:sp>
            <p:nvSpPr>
              <p:cNvPr id="1049426" name=""/>
              <p:cNvSpPr/>
              <p:nvPr/>
            </p:nvSpPr>
            <p:spPr>
              <a:xfrm>
                <a:off x="1920033" y="784736"/>
                <a:ext cx="143108" cy="149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427" name="Encre 1049426"/>
              <p14:cNvContentPartPr/>
              <p14:nvPr/>
            </p14:nvContentPartPr>
            <p14:xfrm>
              <a:off x="1700156" y="3068376"/>
              <a:ext cx="183803" cy="202109"/>
            </p14:xfrm>
          </p:contentPart>
        </mc:Choice>
        <mc:Fallback xmlns="">
          <p:sp>
            <p:nvSpPr>
              <p:cNvPr id="1049427" name=""/>
              <p:cNvSpPr/>
              <p:nvPr/>
            </p:nvSpPr>
            <p:spPr>
              <a:xfrm>
                <a:off x="1700156" y="3068376"/>
                <a:ext cx="183803" cy="202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428" name="Encre 1049427"/>
              <p14:cNvContentPartPr/>
              <p14:nvPr/>
            </p14:nvContentPartPr>
            <p14:xfrm>
              <a:off x="1867055" y="3001660"/>
              <a:ext cx="174466" cy="360193"/>
            </p14:xfrm>
          </p:contentPart>
        </mc:Choice>
        <mc:Fallback xmlns="">
          <p:sp>
            <p:nvSpPr>
              <p:cNvPr id="1049428" name=""/>
              <p:cNvSpPr/>
              <p:nvPr/>
            </p:nvSpPr>
            <p:spPr>
              <a:xfrm>
                <a:off x="1867055" y="3001660"/>
                <a:ext cx="174466" cy="360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429" name="Encre 1049428"/>
              <p14:cNvContentPartPr/>
              <p14:nvPr/>
            </p14:nvContentPartPr>
            <p14:xfrm>
              <a:off x="2021494" y="3098115"/>
              <a:ext cx="160680" cy="261697"/>
            </p14:xfrm>
          </p:contentPart>
        </mc:Choice>
        <mc:Fallback xmlns="">
          <p:sp>
            <p:nvSpPr>
              <p:cNvPr id="1049429" name=""/>
              <p:cNvSpPr/>
              <p:nvPr/>
            </p:nvSpPr>
            <p:spPr>
              <a:xfrm>
                <a:off x="2021494" y="3098115"/>
                <a:ext cx="160680" cy="261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430" name="Encre 1049429"/>
              <p14:cNvContentPartPr/>
              <p14:nvPr/>
            </p14:nvContentPartPr>
            <p14:xfrm>
              <a:off x="2234786" y="3023501"/>
              <a:ext cx="42800" cy="86870"/>
            </p14:xfrm>
          </p:contentPart>
        </mc:Choice>
        <mc:Fallback xmlns="">
          <p:sp>
            <p:nvSpPr>
              <p:cNvPr id="1049430" name=""/>
              <p:cNvSpPr/>
              <p:nvPr/>
            </p:nvSpPr>
            <p:spPr>
              <a:xfrm>
                <a:off x="2234786" y="3023501"/>
                <a:ext cx="42800" cy="86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431" name="Encre 1049430"/>
              <p14:cNvContentPartPr/>
              <p14:nvPr/>
            </p14:nvContentPartPr>
            <p14:xfrm>
              <a:off x="1104758" y="3424543"/>
              <a:ext cx="1109058" cy="31962"/>
            </p14:xfrm>
          </p:contentPart>
        </mc:Choice>
        <mc:Fallback xmlns="">
          <p:sp>
            <p:nvSpPr>
              <p:cNvPr id="1049431" name=""/>
              <p:cNvSpPr/>
              <p:nvPr/>
            </p:nvSpPr>
            <p:spPr>
              <a:xfrm>
                <a:off x="1104758" y="3424543"/>
                <a:ext cx="1109058" cy="31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432" name="Encre 1049431"/>
              <p14:cNvContentPartPr/>
              <p14:nvPr/>
            </p14:nvContentPartPr>
            <p14:xfrm>
              <a:off x="1360804" y="3570381"/>
              <a:ext cx="365030" cy="320875"/>
            </p14:xfrm>
          </p:contentPart>
        </mc:Choice>
        <mc:Fallback xmlns="">
          <p:sp>
            <p:nvSpPr>
              <p:cNvPr id="1049432" name=""/>
              <p:cNvSpPr/>
              <p:nvPr/>
            </p:nvSpPr>
            <p:spPr>
              <a:xfrm>
                <a:off x="1360804" y="3570381"/>
                <a:ext cx="365030" cy="320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433" name="Encre 1049432"/>
              <p14:cNvContentPartPr/>
              <p14:nvPr/>
            </p14:nvContentPartPr>
            <p14:xfrm>
              <a:off x="1598070" y="3718462"/>
              <a:ext cx="221946" cy="36236"/>
            </p14:xfrm>
          </p:contentPart>
        </mc:Choice>
        <mc:Fallback xmlns="">
          <p:sp>
            <p:nvSpPr>
              <p:cNvPr id="1049433" name=""/>
              <p:cNvSpPr/>
              <p:nvPr/>
            </p:nvSpPr>
            <p:spPr>
              <a:xfrm>
                <a:off x="1598070" y="3718462"/>
                <a:ext cx="221946" cy="36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434" name="Encre 1049433"/>
              <p14:cNvContentPartPr/>
              <p14:nvPr/>
            </p14:nvContentPartPr>
            <p14:xfrm>
              <a:off x="2127288" y="3211389"/>
              <a:ext cx="286201" cy="685359"/>
            </p14:xfrm>
          </p:contentPart>
        </mc:Choice>
        <mc:Fallback xmlns="">
          <p:sp>
            <p:nvSpPr>
              <p:cNvPr id="1049434" name=""/>
              <p:cNvSpPr/>
              <p:nvPr/>
            </p:nvSpPr>
            <p:spPr>
              <a:xfrm>
                <a:off x="2127288" y="3211389"/>
                <a:ext cx="286201" cy="685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435" name="Encre 1049434"/>
              <p14:cNvContentPartPr/>
              <p14:nvPr/>
            </p14:nvContentPartPr>
            <p14:xfrm>
              <a:off x="2347624" y="3599259"/>
              <a:ext cx="175139" cy="379353"/>
            </p14:xfrm>
          </p:contentPart>
        </mc:Choice>
        <mc:Fallback xmlns="">
          <p:sp>
            <p:nvSpPr>
              <p:cNvPr id="1049435" name=""/>
              <p:cNvSpPr/>
              <p:nvPr/>
            </p:nvSpPr>
            <p:spPr>
              <a:xfrm>
                <a:off x="2347624" y="3599259"/>
                <a:ext cx="175139" cy="379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436" name="Encre 1049435"/>
              <p14:cNvContentPartPr/>
              <p14:nvPr/>
            </p14:nvContentPartPr>
            <p14:xfrm>
              <a:off x="2567787" y="3501535"/>
              <a:ext cx="17346" cy="108063"/>
            </p14:xfrm>
          </p:contentPart>
        </mc:Choice>
        <mc:Fallback xmlns="">
          <p:sp>
            <p:nvSpPr>
              <p:cNvPr id="1049436" name=""/>
              <p:cNvSpPr/>
              <p:nvPr/>
            </p:nvSpPr>
            <p:spPr>
              <a:xfrm>
                <a:off x="2567787" y="3501535"/>
                <a:ext cx="17346" cy="108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437" name="Encre 1049436"/>
              <p14:cNvContentPartPr/>
              <p14:nvPr/>
            </p14:nvContentPartPr>
            <p14:xfrm>
              <a:off x="2678237" y="3405600"/>
              <a:ext cx="189293" cy="5342"/>
            </p14:xfrm>
          </p:contentPart>
        </mc:Choice>
        <mc:Fallback xmlns="">
          <p:sp>
            <p:nvSpPr>
              <p:cNvPr id="1049437" name=""/>
              <p:cNvSpPr/>
              <p:nvPr/>
            </p:nvSpPr>
            <p:spPr>
              <a:xfrm>
                <a:off x="2678237" y="3405600"/>
                <a:ext cx="189293" cy="5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438" name="Encre 1049437"/>
              <p14:cNvContentPartPr/>
              <p14:nvPr/>
            </p14:nvContentPartPr>
            <p14:xfrm>
              <a:off x="2685297" y="3508484"/>
              <a:ext cx="192823" cy="7198"/>
            </p14:xfrm>
          </p:contentPart>
        </mc:Choice>
        <mc:Fallback xmlns="">
          <p:sp>
            <p:nvSpPr>
              <p:cNvPr id="1049438" name=""/>
              <p:cNvSpPr/>
              <p:nvPr/>
            </p:nvSpPr>
            <p:spPr>
              <a:xfrm>
                <a:off x="2685297" y="3508484"/>
                <a:ext cx="192823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439" name="Encre 1049438"/>
              <p14:cNvContentPartPr/>
              <p14:nvPr/>
            </p14:nvContentPartPr>
            <p14:xfrm>
              <a:off x="3093944" y="3081084"/>
              <a:ext cx="365144" cy="536360"/>
            </p14:xfrm>
          </p:contentPart>
        </mc:Choice>
        <mc:Fallback xmlns="">
          <p:sp>
            <p:nvSpPr>
              <p:cNvPr id="1049439" name=""/>
              <p:cNvSpPr/>
              <p:nvPr/>
            </p:nvSpPr>
            <p:spPr>
              <a:xfrm>
                <a:off x="3093944" y="3081084"/>
                <a:ext cx="365144" cy="536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440" name="Encre 1049439"/>
              <p14:cNvContentPartPr/>
              <p14:nvPr/>
            </p14:nvContentPartPr>
            <p14:xfrm>
              <a:off x="3211828" y="3805828"/>
              <a:ext cx="4323" cy="99984"/>
            </p14:xfrm>
          </p:contentPart>
        </mc:Choice>
        <mc:Fallback xmlns="">
          <p:sp>
            <p:nvSpPr>
              <p:cNvPr id="1049440" name=""/>
              <p:cNvSpPr/>
              <p:nvPr/>
            </p:nvSpPr>
            <p:spPr>
              <a:xfrm>
                <a:off x="3211828" y="3805828"/>
                <a:ext cx="4323" cy="99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441" name="Encre 1049440"/>
              <p14:cNvContentPartPr/>
              <p14:nvPr/>
            </p14:nvContentPartPr>
            <p14:xfrm>
              <a:off x="3185668" y="3668077"/>
              <a:ext cx="9417" cy="31382"/>
            </p14:xfrm>
          </p:contentPart>
        </mc:Choice>
        <mc:Fallback xmlns="">
          <p:sp>
            <p:nvSpPr>
              <p:cNvPr id="1049441" name=""/>
              <p:cNvSpPr/>
              <p:nvPr/>
            </p:nvSpPr>
            <p:spPr>
              <a:xfrm>
                <a:off x="3185668" y="3668077"/>
                <a:ext cx="9417" cy="313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442" name="Encre 1049441"/>
              <p14:cNvContentPartPr/>
              <p14:nvPr/>
            </p14:nvContentPartPr>
            <p14:xfrm>
              <a:off x="3570525" y="3232184"/>
              <a:ext cx="223177" cy="344889"/>
            </p14:xfrm>
          </p:contentPart>
        </mc:Choice>
        <mc:Fallback xmlns="">
          <p:sp>
            <p:nvSpPr>
              <p:cNvPr id="1049442" name=""/>
              <p:cNvSpPr/>
              <p:nvPr/>
            </p:nvSpPr>
            <p:spPr>
              <a:xfrm>
                <a:off x="3570525" y="3232184"/>
                <a:ext cx="223177" cy="344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443" name="Encre 1049442"/>
              <p14:cNvContentPartPr/>
              <p14:nvPr/>
            </p14:nvContentPartPr>
            <p14:xfrm>
              <a:off x="3586318" y="3436010"/>
              <a:ext cx="207384" cy="7197"/>
            </p14:xfrm>
          </p:contentPart>
        </mc:Choice>
        <mc:Fallback xmlns="">
          <p:sp>
            <p:nvSpPr>
              <p:cNvPr id="1049443" name=""/>
              <p:cNvSpPr/>
              <p:nvPr/>
            </p:nvSpPr>
            <p:spPr>
              <a:xfrm>
                <a:off x="3586318" y="3436010"/>
                <a:ext cx="207384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444" name="Encre 1049443"/>
              <p14:cNvContentPartPr/>
              <p14:nvPr/>
            </p14:nvContentPartPr>
            <p14:xfrm>
              <a:off x="3828435" y="3559117"/>
              <a:ext cx="93226" cy="138748"/>
            </p14:xfrm>
          </p:contentPart>
        </mc:Choice>
        <mc:Fallback xmlns="">
          <p:sp>
            <p:nvSpPr>
              <p:cNvPr id="1049444" name=""/>
              <p:cNvSpPr/>
              <p:nvPr/>
            </p:nvSpPr>
            <p:spPr>
              <a:xfrm>
                <a:off x="3828435" y="3559117"/>
                <a:ext cx="93226" cy="138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445" name="Encre 1049444"/>
              <p14:cNvContentPartPr/>
              <p14:nvPr/>
            </p14:nvContentPartPr>
            <p14:xfrm>
              <a:off x="3907986" y="3494337"/>
              <a:ext cx="3799" cy="31570"/>
            </p14:xfrm>
          </p:contentPart>
        </mc:Choice>
        <mc:Fallback xmlns="">
          <p:sp>
            <p:nvSpPr>
              <p:cNvPr id="1049445" name=""/>
              <p:cNvSpPr/>
              <p:nvPr/>
            </p:nvSpPr>
            <p:spPr>
              <a:xfrm>
                <a:off x="3907986" y="3494337"/>
                <a:ext cx="3799" cy="31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446" name="Encre 1049445"/>
              <p14:cNvContentPartPr/>
              <p14:nvPr/>
            </p14:nvContentPartPr>
            <p14:xfrm>
              <a:off x="3572198" y="3162890"/>
              <a:ext cx="326624" cy="12509"/>
            </p14:xfrm>
          </p:contentPart>
        </mc:Choice>
        <mc:Fallback xmlns="">
          <p:sp>
            <p:nvSpPr>
              <p:cNvPr id="1049446" name=""/>
              <p:cNvSpPr/>
              <p:nvPr/>
            </p:nvSpPr>
            <p:spPr>
              <a:xfrm>
                <a:off x="3572198" y="3162890"/>
                <a:ext cx="326624" cy="12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447" name="Encre 1049446"/>
              <p14:cNvContentPartPr/>
              <p14:nvPr/>
            </p14:nvContentPartPr>
            <p14:xfrm>
              <a:off x="3786643" y="3095479"/>
              <a:ext cx="146787" cy="181186"/>
            </p14:xfrm>
          </p:contentPart>
        </mc:Choice>
        <mc:Fallback xmlns="">
          <p:sp>
            <p:nvSpPr>
              <p:cNvPr id="1049447" name=""/>
              <p:cNvSpPr/>
              <p:nvPr/>
            </p:nvSpPr>
            <p:spPr>
              <a:xfrm>
                <a:off x="3786643" y="3095479"/>
                <a:ext cx="146787" cy="181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448" name="Encre 1049447"/>
              <p14:cNvContentPartPr/>
              <p14:nvPr/>
            </p14:nvContentPartPr>
            <p14:xfrm>
              <a:off x="4187293" y="3624394"/>
              <a:ext cx="307106" cy="14396"/>
            </p14:xfrm>
          </p:contentPart>
        </mc:Choice>
        <mc:Fallback xmlns="">
          <p:sp>
            <p:nvSpPr>
              <p:cNvPr id="1049448" name=""/>
              <p:cNvSpPr/>
              <p:nvPr/>
            </p:nvSpPr>
            <p:spPr>
              <a:xfrm>
                <a:off x="4187293" y="3624394"/>
                <a:ext cx="307106" cy="14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449" name="Encre 1049448"/>
              <p14:cNvContentPartPr/>
              <p14:nvPr/>
            </p14:nvContentPartPr>
            <p14:xfrm>
              <a:off x="4315696" y="3537524"/>
              <a:ext cx="4790" cy="231819"/>
            </p14:xfrm>
          </p:contentPart>
        </mc:Choice>
        <mc:Fallback xmlns="">
          <p:sp>
            <p:nvSpPr>
              <p:cNvPr id="1049449" name=""/>
              <p:cNvSpPr/>
              <p:nvPr/>
            </p:nvSpPr>
            <p:spPr>
              <a:xfrm>
                <a:off x="4315696" y="3537524"/>
                <a:ext cx="4790" cy="231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450" name="Encre 1049449"/>
              <p14:cNvContentPartPr/>
              <p14:nvPr/>
            </p14:nvContentPartPr>
            <p14:xfrm>
              <a:off x="3111844" y="3813026"/>
              <a:ext cx="179171" cy="265181"/>
            </p14:xfrm>
          </p:contentPart>
        </mc:Choice>
        <mc:Fallback xmlns="">
          <p:sp>
            <p:nvSpPr>
              <p:cNvPr id="1049450" name=""/>
              <p:cNvSpPr/>
              <p:nvPr/>
            </p:nvSpPr>
            <p:spPr>
              <a:xfrm>
                <a:off x="3111844" y="3813026"/>
                <a:ext cx="179171" cy="265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451" name="Encre 1049450"/>
              <p14:cNvContentPartPr/>
              <p14:nvPr/>
            </p14:nvContentPartPr>
            <p14:xfrm>
              <a:off x="3775273" y="3581207"/>
              <a:ext cx="179254" cy="339324"/>
            </p14:xfrm>
          </p:contentPart>
        </mc:Choice>
        <mc:Fallback xmlns="">
          <p:sp>
            <p:nvSpPr>
              <p:cNvPr id="1049451" name=""/>
              <p:cNvSpPr/>
              <p:nvPr/>
            </p:nvSpPr>
            <p:spPr>
              <a:xfrm>
                <a:off x="3775273" y="3581207"/>
                <a:ext cx="179254" cy="339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452" name="Encre 1049451"/>
              <p14:cNvContentPartPr/>
              <p14:nvPr/>
            </p14:nvContentPartPr>
            <p14:xfrm>
              <a:off x="3861076" y="3521994"/>
              <a:ext cx="61470" cy="2003"/>
            </p14:xfrm>
          </p:contentPart>
        </mc:Choice>
        <mc:Fallback xmlns="">
          <p:sp>
            <p:nvSpPr>
              <p:cNvPr id="1049452" name=""/>
              <p:cNvSpPr/>
              <p:nvPr/>
            </p:nvSpPr>
            <p:spPr>
              <a:xfrm>
                <a:off x="3861076" y="3521994"/>
                <a:ext cx="61470" cy="2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453" name="Encre 1049452"/>
              <p14:cNvContentPartPr/>
              <p14:nvPr/>
            </p14:nvContentPartPr>
            <p14:xfrm>
              <a:off x="3779583" y="3595354"/>
              <a:ext cx="71481" cy="83643"/>
            </p14:xfrm>
          </p:contentPart>
        </mc:Choice>
        <mc:Fallback xmlns="">
          <p:sp>
            <p:nvSpPr>
              <p:cNvPr id="1049453" name=""/>
              <p:cNvSpPr/>
              <p:nvPr/>
            </p:nvSpPr>
            <p:spPr>
              <a:xfrm>
                <a:off x="3779583" y="3595354"/>
                <a:ext cx="71481" cy="83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454" name="Encre 1049453"/>
              <p14:cNvContentPartPr/>
              <p14:nvPr/>
            </p14:nvContentPartPr>
            <p14:xfrm>
              <a:off x="3089461" y="3798630"/>
              <a:ext cx="139448" cy="87545"/>
            </p14:xfrm>
          </p:contentPart>
        </mc:Choice>
        <mc:Fallback xmlns="">
          <p:sp>
            <p:nvSpPr>
              <p:cNvPr id="1049454" name=""/>
              <p:cNvSpPr/>
              <p:nvPr/>
            </p:nvSpPr>
            <p:spPr>
              <a:xfrm>
                <a:off x="3089461" y="3798630"/>
                <a:ext cx="139448" cy="87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455" name="Encre 1049454"/>
              <p14:cNvContentPartPr/>
              <p14:nvPr/>
            </p14:nvContentPartPr>
            <p14:xfrm>
              <a:off x="4737967" y="3247626"/>
              <a:ext cx="34127" cy="458008"/>
            </p14:xfrm>
          </p:contentPart>
        </mc:Choice>
        <mc:Fallback xmlns="">
          <p:sp>
            <p:nvSpPr>
              <p:cNvPr id="1049455" name=""/>
              <p:cNvSpPr/>
              <p:nvPr/>
            </p:nvSpPr>
            <p:spPr>
              <a:xfrm>
                <a:off x="4737967" y="3247626"/>
                <a:ext cx="34127" cy="458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456" name="Encre 1049455"/>
              <p14:cNvContentPartPr/>
              <p14:nvPr/>
            </p14:nvContentPartPr>
            <p14:xfrm>
              <a:off x="4694725" y="3229201"/>
              <a:ext cx="323309" cy="26760"/>
            </p14:xfrm>
          </p:contentPart>
        </mc:Choice>
        <mc:Fallback xmlns="">
          <p:sp>
            <p:nvSpPr>
              <p:cNvPr id="1049456" name=""/>
              <p:cNvSpPr/>
              <p:nvPr/>
            </p:nvSpPr>
            <p:spPr>
              <a:xfrm>
                <a:off x="4694725" y="3229201"/>
                <a:ext cx="323309" cy="26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457" name="Encre 1049456"/>
              <p14:cNvContentPartPr/>
              <p14:nvPr/>
            </p14:nvContentPartPr>
            <p14:xfrm>
              <a:off x="4745027" y="3465049"/>
              <a:ext cx="221836" cy="9779"/>
            </p14:xfrm>
          </p:contentPart>
        </mc:Choice>
        <mc:Fallback xmlns="">
          <p:sp>
            <p:nvSpPr>
              <p:cNvPr id="1049457" name=""/>
              <p:cNvSpPr/>
              <p:nvPr/>
            </p:nvSpPr>
            <p:spPr>
              <a:xfrm>
                <a:off x="4745027" y="3465049"/>
                <a:ext cx="221836" cy="9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458" name="Encre 1049457"/>
              <p14:cNvContentPartPr/>
              <p14:nvPr/>
            </p14:nvContentPartPr>
            <p14:xfrm>
              <a:off x="4947384" y="3704066"/>
              <a:ext cx="229221" cy="228222"/>
            </p14:xfrm>
          </p:contentPart>
        </mc:Choice>
        <mc:Fallback xmlns="">
          <p:sp>
            <p:nvSpPr>
              <p:cNvPr id="1049458" name=""/>
              <p:cNvSpPr/>
              <p:nvPr/>
            </p:nvSpPr>
            <p:spPr>
              <a:xfrm>
                <a:off x="4947384" y="3704066"/>
                <a:ext cx="229221" cy="2282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459" name="Encre 1049458"/>
              <p14:cNvContentPartPr/>
              <p14:nvPr/>
            </p14:nvContentPartPr>
            <p14:xfrm>
              <a:off x="5034591" y="3646483"/>
              <a:ext cx="10482" cy="32455"/>
            </p14:xfrm>
          </p:contentPart>
        </mc:Choice>
        <mc:Fallback xmlns="">
          <p:sp>
            <p:nvSpPr>
              <p:cNvPr id="1049459" name=""/>
              <p:cNvSpPr/>
              <p:nvPr/>
            </p:nvSpPr>
            <p:spPr>
              <a:xfrm>
                <a:off x="5034591" y="3646483"/>
                <a:ext cx="10482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460" name="Encre 1049459"/>
              <p14:cNvContentPartPr/>
              <p14:nvPr/>
            </p14:nvContentPartPr>
            <p14:xfrm>
              <a:off x="4745027" y="3131716"/>
              <a:ext cx="345777" cy="4467"/>
            </p14:xfrm>
          </p:contentPart>
        </mc:Choice>
        <mc:Fallback xmlns="">
          <p:sp>
            <p:nvSpPr>
              <p:cNvPr id="1049460" name=""/>
              <p:cNvSpPr/>
              <p:nvPr/>
            </p:nvSpPr>
            <p:spPr>
              <a:xfrm>
                <a:off x="4745027" y="3131716"/>
                <a:ext cx="345777" cy="44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461" name="Encre 1049460"/>
              <p14:cNvContentPartPr/>
              <p14:nvPr/>
            </p14:nvContentPartPr>
            <p14:xfrm>
              <a:off x="5009332" y="3052044"/>
              <a:ext cx="119921" cy="190249"/>
            </p14:xfrm>
          </p:contentPart>
        </mc:Choice>
        <mc:Fallback xmlns="">
          <p:sp>
            <p:nvSpPr>
              <p:cNvPr id="1049461" name=""/>
              <p:cNvSpPr/>
              <p:nvPr/>
            </p:nvSpPr>
            <p:spPr>
              <a:xfrm>
                <a:off x="5009332" y="3052044"/>
                <a:ext cx="119921" cy="190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462" name="Encre 1049461"/>
              <p14:cNvContentPartPr/>
              <p14:nvPr/>
            </p14:nvContentPartPr>
            <p14:xfrm>
              <a:off x="5329235" y="3557951"/>
              <a:ext cx="167724" cy="18630"/>
            </p14:xfrm>
          </p:contentPart>
        </mc:Choice>
        <mc:Fallback xmlns="">
          <p:sp>
            <p:nvSpPr>
              <p:cNvPr id="1049462" name=""/>
              <p:cNvSpPr/>
              <p:nvPr/>
            </p:nvSpPr>
            <p:spPr>
              <a:xfrm>
                <a:off x="5329235" y="3557951"/>
                <a:ext cx="167724" cy="18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463" name="Encre 1049462"/>
              <p14:cNvContentPartPr/>
              <p14:nvPr/>
            </p14:nvContentPartPr>
            <p14:xfrm>
              <a:off x="5367182" y="3494337"/>
              <a:ext cx="14900" cy="180832"/>
            </p14:xfrm>
          </p:contentPart>
        </mc:Choice>
        <mc:Fallback xmlns="">
          <p:sp>
            <p:nvSpPr>
              <p:cNvPr id="1049463" name=""/>
              <p:cNvSpPr/>
              <p:nvPr/>
            </p:nvSpPr>
            <p:spPr>
              <a:xfrm>
                <a:off x="5367182" y="3494337"/>
                <a:ext cx="14900" cy="180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464" name="Encre 1049463"/>
              <p14:cNvContentPartPr/>
              <p14:nvPr/>
            </p14:nvContentPartPr>
            <p14:xfrm>
              <a:off x="5571091" y="3297093"/>
              <a:ext cx="203801" cy="404804"/>
            </p14:xfrm>
          </p:contentPart>
        </mc:Choice>
        <mc:Fallback xmlns="">
          <p:sp>
            <p:nvSpPr>
              <p:cNvPr id="1049464" name=""/>
              <p:cNvSpPr/>
              <p:nvPr/>
            </p:nvSpPr>
            <p:spPr>
              <a:xfrm>
                <a:off x="5571091" y="3297093"/>
                <a:ext cx="203801" cy="404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465" name="Encre 1049464"/>
              <p14:cNvContentPartPr/>
              <p14:nvPr/>
            </p14:nvContentPartPr>
            <p14:xfrm>
              <a:off x="5574567" y="3501535"/>
              <a:ext cx="229005" cy="14147"/>
            </p14:xfrm>
          </p:contentPart>
        </mc:Choice>
        <mc:Fallback xmlns="">
          <p:sp>
            <p:nvSpPr>
              <p:cNvPr id="1049465" name=""/>
              <p:cNvSpPr/>
              <p:nvPr/>
            </p:nvSpPr>
            <p:spPr>
              <a:xfrm>
                <a:off x="5574567" y="3501535"/>
                <a:ext cx="229005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466" name="Encre 1049465"/>
              <p14:cNvContentPartPr/>
              <p14:nvPr/>
            </p14:nvContentPartPr>
            <p14:xfrm>
              <a:off x="5789306" y="3721936"/>
              <a:ext cx="12967" cy="100557"/>
            </p14:xfrm>
          </p:contentPart>
        </mc:Choice>
        <mc:Fallback xmlns="">
          <p:sp>
            <p:nvSpPr>
              <p:cNvPr id="1049466" name=""/>
              <p:cNvSpPr/>
              <p:nvPr/>
            </p:nvSpPr>
            <p:spPr>
              <a:xfrm>
                <a:off x="5789306" y="3721936"/>
                <a:ext cx="12967" cy="100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467" name="Encre 1049466"/>
              <p14:cNvContentPartPr/>
              <p14:nvPr/>
            </p14:nvContentPartPr>
            <p14:xfrm>
              <a:off x="5831812" y="3595354"/>
              <a:ext cx="14561" cy="36237"/>
            </p14:xfrm>
          </p:contentPart>
        </mc:Choice>
        <mc:Fallback xmlns="">
          <p:sp>
            <p:nvSpPr>
              <p:cNvPr id="1049467" name=""/>
              <p:cNvSpPr/>
              <p:nvPr/>
            </p:nvSpPr>
            <p:spPr>
              <a:xfrm>
                <a:off x="5831812" y="3595354"/>
                <a:ext cx="14561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468" name="Encre 1049467"/>
              <p14:cNvContentPartPr/>
              <p14:nvPr/>
            </p14:nvContentPartPr>
            <p14:xfrm>
              <a:off x="5872329" y="3704441"/>
              <a:ext cx="177790" cy="154144"/>
            </p14:xfrm>
          </p:contentPart>
        </mc:Choice>
        <mc:Fallback xmlns="">
          <p:sp>
            <p:nvSpPr>
              <p:cNvPr id="1049468" name=""/>
              <p:cNvSpPr/>
              <p:nvPr/>
            </p:nvSpPr>
            <p:spPr>
              <a:xfrm>
                <a:off x="5872329" y="3704441"/>
                <a:ext cx="177790" cy="154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469" name="Encre 1049468"/>
              <p14:cNvContentPartPr/>
              <p14:nvPr/>
            </p14:nvContentPartPr>
            <p14:xfrm>
              <a:off x="5552946" y="3211389"/>
              <a:ext cx="359329" cy="15155"/>
            </p14:xfrm>
          </p:contentPart>
        </mc:Choice>
        <mc:Fallback xmlns="">
          <p:sp>
            <p:nvSpPr>
              <p:cNvPr id="1049469" name=""/>
              <p:cNvSpPr/>
              <p:nvPr/>
            </p:nvSpPr>
            <p:spPr>
              <a:xfrm>
                <a:off x="5552946" y="3211389"/>
                <a:ext cx="359329" cy="15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470" name="Encre 1049469"/>
              <p14:cNvContentPartPr/>
              <p14:nvPr/>
            </p14:nvContentPartPr>
            <p14:xfrm>
              <a:off x="5803572" y="3139411"/>
              <a:ext cx="136927" cy="193636"/>
            </p14:xfrm>
          </p:contentPart>
        </mc:Choice>
        <mc:Fallback xmlns="">
          <p:sp>
            <p:nvSpPr>
              <p:cNvPr id="1049470" name=""/>
              <p:cNvSpPr/>
              <p:nvPr/>
            </p:nvSpPr>
            <p:spPr>
              <a:xfrm>
                <a:off x="5803572" y="3139411"/>
                <a:ext cx="136927" cy="193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471" name="Encre 1049470"/>
              <p14:cNvContentPartPr/>
              <p14:nvPr/>
            </p14:nvContentPartPr>
            <p14:xfrm>
              <a:off x="505022" y="4419946"/>
              <a:ext cx="288133" cy="296574"/>
            </p14:xfrm>
          </p:contentPart>
        </mc:Choice>
        <mc:Fallback xmlns="">
          <p:sp>
            <p:nvSpPr>
              <p:cNvPr id="1049471" name=""/>
              <p:cNvSpPr/>
              <p:nvPr/>
            </p:nvSpPr>
            <p:spPr>
              <a:xfrm>
                <a:off x="505022" y="4419946"/>
                <a:ext cx="288133" cy="296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472" name="Encre 1049471"/>
              <p14:cNvContentPartPr/>
              <p14:nvPr/>
            </p14:nvContentPartPr>
            <p14:xfrm>
              <a:off x="1022043" y="4545898"/>
              <a:ext cx="149480" cy="400040"/>
            </p14:xfrm>
          </p:contentPart>
        </mc:Choice>
        <mc:Fallback xmlns="">
          <p:sp>
            <p:nvSpPr>
              <p:cNvPr id="1049472" name=""/>
              <p:cNvSpPr/>
              <p:nvPr/>
            </p:nvSpPr>
            <p:spPr>
              <a:xfrm>
                <a:off x="1022043" y="4545898"/>
                <a:ext cx="149480" cy="400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473" name="Encre 1049472"/>
              <p14:cNvContentPartPr/>
              <p14:nvPr/>
            </p14:nvContentPartPr>
            <p14:xfrm>
              <a:off x="1204921" y="4309383"/>
              <a:ext cx="537179" cy="431123"/>
            </p14:xfrm>
          </p:contentPart>
        </mc:Choice>
        <mc:Fallback xmlns="">
          <p:sp>
            <p:nvSpPr>
              <p:cNvPr id="1049473" name=""/>
              <p:cNvSpPr/>
              <p:nvPr/>
            </p:nvSpPr>
            <p:spPr>
              <a:xfrm>
                <a:off x="1204921" y="4309383"/>
                <a:ext cx="537179" cy="431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474" name="Encre 1049473"/>
              <p14:cNvContentPartPr/>
              <p14:nvPr/>
            </p14:nvContentPartPr>
            <p14:xfrm>
              <a:off x="1809538" y="4559116"/>
              <a:ext cx="501946" cy="189263"/>
            </p14:xfrm>
          </p:contentPart>
        </mc:Choice>
        <mc:Fallback xmlns="">
          <p:sp>
            <p:nvSpPr>
              <p:cNvPr id="1049474" name=""/>
              <p:cNvSpPr/>
              <p:nvPr/>
            </p:nvSpPr>
            <p:spPr>
              <a:xfrm>
                <a:off x="1809538" y="4559116"/>
                <a:ext cx="501946" cy="189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475" name="Encre 1049474"/>
              <p14:cNvContentPartPr/>
              <p14:nvPr/>
            </p14:nvContentPartPr>
            <p14:xfrm>
              <a:off x="2386904" y="4530673"/>
              <a:ext cx="142654" cy="448047"/>
            </p14:xfrm>
          </p:contentPart>
        </mc:Choice>
        <mc:Fallback xmlns="">
          <p:sp>
            <p:nvSpPr>
              <p:cNvPr id="1049475" name=""/>
              <p:cNvSpPr/>
              <p:nvPr/>
            </p:nvSpPr>
            <p:spPr>
              <a:xfrm>
                <a:off x="2386904" y="4530673"/>
                <a:ext cx="142654" cy="448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476" name="Encre 1049475"/>
              <p14:cNvContentPartPr/>
              <p14:nvPr/>
            </p14:nvContentPartPr>
            <p14:xfrm>
              <a:off x="2542333" y="4551918"/>
              <a:ext cx="314607" cy="195581"/>
            </p14:xfrm>
          </p:contentPart>
        </mc:Choice>
        <mc:Fallback xmlns="">
          <p:sp>
            <p:nvSpPr>
              <p:cNvPr id="1049476" name=""/>
              <p:cNvSpPr/>
              <p:nvPr/>
            </p:nvSpPr>
            <p:spPr>
              <a:xfrm>
                <a:off x="2542333" y="4551918"/>
                <a:ext cx="314607" cy="19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477" name="Encre 1049476"/>
              <p14:cNvContentPartPr/>
              <p14:nvPr/>
            </p14:nvContentPartPr>
            <p14:xfrm>
              <a:off x="3076106" y="4394889"/>
              <a:ext cx="190923" cy="318645"/>
            </p14:xfrm>
          </p:contentPart>
        </mc:Choice>
        <mc:Fallback xmlns="">
          <p:sp>
            <p:nvSpPr>
              <p:cNvPr id="1049477" name=""/>
              <p:cNvSpPr/>
              <p:nvPr/>
            </p:nvSpPr>
            <p:spPr>
              <a:xfrm>
                <a:off x="3076106" y="4394889"/>
                <a:ext cx="190923" cy="318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478" name="Encre 1049477"/>
              <p14:cNvContentPartPr/>
              <p14:nvPr/>
            </p14:nvContentPartPr>
            <p14:xfrm>
              <a:off x="3318720" y="4591792"/>
              <a:ext cx="590375" cy="143158"/>
            </p14:xfrm>
          </p:contentPart>
        </mc:Choice>
        <mc:Fallback xmlns="">
          <p:sp>
            <p:nvSpPr>
              <p:cNvPr id="1049478" name=""/>
              <p:cNvSpPr/>
              <p:nvPr/>
            </p:nvSpPr>
            <p:spPr>
              <a:xfrm>
                <a:off x="3318720" y="4591792"/>
                <a:ext cx="590375" cy="143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479" name="Encre 1049478"/>
              <p14:cNvContentPartPr/>
              <p14:nvPr/>
            </p14:nvContentPartPr>
            <p14:xfrm>
              <a:off x="4035448" y="4340242"/>
              <a:ext cx="214571" cy="404424"/>
            </p14:xfrm>
          </p:contentPart>
        </mc:Choice>
        <mc:Fallback xmlns="">
          <p:sp>
            <p:nvSpPr>
              <p:cNvPr id="1049479" name=""/>
              <p:cNvSpPr/>
              <p:nvPr/>
            </p:nvSpPr>
            <p:spPr>
              <a:xfrm>
                <a:off x="4035448" y="4340242"/>
                <a:ext cx="214571" cy="404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480" name="Encre 1049479"/>
              <p14:cNvContentPartPr/>
              <p14:nvPr/>
            </p14:nvContentPartPr>
            <p14:xfrm>
              <a:off x="4301576" y="4124269"/>
              <a:ext cx="35741" cy="79671"/>
            </p14:xfrm>
          </p:contentPart>
        </mc:Choice>
        <mc:Fallback xmlns="">
          <p:sp>
            <p:nvSpPr>
              <p:cNvPr id="1049480" name=""/>
              <p:cNvSpPr/>
              <p:nvPr/>
            </p:nvSpPr>
            <p:spPr>
              <a:xfrm>
                <a:off x="4301576" y="4124269"/>
                <a:ext cx="35741" cy="79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481" name="Encre 1049480"/>
              <p14:cNvContentPartPr/>
              <p14:nvPr/>
            </p14:nvContentPartPr>
            <p14:xfrm>
              <a:off x="4383159" y="4537026"/>
              <a:ext cx="4018" cy="30923"/>
            </p14:xfrm>
          </p:contentPart>
        </mc:Choice>
        <mc:Fallback xmlns="">
          <p:sp>
            <p:nvSpPr>
              <p:cNvPr id="1049481" name=""/>
              <p:cNvSpPr/>
              <p:nvPr/>
            </p:nvSpPr>
            <p:spPr>
              <a:xfrm>
                <a:off x="4383159" y="4537026"/>
                <a:ext cx="4018" cy="30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482" name="Encre 1049481"/>
              <p14:cNvContentPartPr/>
              <p14:nvPr/>
            </p14:nvContentPartPr>
            <p14:xfrm>
              <a:off x="4408798" y="4703816"/>
              <a:ext cx="21621" cy="86869"/>
            </p14:xfrm>
          </p:contentPart>
        </mc:Choice>
        <mc:Fallback xmlns="">
          <p:sp>
            <p:nvSpPr>
              <p:cNvPr id="1049482" name=""/>
              <p:cNvSpPr/>
              <p:nvPr/>
            </p:nvSpPr>
            <p:spPr>
              <a:xfrm>
                <a:off x="4408798" y="4703816"/>
                <a:ext cx="21621" cy="86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483" name="Encre 1049482"/>
              <p14:cNvContentPartPr/>
              <p14:nvPr/>
            </p14:nvContentPartPr>
            <p14:xfrm>
              <a:off x="587555" y="4848517"/>
              <a:ext cx="3627977" cy="78701"/>
            </p14:xfrm>
          </p:contentPart>
        </mc:Choice>
        <mc:Fallback xmlns="">
          <p:sp>
            <p:nvSpPr>
              <p:cNvPr id="1049483" name=""/>
              <p:cNvSpPr/>
              <p:nvPr/>
            </p:nvSpPr>
            <p:spPr>
              <a:xfrm>
                <a:off x="587555" y="4848517"/>
                <a:ext cx="3627977" cy="78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484" name="Encre 1049483"/>
              <p14:cNvContentPartPr/>
              <p14:nvPr/>
            </p14:nvContentPartPr>
            <p14:xfrm>
              <a:off x="1046305" y="5152511"/>
              <a:ext cx="236244" cy="479544"/>
            </p14:xfrm>
          </p:contentPart>
        </mc:Choice>
        <mc:Fallback xmlns="">
          <p:sp>
            <p:nvSpPr>
              <p:cNvPr id="1049484" name=""/>
              <p:cNvSpPr/>
              <p:nvPr/>
            </p:nvSpPr>
            <p:spPr>
              <a:xfrm>
                <a:off x="1046305" y="5152511"/>
                <a:ext cx="236244" cy="479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485" name="Encre 1049484"/>
              <p14:cNvContentPartPr/>
              <p14:nvPr/>
            </p14:nvContentPartPr>
            <p14:xfrm>
              <a:off x="1448047" y="5131465"/>
              <a:ext cx="150023" cy="471397"/>
            </p14:xfrm>
          </p:contentPart>
        </mc:Choice>
        <mc:Fallback xmlns="">
          <p:sp>
            <p:nvSpPr>
              <p:cNvPr id="1049485" name=""/>
              <p:cNvSpPr/>
              <p:nvPr/>
            </p:nvSpPr>
            <p:spPr>
              <a:xfrm>
                <a:off x="1448047" y="5131465"/>
                <a:ext cx="150023" cy="471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486" name="Encre 1049485"/>
              <p14:cNvContentPartPr/>
              <p14:nvPr/>
            </p14:nvContentPartPr>
            <p14:xfrm>
              <a:off x="1672417" y="5485492"/>
              <a:ext cx="140255" cy="208315"/>
            </p14:xfrm>
          </p:contentPart>
        </mc:Choice>
        <mc:Fallback xmlns="">
          <p:sp>
            <p:nvSpPr>
              <p:cNvPr id="1049486" name=""/>
              <p:cNvSpPr/>
              <p:nvPr/>
            </p:nvSpPr>
            <p:spPr>
              <a:xfrm>
                <a:off x="1672417" y="5485492"/>
                <a:ext cx="140255" cy="208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487" name="Encre 1049486"/>
              <p14:cNvContentPartPr/>
              <p14:nvPr/>
            </p14:nvContentPartPr>
            <p14:xfrm>
              <a:off x="1369505" y="5259969"/>
              <a:ext cx="347911" cy="37790"/>
            </p14:xfrm>
          </p:contentPart>
        </mc:Choice>
        <mc:Fallback xmlns="">
          <p:sp>
            <p:nvSpPr>
              <p:cNvPr id="1049487" name=""/>
              <p:cNvSpPr/>
              <p:nvPr/>
            </p:nvSpPr>
            <p:spPr>
              <a:xfrm>
                <a:off x="1369505" y="5259969"/>
                <a:ext cx="347911" cy="37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488" name="Encre 1049487"/>
              <p14:cNvContentPartPr/>
              <p14:nvPr/>
            </p14:nvContentPartPr>
            <p14:xfrm>
              <a:off x="1626751" y="5181850"/>
              <a:ext cx="126872" cy="171951"/>
            </p14:xfrm>
          </p:contentPart>
        </mc:Choice>
        <mc:Fallback xmlns="">
          <p:sp>
            <p:nvSpPr>
              <p:cNvPr id="1049488" name=""/>
              <p:cNvSpPr/>
              <p:nvPr/>
            </p:nvSpPr>
            <p:spPr>
              <a:xfrm>
                <a:off x="1626751" y="5181850"/>
                <a:ext cx="126872" cy="171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489" name="Encre 1049488"/>
              <p14:cNvContentPartPr/>
              <p14:nvPr/>
            </p14:nvContentPartPr>
            <p14:xfrm>
              <a:off x="1883077" y="5268720"/>
              <a:ext cx="86961" cy="397749"/>
            </p14:xfrm>
          </p:contentPart>
        </mc:Choice>
        <mc:Fallback xmlns="">
          <p:sp>
            <p:nvSpPr>
              <p:cNvPr id="1049489" name=""/>
              <p:cNvSpPr/>
              <p:nvPr/>
            </p:nvSpPr>
            <p:spPr>
              <a:xfrm>
                <a:off x="1883077" y="5268720"/>
                <a:ext cx="86961" cy="3977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490" name="Encre 1049489"/>
              <p14:cNvContentPartPr/>
              <p14:nvPr/>
            </p14:nvContentPartPr>
            <p14:xfrm>
              <a:off x="2019900" y="5369957"/>
              <a:ext cx="138783" cy="219053"/>
            </p14:xfrm>
          </p:contentPart>
        </mc:Choice>
        <mc:Fallback xmlns="">
          <p:sp>
            <p:nvSpPr>
              <p:cNvPr id="1049490" name=""/>
              <p:cNvSpPr/>
              <p:nvPr/>
            </p:nvSpPr>
            <p:spPr>
              <a:xfrm>
                <a:off x="2019900" y="5369957"/>
                <a:ext cx="138783" cy="219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491" name="Encre 1049490"/>
              <p14:cNvContentPartPr/>
              <p14:nvPr/>
            </p14:nvContentPartPr>
            <p14:xfrm>
              <a:off x="2183585" y="5355590"/>
              <a:ext cx="101062" cy="370690"/>
            </p14:xfrm>
          </p:contentPart>
        </mc:Choice>
        <mc:Fallback xmlns="">
          <p:sp>
            <p:nvSpPr>
              <p:cNvPr id="1049491" name=""/>
              <p:cNvSpPr/>
              <p:nvPr/>
            </p:nvSpPr>
            <p:spPr>
              <a:xfrm>
                <a:off x="2183585" y="5355590"/>
                <a:ext cx="101062" cy="3706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492" name="Encre 1049491"/>
              <p14:cNvContentPartPr/>
              <p14:nvPr/>
            </p14:nvContentPartPr>
            <p14:xfrm>
              <a:off x="2308085" y="5454031"/>
              <a:ext cx="144675" cy="289247"/>
            </p14:xfrm>
          </p:contentPart>
        </mc:Choice>
        <mc:Fallback xmlns="">
          <p:sp>
            <p:nvSpPr>
              <p:cNvPr id="1049492" name=""/>
              <p:cNvSpPr/>
              <p:nvPr/>
            </p:nvSpPr>
            <p:spPr>
              <a:xfrm>
                <a:off x="2308085" y="5454031"/>
                <a:ext cx="144675" cy="289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493" name="Encre 1049492"/>
              <p14:cNvContentPartPr/>
              <p14:nvPr/>
            </p14:nvContentPartPr>
            <p14:xfrm>
              <a:off x="2484972" y="5384629"/>
              <a:ext cx="49860" cy="79672"/>
            </p14:xfrm>
          </p:contentPart>
        </mc:Choice>
        <mc:Fallback xmlns="">
          <p:sp>
            <p:nvSpPr>
              <p:cNvPr id="1049493" name=""/>
              <p:cNvSpPr/>
              <p:nvPr/>
            </p:nvSpPr>
            <p:spPr>
              <a:xfrm>
                <a:off x="2484972" y="5384629"/>
                <a:ext cx="4986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494" name="Encre 1049493"/>
              <p14:cNvContentPartPr/>
              <p14:nvPr/>
            </p14:nvContentPartPr>
            <p14:xfrm>
              <a:off x="2570573" y="5290561"/>
              <a:ext cx="81887" cy="433057"/>
            </p14:xfrm>
          </p:contentPart>
        </mc:Choice>
        <mc:Fallback xmlns="">
          <p:sp>
            <p:nvSpPr>
              <p:cNvPr id="1049494" name=""/>
              <p:cNvSpPr/>
              <p:nvPr/>
            </p:nvSpPr>
            <p:spPr>
              <a:xfrm>
                <a:off x="2570573" y="5290561"/>
                <a:ext cx="81887" cy="433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495" name="Encre 1049494"/>
              <p14:cNvContentPartPr/>
              <p14:nvPr/>
            </p14:nvContentPartPr>
            <p14:xfrm>
              <a:off x="1169120" y="5862663"/>
              <a:ext cx="1222749" cy="37595"/>
            </p14:xfrm>
          </p:contentPart>
        </mc:Choice>
        <mc:Fallback xmlns="">
          <p:sp>
            <p:nvSpPr>
              <p:cNvPr id="1049495" name=""/>
              <p:cNvSpPr/>
              <p:nvPr/>
            </p:nvSpPr>
            <p:spPr>
              <a:xfrm>
                <a:off x="1169120" y="5862663"/>
                <a:ext cx="1222749" cy="37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496" name="Encre 1049495"/>
              <p14:cNvContentPartPr/>
              <p14:nvPr/>
            </p14:nvContentPartPr>
            <p14:xfrm>
              <a:off x="1540229" y="5913792"/>
              <a:ext cx="489695" cy="467383"/>
            </p14:xfrm>
          </p:contentPart>
        </mc:Choice>
        <mc:Fallback xmlns="">
          <p:sp>
            <p:nvSpPr>
              <p:cNvPr id="1049496" name=""/>
              <p:cNvSpPr/>
              <p:nvPr/>
            </p:nvSpPr>
            <p:spPr>
              <a:xfrm>
                <a:off x="1540229" y="5913792"/>
                <a:ext cx="489695" cy="467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497" name="Encre 1049496"/>
              <p14:cNvContentPartPr/>
              <p14:nvPr/>
            </p14:nvContentPartPr>
            <p14:xfrm>
              <a:off x="2533204" y="5638538"/>
              <a:ext cx="166212" cy="597115"/>
            </p14:xfrm>
          </p:contentPart>
        </mc:Choice>
        <mc:Fallback xmlns="">
          <p:sp>
            <p:nvSpPr>
              <p:cNvPr id="1049497" name=""/>
              <p:cNvSpPr/>
              <p:nvPr/>
            </p:nvSpPr>
            <p:spPr>
              <a:xfrm>
                <a:off x="2533204" y="5638538"/>
                <a:ext cx="166212" cy="597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498" name="Encre 1049497"/>
              <p14:cNvContentPartPr/>
              <p14:nvPr/>
            </p14:nvContentPartPr>
            <p14:xfrm>
              <a:off x="2693650" y="5986234"/>
              <a:ext cx="147243" cy="314312"/>
            </p14:xfrm>
          </p:contentPart>
        </mc:Choice>
        <mc:Fallback xmlns="">
          <p:sp>
            <p:nvSpPr>
              <p:cNvPr id="1049498" name=""/>
              <p:cNvSpPr/>
              <p:nvPr/>
            </p:nvSpPr>
            <p:spPr>
              <a:xfrm>
                <a:off x="2693650" y="5986234"/>
                <a:ext cx="147243" cy="314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499" name="Encre 1049498"/>
              <p14:cNvContentPartPr/>
              <p14:nvPr/>
            </p14:nvContentPartPr>
            <p14:xfrm>
              <a:off x="2842380" y="5906594"/>
              <a:ext cx="86042" cy="173492"/>
            </p14:xfrm>
          </p:contentPart>
        </mc:Choice>
        <mc:Fallback xmlns="">
          <p:sp>
            <p:nvSpPr>
              <p:cNvPr id="1049499" name=""/>
              <p:cNvSpPr/>
              <p:nvPr/>
            </p:nvSpPr>
            <p:spPr>
              <a:xfrm>
                <a:off x="2842380" y="5906594"/>
                <a:ext cx="86042" cy="173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500" name="Encre 1049499"/>
              <p14:cNvContentPartPr/>
              <p14:nvPr/>
            </p14:nvContentPartPr>
            <p14:xfrm>
              <a:off x="3014024" y="5787686"/>
              <a:ext cx="133685" cy="15898"/>
            </p14:xfrm>
          </p:contentPart>
        </mc:Choice>
        <mc:Fallback xmlns="">
          <p:sp>
            <p:nvSpPr>
              <p:cNvPr id="1049500" name=""/>
              <p:cNvSpPr/>
              <p:nvPr/>
            </p:nvSpPr>
            <p:spPr>
              <a:xfrm>
                <a:off x="3014024" y="5787686"/>
                <a:ext cx="133685" cy="15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501" name="Encre 1049500"/>
              <p14:cNvContentPartPr/>
              <p14:nvPr/>
            </p14:nvContentPartPr>
            <p14:xfrm>
              <a:off x="3028585" y="5891950"/>
              <a:ext cx="184156" cy="15662"/>
            </p14:xfrm>
          </p:contentPart>
        </mc:Choice>
        <mc:Fallback xmlns="">
          <p:sp>
            <p:nvSpPr>
              <p:cNvPr id="1049501" name=""/>
              <p:cNvSpPr/>
              <p:nvPr/>
            </p:nvSpPr>
            <p:spPr>
              <a:xfrm>
                <a:off x="3028585" y="5891950"/>
                <a:ext cx="184156" cy="15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502" name="Encre 1049501"/>
              <p14:cNvContentPartPr/>
              <p14:nvPr/>
            </p14:nvContentPartPr>
            <p14:xfrm>
              <a:off x="3338483" y="5268072"/>
              <a:ext cx="423008" cy="598562"/>
            </p14:xfrm>
          </p:contentPart>
        </mc:Choice>
        <mc:Fallback xmlns="">
          <p:sp>
            <p:nvSpPr>
              <p:cNvPr id="1049502" name=""/>
              <p:cNvSpPr/>
              <p:nvPr/>
            </p:nvSpPr>
            <p:spPr>
              <a:xfrm>
                <a:off x="3338483" y="5268072"/>
                <a:ext cx="423008" cy="598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503" name="Encre 1049502"/>
              <p14:cNvContentPartPr/>
              <p14:nvPr/>
            </p14:nvContentPartPr>
            <p14:xfrm>
              <a:off x="3438996" y="6014809"/>
              <a:ext cx="93590" cy="425479"/>
            </p14:xfrm>
          </p:contentPart>
        </mc:Choice>
        <mc:Fallback xmlns="">
          <p:sp>
            <p:nvSpPr>
              <p:cNvPr id="1049503" name=""/>
              <p:cNvSpPr/>
              <p:nvPr/>
            </p:nvSpPr>
            <p:spPr>
              <a:xfrm>
                <a:off x="3438996" y="6014809"/>
                <a:ext cx="93590" cy="425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504" name="Encre 1049503"/>
              <p14:cNvContentPartPr/>
              <p14:nvPr/>
            </p14:nvContentPartPr>
            <p14:xfrm>
              <a:off x="3793703" y="5622743"/>
              <a:ext cx="318957" cy="400441"/>
            </p14:xfrm>
          </p:contentPart>
        </mc:Choice>
        <mc:Fallback xmlns="">
          <p:sp>
            <p:nvSpPr>
              <p:cNvPr id="1049504" name=""/>
              <p:cNvSpPr/>
              <p:nvPr/>
            </p:nvSpPr>
            <p:spPr>
              <a:xfrm>
                <a:off x="3793703" y="5622743"/>
                <a:ext cx="318957" cy="400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505" name="Encre 1049504"/>
              <p14:cNvContentPartPr/>
              <p14:nvPr/>
            </p14:nvContentPartPr>
            <p14:xfrm>
              <a:off x="3865185" y="5479193"/>
              <a:ext cx="245948" cy="35957"/>
            </p14:xfrm>
          </p:contentPart>
        </mc:Choice>
        <mc:Fallback xmlns="">
          <p:sp>
            <p:nvSpPr>
              <p:cNvPr id="1049505" name=""/>
              <p:cNvSpPr/>
              <p:nvPr/>
            </p:nvSpPr>
            <p:spPr>
              <a:xfrm>
                <a:off x="3865185" y="5479193"/>
                <a:ext cx="245948" cy="359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506" name="Encre 1049505"/>
              <p14:cNvContentPartPr/>
              <p14:nvPr/>
            </p14:nvContentPartPr>
            <p14:xfrm>
              <a:off x="4015649" y="5399273"/>
              <a:ext cx="131617" cy="232483"/>
            </p14:xfrm>
          </p:contentPart>
        </mc:Choice>
        <mc:Fallback xmlns="">
          <p:sp>
            <p:nvSpPr>
              <p:cNvPr id="1049506" name=""/>
              <p:cNvSpPr/>
              <p:nvPr/>
            </p:nvSpPr>
            <p:spPr>
              <a:xfrm>
                <a:off x="4015649" y="5399273"/>
                <a:ext cx="131617" cy="232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507" name="Encre 1049506"/>
              <p14:cNvContentPartPr/>
              <p14:nvPr/>
            </p14:nvContentPartPr>
            <p14:xfrm>
              <a:off x="4156368" y="5962610"/>
              <a:ext cx="127315" cy="182122"/>
            </p14:xfrm>
          </p:contentPart>
        </mc:Choice>
        <mc:Fallback xmlns="">
          <p:sp>
            <p:nvSpPr>
              <p:cNvPr id="1049507" name=""/>
              <p:cNvSpPr/>
              <p:nvPr/>
            </p:nvSpPr>
            <p:spPr>
              <a:xfrm>
                <a:off x="4156368" y="5962610"/>
                <a:ext cx="127315" cy="182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508" name="Encre 1049507"/>
              <p14:cNvContentPartPr/>
              <p14:nvPr/>
            </p14:nvContentPartPr>
            <p14:xfrm>
              <a:off x="3491523" y="5906594"/>
              <a:ext cx="30373" cy="13865"/>
            </p14:xfrm>
          </p:contentPart>
        </mc:Choice>
        <mc:Fallback xmlns="">
          <p:sp>
            <p:nvSpPr>
              <p:cNvPr id="1049508" name=""/>
              <p:cNvSpPr/>
              <p:nvPr/>
            </p:nvSpPr>
            <p:spPr>
              <a:xfrm>
                <a:off x="3491523" y="5906594"/>
                <a:ext cx="30373" cy="138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509" name="Encre 1049508"/>
              <p14:cNvContentPartPr/>
              <p14:nvPr/>
            </p14:nvContentPartPr>
            <p14:xfrm>
              <a:off x="4360649" y="5457104"/>
              <a:ext cx="90950" cy="645612"/>
            </p14:xfrm>
          </p:contentPart>
        </mc:Choice>
        <mc:Fallback xmlns="">
          <p:sp>
            <p:nvSpPr>
              <p:cNvPr id="1049509" name=""/>
              <p:cNvSpPr/>
              <p:nvPr/>
            </p:nvSpPr>
            <p:spPr>
              <a:xfrm>
                <a:off x="4360649" y="5457104"/>
                <a:ext cx="90950" cy="645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510" name="Encre 1049509"/>
              <p14:cNvContentPartPr/>
              <p14:nvPr/>
            </p14:nvContentPartPr>
            <p14:xfrm>
              <a:off x="4487340" y="5703566"/>
              <a:ext cx="27814" cy="261889"/>
            </p14:xfrm>
          </p:contentPart>
        </mc:Choice>
        <mc:Fallback xmlns="">
          <p:sp>
            <p:nvSpPr>
              <p:cNvPr id="1049510" name=""/>
              <p:cNvSpPr/>
              <p:nvPr/>
            </p:nvSpPr>
            <p:spPr>
              <a:xfrm>
                <a:off x="4487340" y="5703566"/>
                <a:ext cx="27814" cy="261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511" name="Encre 1049510"/>
              <p14:cNvContentPartPr/>
              <p14:nvPr/>
            </p14:nvContentPartPr>
            <p14:xfrm>
              <a:off x="4466160" y="5684235"/>
              <a:ext cx="198119" cy="4876"/>
            </p14:xfrm>
          </p:contentPart>
        </mc:Choice>
        <mc:Fallback xmlns="">
          <p:sp>
            <p:nvSpPr>
              <p:cNvPr id="1049511" name=""/>
              <p:cNvSpPr/>
              <p:nvPr/>
            </p:nvSpPr>
            <p:spPr>
              <a:xfrm>
                <a:off x="4466160" y="5684235"/>
                <a:ext cx="198119" cy="4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512" name="Encre 1049511"/>
              <p14:cNvContentPartPr/>
              <p14:nvPr/>
            </p14:nvContentPartPr>
            <p14:xfrm>
              <a:off x="4494400" y="5812278"/>
              <a:ext cx="152216" cy="54052"/>
            </p14:xfrm>
          </p:contentPart>
        </mc:Choice>
        <mc:Fallback xmlns="">
          <p:sp>
            <p:nvSpPr>
              <p:cNvPr id="1049512" name=""/>
              <p:cNvSpPr/>
              <p:nvPr/>
            </p:nvSpPr>
            <p:spPr>
              <a:xfrm>
                <a:off x="4494400" y="5812278"/>
                <a:ext cx="152216" cy="54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513" name="Encre 1049512"/>
              <p14:cNvContentPartPr/>
              <p14:nvPr/>
            </p14:nvContentPartPr>
            <p14:xfrm>
              <a:off x="4558821" y="5964176"/>
              <a:ext cx="135903" cy="274310"/>
            </p14:xfrm>
          </p:contentPart>
        </mc:Choice>
        <mc:Fallback xmlns="">
          <p:sp>
            <p:nvSpPr>
              <p:cNvPr id="1049513" name=""/>
              <p:cNvSpPr/>
              <p:nvPr/>
            </p:nvSpPr>
            <p:spPr>
              <a:xfrm>
                <a:off x="4558821" y="5964176"/>
                <a:ext cx="135903" cy="274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514" name="Encre 1049513"/>
              <p14:cNvContentPartPr/>
              <p14:nvPr/>
            </p14:nvContentPartPr>
            <p14:xfrm>
              <a:off x="4501901" y="5587409"/>
              <a:ext cx="163086" cy="11210"/>
            </p14:xfrm>
          </p:contentPart>
        </mc:Choice>
        <mc:Fallback xmlns="">
          <p:sp>
            <p:nvSpPr>
              <p:cNvPr id="1049514" name=""/>
              <p:cNvSpPr/>
              <p:nvPr/>
            </p:nvSpPr>
            <p:spPr>
              <a:xfrm>
                <a:off x="4501901" y="5587409"/>
                <a:ext cx="163086" cy="11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515" name="Encre 1049514"/>
              <p14:cNvContentPartPr/>
              <p14:nvPr/>
            </p14:nvContentPartPr>
            <p14:xfrm>
              <a:off x="4594562" y="5522628"/>
              <a:ext cx="78983" cy="144452"/>
            </p14:xfrm>
          </p:contentPart>
        </mc:Choice>
        <mc:Fallback xmlns="">
          <p:sp>
            <p:nvSpPr>
              <p:cNvPr id="1049515" name=""/>
              <p:cNvSpPr/>
              <p:nvPr/>
            </p:nvSpPr>
            <p:spPr>
              <a:xfrm>
                <a:off x="4594562" y="5522628"/>
                <a:ext cx="78983" cy="144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516" name="Encre 1049515"/>
              <p14:cNvContentPartPr/>
              <p14:nvPr/>
            </p14:nvContentPartPr>
            <p14:xfrm>
              <a:off x="4737967" y="5515431"/>
              <a:ext cx="90414" cy="610755"/>
            </p14:xfrm>
          </p:contentPart>
        </mc:Choice>
        <mc:Fallback xmlns="">
          <p:sp>
            <p:nvSpPr>
              <p:cNvPr id="1049516" name=""/>
              <p:cNvSpPr/>
              <p:nvPr/>
            </p:nvSpPr>
            <p:spPr>
              <a:xfrm>
                <a:off x="4737967" y="5515431"/>
                <a:ext cx="90414" cy="610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49517" name="Encre 1049516"/>
              <p14:cNvContentPartPr/>
              <p14:nvPr/>
            </p14:nvContentPartPr>
            <p14:xfrm>
              <a:off x="4959472" y="5763224"/>
              <a:ext cx="165492" cy="12568"/>
            </p14:xfrm>
          </p:contentPart>
        </mc:Choice>
        <mc:Fallback xmlns="">
          <p:sp>
            <p:nvSpPr>
              <p:cNvPr id="1049517" name=""/>
              <p:cNvSpPr/>
              <p:nvPr/>
            </p:nvSpPr>
            <p:spPr>
              <a:xfrm>
                <a:off x="4959472" y="5763224"/>
                <a:ext cx="165492" cy="12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9518" name="Encre 1049517"/>
              <p14:cNvContentPartPr/>
              <p14:nvPr/>
            </p14:nvContentPartPr>
            <p14:xfrm>
              <a:off x="5016833" y="5688922"/>
              <a:ext cx="46375" cy="227553"/>
            </p14:xfrm>
          </p:contentPart>
        </mc:Choice>
        <mc:Fallback xmlns="">
          <p:sp>
            <p:nvSpPr>
              <p:cNvPr id="1049518" name=""/>
              <p:cNvSpPr/>
              <p:nvPr/>
            </p:nvSpPr>
            <p:spPr>
              <a:xfrm>
                <a:off x="5016833" y="5688922"/>
                <a:ext cx="46375" cy="227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49519" name="Encre 1049518"/>
              <p14:cNvContentPartPr/>
              <p14:nvPr/>
            </p14:nvContentPartPr>
            <p14:xfrm>
              <a:off x="5281983" y="5616110"/>
              <a:ext cx="151751" cy="299010"/>
            </p14:xfrm>
          </p:contentPart>
        </mc:Choice>
        <mc:Fallback xmlns="">
          <p:sp>
            <p:nvSpPr>
              <p:cNvPr id="1049519" name=""/>
              <p:cNvSpPr/>
              <p:nvPr/>
            </p:nvSpPr>
            <p:spPr>
              <a:xfrm>
                <a:off x="5281983" y="5616110"/>
                <a:ext cx="151751" cy="299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9520" name="Encre 1049519"/>
              <p14:cNvContentPartPr/>
              <p14:nvPr/>
            </p14:nvContentPartPr>
            <p14:xfrm>
              <a:off x="5489544" y="5653422"/>
              <a:ext cx="199278" cy="252089"/>
            </p14:xfrm>
          </p:contentPart>
        </mc:Choice>
        <mc:Fallback xmlns="">
          <p:sp>
            <p:nvSpPr>
              <p:cNvPr id="1049520" name=""/>
              <p:cNvSpPr/>
              <p:nvPr/>
            </p:nvSpPr>
            <p:spPr>
              <a:xfrm>
                <a:off x="5489544" y="5653422"/>
                <a:ext cx="199278" cy="252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49521" name="Encre 1049520"/>
              <p14:cNvContentPartPr/>
              <p14:nvPr/>
            </p14:nvContentPartPr>
            <p14:xfrm>
              <a:off x="5331441" y="5450154"/>
              <a:ext cx="287295" cy="44110"/>
            </p14:xfrm>
          </p:contentPart>
        </mc:Choice>
        <mc:Fallback xmlns="">
          <p:sp>
            <p:nvSpPr>
              <p:cNvPr id="1049521" name=""/>
              <p:cNvSpPr/>
              <p:nvPr/>
            </p:nvSpPr>
            <p:spPr>
              <a:xfrm>
                <a:off x="5331441" y="5450154"/>
                <a:ext cx="287295" cy="44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9522" name="Encre 1049521"/>
              <p14:cNvContentPartPr/>
              <p14:nvPr/>
            </p14:nvContentPartPr>
            <p14:xfrm>
              <a:off x="5552946" y="5355590"/>
              <a:ext cx="100203" cy="235790"/>
            </p14:xfrm>
          </p:contentPart>
        </mc:Choice>
        <mc:Fallback xmlns="">
          <p:sp>
            <p:nvSpPr>
              <p:cNvPr id="1049522" name=""/>
              <p:cNvSpPr/>
              <p:nvPr/>
            </p:nvSpPr>
            <p:spPr>
              <a:xfrm>
                <a:off x="5552946" y="5355590"/>
                <a:ext cx="100203" cy="235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49523" name="Encre 1049522"/>
              <p14:cNvContentPartPr/>
              <p14:nvPr/>
            </p14:nvContentPartPr>
            <p14:xfrm>
              <a:off x="5763462" y="5754447"/>
              <a:ext cx="68350" cy="208519"/>
            </p14:xfrm>
          </p:contentPart>
        </mc:Choice>
        <mc:Fallback xmlns="">
          <p:sp>
            <p:nvSpPr>
              <p:cNvPr id="1049523" name=""/>
              <p:cNvSpPr/>
              <p:nvPr/>
            </p:nvSpPr>
            <p:spPr>
              <a:xfrm>
                <a:off x="5763462" y="5754447"/>
                <a:ext cx="68350" cy="208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9524" name="Encre 1049523"/>
              <p14:cNvContentPartPr/>
              <p14:nvPr/>
            </p14:nvContentPartPr>
            <p14:xfrm>
              <a:off x="5831812" y="5754447"/>
              <a:ext cx="54979" cy="196926"/>
            </p14:xfrm>
          </p:contentPart>
        </mc:Choice>
        <mc:Fallback xmlns="">
          <p:sp>
            <p:nvSpPr>
              <p:cNvPr id="1049524" name=""/>
              <p:cNvSpPr/>
              <p:nvPr/>
            </p:nvSpPr>
            <p:spPr>
              <a:xfrm>
                <a:off x="5831812" y="5754447"/>
                <a:ext cx="54979" cy="1969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49525" name="Encre 1049524"/>
              <p14:cNvContentPartPr/>
              <p14:nvPr/>
            </p14:nvContentPartPr>
            <p14:xfrm>
              <a:off x="5960656" y="5674775"/>
              <a:ext cx="50301" cy="271770"/>
            </p14:xfrm>
          </p:contentPart>
        </mc:Choice>
        <mc:Fallback xmlns="">
          <p:sp>
            <p:nvSpPr>
              <p:cNvPr id="1049525" name=""/>
              <p:cNvSpPr/>
              <p:nvPr/>
            </p:nvSpPr>
            <p:spPr>
              <a:xfrm>
                <a:off x="5960656" y="5674775"/>
                <a:ext cx="50301" cy="271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9526" name="Encre 1049525"/>
              <p14:cNvContentPartPr/>
              <p14:nvPr/>
            </p14:nvContentPartPr>
            <p14:xfrm>
              <a:off x="5924915" y="5630186"/>
              <a:ext cx="238832" cy="20121"/>
            </p14:xfrm>
          </p:contentPart>
        </mc:Choice>
        <mc:Fallback xmlns="">
          <p:sp>
            <p:nvSpPr>
              <p:cNvPr id="1049526" name=""/>
              <p:cNvSpPr/>
              <p:nvPr/>
            </p:nvSpPr>
            <p:spPr>
              <a:xfrm>
                <a:off x="5924915" y="5630186"/>
                <a:ext cx="238832" cy="20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49527" name="Encre 1049526"/>
              <p14:cNvContentPartPr/>
              <p14:nvPr/>
            </p14:nvContentPartPr>
            <p14:xfrm>
              <a:off x="5967715" y="5768595"/>
              <a:ext cx="122052" cy="11047"/>
            </p14:xfrm>
          </p:contentPart>
        </mc:Choice>
        <mc:Fallback xmlns="">
          <p:sp>
            <p:nvSpPr>
              <p:cNvPr id="1049527" name=""/>
              <p:cNvSpPr/>
              <p:nvPr/>
            </p:nvSpPr>
            <p:spPr>
              <a:xfrm>
                <a:off x="5967715" y="5768595"/>
                <a:ext cx="122052" cy="11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9528" name="Encre 1049527"/>
              <p14:cNvContentPartPr/>
              <p14:nvPr/>
            </p14:nvContentPartPr>
            <p14:xfrm>
              <a:off x="6103942" y="5848267"/>
              <a:ext cx="145416" cy="218135"/>
            </p14:xfrm>
          </p:contentPart>
        </mc:Choice>
        <mc:Fallback xmlns="">
          <p:sp>
            <p:nvSpPr>
              <p:cNvPr id="1049528" name=""/>
              <p:cNvSpPr/>
              <p:nvPr/>
            </p:nvSpPr>
            <p:spPr>
              <a:xfrm>
                <a:off x="6103942" y="5848267"/>
                <a:ext cx="145416" cy="218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49529" name="Encre 1049528"/>
              <p14:cNvContentPartPr/>
              <p14:nvPr/>
            </p14:nvContentPartPr>
            <p14:xfrm>
              <a:off x="6159337" y="5790436"/>
              <a:ext cx="15763" cy="38002"/>
            </p14:xfrm>
          </p:contentPart>
        </mc:Choice>
        <mc:Fallback xmlns="">
          <p:sp>
            <p:nvSpPr>
              <p:cNvPr id="1049529" name=""/>
              <p:cNvSpPr/>
              <p:nvPr/>
            </p:nvSpPr>
            <p:spPr>
              <a:xfrm>
                <a:off x="6159337" y="5790436"/>
                <a:ext cx="15763" cy="3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9530" name="Encre 1049529"/>
              <p14:cNvContentPartPr/>
              <p14:nvPr/>
            </p14:nvContentPartPr>
            <p14:xfrm>
              <a:off x="5896234" y="5479397"/>
              <a:ext cx="294959" cy="121584"/>
            </p14:xfrm>
          </p:contentPart>
        </mc:Choice>
        <mc:Fallback xmlns="">
          <p:sp>
            <p:nvSpPr>
              <p:cNvPr id="1049530" name=""/>
              <p:cNvSpPr/>
              <p:nvPr/>
            </p:nvSpPr>
            <p:spPr>
              <a:xfrm>
                <a:off x="5896234" y="5479397"/>
                <a:ext cx="294959" cy="1215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49531" name="Encre 1049530"/>
              <p14:cNvContentPartPr/>
              <p14:nvPr/>
            </p14:nvContentPartPr>
            <p14:xfrm>
              <a:off x="6282323" y="5766492"/>
              <a:ext cx="166877" cy="50143"/>
            </p14:xfrm>
          </p:contentPart>
        </mc:Choice>
        <mc:Fallback xmlns="">
          <p:sp>
            <p:nvSpPr>
              <p:cNvPr id="1049531" name=""/>
              <p:cNvSpPr/>
              <p:nvPr/>
            </p:nvSpPr>
            <p:spPr>
              <a:xfrm>
                <a:off x="6282323" y="5766492"/>
                <a:ext cx="166877" cy="50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9532" name="Encre 1049531"/>
              <p14:cNvContentPartPr/>
              <p14:nvPr/>
            </p14:nvContentPartPr>
            <p14:xfrm>
              <a:off x="6349197" y="5711012"/>
              <a:ext cx="24991" cy="203826"/>
            </p14:xfrm>
          </p:contentPart>
        </mc:Choice>
        <mc:Fallback xmlns="">
          <p:sp>
            <p:nvSpPr>
              <p:cNvPr id="1049532" name=""/>
              <p:cNvSpPr/>
              <p:nvPr/>
            </p:nvSpPr>
            <p:spPr>
              <a:xfrm>
                <a:off x="6349197" y="5711012"/>
                <a:ext cx="24991" cy="203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49533" name="Encre 1049532"/>
              <p14:cNvContentPartPr/>
              <p14:nvPr/>
            </p14:nvContentPartPr>
            <p14:xfrm>
              <a:off x="6475588" y="5699843"/>
              <a:ext cx="149765" cy="235538"/>
            </p14:xfrm>
          </p:contentPart>
        </mc:Choice>
        <mc:Fallback xmlns="">
          <p:sp>
            <p:nvSpPr>
              <p:cNvPr id="1049533" name=""/>
              <p:cNvSpPr/>
              <p:nvPr/>
            </p:nvSpPr>
            <p:spPr>
              <a:xfrm>
                <a:off x="6475588" y="5699843"/>
                <a:ext cx="149765" cy="235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9534" name="Encre 1049533"/>
              <p14:cNvContentPartPr/>
              <p14:nvPr/>
            </p14:nvContentPartPr>
            <p14:xfrm>
              <a:off x="6681933" y="5750424"/>
              <a:ext cx="179836" cy="186335"/>
            </p14:xfrm>
          </p:contentPart>
        </mc:Choice>
        <mc:Fallback xmlns="">
          <p:sp>
            <p:nvSpPr>
              <p:cNvPr id="1049534" name=""/>
              <p:cNvSpPr/>
              <p:nvPr/>
            </p:nvSpPr>
            <p:spPr>
              <a:xfrm>
                <a:off x="6681933" y="5750424"/>
                <a:ext cx="179836" cy="186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49535" name="Encre 1049534"/>
              <p14:cNvContentPartPr/>
              <p14:nvPr/>
            </p14:nvContentPartPr>
            <p14:xfrm>
              <a:off x="6519858" y="5556842"/>
              <a:ext cx="284898" cy="23368"/>
            </p14:xfrm>
          </p:contentPart>
        </mc:Choice>
        <mc:Fallback xmlns="">
          <p:sp>
            <p:nvSpPr>
              <p:cNvPr id="1049535" name=""/>
              <p:cNvSpPr/>
              <p:nvPr/>
            </p:nvSpPr>
            <p:spPr>
              <a:xfrm>
                <a:off x="6519858" y="5556842"/>
                <a:ext cx="284898" cy="233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49536" name="Encre 1049535"/>
              <p14:cNvContentPartPr/>
              <p14:nvPr/>
            </p14:nvContentPartPr>
            <p14:xfrm>
              <a:off x="6640172" y="5464301"/>
              <a:ext cx="172801" cy="189358"/>
            </p14:xfrm>
          </p:contentPart>
        </mc:Choice>
        <mc:Fallback xmlns="">
          <p:sp>
            <p:nvSpPr>
              <p:cNvPr id="1049536" name=""/>
              <p:cNvSpPr/>
              <p:nvPr/>
            </p:nvSpPr>
            <p:spPr>
              <a:xfrm>
                <a:off x="6640172" y="5464301"/>
                <a:ext cx="172801" cy="189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49537" name="Encre 1049536"/>
              <p14:cNvContentPartPr/>
              <p14:nvPr/>
            </p14:nvContentPartPr>
            <p14:xfrm>
              <a:off x="6946340" y="5783238"/>
              <a:ext cx="65801" cy="142993"/>
            </p14:xfrm>
          </p:contentPart>
        </mc:Choice>
        <mc:Fallback xmlns="">
          <p:sp>
            <p:nvSpPr>
              <p:cNvPr id="1049537" name=""/>
              <p:cNvSpPr/>
              <p:nvPr/>
            </p:nvSpPr>
            <p:spPr>
              <a:xfrm>
                <a:off x="6946340" y="5783238"/>
                <a:ext cx="65801" cy="142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9538" name="Encre 1049537"/>
              <p14:cNvContentPartPr/>
              <p14:nvPr/>
            </p14:nvContentPartPr>
            <p14:xfrm>
              <a:off x="6997580" y="5754447"/>
              <a:ext cx="64368" cy="167301"/>
            </p14:xfrm>
          </p:contentPart>
        </mc:Choice>
        <mc:Fallback xmlns="">
          <p:sp>
            <p:nvSpPr>
              <p:cNvPr id="1049538" name=""/>
              <p:cNvSpPr/>
              <p:nvPr/>
            </p:nvSpPr>
            <p:spPr>
              <a:xfrm>
                <a:off x="6997580" y="5754447"/>
                <a:ext cx="64368" cy="167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49539" name="Encre 1049538"/>
              <p14:cNvContentPartPr/>
              <p14:nvPr/>
            </p14:nvContentPartPr>
            <p14:xfrm>
              <a:off x="7122505" y="5556402"/>
              <a:ext cx="227910" cy="360845"/>
            </p14:xfrm>
          </p:contentPart>
        </mc:Choice>
        <mc:Fallback xmlns="">
          <p:sp>
            <p:nvSpPr>
              <p:cNvPr id="1049539" name=""/>
              <p:cNvSpPr/>
              <p:nvPr/>
            </p:nvSpPr>
            <p:spPr>
              <a:xfrm>
                <a:off x="7122505" y="5556402"/>
                <a:ext cx="227910" cy="3608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9540" name="Encre 1049539"/>
              <p14:cNvContentPartPr/>
              <p14:nvPr/>
            </p14:nvContentPartPr>
            <p14:xfrm>
              <a:off x="7112304" y="5746753"/>
              <a:ext cx="157848" cy="72862"/>
            </p14:xfrm>
          </p:contentPart>
        </mc:Choice>
        <mc:Fallback xmlns="">
          <p:sp>
            <p:nvSpPr>
              <p:cNvPr id="1049540" name=""/>
              <p:cNvSpPr/>
              <p:nvPr/>
            </p:nvSpPr>
            <p:spPr>
              <a:xfrm>
                <a:off x="7112304" y="5746753"/>
                <a:ext cx="157848" cy="72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49541" name="Encre 1049540"/>
              <p14:cNvContentPartPr/>
              <p14:nvPr/>
            </p14:nvContentPartPr>
            <p14:xfrm>
              <a:off x="7298800" y="5877306"/>
              <a:ext cx="7289" cy="105463"/>
            </p14:xfrm>
          </p:contentPart>
        </mc:Choice>
        <mc:Fallback xmlns="">
          <p:sp>
            <p:nvSpPr>
              <p:cNvPr id="1049541" name=""/>
              <p:cNvSpPr/>
              <p:nvPr/>
            </p:nvSpPr>
            <p:spPr>
              <a:xfrm>
                <a:off x="7298800" y="5877306"/>
                <a:ext cx="7289" cy="105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9542" name="Encre 1049541"/>
              <p14:cNvContentPartPr/>
              <p14:nvPr/>
            </p14:nvContentPartPr>
            <p14:xfrm>
              <a:off x="7340869" y="5754447"/>
              <a:ext cx="13739" cy="31140"/>
            </p14:xfrm>
          </p:contentPart>
        </mc:Choice>
        <mc:Fallback xmlns="">
          <p:sp>
            <p:nvSpPr>
              <p:cNvPr id="1049542" name=""/>
              <p:cNvSpPr/>
              <p:nvPr/>
            </p:nvSpPr>
            <p:spPr>
              <a:xfrm>
                <a:off x="7340869" y="5754447"/>
                <a:ext cx="13739" cy="31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49543" name="Encre 1049542"/>
              <p14:cNvContentPartPr/>
              <p14:nvPr/>
            </p14:nvContentPartPr>
            <p14:xfrm>
              <a:off x="7392133" y="5877306"/>
              <a:ext cx="91699" cy="157067"/>
            </p14:xfrm>
          </p:contentPart>
        </mc:Choice>
        <mc:Fallback xmlns="">
          <p:sp>
            <p:nvSpPr>
              <p:cNvPr id="1049543" name=""/>
              <p:cNvSpPr/>
              <p:nvPr/>
            </p:nvSpPr>
            <p:spPr>
              <a:xfrm>
                <a:off x="7392133" y="5877306"/>
                <a:ext cx="91699" cy="157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9544" name="Encre 1049543"/>
              <p14:cNvContentPartPr/>
              <p14:nvPr/>
            </p14:nvContentPartPr>
            <p14:xfrm>
              <a:off x="7083623" y="5421115"/>
              <a:ext cx="236065" cy="50384"/>
            </p14:xfrm>
          </p:contentPart>
        </mc:Choice>
        <mc:Fallback xmlns="">
          <p:sp>
            <p:nvSpPr>
              <p:cNvPr id="1049544" name=""/>
              <p:cNvSpPr/>
              <p:nvPr/>
            </p:nvSpPr>
            <p:spPr>
              <a:xfrm>
                <a:off x="7083623" y="5421115"/>
                <a:ext cx="236065" cy="50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9545" name="Encre 1049544"/>
              <p14:cNvContentPartPr/>
              <p14:nvPr/>
            </p14:nvContentPartPr>
            <p14:xfrm>
              <a:off x="7240707" y="5348392"/>
              <a:ext cx="73680" cy="176496"/>
            </p14:xfrm>
          </p:contentPart>
        </mc:Choice>
        <mc:Fallback xmlns="">
          <p:sp>
            <p:nvSpPr>
              <p:cNvPr id="1049545" name=""/>
              <p:cNvSpPr/>
              <p:nvPr/>
            </p:nvSpPr>
            <p:spPr>
              <a:xfrm>
                <a:off x="7240707" y="5348392"/>
                <a:ext cx="73680" cy="1764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49546" name="Encre 1049545"/>
              <p14:cNvContentPartPr/>
              <p14:nvPr/>
            </p14:nvContentPartPr>
            <p14:xfrm>
              <a:off x="7712837" y="5833031"/>
              <a:ext cx="250296" cy="10641"/>
            </p14:xfrm>
          </p:contentPart>
        </mc:Choice>
        <mc:Fallback xmlns="">
          <p:sp>
            <p:nvSpPr>
              <p:cNvPr id="1049546" name=""/>
              <p:cNvSpPr/>
              <p:nvPr/>
            </p:nvSpPr>
            <p:spPr>
              <a:xfrm>
                <a:off x="7712837" y="5833031"/>
                <a:ext cx="250296" cy="10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49547" name="Encre 1049546"/>
              <p14:cNvContentPartPr/>
              <p14:nvPr/>
            </p14:nvContentPartPr>
            <p14:xfrm>
              <a:off x="7991705" y="5578083"/>
              <a:ext cx="257735" cy="326636"/>
            </p14:xfrm>
          </p:contentPart>
        </mc:Choice>
        <mc:Fallback xmlns="">
          <p:sp>
            <p:nvSpPr>
              <p:cNvPr id="1049547" name=""/>
              <p:cNvSpPr/>
              <p:nvPr/>
            </p:nvSpPr>
            <p:spPr>
              <a:xfrm>
                <a:off x="7991705" y="5578083"/>
                <a:ext cx="257735" cy="326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9548" name="Encre 1049547"/>
              <p14:cNvContentPartPr/>
              <p14:nvPr/>
            </p14:nvContentPartPr>
            <p14:xfrm>
              <a:off x="8210985" y="5884656"/>
              <a:ext cx="119879" cy="170849"/>
            </p14:xfrm>
          </p:contentPart>
        </mc:Choice>
        <mc:Fallback xmlns="">
          <p:sp>
            <p:nvSpPr>
              <p:cNvPr id="1049548" name=""/>
              <p:cNvSpPr/>
              <p:nvPr/>
            </p:nvSpPr>
            <p:spPr>
              <a:xfrm>
                <a:off x="8210985" y="5884656"/>
                <a:ext cx="119879" cy="170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49549" name="Encre 1049548"/>
              <p14:cNvContentPartPr/>
              <p14:nvPr/>
            </p14:nvContentPartPr>
            <p14:xfrm>
              <a:off x="8345874" y="5819227"/>
              <a:ext cx="67660" cy="418084"/>
            </p14:xfrm>
          </p:contentPart>
        </mc:Choice>
        <mc:Fallback xmlns="">
          <p:sp>
            <p:nvSpPr>
              <p:cNvPr id="1049549" name=""/>
              <p:cNvSpPr/>
              <p:nvPr/>
            </p:nvSpPr>
            <p:spPr>
              <a:xfrm>
                <a:off x="8345874" y="5819227"/>
                <a:ext cx="67660" cy="4180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9550" name="Encre 1049549"/>
              <p14:cNvContentPartPr/>
              <p14:nvPr/>
            </p14:nvContentPartPr>
            <p14:xfrm>
              <a:off x="8428096" y="5965303"/>
              <a:ext cx="107167" cy="279185"/>
            </p14:xfrm>
          </p:contentPart>
        </mc:Choice>
        <mc:Fallback xmlns="">
          <p:sp>
            <p:nvSpPr>
              <p:cNvPr id="1049550" name=""/>
              <p:cNvSpPr/>
              <p:nvPr/>
            </p:nvSpPr>
            <p:spPr>
              <a:xfrm>
                <a:off x="8428096" y="5965303"/>
                <a:ext cx="107167" cy="279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49551" name="Encre 1049550"/>
              <p14:cNvContentPartPr/>
              <p14:nvPr/>
            </p14:nvContentPartPr>
            <p14:xfrm>
              <a:off x="8599740" y="5920990"/>
              <a:ext cx="28681" cy="137254"/>
            </p14:xfrm>
          </p:contentPart>
        </mc:Choice>
        <mc:Fallback xmlns="">
          <p:sp>
            <p:nvSpPr>
              <p:cNvPr id="1049551" name=""/>
              <p:cNvSpPr/>
              <p:nvPr/>
            </p:nvSpPr>
            <p:spPr>
              <a:xfrm>
                <a:off x="8599740" y="5920990"/>
                <a:ext cx="28681" cy="137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9552" name="Encre 1049551"/>
              <p14:cNvContentPartPr/>
              <p14:nvPr/>
            </p14:nvContentPartPr>
            <p14:xfrm>
              <a:off x="7963024" y="5521435"/>
              <a:ext cx="257095" cy="14085"/>
            </p14:xfrm>
          </p:contentPart>
        </mc:Choice>
        <mc:Fallback xmlns="">
          <p:sp>
            <p:nvSpPr>
              <p:cNvPr id="1049552" name=""/>
              <p:cNvSpPr/>
              <p:nvPr/>
            </p:nvSpPr>
            <p:spPr>
              <a:xfrm>
                <a:off x="7963024" y="5521435"/>
                <a:ext cx="257095" cy="14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49553" name="Encre 1049552"/>
              <p14:cNvContentPartPr/>
              <p14:nvPr/>
            </p14:nvContentPartPr>
            <p14:xfrm>
              <a:off x="8134668" y="5421115"/>
              <a:ext cx="115815" cy="235177"/>
            </p14:xfrm>
          </p:contentPart>
        </mc:Choice>
        <mc:Fallback xmlns="">
          <p:sp>
            <p:nvSpPr>
              <p:cNvPr id="1049553" name=""/>
              <p:cNvSpPr/>
              <p:nvPr/>
            </p:nvSpPr>
            <p:spPr>
              <a:xfrm>
                <a:off x="8134668" y="5421115"/>
                <a:ext cx="115815" cy="235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9554" name="Encre 1049553"/>
              <p14:cNvContentPartPr/>
              <p14:nvPr/>
            </p14:nvContentPartPr>
            <p14:xfrm>
              <a:off x="8695366" y="5775792"/>
              <a:ext cx="33217" cy="204369"/>
            </p14:xfrm>
          </p:contentPart>
        </mc:Choice>
        <mc:Fallback xmlns="">
          <p:sp>
            <p:nvSpPr>
              <p:cNvPr id="1049554" name=""/>
              <p:cNvSpPr/>
              <p:nvPr/>
            </p:nvSpPr>
            <p:spPr>
              <a:xfrm>
                <a:off x="8695366" y="5775792"/>
                <a:ext cx="33217" cy="204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49555" name="Encre 1049554"/>
              <p14:cNvContentPartPr/>
              <p14:nvPr/>
            </p14:nvContentPartPr>
            <p14:xfrm>
              <a:off x="8692842" y="5725408"/>
              <a:ext cx="77746" cy="198316"/>
            </p14:xfrm>
          </p:contentPart>
        </mc:Choice>
        <mc:Fallback xmlns="">
          <p:sp>
            <p:nvSpPr>
              <p:cNvPr id="1049555" name=""/>
              <p:cNvSpPr/>
              <p:nvPr/>
            </p:nvSpPr>
            <p:spPr>
              <a:xfrm>
                <a:off x="8692842" y="5725408"/>
                <a:ext cx="77746" cy="198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49556" name="Encre 1049555"/>
              <p14:cNvContentPartPr/>
              <p14:nvPr/>
            </p14:nvContentPartPr>
            <p14:xfrm>
              <a:off x="8849926" y="5675555"/>
              <a:ext cx="205341" cy="488853"/>
            </p14:xfrm>
          </p:contentPart>
        </mc:Choice>
        <mc:Fallback xmlns="">
          <p:sp>
            <p:nvSpPr>
              <p:cNvPr id="1049556" name=""/>
              <p:cNvSpPr/>
              <p:nvPr/>
            </p:nvSpPr>
            <p:spPr>
              <a:xfrm>
                <a:off x="8849926" y="5675555"/>
                <a:ext cx="205341" cy="488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9557" name="Encre 1049556"/>
              <p14:cNvContentPartPr/>
              <p14:nvPr/>
            </p14:nvContentPartPr>
            <p14:xfrm>
              <a:off x="8768184" y="5569474"/>
              <a:ext cx="260446" cy="40024"/>
            </p14:xfrm>
          </p:contentPart>
        </mc:Choice>
        <mc:Fallback xmlns="">
          <p:sp>
            <p:nvSpPr>
              <p:cNvPr id="1049557" name=""/>
              <p:cNvSpPr/>
              <p:nvPr/>
            </p:nvSpPr>
            <p:spPr>
              <a:xfrm>
                <a:off x="8768184" y="5569474"/>
                <a:ext cx="260446" cy="400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49558" name="Encre 1049557"/>
              <p14:cNvContentPartPr/>
              <p14:nvPr/>
            </p14:nvContentPartPr>
            <p14:xfrm>
              <a:off x="8864487" y="5507985"/>
              <a:ext cx="211151" cy="176231"/>
            </p14:xfrm>
          </p:contentPart>
        </mc:Choice>
        <mc:Fallback xmlns="">
          <p:sp>
            <p:nvSpPr>
              <p:cNvPr id="1049558" name=""/>
              <p:cNvSpPr/>
              <p:nvPr/>
            </p:nvSpPr>
            <p:spPr>
              <a:xfrm>
                <a:off x="8864487" y="5507985"/>
                <a:ext cx="211151" cy="176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49559" name="Encre 1049558"/>
              <p14:cNvContentPartPr/>
              <p14:nvPr/>
            </p14:nvContentPartPr>
            <p14:xfrm>
              <a:off x="9033614" y="5899917"/>
              <a:ext cx="139501" cy="205387"/>
            </p14:xfrm>
          </p:contentPart>
        </mc:Choice>
        <mc:Fallback xmlns="">
          <p:sp>
            <p:nvSpPr>
              <p:cNvPr id="1049559" name=""/>
              <p:cNvSpPr/>
              <p:nvPr/>
            </p:nvSpPr>
            <p:spPr>
              <a:xfrm>
                <a:off x="9033614" y="5899917"/>
                <a:ext cx="139501" cy="205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49560" name="Encre 1049559"/>
              <p14:cNvContentPartPr/>
              <p14:nvPr/>
            </p14:nvContentPartPr>
            <p14:xfrm>
              <a:off x="9171630" y="5950029"/>
              <a:ext cx="107627" cy="331795"/>
            </p14:xfrm>
          </p:contentPart>
        </mc:Choice>
        <mc:Fallback xmlns="">
          <p:sp>
            <p:nvSpPr>
              <p:cNvPr id="1049560" name=""/>
              <p:cNvSpPr/>
              <p:nvPr/>
            </p:nvSpPr>
            <p:spPr>
              <a:xfrm>
                <a:off x="9171630" y="5950029"/>
                <a:ext cx="107627" cy="331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49561" name="Encre 1049560"/>
              <p14:cNvContentPartPr/>
              <p14:nvPr/>
            </p14:nvContentPartPr>
            <p14:xfrm>
              <a:off x="9248861" y="6120880"/>
              <a:ext cx="129895" cy="239183"/>
            </p14:xfrm>
          </p:contentPart>
        </mc:Choice>
        <mc:Fallback xmlns="">
          <p:sp>
            <p:nvSpPr>
              <p:cNvPr id="1049561" name=""/>
              <p:cNvSpPr/>
              <p:nvPr/>
            </p:nvSpPr>
            <p:spPr>
              <a:xfrm>
                <a:off x="9248861" y="6120880"/>
                <a:ext cx="129895" cy="239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9562" name="Encre 1049561"/>
              <p14:cNvContentPartPr/>
              <p14:nvPr/>
            </p14:nvContentPartPr>
            <p14:xfrm>
              <a:off x="9394978" y="6022503"/>
              <a:ext cx="48422" cy="123074"/>
            </p14:xfrm>
          </p:contentPart>
        </mc:Choice>
        <mc:Fallback xmlns="">
          <p:sp>
            <p:nvSpPr>
              <p:cNvPr id="1049562" name=""/>
              <p:cNvSpPr/>
              <p:nvPr/>
            </p:nvSpPr>
            <p:spPr>
              <a:xfrm>
                <a:off x="9394978" y="6022503"/>
                <a:ext cx="48422" cy="123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49563" name="Encre 1049562"/>
              <p14:cNvContentPartPr/>
              <p14:nvPr/>
            </p14:nvContentPartPr>
            <p14:xfrm>
              <a:off x="6411166" y="444702"/>
              <a:ext cx="3251080" cy="6066737"/>
            </p14:xfrm>
          </p:contentPart>
        </mc:Choice>
        <mc:Fallback xmlns="">
          <p:sp>
            <p:nvSpPr>
              <p:cNvPr id="1049563" name=""/>
              <p:cNvSpPr/>
              <p:nvPr/>
            </p:nvSpPr>
            <p:spPr>
              <a:xfrm>
                <a:off x="6411166" y="444702"/>
                <a:ext cx="3251080" cy="6066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9564" name="Encre 1049563"/>
              <p14:cNvContentPartPr/>
              <p14:nvPr/>
            </p14:nvContentPartPr>
            <p14:xfrm>
              <a:off x="6868463" y="559867"/>
              <a:ext cx="187650" cy="294508"/>
            </p14:xfrm>
          </p:contentPart>
        </mc:Choice>
        <mc:Fallback xmlns="">
          <p:sp>
            <p:nvSpPr>
              <p:cNvPr id="1049564" name=""/>
              <p:cNvSpPr/>
              <p:nvPr/>
            </p:nvSpPr>
            <p:spPr>
              <a:xfrm>
                <a:off x="6868463" y="559867"/>
                <a:ext cx="187650" cy="294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49565" name="Encre 1049564"/>
              <p14:cNvContentPartPr/>
              <p14:nvPr/>
            </p14:nvContentPartPr>
            <p14:xfrm>
              <a:off x="7119364" y="697866"/>
              <a:ext cx="6776" cy="126323"/>
            </p14:xfrm>
          </p:contentPart>
        </mc:Choice>
        <mc:Fallback xmlns="">
          <p:sp>
            <p:nvSpPr>
              <p:cNvPr id="1049565" name=""/>
              <p:cNvSpPr/>
              <p:nvPr/>
            </p:nvSpPr>
            <p:spPr>
              <a:xfrm>
                <a:off x="7119364" y="697866"/>
                <a:ext cx="6776" cy="126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9566" name="Encre 1049565"/>
              <p14:cNvContentPartPr/>
              <p14:nvPr/>
            </p14:nvContentPartPr>
            <p14:xfrm>
              <a:off x="7148045" y="574759"/>
              <a:ext cx="14120" cy="36485"/>
            </p14:xfrm>
          </p:contentPart>
        </mc:Choice>
        <mc:Fallback xmlns="">
          <p:sp>
            <p:nvSpPr>
              <p:cNvPr id="1049566" name=""/>
              <p:cNvSpPr/>
              <p:nvPr/>
            </p:nvSpPr>
            <p:spPr>
              <a:xfrm>
                <a:off x="7148045" y="574759"/>
                <a:ext cx="14120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49567" name="Encre 1049566"/>
              <p14:cNvContentPartPr/>
              <p14:nvPr/>
            </p14:nvContentPartPr>
            <p14:xfrm>
              <a:off x="6961840" y="944190"/>
              <a:ext cx="176696" cy="21732"/>
            </p14:xfrm>
          </p:contentPart>
        </mc:Choice>
        <mc:Fallback xmlns="">
          <p:sp>
            <p:nvSpPr>
              <p:cNvPr id="1049567" name=""/>
              <p:cNvSpPr/>
              <p:nvPr/>
            </p:nvSpPr>
            <p:spPr>
              <a:xfrm>
                <a:off x="6961840" y="944190"/>
                <a:ext cx="176696" cy="21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9568" name="Encre 1049567"/>
              <p14:cNvContentPartPr/>
              <p14:nvPr/>
            </p14:nvContentPartPr>
            <p14:xfrm>
              <a:off x="6983461" y="1014853"/>
              <a:ext cx="204641" cy="29474"/>
            </p14:xfrm>
          </p:contentPart>
        </mc:Choice>
        <mc:Fallback xmlns="">
          <p:sp>
            <p:nvSpPr>
              <p:cNvPr id="1049568" name=""/>
              <p:cNvSpPr/>
              <p:nvPr/>
            </p:nvSpPr>
            <p:spPr>
              <a:xfrm>
                <a:off x="6983461" y="1014853"/>
                <a:ext cx="204641" cy="29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49569" name="Encre 1049568"/>
              <p14:cNvContentPartPr/>
              <p14:nvPr/>
            </p14:nvContentPartPr>
            <p14:xfrm>
              <a:off x="7587697" y="645596"/>
              <a:ext cx="210539" cy="262281"/>
            </p14:xfrm>
          </p:contentPart>
        </mc:Choice>
        <mc:Fallback xmlns="">
          <p:sp>
            <p:nvSpPr>
              <p:cNvPr id="1049569" name=""/>
              <p:cNvSpPr/>
              <p:nvPr/>
            </p:nvSpPr>
            <p:spPr>
              <a:xfrm>
                <a:off x="7587697" y="645596"/>
                <a:ext cx="210539" cy="2622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9570" name="Encre 1049569"/>
              <p14:cNvContentPartPr/>
              <p14:nvPr/>
            </p14:nvContentPartPr>
            <p14:xfrm>
              <a:off x="8000271" y="620847"/>
              <a:ext cx="260824" cy="258205"/>
            </p14:xfrm>
          </p:contentPart>
        </mc:Choice>
        <mc:Fallback xmlns="">
          <p:sp>
            <p:nvSpPr>
              <p:cNvPr id="1049570" name=""/>
              <p:cNvSpPr/>
              <p:nvPr/>
            </p:nvSpPr>
            <p:spPr>
              <a:xfrm>
                <a:off x="8000271" y="620847"/>
                <a:ext cx="260824" cy="258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49571" name="Encre 1049570"/>
              <p14:cNvContentPartPr/>
              <p14:nvPr/>
            </p14:nvContentPartPr>
            <p14:xfrm>
              <a:off x="8330685" y="502533"/>
              <a:ext cx="11367" cy="331052"/>
            </p14:xfrm>
          </p:contentPart>
        </mc:Choice>
        <mc:Fallback xmlns="">
          <p:sp>
            <p:nvSpPr>
              <p:cNvPr id="1049571" name=""/>
              <p:cNvSpPr/>
              <p:nvPr/>
            </p:nvSpPr>
            <p:spPr>
              <a:xfrm>
                <a:off x="8330685" y="502533"/>
                <a:ext cx="11367" cy="331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49572" name="Encre 1049571"/>
              <p14:cNvContentPartPr/>
              <p14:nvPr/>
            </p14:nvContentPartPr>
            <p14:xfrm>
              <a:off x="8292192" y="659516"/>
              <a:ext cx="158592" cy="74587"/>
            </p14:xfrm>
          </p:contentPart>
        </mc:Choice>
        <mc:Fallback xmlns="">
          <p:sp>
            <p:nvSpPr>
              <p:cNvPr id="1049572" name=""/>
              <p:cNvSpPr/>
              <p:nvPr/>
            </p:nvSpPr>
            <p:spPr>
              <a:xfrm>
                <a:off x="8292192" y="659516"/>
                <a:ext cx="158592" cy="74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49573" name="Encre 1049572"/>
              <p14:cNvContentPartPr/>
              <p14:nvPr/>
            </p14:nvContentPartPr>
            <p14:xfrm>
              <a:off x="8590828" y="535668"/>
              <a:ext cx="220930" cy="465098"/>
            </p14:xfrm>
          </p:contentPart>
        </mc:Choice>
        <mc:Fallback xmlns="">
          <p:sp>
            <p:nvSpPr>
              <p:cNvPr id="1049573" name=""/>
              <p:cNvSpPr/>
              <p:nvPr/>
            </p:nvSpPr>
            <p:spPr>
              <a:xfrm>
                <a:off x="8590828" y="535668"/>
                <a:ext cx="220930" cy="465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9574" name="Encre 1049573"/>
              <p14:cNvContentPartPr/>
              <p14:nvPr/>
            </p14:nvContentPartPr>
            <p14:xfrm>
              <a:off x="8777889" y="632590"/>
              <a:ext cx="8175" cy="116226"/>
            </p14:xfrm>
          </p:contentPart>
        </mc:Choice>
        <mc:Fallback xmlns="">
          <p:sp>
            <p:nvSpPr>
              <p:cNvPr id="1049574" name=""/>
              <p:cNvSpPr/>
              <p:nvPr/>
            </p:nvSpPr>
            <p:spPr>
              <a:xfrm>
                <a:off x="8777889" y="632590"/>
                <a:ext cx="8175" cy="116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49575" name="Encre 1049574"/>
              <p14:cNvContentPartPr/>
              <p14:nvPr/>
            </p14:nvContentPartPr>
            <p14:xfrm>
              <a:off x="8866121" y="647233"/>
              <a:ext cx="119708" cy="264709"/>
            </p14:xfrm>
          </p:contentPart>
        </mc:Choice>
        <mc:Fallback xmlns="">
          <p:sp>
            <p:nvSpPr>
              <p:cNvPr id="1049575" name=""/>
              <p:cNvSpPr/>
              <p:nvPr/>
            </p:nvSpPr>
            <p:spPr>
              <a:xfrm>
                <a:off x="8866121" y="647233"/>
                <a:ext cx="119708" cy="264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49576" name="Encre 1049575"/>
              <p14:cNvContentPartPr/>
              <p14:nvPr/>
            </p14:nvContentPartPr>
            <p14:xfrm>
              <a:off x="8864487" y="728618"/>
              <a:ext cx="287794" cy="134566"/>
            </p14:xfrm>
          </p:contentPart>
        </mc:Choice>
        <mc:Fallback xmlns="">
          <p:sp>
            <p:nvSpPr>
              <p:cNvPr id="1049576" name=""/>
              <p:cNvSpPr/>
              <p:nvPr/>
            </p:nvSpPr>
            <p:spPr>
              <a:xfrm>
                <a:off x="8864487" y="728618"/>
                <a:ext cx="287794" cy="134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49577" name="Encre 1049576"/>
              <p14:cNvContentPartPr/>
              <p14:nvPr/>
            </p14:nvContentPartPr>
            <p14:xfrm>
              <a:off x="9345046" y="558254"/>
              <a:ext cx="183929" cy="296353"/>
            </p14:xfrm>
          </p:contentPart>
        </mc:Choice>
        <mc:Fallback xmlns="">
          <p:sp>
            <p:nvSpPr>
              <p:cNvPr id="1049577" name=""/>
              <p:cNvSpPr/>
              <p:nvPr/>
            </p:nvSpPr>
            <p:spPr>
              <a:xfrm>
                <a:off x="9345046" y="558254"/>
                <a:ext cx="183929" cy="296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49578" name="Encre 1049577"/>
              <p14:cNvContentPartPr/>
              <p14:nvPr/>
            </p14:nvContentPartPr>
            <p14:xfrm>
              <a:off x="9605606" y="676025"/>
              <a:ext cx="418143" cy="248121"/>
            </p14:xfrm>
          </p:contentPart>
        </mc:Choice>
        <mc:Fallback xmlns="">
          <p:sp>
            <p:nvSpPr>
              <p:cNvPr id="1049578" name=""/>
              <p:cNvSpPr/>
              <p:nvPr/>
            </p:nvSpPr>
            <p:spPr>
              <a:xfrm>
                <a:off x="9605606" y="676025"/>
                <a:ext cx="418143" cy="248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49579" name="Encre 1049578"/>
              <p14:cNvContentPartPr/>
              <p14:nvPr/>
            </p14:nvContentPartPr>
            <p14:xfrm>
              <a:off x="10208959" y="659643"/>
              <a:ext cx="26559" cy="273764"/>
            </p14:xfrm>
          </p:contentPart>
        </mc:Choice>
        <mc:Fallback xmlns="">
          <p:sp>
            <p:nvSpPr>
              <p:cNvPr id="1049579" name=""/>
              <p:cNvSpPr/>
              <p:nvPr/>
            </p:nvSpPr>
            <p:spPr>
              <a:xfrm>
                <a:off x="10208959" y="659643"/>
                <a:ext cx="26559" cy="273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49580" name="Encre 1049579"/>
              <p14:cNvContentPartPr/>
              <p14:nvPr/>
            </p14:nvContentPartPr>
            <p14:xfrm>
              <a:off x="10180278" y="552523"/>
              <a:ext cx="250400" cy="351391"/>
            </p14:xfrm>
          </p:contentPart>
        </mc:Choice>
        <mc:Fallback xmlns="">
          <p:sp>
            <p:nvSpPr>
              <p:cNvPr id="1049580" name=""/>
              <p:cNvSpPr/>
              <p:nvPr/>
            </p:nvSpPr>
            <p:spPr>
              <a:xfrm>
                <a:off x="10180278" y="552523"/>
                <a:ext cx="250400" cy="351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49581" name="Encre 1049580"/>
              <p14:cNvContentPartPr/>
              <p14:nvPr/>
            </p14:nvContentPartPr>
            <p14:xfrm>
              <a:off x="10450005" y="379177"/>
              <a:ext cx="66501" cy="101689"/>
            </p14:xfrm>
          </p:contentPart>
        </mc:Choice>
        <mc:Fallback xmlns="">
          <p:sp>
            <p:nvSpPr>
              <p:cNvPr id="1049581" name=""/>
              <p:cNvSpPr/>
              <p:nvPr/>
            </p:nvSpPr>
            <p:spPr>
              <a:xfrm>
                <a:off x="10450005" y="379177"/>
                <a:ext cx="66501" cy="101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49582" name="Encre 1049581"/>
              <p14:cNvContentPartPr/>
              <p14:nvPr/>
            </p14:nvContentPartPr>
            <p14:xfrm>
              <a:off x="10600375" y="697866"/>
              <a:ext cx="8793" cy="70738"/>
            </p14:xfrm>
          </p:contentPart>
        </mc:Choice>
        <mc:Fallback xmlns="">
          <p:sp>
            <p:nvSpPr>
              <p:cNvPr id="1049582" name=""/>
              <p:cNvSpPr/>
              <p:nvPr/>
            </p:nvSpPr>
            <p:spPr>
              <a:xfrm>
                <a:off x="10600375" y="697866"/>
                <a:ext cx="8793" cy="70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49583" name="Encre 1049582"/>
              <p14:cNvContentPartPr/>
              <p14:nvPr/>
            </p14:nvContentPartPr>
            <p14:xfrm>
              <a:off x="10599585" y="886498"/>
              <a:ext cx="2523" cy="69317"/>
            </p14:xfrm>
          </p:contentPart>
        </mc:Choice>
        <mc:Fallback xmlns="">
          <p:sp>
            <p:nvSpPr>
              <p:cNvPr id="1049583" name=""/>
              <p:cNvSpPr/>
              <p:nvPr/>
            </p:nvSpPr>
            <p:spPr>
              <a:xfrm>
                <a:off x="10599585" y="886498"/>
                <a:ext cx="2523" cy="69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49584" name="Encre 1049583"/>
              <p14:cNvContentPartPr/>
              <p14:nvPr/>
            </p14:nvContentPartPr>
            <p14:xfrm>
              <a:off x="6925658" y="1541866"/>
              <a:ext cx="203340" cy="248517"/>
            </p14:xfrm>
          </p:contentPart>
        </mc:Choice>
        <mc:Fallback xmlns="">
          <p:sp>
            <p:nvSpPr>
              <p:cNvPr id="1049584" name=""/>
              <p:cNvSpPr/>
              <p:nvPr/>
            </p:nvSpPr>
            <p:spPr>
              <a:xfrm>
                <a:off x="6925658" y="1541866"/>
                <a:ext cx="203340" cy="248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49585" name="Encre 1049584"/>
              <p14:cNvContentPartPr/>
              <p14:nvPr/>
            </p14:nvContentPartPr>
            <p14:xfrm>
              <a:off x="7073634" y="1299007"/>
              <a:ext cx="17049" cy="415807"/>
            </p14:xfrm>
          </p:contentPart>
        </mc:Choice>
        <mc:Fallback xmlns="">
          <p:sp>
            <p:nvSpPr>
              <p:cNvPr id="1049585" name=""/>
              <p:cNvSpPr/>
              <p:nvPr/>
            </p:nvSpPr>
            <p:spPr>
              <a:xfrm>
                <a:off x="7073634" y="1299007"/>
                <a:ext cx="17049" cy="415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49586" name="Encre 1049585"/>
              <p14:cNvContentPartPr/>
              <p14:nvPr/>
            </p14:nvContentPartPr>
            <p14:xfrm>
              <a:off x="7218837" y="1335244"/>
              <a:ext cx="135206" cy="438173"/>
            </p14:xfrm>
          </p:contentPart>
        </mc:Choice>
        <mc:Fallback xmlns="">
          <p:sp>
            <p:nvSpPr>
              <p:cNvPr id="1049586" name=""/>
              <p:cNvSpPr/>
              <p:nvPr/>
            </p:nvSpPr>
            <p:spPr>
              <a:xfrm>
                <a:off x="7218837" y="1335244"/>
                <a:ext cx="135206" cy="438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49587" name="Encre 1049586"/>
              <p14:cNvContentPartPr/>
              <p14:nvPr/>
            </p14:nvContentPartPr>
            <p14:xfrm>
              <a:off x="7412542" y="1704814"/>
              <a:ext cx="135070" cy="131553"/>
            </p14:xfrm>
          </p:contentPart>
        </mc:Choice>
        <mc:Fallback xmlns="">
          <p:sp>
            <p:nvSpPr>
              <p:cNvPr id="1049587" name=""/>
              <p:cNvSpPr/>
              <p:nvPr/>
            </p:nvSpPr>
            <p:spPr>
              <a:xfrm>
                <a:off x="7412542" y="1704814"/>
                <a:ext cx="135070" cy="131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49588" name="Encre 1049587"/>
              <p14:cNvContentPartPr/>
              <p14:nvPr/>
            </p14:nvContentPartPr>
            <p14:xfrm>
              <a:off x="7631691" y="1317374"/>
              <a:ext cx="65703" cy="460706"/>
            </p14:xfrm>
          </p:contentPart>
        </mc:Choice>
        <mc:Fallback xmlns="">
          <p:sp>
            <p:nvSpPr>
              <p:cNvPr id="1049588" name=""/>
              <p:cNvSpPr/>
              <p:nvPr/>
            </p:nvSpPr>
            <p:spPr>
              <a:xfrm>
                <a:off x="7631691" y="1317374"/>
                <a:ext cx="65703" cy="460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49589" name="Encre 1049588"/>
              <p14:cNvContentPartPr/>
              <p14:nvPr/>
            </p14:nvContentPartPr>
            <p14:xfrm>
              <a:off x="7752113" y="1509232"/>
              <a:ext cx="6819" cy="202468"/>
            </p14:xfrm>
          </p:contentPart>
        </mc:Choice>
        <mc:Fallback xmlns="">
          <p:sp>
            <p:nvSpPr>
              <p:cNvPr id="1049589" name=""/>
              <p:cNvSpPr/>
              <p:nvPr/>
            </p:nvSpPr>
            <p:spPr>
              <a:xfrm>
                <a:off x="7752113" y="1509232"/>
                <a:ext cx="6819" cy="202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49590" name="Encre 1049589"/>
              <p14:cNvContentPartPr/>
              <p14:nvPr/>
            </p14:nvContentPartPr>
            <p14:xfrm>
              <a:off x="7755639" y="1505175"/>
              <a:ext cx="115002" cy="168175"/>
            </p14:xfrm>
          </p:contentPart>
        </mc:Choice>
        <mc:Fallback xmlns="">
          <p:sp>
            <p:nvSpPr>
              <p:cNvPr id="1049590" name=""/>
              <p:cNvSpPr/>
              <p:nvPr/>
            </p:nvSpPr>
            <p:spPr>
              <a:xfrm>
                <a:off x="7755639" y="1505175"/>
                <a:ext cx="115002" cy="1681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49591" name="Encre 1049590"/>
              <p14:cNvContentPartPr/>
              <p14:nvPr/>
            </p14:nvContentPartPr>
            <p14:xfrm>
              <a:off x="7911785" y="1436758"/>
              <a:ext cx="79919" cy="373300"/>
            </p14:xfrm>
          </p:contentPart>
        </mc:Choice>
        <mc:Fallback xmlns="">
          <p:sp>
            <p:nvSpPr>
              <p:cNvPr id="1049591" name=""/>
              <p:cNvSpPr/>
              <p:nvPr/>
            </p:nvSpPr>
            <p:spPr>
              <a:xfrm>
                <a:off x="7911785" y="1436758"/>
                <a:ext cx="79919" cy="373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49592" name="Encre 1049591"/>
              <p14:cNvContentPartPr/>
              <p14:nvPr/>
            </p14:nvContentPartPr>
            <p14:xfrm>
              <a:off x="8031850" y="1542591"/>
              <a:ext cx="131855" cy="255592"/>
            </p14:xfrm>
          </p:contentPart>
        </mc:Choice>
        <mc:Fallback xmlns="">
          <p:sp>
            <p:nvSpPr>
              <p:cNvPr id="1049592" name=""/>
              <p:cNvSpPr/>
              <p:nvPr/>
            </p:nvSpPr>
            <p:spPr>
              <a:xfrm>
                <a:off x="8031850" y="1542591"/>
                <a:ext cx="131855" cy="255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49593" name="Encre 1049592"/>
              <p14:cNvContentPartPr/>
              <p14:nvPr/>
            </p14:nvContentPartPr>
            <p14:xfrm>
              <a:off x="8209950" y="1480193"/>
              <a:ext cx="31940" cy="108362"/>
            </p14:xfrm>
          </p:contentPart>
        </mc:Choice>
        <mc:Fallback xmlns="">
          <p:sp>
            <p:nvSpPr>
              <p:cNvPr id="1049593" name=""/>
              <p:cNvSpPr/>
              <p:nvPr/>
            </p:nvSpPr>
            <p:spPr>
              <a:xfrm>
                <a:off x="8209950" y="1480193"/>
                <a:ext cx="31940" cy="108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49594" name="Encre 1049593"/>
              <p14:cNvContentPartPr/>
              <p14:nvPr/>
            </p14:nvContentPartPr>
            <p14:xfrm>
              <a:off x="8313813" y="1386373"/>
              <a:ext cx="87455" cy="405310"/>
            </p14:xfrm>
          </p:contentPart>
        </mc:Choice>
        <mc:Fallback xmlns="">
          <p:sp>
            <p:nvSpPr>
              <p:cNvPr id="1049594" name=""/>
              <p:cNvSpPr/>
              <p:nvPr/>
            </p:nvSpPr>
            <p:spPr>
              <a:xfrm>
                <a:off x="8313813" y="1386373"/>
                <a:ext cx="87455" cy="405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49595" name="Encre 1049594"/>
              <p14:cNvContentPartPr/>
              <p14:nvPr/>
            </p14:nvContentPartPr>
            <p14:xfrm>
              <a:off x="6904919" y="1931109"/>
              <a:ext cx="1301992" cy="29873"/>
            </p14:xfrm>
          </p:contentPart>
        </mc:Choice>
        <mc:Fallback xmlns="">
          <p:sp>
            <p:nvSpPr>
              <p:cNvPr id="1049595" name=""/>
              <p:cNvSpPr/>
              <p:nvPr/>
            </p:nvSpPr>
            <p:spPr>
              <a:xfrm>
                <a:off x="6904919" y="1931109"/>
                <a:ext cx="1301992" cy="29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49596" name="Encre 1049595"/>
              <p14:cNvContentPartPr/>
              <p14:nvPr/>
            </p14:nvContentPartPr>
            <p14:xfrm>
              <a:off x="7212025" y="1255648"/>
              <a:ext cx="257579" cy="7370"/>
            </p14:xfrm>
          </p:contentPart>
        </mc:Choice>
        <mc:Fallback xmlns="">
          <p:sp>
            <p:nvSpPr>
              <p:cNvPr id="1049596" name=""/>
              <p:cNvSpPr/>
              <p:nvPr/>
            </p:nvSpPr>
            <p:spPr>
              <a:xfrm>
                <a:off x="7212025" y="1255648"/>
                <a:ext cx="257579" cy="7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49597" name="Encre 1049596"/>
              <p14:cNvContentPartPr/>
              <p14:nvPr/>
            </p14:nvContentPartPr>
            <p14:xfrm>
              <a:off x="7419852" y="1168950"/>
              <a:ext cx="93836" cy="222653"/>
            </p14:xfrm>
          </p:contentPart>
        </mc:Choice>
        <mc:Fallback xmlns="">
          <p:sp>
            <p:nvSpPr>
              <p:cNvPr id="1049597" name=""/>
              <p:cNvSpPr/>
              <p:nvPr/>
            </p:nvSpPr>
            <p:spPr>
              <a:xfrm>
                <a:off x="7419852" y="1168950"/>
                <a:ext cx="93836" cy="222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49598" name="Encre 1049597"/>
              <p14:cNvContentPartPr/>
              <p14:nvPr/>
            </p14:nvContentPartPr>
            <p14:xfrm>
              <a:off x="7248221" y="2091758"/>
              <a:ext cx="268159" cy="391995"/>
            </p14:xfrm>
          </p:contentPart>
        </mc:Choice>
        <mc:Fallback xmlns="">
          <p:sp>
            <p:nvSpPr>
              <p:cNvPr id="1049598" name=""/>
              <p:cNvSpPr/>
              <p:nvPr/>
            </p:nvSpPr>
            <p:spPr>
              <a:xfrm>
                <a:off x="7248221" y="2091758"/>
                <a:ext cx="268159" cy="391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49599" name="Encre 1049598"/>
              <p14:cNvContentPartPr/>
              <p14:nvPr/>
            </p14:nvContentPartPr>
            <p14:xfrm>
              <a:off x="7469712" y="2255322"/>
              <a:ext cx="250185" cy="108960"/>
            </p14:xfrm>
          </p:contentPart>
        </mc:Choice>
        <mc:Fallback xmlns="">
          <p:sp>
            <p:nvSpPr>
              <p:cNvPr id="1049599" name=""/>
              <p:cNvSpPr/>
              <p:nvPr/>
            </p:nvSpPr>
            <p:spPr>
              <a:xfrm>
                <a:off x="7469712" y="2255322"/>
                <a:ext cx="250185" cy="108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49600" name="Encre 1049599"/>
              <p14:cNvContentPartPr/>
              <p14:nvPr/>
            </p14:nvContentPartPr>
            <p14:xfrm>
              <a:off x="8173788" y="1835367"/>
              <a:ext cx="239747" cy="579513"/>
            </p14:xfrm>
          </p:contentPart>
        </mc:Choice>
        <mc:Fallback xmlns="">
          <p:sp>
            <p:nvSpPr>
              <p:cNvPr id="1049600" name=""/>
              <p:cNvSpPr/>
              <p:nvPr/>
            </p:nvSpPr>
            <p:spPr>
              <a:xfrm>
                <a:off x="8173788" y="1835367"/>
                <a:ext cx="239747" cy="579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49601" name="Encre 1049600"/>
              <p14:cNvContentPartPr/>
              <p14:nvPr/>
            </p14:nvContentPartPr>
            <p14:xfrm>
              <a:off x="8347565" y="2098491"/>
              <a:ext cx="205675" cy="296714"/>
            </p14:xfrm>
          </p:contentPart>
        </mc:Choice>
        <mc:Fallback xmlns="">
          <p:sp>
            <p:nvSpPr>
              <p:cNvPr id="1049601" name=""/>
              <p:cNvSpPr/>
              <p:nvPr/>
            </p:nvSpPr>
            <p:spPr>
              <a:xfrm>
                <a:off x="8347565" y="2098491"/>
                <a:ext cx="205675" cy="2967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49602" name="Encre 1049601"/>
              <p14:cNvContentPartPr/>
              <p14:nvPr/>
            </p14:nvContentPartPr>
            <p14:xfrm>
              <a:off x="8612952" y="1944079"/>
              <a:ext cx="44150" cy="168238"/>
            </p14:xfrm>
          </p:contentPart>
        </mc:Choice>
        <mc:Fallback xmlns="">
          <p:sp>
            <p:nvSpPr>
              <p:cNvPr id="1049602" name=""/>
              <p:cNvSpPr/>
              <p:nvPr/>
            </p:nvSpPr>
            <p:spPr>
              <a:xfrm>
                <a:off x="8612952" y="1944079"/>
                <a:ext cx="44150" cy="168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49603" name="Encre 1049602"/>
              <p14:cNvContentPartPr/>
              <p14:nvPr/>
            </p14:nvContentPartPr>
            <p14:xfrm>
              <a:off x="8749763" y="1798882"/>
              <a:ext cx="170003" cy="7459"/>
            </p14:xfrm>
          </p:contentPart>
        </mc:Choice>
        <mc:Fallback xmlns="">
          <p:sp>
            <p:nvSpPr>
              <p:cNvPr id="1049603" name=""/>
              <p:cNvSpPr/>
              <p:nvPr/>
            </p:nvSpPr>
            <p:spPr>
              <a:xfrm>
                <a:off x="8749763" y="1798882"/>
                <a:ext cx="170003" cy="7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49604" name="Encre 1049603"/>
              <p14:cNvContentPartPr/>
              <p14:nvPr/>
            </p14:nvContentPartPr>
            <p14:xfrm>
              <a:off x="8785504" y="1921741"/>
              <a:ext cx="124387" cy="9381"/>
            </p14:xfrm>
          </p:contentPart>
        </mc:Choice>
        <mc:Fallback xmlns="">
          <p:sp>
            <p:nvSpPr>
              <p:cNvPr id="1049604" name=""/>
              <p:cNvSpPr/>
              <p:nvPr/>
            </p:nvSpPr>
            <p:spPr>
              <a:xfrm>
                <a:off x="8785504" y="1921741"/>
                <a:ext cx="124387" cy="9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49605" name="Encre 1049604"/>
              <p14:cNvContentPartPr/>
              <p14:nvPr/>
            </p14:nvContentPartPr>
            <p14:xfrm>
              <a:off x="9057727" y="1465305"/>
              <a:ext cx="375587" cy="521681"/>
            </p14:xfrm>
          </p:contentPart>
        </mc:Choice>
        <mc:Fallback xmlns="">
          <p:sp>
            <p:nvSpPr>
              <p:cNvPr id="1049605" name=""/>
              <p:cNvSpPr/>
              <p:nvPr/>
            </p:nvSpPr>
            <p:spPr>
              <a:xfrm>
                <a:off x="9057727" y="1465305"/>
                <a:ext cx="375587" cy="521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49606" name="Encre 1049605"/>
              <p14:cNvContentPartPr/>
              <p14:nvPr/>
            </p14:nvContentPartPr>
            <p14:xfrm>
              <a:off x="9085991" y="2269088"/>
              <a:ext cx="123414" cy="305121"/>
            </p14:xfrm>
          </p:contentPart>
        </mc:Choice>
        <mc:Fallback xmlns="">
          <p:sp>
            <p:nvSpPr>
              <p:cNvPr id="1049606" name=""/>
              <p:cNvSpPr/>
              <p:nvPr/>
            </p:nvSpPr>
            <p:spPr>
              <a:xfrm>
                <a:off x="9085991" y="2269088"/>
                <a:ext cx="123414" cy="305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49607" name="Encre 1049606"/>
              <p14:cNvContentPartPr/>
              <p14:nvPr/>
            </p14:nvContentPartPr>
            <p14:xfrm>
              <a:off x="9200274" y="2125017"/>
              <a:ext cx="11841" cy="68246"/>
            </p14:xfrm>
          </p:contentPart>
        </mc:Choice>
        <mc:Fallback xmlns="">
          <p:sp>
            <p:nvSpPr>
              <p:cNvPr id="1049607" name=""/>
              <p:cNvSpPr/>
              <p:nvPr/>
            </p:nvSpPr>
            <p:spPr>
              <a:xfrm>
                <a:off x="9200274" y="2125017"/>
                <a:ext cx="11841" cy="68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49608" name="Encre 1049607"/>
              <p14:cNvContentPartPr/>
              <p14:nvPr/>
            </p14:nvContentPartPr>
            <p14:xfrm>
              <a:off x="9475181" y="1630565"/>
              <a:ext cx="275158" cy="389193"/>
            </p14:xfrm>
          </p:contentPart>
        </mc:Choice>
        <mc:Fallback xmlns="">
          <p:sp>
            <p:nvSpPr>
              <p:cNvPr id="1049608" name=""/>
              <p:cNvSpPr/>
              <p:nvPr/>
            </p:nvSpPr>
            <p:spPr>
              <a:xfrm>
                <a:off x="9475181" y="1630565"/>
                <a:ext cx="275158" cy="389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49609" name="Encre 1049608"/>
              <p14:cNvContentPartPr/>
              <p14:nvPr/>
            </p14:nvContentPartPr>
            <p14:xfrm>
              <a:off x="9804745" y="1925816"/>
              <a:ext cx="90717" cy="114069"/>
            </p14:xfrm>
          </p:contentPart>
        </mc:Choice>
        <mc:Fallback xmlns="">
          <p:sp>
            <p:nvSpPr>
              <p:cNvPr id="1049609" name=""/>
              <p:cNvSpPr/>
              <p:nvPr/>
            </p:nvSpPr>
            <p:spPr>
              <a:xfrm>
                <a:off x="9804745" y="1925816"/>
                <a:ext cx="90717" cy="114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49610" name="Encre 1049609"/>
              <p14:cNvContentPartPr/>
              <p14:nvPr/>
            </p14:nvContentPartPr>
            <p14:xfrm>
              <a:off x="9543562" y="1515845"/>
              <a:ext cx="244732" cy="37070"/>
            </p14:xfrm>
          </p:contentPart>
        </mc:Choice>
        <mc:Fallback xmlns="">
          <p:sp>
            <p:nvSpPr>
              <p:cNvPr id="1049610" name=""/>
              <p:cNvSpPr/>
              <p:nvPr/>
            </p:nvSpPr>
            <p:spPr>
              <a:xfrm>
                <a:off x="9543562" y="1515845"/>
                <a:ext cx="244732" cy="37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49611" name="Encre 1049610"/>
              <p14:cNvContentPartPr/>
              <p14:nvPr/>
            </p14:nvContentPartPr>
            <p14:xfrm>
              <a:off x="9743887" y="1473243"/>
              <a:ext cx="71468" cy="148602"/>
            </p14:xfrm>
          </p:contentPart>
        </mc:Choice>
        <mc:Fallback xmlns="">
          <p:sp>
            <p:nvSpPr>
              <p:cNvPr id="1049611" name=""/>
              <p:cNvSpPr/>
              <p:nvPr/>
            </p:nvSpPr>
            <p:spPr>
              <a:xfrm>
                <a:off x="9743887" y="1473243"/>
                <a:ext cx="71468" cy="148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49612" name="Encre 1049611"/>
              <p14:cNvContentPartPr/>
              <p14:nvPr/>
            </p14:nvContentPartPr>
            <p14:xfrm>
              <a:off x="9981644" y="1588408"/>
              <a:ext cx="76851" cy="427897"/>
            </p14:xfrm>
          </p:contentPart>
        </mc:Choice>
        <mc:Fallback xmlns="">
          <p:sp>
            <p:nvSpPr>
              <p:cNvPr id="1049612" name=""/>
              <p:cNvSpPr/>
              <p:nvPr/>
            </p:nvSpPr>
            <p:spPr>
              <a:xfrm>
                <a:off x="9981644" y="1588408"/>
                <a:ext cx="76851" cy="427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49613" name="Encre 1049612"/>
              <p14:cNvContentPartPr/>
              <p14:nvPr/>
            </p14:nvContentPartPr>
            <p14:xfrm>
              <a:off x="10087686" y="1770339"/>
              <a:ext cx="21110" cy="256076"/>
            </p14:xfrm>
          </p:contentPart>
        </mc:Choice>
        <mc:Fallback xmlns="">
          <p:sp>
            <p:nvSpPr>
              <p:cNvPr id="1049613" name=""/>
              <p:cNvSpPr/>
              <p:nvPr/>
            </p:nvSpPr>
            <p:spPr>
              <a:xfrm>
                <a:off x="10087686" y="1770339"/>
                <a:ext cx="21110" cy="256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49614" name="Encre 1049613"/>
              <p14:cNvContentPartPr/>
              <p14:nvPr/>
            </p14:nvContentPartPr>
            <p14:xfrm>
              <a:off x="10058495" y="1755189"/>
              <a:ext cx="142963" cy="7951"/>
            </p14:xfrm>
          </p:contentPart>
        </mc:Choice>
        <mc:Fallback xmlns="">
          <p:sp>
            <p:nvSpPr>
              <p:cNvPr id="1049614" name=""/>
              <p:cNvSpPr/>
              <p:nvPr/>
            </p:nvSpPr>
            <p:spPr>
              <a:xfrm>
                <a:off x="10058495" y="1755189"/>
                <a:ext cx="142963" cy="7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49615" name="Encre 1049614"/>
              <p14:cNvContentPartPr/>
              <p14:nvPr/>
            </p14:nvContentPartPr>
            <p14:xfrm>
              <a:off x="10080116" y="1886710"/>
              <a:ext cx="145034" cy="6736"/>
            </p14:xfrm>
          </p:contentPart>
        </mc:Choice>
        <mc:Fallback xmlns="">
          <p:sp>
            <p:nvSpPr>
              <p:cNvPr id="1049615" name=""/>
              <p:cNvSpPr/>
              <p:nvPr/>
            </p:nvSpPr>
            <p:spPr>
              <a:xfrm>
                <a:off x="10080116" y="1886710"/>
                <a:ext cx="145034" cy="6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49616" name="Encre 1049615"/>
              <p14:cNvContentPartPr/>
              <p14:nvPr/>
            </p14:nvContentPartPr>
            <p14:xfrm>
              <a:off x="10185730" y="1944079"/>
              <a:ext cx="58970" cy="246088"/>
            </p14:xfrm>
          </p:contentPart>
        </mc:Choice>
        <mc:Fallback xmlns="">
          <p:sp>
            <p:nvSpPr>
              <p:cNvPr id="1049616" name=""/>
              <p:cNvSpPr/>
              <p:nvPr/>
            </p:nvSpPr>
            <p:spPr>
              <a:xfrm>
                <a:off x="10185730" y="1944079"/>
                <a:ext cx="58970" cy="2460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49617" name="Encre 1049616"/>
              <p14:cNvContentPartPr/>
              <p14:nvPr/>
            </p14:nvContentPartPr>
            <p14:xfrm>
              <a:off x="10115856" y="1694549"/>
              <a:ext cx="145184" cy="3315"/>
            </p14:xfrm>
          </p:contentPart>
        </mc:Choice>
        <mc:Fallback xmlns="">
          <p:sp>
            <p:nvSpPr>
              <p:cNvPr id="1049617" name=""/>
              <p:cNvSpPr/>
              <p:nvPr/>
            </p:nvSpPr>
            <p:spPr>
              <a:xfrm>
                <a:off x="10115856" y="1694549"/>
                <a:ext cx="145184" cy="3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49618" name="Encre 1049617"/>
              <p14:cNvContentPartPr/>
              <p14:nvPr/>
            </p14:nvContentPartPr>
            <p14:xfrm>
              <a:off x="10230139" y="1646735"/>
              <a:ext cx="66270" cy="101690"/>
            </p14:xfrm>
          </p:contentPart>
        </mc:Choice>
        <mc:Fallback xmlns="">
          <p:sp>
            <p:nvSpPr>
              <p:cNvPr id="1049618" name=""/>
              <p:cNvSpPr/>
              <p:nvPr/>
            </p:nvSpPr>
            <p:spPr>
              <a:xfrm>
                <a:off x="10230139" y="1646735"/>
                <a:ext cx="66270" cy="1016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49619" name="Encre 1049618"/>
              <p14:cNvContentPartPr/>
              <p14:nvPr/>
            </p14:nvContentPartPr>
            <p14:xfrm>
              <a:off x="10366042" y="1646735"/>
              <a:ext cx="83533" cy="564384"/>
            </p14:xfrm>
          </p:contentPart>
        </mc:Choice>
        <mc:Fallback xmlns="">
          <p:sp>
            <p:nvSpPr>
              <p:cNvPr id="1049619" name=""/>
              <p:cNvSpPr/>
              <p:nvPr/>
            </p:nvSpPr>
            <p:spPr>
              <a:xfrm>
                <a:off x="10366042" y="1646735"/>
                <a:ext cx="83533" cy="564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49620" name="Encre 1049619"/>
              <p14:cNvContentPartPr/>
              <p14:nvPr/>
            </p14:nvContentPartPr>
            <p14:xfrm>
              <a:off x="10530626" y="1957358"/>
              <a:ext cx="103668" cy="4025"/>
            </p14:xfrm>
          </p:contentPart>
        </mc:Choice>
        <mc:Fallback xmlns="">
          <p:sp>
            <p:nvSpPr>
              <p:cNvPr id="1049620" name=""/>
              <p:cNvSpPr/>
              <p:nvPr/>
            </p:nvSpPr>
            <p:spPr>
              <a:xfrm>
                <a:off x="10530626" y="1957358"/>
                <a:ext cx="103668" cy="4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49621" name="Encre 1049620"/>
              <p14:cNvContentPartPr/>
              <p14:nvPr/>
            </p14:nvContentPartPr>
            <p14:xfrm>
              <a:off x="10574285" y="1893446"/>
              <a:ext cx="20763" cy="122163"/>
            </p14:xfrm>
          </p:contentPart>
        </mc:Choice>
        <mc:Fallback xmlns="">
          <p:sp>
            <p:nvSpPr>
              <p:cNvPr id="1049621" name=""/>
              <p:cNvSpPr/>
              <p:nvPr/>
            </p:nvSpPr>
            <p:spPr>
              <a:xfrm>
                <a:off x="10574285" y="1893446"/>
                <a:ext cx="20763" cy="122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49622" name="Encre 1049621"/>
              <p14:cNvContentPartPr/>
              <p14:nvPr/>
            </p14:nvContentPartPr>
            <p14:xfrm>
              <a:off x="10294408" y="1878554"/>
              <a:ext cx="1555" cy="64249"/>
            </p14:xfrm>
          </p:contentPart>
        </mc:Choice>
        <mc:Fallback xmlns="">
          <p:sp>
            <p:nvSpPr>
              <p:cNvPr id="1049622" name=""/>
              <p:cNvSpPr/>
              <p:nvPr/>
            </p:nvSpPr>
            <p:spPr>
              <a:xfrm>
                <a:off x="10294408" y="1878554"/>
                <a:ext cx="1555" cy="64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49623" name="Encre 1049622"/>
              <p14:cNvContentPartPr/>
              <p14:nvPr/>
            </p14:nvContentPartPr>
            <p14:xfrm>
              <a:off x="10727628" y="1754078"/>
              <a:ext cx="119383" cy="235501"/>
            </p14:xfrm>
          </p:contentPart>
        </mc:Choice>
        <mc:Fallback xmlns="">
          <p:sp>
            <p:nvSpPr>
              <p:cNvPr id="1049623" name=""/>
              <p:cNvSpPr/>
              <p:nvPr/>
            </p:nvSpPr>
            <p:spPr>
              <a:xfrm>
                <a:off x="10727628" y="1754078"/>
                <a:ext cx="119383" cy="235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49624" name="Encre 1049623"/>
              <p14:cNvContentPartPr/>
              <p14:nvPr/>
            </p14:nvContentPartPr>
            <p14:xfrm>
              <a:off x="10885636" y="1774921"/>
              <a:ext cx="160666" cy="188332"/>
            </p14:xfrm>
          </p:contentPart>
        </mc:Choice>
        <mc:Fallback xmlns="">
          <p:sp>
            <p:nvSpPr>
              <p:cNvPr id="1049624" name=""/>
              <p:cNvSpPr/>
              <p:nvPr/>
            </p:nvSpPr>
            <p:spPr>
              <a:xfrm>
                <a:off x="10885636" y="1774921"/>
                <a:ext cx="160666" cy="188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49625" name="Encre 1049624"/>
              <p14:cNvContentPartPr/>
              <p14:nvPr/>
            </p14:nvContentPartPr>
            <p14:xfrm>
              <a:off x="10773752" y="1623919"/>
              <a:ext cx="324731" cy="37708"/>
            </p14:xfrm>
          </p:contentPart>
        </mc:Choice>
        <mc:Fallback xmlns="">
          <p:sp>
            <p:nvSpPr>
              <p:cNvPr id="1049625" name=""/>
              <p:cNvSpPr/>
              <p:nvPr/>
            </p:nvSpPr>
            <p:spPr>
              <a:xfrm>
                <a:off x="10773752" y="1623919"/>
                <a:ext cx="324731" cy="37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49626" name="Encre 1049625"/>
              <p14:cNvContentPartPr/>
              <p14:nvPr/>
            </p14:nvContentPartPr>
            <p14:xfrm>
              <a:off x="11023938" y="1588905"/>
              <a:ext cx="83565" cy="166542"/>
            </p14:xfrm>
          </p:contentPart>
        </mc:Choice>
        <mc:Fallback xmlns="">
          <p:sp>
            <p:nvSpPr>
              <p:cNvPr id="1049626" name=""/>
              <p:cNvSpPr/>
              <p:nvPr/>
            </p:nvSpPr>
            <p:spPr>
              <a:xfrm>
                <a:off x="11023938" y="1588905"/>
                <a:ext cx="83565" cy="166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49627" name="Encre 1049626"/>
              <p14:cNvContentPartPr/>
              <p14:nvPr/>
            </p14:nvContentPartPr>
            <p14:xfrm>
              <a:off x="11097368" y="1885752"/>
              <a:ext cx="69974" cy="179159"/>
            </p14:xfrm>
          </p:contentPart>
        </mc:Choice>
        <mc:Fallback xmlns="">
          <p:sp>
            <p:nvSpPr>
              <p:cNvPr id="1049627" name=""/>
              <p:cNvSpPr/>
              <p:nvPr/>
            </p:nvSpPr>
            <p:spPr>
              <a:xfrm>
                <a:off x="11097368" y="1885752"/>
                <a:ext cx="69974" cy="179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49628" name="Encre 1049627"/>
              <p14:cNvContentPartPr/>
              <p14:nvPr/>
            </p14:nvContentPartPr>
            <p14:xfrm>
              <a:off x="11145721" y="1864407"/>
              <a:ext cx="51045" cy="197557"/>
            </p14:xfrm>
          </p:contentPart>
        </mc:Choice>
        <mc:Fallback xmlns="">
          <p:sp>
            <p:nvSpPr>
              <p:cNvPr id="1049628" name=""/>
              <p:cNvSpPr/>
              <p:nvPr/>
            </p:nvSpPr>
            <p:spPr>
              <a:xfrm>
                <a:off x="11145721" y="1864407"/>
                <a:ext cx="51045" cy="197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049629" name="Encre 1049628"/>
              <p14:cNvContentPartPr/>
              <p14:nvPr/>
            </p14:nvContentPartPr>
            <p14:xfrm>
              <a:off x="11281625" y="1719210"/>
              <a:ext cx="12115" cy="280329"/>
            </p14:xfrm>
          </p:contentPart>
        </mc:Choice>
        <mc:Fallback xmlns="">
          <p:sp>
            <p:nvSpPr>
              <p:cNvPr id="1049629" name=""/>
              <p:cNvSpPr/>
              <p:nvPr/>
            </p:nvSpPr>
            <p:spPr>
              <a:xfrm>
                <a:off x="11281625" y="1719210"/>
                <a:ext cx="12115" cy="2803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49630" name="Encre 1049629"/>
              <p14:cNvContentPartPr/>
              <p14:nvPr/>
            </p14:nvContentPartPr>
            <p14:xfrm>
              <a:off x="11238824" y="1707185"/>
              <a:ext cx="152455" cy="18974"/>
            </p14:xfrm>
          </p:contentPart>
        </mc:Choice>
        <mc:Fallback xmlns="">
          <p:sp>
            <p:nvSpPr>
              <p:cNvPr id="1049630" name=""/>
              <p:cNvSpPr/>
              <p:nvPr/>
            </p:nvSpPr>
            <p:spPr>
              <a:xfrm>
                <a:off x="11238824" y="1707185"/>
                <a:ext cx="152455" cy="18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049631" name="Encre 1049630"/>
              <p14:cNvContentPartPr/>
              <p14:nvPr/>
            </p14:nvContentPartPr>
            <p14:xfrm>
              <a:off x="11274565" y="1875079"/>
              <a:ext cx="85601" cy="3475"/>
            </p14:xfrm>
          </p:contentPart>
        </mc:Choice>
        <mc:Fallback xmlns="">
          <p:sp>
            <p:nvSpPr>
              <p:cNvPr id="1049631" name=""/>
              <p:cNvSpPr/>
              <p:nvPr/>
            </p:nvSpPr>
            <p:spPr>
              <a:xfrm>
                <a:off x="11274565" y="1875079"/>
                <a:ext cx="85601" cy="3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49632" name="Encre 1049631"/>
              <p14:cNvContentPartPr/>
              <p14:nvPr/>
            </p14:nvContentPartPr>
            <p14:xfrm>
              <a:off x="11392500" y="1921741"/>
              <a:ext cx="131097" cy="139039"/>
            </p14:xfrm>
          </p:contentPart>
        </mc:Choice>
        <mc:Fallback xmlns="">
          <p:sp>
            <p:nvSpPr>
              <p:cNvPr id="1049632" name=""/>
              <p:cNvSpPr/>
              <p:nvPr/>
            </p:nvSpPr>
            <p:spPr>
              <a:xfrm>
                <a:off x="11392500" y="1921741"/>
                <a:ext cx="131097" cy="13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049633" name="Encre 1049632"/>
              <p14:cNvContentPartPr/>
              <p14:nvPr/>
            </p14:nvContentPartPr>
            <p14:xfrm>
              <a:off x="11437936" y="1835367"/>
              <a:ext cx="772" cy="31104"/>
            </p14:xfrm>
          </p:contentPart>
        </mc:Choice>
        <mc:Fallback xmlns="">
          <p:sp>
            <p:nvSpPr>
              <p:cNvPr id="1049633" name=""/>
              <p:cNvSpPr/>
              <p:nvPr/>
            </p:nvSpPr>
            <p:spPr>
              <a:xfrm>
                <a:off x="11437936" y="1835367"/>
                <a:ext cx="772" cy="31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49634" name="Encre 1049633"/>
              <p14:cNvContentPartPr/>
              <p14:nvPr/>
            </p14:nvContentPartPr>
            <p14:xfrm>
              <a:off x="11245884" y="1547149"/>
              <a:ext cx="254349" cy="39288"/>
            </p14:xfrm>
          </p:contentPart>
        </mc:Choice>
        <mc:Fallback xmlns="">
          <p:sp>
            <p:nvSpPr>
              <p:cNvPr id="1049634" name=""/>
              <p:cNvSpPr/>
              <p:nvPr/>
            </p:nvSpPr>
            <p:spPr>
              <a:xfrm>
                <a:off x="11245884" y="1547149"/>
                <a:ext cx="254349" cy="39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049635" name="Encre 1049634"/>
              <p14:cNvContentPartPr/>
              <p14:nvPr/>
            </p14:nvContentPartPr>
            <p14:xfrm>
              <a:off x="11410468" y="1516430"/>
              <a:ext cx="99721" cy="93974"/>
            </p14:xfrm>
          </p:contentPart>
        </mc:Choice>
        <mc:Fallback xmlns="">
          <p:sp>
            <p:nvSpPr>
              <p:cNvPr id="1049635" name=""/>
              <p:cNvSpPr/>
              <p:nvPr/>
            </p:nvSpPr>
            <p:spPr>
              <a:xfrm>
                <a:off x="11410468" y="1516430"/>
                <a:ext cx="99721" cy="93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49636" name="Encre 1049635"/>
              <p14:cNvContentPartPr/>
              <p14:nvPr/>
            </p14:nvContentPartPr>
            <p14:xfrm>
              <a:off x="10387663" y="2552666"/>
              <a:ext cx="217050" cy="5816"/>
            </p14:xfrm>
          </p:contentPart>
        </mc:Choice>
        <mc:Fallback xmlns="">
          <p:sp>
            <p:nvSpPr>
              <p:cNvPr id="1049636" name=""/>
              <p:cNvSpPr/>
              <p:nvPr/>
            </p:nvSpPr>
            <p:spPr>
              <a:xfrm>
                <a:off x="10387663" y="2552666"/>
                <a:ext cx="217050" cy="5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049637" name="Encre 1049636"/>
              <p14:cNvContentPartPr/>
              <p14:nvPr/>
            </p14:nvContentPartPr>
            <p14:xfrm>
              <a:off x="10484966" y="2465299"/>
              <a:ext cx="8910" cy="266188"/>
            </p14:xfrm>
          </p:contentPart>
        </mc:Choice>
        <mc:Fallback xmlns="">
          <p:sp>
            <p:nvSpPr>
              <p:cNvPr id="1049637" name=""/>
              <p:cNvSpPr/>
              <p:nvPr/>
            </p:nvSpPr>
            <p:spPr>
              <a:xfrm>
                <a:off x="10484966" y="2465299"/>
                <a:ext cx="8910" cy="266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49638" name="Encre 1049637"/>
              <p14:cNvContentPartPr/>
              <p14:nvPr/>
            </p14:nvContentPartPr>
            <p14:xfrm>
              <a:off x="10693087" y="2430096"/>
              <a:ext cx="123724" cy="190830"/>
            </p14:xfrm>
          </p:contentPart>
        </mc:Choice>
        <mc:Fallback xmlns="">
          <p:sp>
            <p:nvSpPr>
              <p:cNvPr id="1049638" name=""/>
              <p:cNvSpPr/>
              <p:nvPr/>
            </p:nvSpPr>
            <p:spPr>
              <a:xfrm>
                <a:off x="10693087" y="2430096"/>
                <a:ext cx="123724" cy="190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049639" name="Encre 1049638"/>
              <p14:cNvContentPartPr/>
              <p14:nvPr/>
            </p14:nvContentPartPr>
            <p14:xfrm>
              <a:off x="10883481" y="2458101"/>
              <a:ext cx="19115" cy="197750"/>
            </p14:xfrm>
          </p:contentPart>
        </mc:Choice>
        <mc:Fallback xmlns="">
          <p:sp>
            <p:nvSpPr>
              <p:cNvPr id="1049639" name=""/>
              <p:cNvSpPr/>
              <p:nvPr/>
            </p:nvSpPr>
            <p:spPr>
              <a:xfrm>
                <a:off x="10883481" y="2458101"/>
                <a:ext cx="19115" cy="197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049640" name="Encre 1049639"/>
              <p14:cNvContentPartPr/>
              <p14:nvPr/>
            </p14:nvContentPartPr>
            <p14:xfrm>
              <a:off x="10888034" y="2451488"/>
              <a:ext cx="121305" cy="196566"/>
            </p14:xfrm>
          </p:contentPart>
        </mc:Choice>
        <mc:Fallback xmlns="">
          <p:sp>
            <p:nvSpPr>
              <p:cNvPr id="1049640" name=""/>
              <p:cNvSpPr/>
              <p:nvPr/>
            </p:nvSpPr>
            <p:spPr>
              <a:xfrm>
                <a:off x="10888034" y="2451488"/>
                <a:ext cx="121305" cy="196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049641" name="Encre 1049640"/>
              <p14:cNvContentPartPr/>
              <p14:nvPr/>
            </p14:nvContentPartPr>
            <p14:xfrm>
              <a:off x="10759632" y="2331508"/>
              <a:ext cx="275920" cy="19239"/>
            </p14:xfrm>
          </p:contentPart>
        </mc:Choice>
        <mc:Fallback xmlns="">
          <p:sp>
            <p:nvSpPr>
              <p:cNvPr id="1049641" name=""/>
              <p:cNvSpPr/>
              <p:nvPr/>
            </p:nvSpPr>
            <p:spPr>
              <a:xfrm>
                <a:off x="10759632" y="2331508"/>
                <a:ext cx="275920" cy="192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049642" name="Encre 1049641"/>
              <p14:cNvContentPartPr/>
              <p14:nvPr/>
            </p14:nvContentPartPr>
            <p14:xfrm>
              <a:off x="10959516" y="2284361"/>
              <a:ext cx="94141" cy="185799"/>
            </p14:xfrm>
          </p:contentPart>
        </mc:Choice>
        <mc:Fallback xmlns="">
          <p:sp>
            <p:nvSpPr>
              <p:cNvPr id="1049642" name=""/>
              <p:cNvSpPr/>
              <p:nvPr/>
            </p:nvSpPr>
            <p:spPr>
              <a:xfrm>
                <a:off x="10959516" y="2284361"/>
                <a:ext cx="94141" cy="185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49643" name="Encre 1049642"/>
              <p14:cNvContentPartPr/>
              <p14:nvPr/>
            </p14:nvContentPartPr>
            <p14:xfrm>
              <a:off x="11140913" y="2516180"/>
              <a:ext cx="54669" cy="173321"/>
            </p14:xfrm>
          </p:contentPart>
        </mc:Choice>
        <mc:Fallback xmlns="">
          <p:sp>
            <p:nvSpPr>
              <p:cNvPr id="1049643" name=""/>
              <p:cNvSpPr/>
              <p:nvPr/>
            </p:nvSpPr>
            <p:spPr>
              <a:xfrm>
                <a:off x="11140913" y="2516180"/>
                <a:ext cx="54669" cy="173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049644" name="Encre 1049643"/>
              <p14:cNvContentPartPr/>
              <p14:nvPr/>
            </p14:nvContentPartPr>
            <p14:xfrm>
              <a:off x="11195582" y="2494339"/>
              <a:ext cx="35864" cy="168413"/>
            </p14:xfrm>
          </p:contentPart>
        </mc:Choice>
        <mc:Fallback xmlns="">
          <p:sp>
            <p:nvSpPr>
              <p:cNvPr id="1049644" name=""/>
              <p:cNvSpPr/>
              <p:nvPr/>
            </p:nvSpPr>
            <p:spPr>
              <a:xfrm>
                <a:off x="11195582" y="2494339"/>
                <a:ext cx="35864" cy="168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049645" name="Encre 1049644"/>
              <p14:cNvContentPartPr/>
              <p14:nvPr/>
            </p14:nvContentPartPr>
            <p14:xfrm>
              <a:off x="11384597" y="2371231"/>
              <a:ext cx="7857" cy="310397"/>
            </p14:xfrm>
          </p:contentPart>
        </mc:Choice>
        <mc:Fallback xmlns="">
          <p:sp>
            <p:nvSpPr>
              <p:cNvPr id="1049645" name=""/>
              <p:cNvSpPr/>
              <p:nvPr/>
            </p:nvSpPr>
            <p:spPr>
              <a:xfrm>
                <a:off x="11384597" y="2371231"/>
                <a:ext cx="7857" cy="310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049646" name="Encre 1049645"/>
              <p14:cNvContentPartPr/>
              <p14:nvPr/>
            </p14:nvContentPartPr>
            <p14:xfrm>
              <a:off x="11346046" y="2354222"/>
              <a:ext cx="203334" cy="24207"/>
            </p14:xfrm>
          </p:contentPart>
        </mc:Choice>
        <mc:Fallback xmlns="">
          <p:sp>
            <p:nvSpPr>
              <p:cNvPr id="1049646" name=""/>
              <p:cNvSpPr/>
              <p:nvPr/>
            </p:nvSpPr>
            <p:spPr>
              <a:xfrm>
                <a:off x="11346046" y="2354222"/>
                <a:ext cx="203334" cy="24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049647" name="Encre 1049646"/>
              <p14:cNvContentPartPr/>
              <p14:nvPr/>
            </p14:nvContentPartPr>
            <p14:xfrm>
              <a:off x="11367226" y="2531664"/>
              <a:ext cx="126581" cy="13307"/>
            </p14:xfrm>
          </p:contentPart>
        </mc:Choice>
        <mc:Fallback xmlns="">
          <p:sp>
            <p:nvSpPr>
              <p:cNvPr id="1049647" name=""/>
              <p:cNvSpPr/>
              <p:nvPr/>
            </p:nvSpPr>
            <p:spPr>
              <a:xfrm>
                <a:off x="11367226" y="2531664"/>
                <a:ext cx="126581" cy="13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049648" name="Encre 1049647"/>
              <p14:cNvContentPartPr/>
              <p14:nvPr/>
            </p14:nvContentPartPr>
            <p14:xfrm>
              <a:off x="11503129" y="2632338"/>
              <a:ext cx="6176" cy="110325"/>
            </p14:xfrm>
          </p:contentPart>
        </mc:Choice>
        <mc:Fallback xmlns="">
          <p:sp>
            <p:nvSpPr>
              <p:cNvPr id="1049648" name=""/>
              <p:cNvSpPr/>
              <p:nvPr/>
            </p:nvSpPr>
            <p:spPr>
              <a:xfrm>
                <a:off x="11503129" y="2632338"/>
                <a:ext cx="6176" cy="110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049649" name="Encre 1049648"/>
              <p14:cNvContentPartPr/>
              <p14:nvPr/>
            </p14:nvContentPartPr>
            <p14:xfrm>
              <a:off x="11503129" y="2566813"/>
              <a:ext cx="19318" cy="31299"/>
            </p14:xfrm>
          </p:contentPart>
        </mc:Choice>
        <mc:Fallback xmlns="">
          <p:sp>
            <p:nvSpPr>
              <p:cNvPr id="1049649" name=""/>
              <p:cNvSpPr/>
              <p:nvPr/>
            </p:nvSpPr>
            <p:spPr>
              <a:xfrm>
                <a:off x="11503129" y="2566813"/>
                <a:ext cx="19318" cy="312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049650" name="Encre 1049649"/>
              <p14:cNvContentPartPr/>
              <p14:nvPr/>
            </p14:nvContentPartPr>
            <p14:xfrm>
              <a:off x="11578057" y="2617446"/>
              <a:ext cx="106913" cy="124472"/>
            </p14:xfrm>
          </p:contentPart>
        </mc:Choice>
        <mc:Fallback xmlns="">
          <p:sp>
            <p:nvSpPr>
              <p:cNvPr id="1049650" name=""/>
              <p:cNvSpPr/>
              <p:nvPr/>
            </p:nvSpPr>
            <p:spPr>
              <a:xfrm>
                <a:off x="11578057" y="2617446"/>
                <a:ext cx="106913" cy="124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049651" name="Encre 1049650"/>
              <p14:cNvContentPartPr/>
              <p14:nvPr/>
            </p14:nvContentPartPr>
            <p14:xfrm>
              <a:off x="11374727" y="2261638"/>
              <a:ext cx="224088" cy="29921"/>
            </p14:xfrm>
          </p:contentPart>
        </mc:Choice>
        <mc:Fallback xmlns="">
          <p:sp>
            <p:nvSpPr>
              <p:cNvPr id="1049651" name=""/>
              <p:cNvSpPr/>
              <p:nvPr/>
            </p:nvSpPr>
            <p:spPr>
              <a:xfrm>
                <a:off x="11374727" y="2261638"/>
                <a:ext cx="224088" cy="29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049652" name="Encre 1049651"/>
              <p14:cNvContentPartPr/>
              <p14:nvPr/>
            </p14:nvContentPartPr>
            <p14:xfrm>
              <a:off x="11538870" y="2226531"/>
              <a:ext cx="51403" cy="91545"/>
            </p14:xfrm>
          </p:contentPart>
        </mc:Choice>
        <mc:Fallback xmlns="">
          <p:sp>
            <p:nvSpPr>
              <p:cNvPr id="1049652" name=""/>
              <p:cNvSpPr/>
              <p:nvPr/>
            </p:nvSpPr>
            <p:spPr>
              <a:xfrm>
                <a:off x="11538870" y="2226531"/>
                <a:ext cx="51403" cy="91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049653" name="Encre 1049652"/>
              <p14:cNvContentPartPr/>
              <p14:nvPr/>
            </p14:nvContentPartPr>
            <p14:xfrm>
              <a:off x="11460743" y="1965921"/>
              <a:ext cx="123684" cy="101473"/>
            </p14:xfrm>
          </p:contentPart>
        </mc:Choice>
        <mc:Fallback xmlns="">
          <p:sp>
            <p:nvSpPr>
              <p:cNvPr id="1049653" name=""/>
              <p:cNvSpPr/>
              <p:nvPr/>
            </p:nvSpPr>
            <p:spPr>
              <a:xfrm>
                <a:off x="11460743" y="1965921"/>
                <a:ext cx="123684" cy="101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049654" name="Encre 1049653"/>
              <p14:cNvContentPartPr/>
              <p14:nvPr/>
            </p14:nvContentPartPr>
            <p14:xfrm>
              <a:off x="11448266" y="1958741"/>
              <a:ext cx="90711" cy="111437"/>
            </p14:xfrm>
          </p:contentPart>
        </mc:Choice>
        <mc:Fallback xmlns="">
          <p:sp>
            <p:nvSpPr>
              <p:cNvPr id="1049654" name=""/>
              <p:cNvSpPr/>
              <p:nvPr/>
            </p:nvSpPr>
            <p:spPr>
              <a:xfrm>
                <a:off x="11448266" y="1958741"/>
                <a:ext cx="90711" cy="1114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049655" name="Encre 1049654"/>
              <p14:cNvContentPartPr/>
              <p14:nvPr/>
            </p14:nvContentPartPr>
            <p14:xfrm>
              <a:off x="6722744" y="1155041"/>
              <a:ext cx="5079549" cy="2079995"/>
            </p14:xfrm>
          </p:contentPart>
        </mc:Choice>
        <mc:Fallback xmlns="">
          <p:sp>
            <p:nvSpPr>
              <p:cNvPr id="1049655" name=""/>
              <p:cNvSpPr/>
              <p:nvPr/>
            </p:nvSpPr>
            <p:spPr>
              <a:xfrm>
                <a:off x="6722744" y="1155041"/>
                <a:ext cx="5079549" cy="2079995"/>
              </a:xfrm>
            </p:spPr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56" name="Rectangle 3"/>
          <p:cNvSpPr/>
          <p:nvPr/>
        </p:nvSpPr>
        <p:spPr>
          <a:xfrm>
            <a:off x="639651" y="259603"/>
            <a:ext cx="8878992" cy="447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3.2. Théorème du moment cinétique par rapport à un axe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9657" name="Rectangle 4"/>
          <p:cNvSpPr/>
          <p:nvPr/>
        </p:nvSpPr>
        <p:spPr>
          <a:xfrm>
            <a:off x="639650" y="868079"/>
            <a:ext cx="105134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0" i="0" u="none" strike="noStrike" baseline="0" dirty="0"/>
              <a:t>le théorème du moment cinétique par rapport à un axe fixe </a:t>
            </a:r>
            <a:r>
              <a:rPr lang="fr-FR" sz="2000" i="1" u="none" strike="noStrike" baseline="0" dirty="0">
                <a:latin typeface="Symbol" panose="05050102010706020507" pitchFamily="18" charset="2"/>
              </a:rPr>
              <a:t>D</a:t>
            </a:r>
            <a:r>
              <a:rPr lang="fr-FR" sz="2000" b="1" i="0" u="none" strike="noStrike" baseline="0" dirty="0"/>
              <a:t> </a:t>
            </a:r>
            <a:r>
              <a:rPr lang="fr-FR" sz="2000" b="0" i="0" u="none" strike="noStrike" baseline="0" dirty="0"/>
              <a:t>en référentiel </a:t>
            </a:r>
            <a:r>
              <a:rPr lang="fr-MA" sz="2000" b="0" i="0" u="none" strike="noStrike" baseline="0" dirty="0"/>
              <a:t>galiléen :</a:t>
            </a:r>
            <a:endParaRPr lang="fr-MA" sz="2000" dirty="0"/>
          </a:p>
        </p:txBody>
      </p:sp>
      <p:sp>
        <p:nvSpPr>
          <p:cNvPr id="1049658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77098" y="1415000"/>
            <a:ext cx="2257477" cy="988284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9659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65323" y="1641120"/>
            <a:ext cx="2656496" cy="536044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9660" name="ZoneTexte 7"/>
          <p:cNvSpPr txBox="1"/>
          <p:nvPr/>
        </p:nvSpPr>
        <p:spPr>
          <a:xfrm>
            <a:off x="6375041" y="1724476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où</a:t>
            </a:r>
          </a:p>
        </p:txBody>
      </p:sp>
      <p:sp>
        <p:nvSpPr>
          <p:cNvPr id="1049661" name="Rectangle 8"/>
          <p:cNvSpPr/>
          <p:nvPr/>
        </p:nvSpPr>
        <p:spPr>
          <a:xfrm>
            <a:off x="639650" y="2663663"/>
            <a:ext cx="6048624" cy="447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4. </a:t>
            </a:r>
            <a:r>
              <a:rPr lang="fr-MA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Conservation du moment cinétique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sp>
        <p:nvSpPr>
          <p:cNvPr id="1049662" name="ZoneTexte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9650" y="3201041"/>
            <a:ext cx="10713895" cy="464101"/>
          </a:xfrm>
          <a:prstGeom prst="rect">
            <a:avLst/>
          </a:prstGeom>
          <a:blipFill rotWithShape="0">
            <a:blip r:embed="rId4"/>
            <a:stretch>
              <a:fillRect l="-626" t="-90789" b="-15131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9663" name="ZoneTexte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5611" y="3799268"/>
            <a:ext cx="8713604" cy="437492"/>
          </a:xfrm>
          <a:prstGeom prst="rect">
            <a:avLst/>
          </a:prstGeom>
          <a:blipFill rotWithShape="0">
            <a:blip r:embed="rId5"/>
            <a:stretch>
              <a:fillRect l="-770" t="-98611" b="-1625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40" name="Connecteur droit avec flèche 12"/>
          <p:cNvCxnSpPr>
            <a:cxnSpLocks/>
          </p:cNvCxnSpPr>
          <p:nvPr/>
        </p:nvCxnSpPr>
        <p:spPr>
          <a:xfrm flipV="1">
            <a:off x="6375041" y="4327301"/>
            <a:ext cx="0" cy="14037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Connecteur droit avec flèche 13"/>
          <p:cNvCxnSpPr>
            <a:cxnSpLocks/>
          </p:cNvCxnSpPr>
          <p:nvPr/>
        </p:nvCxnSpPr>
        <p:spPr>
          <a:xfrm flipH="1">
            <a:off x="5254580" y="5731099"/>
            <a:ext cx="1120461" cy="4250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Connecteur droit avec flèche 16"/>
          <p:cNvCxnSpPr>
            <a:cxnSpLocks/>
          </p:cNvCxnSpPr>
          <p:nvPr/>
        </p:nvCxnSpPr>
        <p:spPr>
          <a:xfrm>
            <a:off x="6375041" y="5718220"/>
            <a:ext cx="19189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64" name="Flèche droite 19"/>
          <p:cNvSpPr/>
          <p:nvPr/>
        </p:nvSpPr>
        <p:spPr>
          <a:xfrm rot="16200000">
            <a:off x="5879203" y="5151549"/>
            <a:ext cx="991673" cy="16742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665" name="Rectangle 2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76997" y="4958015"/>
            <a:ext cx="1190839" cy="402931"/>
          </a:xfrm>
          <a:prstGeom prst="rect">
            <a:avLst/>
          </a:prstGeom>
          <a:blipFill rotWithShape="0">
            <a:blip r:embed="rId6"/>
            <a:stretch>
              <a:fillRect t="-98485" r="-29592" b="-16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9666" name="ZoneTexte 21"/>
          <p:cNvSpPr txBox="1"/>
          <p:nvPr/>
        </p:nvSpPr>
        <p:spPr>
          <a:xfrm>
            <a:off x="5996597" y="5457105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/>
              <a:t>O</a:t>
            </a:r>
            <a:endParaRPr lang="fr-MA" b="1" dirty="0"/>
          </a:p>
        </p:txBody>
      </p:sp>
      <p:sp>
        <p:nvSpPr>
          <p:cNvPr id="1049667" name="Forme libre 22"/>
          <p:cNvSpPr/>
          <p:nvPr/>
        </p:nvSpPr>
        <p:spPr>
          <a:xfrm rot="21422776">
            <a:off x="5794433" y="5676918"/>
            <a:ext cx="1836261" cy="752979"/>
          </a:xfrm>
          <a:custGeom>
            <a:avLst/>
            <a:gdLst>
              <a:gd name="connsiteX0" fmla="*/ 24224 w 2084843"/>
              <a:gd name="connsiteY0" fmla="*/ 953037 h 1571233"/>
              <a:gd name="connsiteX1" fmla="*/ 88618 w 2084843"/>
              <a:gd name="connsiteY1" fmla="*/ 965916 h 1571233"/>
              <a:gd name="connsiteX2" fmla="*/ 745440 w 2084843"/>
              <a:gd name="connsiteY2" fmla="*/ 1571223 h 1571233"/>
              <a:gd name="connsiteX3" fmla="*/ 1775750 w 2084843"/>
              <a:gd name="connsiteY3" fmla="*/ 978795 h 1571233"/>
              <a:gd name="connsiteX4" fmla="*/ 2084843 w 2084843"/>
              <a:gd name="connsiteY4" fmla="*/ 0 h 1571233"/>
              <a:gd name="connsiteX5" fmla="*/ 2084843 w 2084843"/>
              <a:gd name="connsiteY5" fmla="*/ 0 h 1571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84843" h="1571233">
                <a:moveTo>
                  <a:pt x="24224" y="953037"/>
                </a:moveTo>
                <a:cubicBezTo>
                  <a:pt x="-3681" y="907961"/>
                  <a:pt x="-31585" y="862885"/>
                  <a:pt x="88618" y="965916"/>
                </a:cubicBezTo>
                <a:cubicBezTo>
                  <a:pt x="208821" y="1068947"/>
                  <a:pt x="464251" y="1569077"/>
                  <a:pt x="745440" y="1571223"/>
                </a:cubicBezTo>
                <a:cubicBezTo>
                  <a:pt x="1026629" y="1573369"/>
                  <a:pt x="1552516" y="1240665"/>
                  <a:pt x="1775750" y="978795"/>
                </a:cubicBezTo>
                <a:cubicBezTo>
                  <a:pt x="1998984" y="716925"/>
                  <a:pt x="2084843" y="0"/>
                  <a:pt x="2084843" y="0"/>
                </a:cubicBezTo>
                <a:lnTo>
                  <a:pt x="2084843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9668" name="ZoneTexte 23"/>
          <p:cNvSpPr txBox="1"/>
          <p:nvPr/>
        </p:nvSpPr>
        <p:spPr>
          <a:xfrm>
            <a:off x="4970527" y="586874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/>
              <a:t>x</a:t>
            </a:r>
            <a:endParaRPr lang="fr-MA" dirty="0"/>
          </a:p>
        </p:txBody>
      </p:sp>
      <p:sp>
        <p:nvSpPr>
          <p:cNvPr id="1049669" name="ZoneTexte 24"/>
          <p:cNvSpPr txBox="1"/>
          <p:nvPr/>
        </p:nvSpPr>
        <p:spPr>
          <a:xfrm>
            <a:off x="8101909" y="565385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y</a:t>
            </a:r>
          </a:p>
        </p:txBody>
      </p:sp>
      <p:sp>
        <p:nvSpPr>
          <p:cNvPr id="1049670" name="ZoneTexte 25"/>
          <p:cNvSpPr txBox="1"/>
          <p:nvPr/>
        </p:nvSpPr>
        <p:spPr>
          <a:xfrm>
            <a:off x="6080662" y="4166380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z</a:t>
            </a:r>
          </a:p>
        </p:txBody>
      </p:sp>
      <p:sp>
        <p:nvSpPr>
          <p:cNvPr id="1049671" name="Ellipse 26"/>
          <p:cNvSpPr/>
          <p:nvPr/>
        </p:nvSpPr>
        <p:spPr>
          <a:xfrm>
            <a:off x="7200928" y="6097516"/>
            <a:ext cx="128789" cy="1405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43" name="Connecteur droit avec flèche 28"/>
          <p:cNvCxnSpPr>
            <a:cxnSpLocks/>
          </p:cNvCxnSpPr>
          <p:nvPr/>
        </p:nvCxnSpPr>
        <p:spPr>
          <a:xfrm flipH="1" flipV="1">
            <a:off x="6564882" y="5852586"/>
            <a:ext cx="720894" cy="3407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72" name="ZoneTexte 33"/>
          <p:cNvSpPr txBox="1"/>
          <p:nvPr/>
        </p:nvSpPr>
        <p:spPr>
          <a:xfrm>
            <a:off x="7329717" y="607421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b="1" dirty="0"/>
              <a:t>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673" name="Encre 1049672"/>
              <p14:cNvContentPartPr/>
              <p14:nvPr/>
            </p14:nvContentPartPr>
            <p14:xfrm>
              <a:off x="6303944" y="4841567"/>
              <a:ext cx="11960" cy="30423"/>
            </p14:xfrm>
          </p:contentPart>
        </mc:Choice>
        <mc:Fallback xmlns="">
          <p:sp>
            <p:nvSpPr>
              <p:cNvPr id="1049673" name=""/>
              <p:cNvSpPr/>
              <p:nvPr/>
            </p:nvSpPr>
            <p:spPr>
              <a:xfrm>
                <a:off x="6303944" y="4841567"/>
                <a:ext cx="11960" cy="30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674" name="Encre 1049673"/>
              <p14:cNvContentPartPr/>
              <p14:nvPr/>
            </p14:nvContentPartPr>
            <p14:xfrm>
              <a:off x="7171181" y="6132700"/>
              <a:ext cx="126887" cy="92583"/>
            </p14:xfrm>
          </p:contentPart>
        </mc:Choice>
        <mc:Fallback xmlns="">
          <p:sp>
            <p:nvSpPr>
              <p:cNvPr id="1049674" name=""/>
              <p:cNvSpPr/>
              <p:nvPr/>
            </p:nvSpPr>
            <p:spPr>
              <a:xfrm>
                <a:off x="7171181" y="6132700"/>
                <a:ext cx="126887" cy="92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675" name="Encre 1049674"/>
              <p14:cNvContentPartPr/>
              <p14:nvPr/>
            </p14:nvContentPartPr>
            <p14:xfrm>
              <a:off x="9593864" y="791934"/>
              <a:ext cx="1909265" cy="2339782"/>
            </p14:xfrm>
          </p:contentPart>
        </mc:Choice>
        <mc:Fallback xmlns="">
          <p:sp>
            <p:nvSpPr>
              <p:cNvPr id="1049675" name=""/>
              <p:cNvSpPr/>
              <p:nvPr/>
            </p:nvSpPr>
            <p:spPr>
              <a:xfrm>
                <a:off x="9593864" y="791934"/>
                <a:ext cx="1909265" cy="2339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676" name="Encre 1049675"/>
              <p14:cNvContentPartPr/>
              <p14:nvPr/>
            </p14:nvContentPartPr>
            <p14:xfrm>
              <a:off x="9822429" y="2911819"/>
              <a:ext cx="202230" cy="286802"/>
            </p14:xfrm>
          </p:contentPart>
        </mc:Choice>
        <mc:Fallback xmlns="">
          <p:sp>
            <p:nvSpPr>
              <p:cNvPr id="1049676" name=""/>
              <p:cNvSpPr/>
              <p:nvPr/>
            </p:nvSpPr>
            <p:spPr>
              <a:xfrm>
                <a:off x="9822429" y="2911819"/>
                <a:ext cx="202230" cy="286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677" name="Encre 1049676"/>
              <p14:cNvContentPartPr/>
              <p14:nvPr/>
            </p14:nvContentPartPr>
            <p14:xfrm>
              <a:off x="10058495" y="2581209"/>
              <a:ext cx="25572" cy="140099"/>
            </p14:xfrm>
          </p:contentPart>
        </mc:Choice>
        <mc:Fallback xmlns="">
          <p:sp>
            <p:nvSpPr>
              <p:cNvPr id="1049677" name=""/>
              <p:cNvSpPr/>
              <p:nvPr/>
            </p:nvSpPr>
            <p:spPr>
              <a:xfrm>
                <a:off x="10058495" y="2581209"/>
                <a:ext cx="25572" cy="140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678" name="Encre 1049677"/>
              <p14:cNvContentPartPr/>
              <p14:nvPr/>
            </p14:nvContentPartPr>
            <p14:xfrm>
              <a:off x="9979953" y="2624812"/>
              <a:ext cx="175260" cy="8525"/>
            </p14:xfrm>
          </p:contentPart>
        </mc:Choice>
        <mc:Fallback xmlns="">
          <p:sp>
            <p:nvSpPr>
              <p:cNvPr id="1049678" name=""/>
              <p:cNvSpPr/>
              <p:nvPr/>
            </p:nvSpPr>
            <p:spPr>
              <a:xfrm>
                <a:off x="9979953" y="2624812"/>
                <a:ext cx="175260" cy="8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679" name="Encre 1049678"/>
              <p14:cNvContentPartPr/>
              <p14:nvPr/>
            </p14:nvContentPartPr>
            <p14:xfrm>
              <a:off x="10225895" y="2760363"/>
              <a:ext cx="158391" cy="160917"/>
            </p14:xfrm>
          </p:contentPart>
        </mc:Choice>
        <mc:Fallback xmlns="">
          <p:sp>
            <p:nvSpPr>
              <p:cNvPr id="1049679" name=""/>
              <p:cNvSpPr/>
              <p:nvPr/>
            </p:nvSpPr>
            <p:spPr>
              <a:xfrm>
                <a:off x="10225895" y="2760363"/>
                <a:ext cx="158391" cy="160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680" name="Encre 1049679"/>
              <p14:cNvContentPartPr/>
              <p14:nvPr/>
            </p14:nvContentPartPr>
            <p14:xfrm>
              <a:off x="10029814" y="2248372"/>
              <a:ext cx="322108" cy="383965"/>
            </p14:xfrm>
          </p:contentPart>
        </mc:Choice>
        <mc:Fallback xmlns="">
          <p:sp>
            <p:nvSpPr>
              <p:cNvPr id="1049680" name=""/>
              <p:cNvSpPr/>
              <p:nvPr/>
            </p:nvSpPr>
            <p:spPr>
              <a:xfrm>
                <a:off x="10029814" y="2248372"/>
                <a:ext cx="322108" cy="383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681" name="Encre 1049680"/>
              <p14:cNvContentPartPr/>
              <p14:nvPr/>
            </p14:nvContentPartPr>
            <p14:xfrm>
              <a:off x="10208959" y="2211747"/>
              <a:ext cx="207494" cy="204240"/>
            </p14:xfrm>
          </p:contentPart>
        </mc:Choice>
        <mc:Fallback xmlns="">
          <p:sp>
            <p:nvSpPr>
              <p:cNvPr id="1049681" name=""/>
              <p:cNvSpPr/>
              <p:nvPr/>
            </p:nvSpPr>
            <p:spPr>
              <a:xfrm>
                <a:off x="10208959" y="2211747"/>
                <a:ext cx="207494" cy="2042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682" name="Encre 1049681"/>
              <p14:cNvContentPartPr/>
              <p14:nvPr/>
            </p14:nvContentPartPr>
            <p14:xfrm>
              <a:off x="10466205" y="2337110"/>
              <a:ext cx="256912" cy="229703"/>
            </p14:xfrm>
          </p:contentPart>
        </mc:Choice>
        <mc:Fallback xmlns="">
          <p:sp>
            <p:nvSpPr>
              <p:cNvPr id="1049682" name=""/>
              <p:cNvSpPr/>
              <p:nvPr/>
            </p:nvSpPr>
            <p:spPr>
              <a:xfrm>
                <a:off x="10466205" y="2337110"/>
                <a:ext cx="256912" cy="229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683" name="Encre 1049682"/>
              <p14:cNvContentPartPr/>
              <p14:nvPr/>
            </p14:nvContentPartPr>
            <p14:xfrm>
              <a:off x="10530626" y="2233480"/>
              <a:ext cx="257246" cy="58078"/>
            </p14:xfrm>
          </p:contentPart>
        </mc:Choice>
        <mc:Fallback xmlns="">
          <p:sp>
            <p:nvSpPr>
              <p:cNvPr id="1049683" name=""/>
              <p:cNvSpPr/>
              <p:nvPr/>
            </p:nvSpPr>
            <p:spPr>
              <a:xfrm>
                <a:off x="10530626" y="2233480"/>
                <a:ext cx="257246" cy="58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684" name="Encre 1049683"/>
              <p14:cNvContentPartPr/>
              <p14:nvPr/>
            </p14:nvContentPartPr>
            <p14:xfrm>
              <a:off x="10709330" y="2182848"/>
              <a:ext cx="62723" cy="126371"/>
            </p14:xfrm>
          </p:contentPart>
        </mc:Choice>
        <mc:Fallback xmlns="">
          <p:sp>
            <p:nvSpPr>
              <p:cNvPr id="1049684" name=""/>
              <p:cNvSpPr/>
              <p:nvPr/>
            </p:nvSpPr>
            <p:spPr>
              <a:xfrm>
                <a:off x="10709330" y="2182848"/>
                <a:ext cx="62723" cy="1263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685" name="Encre 1049684"/>
              <p14:cNvContentPartPr/>
              <p14:nvPr/>
            </p14:nvContentPartPr>
            <p14:xfrm>
              <a:off x="10133348" y="2305955"/>
              <a:ext cx="225634" cy="267966"/>
            </p14:xfrm>
          </p:contentPart>
        </mc:Choice>
        <mc:Fallback xmlns="">
          <p:sp>
            <p:nvSpPr>
              <p:cNvPr id="1049685" name=""/>
              <p:cNvSpPr/>
              <p:nvPr/>
            </p:nvSpPr>
            <p:spPr>
              <a:xfrm>
                <a:off x="10133348" y="2305955"/>
                <a:ext cx="225634" cy="267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686" name="Encre 1049685"/>
              <p14:cNvContentPartPr/>
              <p14:nvPr/>
            </p14:nvContentPartPr>
            <p14:xfrm>
              <a:off x="10081164" y="2298757"/>
              <a:ext cx="256197" cy="299277"/>
            </p14:xfrm>
          </p:contentPart>
        </mc:Choice>
        <mc:Fallback xmlns="">
          <p:sp>
            <p:nvSpPr>
              <p:cNvPr id="1049686" name=""/>
              <p:cNvSpPr/>
              <p:nvPr/>
            </p:nvSpPr>
            <p:spPr>
              <a:xfrm>
                <a:off x="10081164" y="2298757"/>
                <a:ext cx="256197" cy="299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687" name="Encre 1049686"/>
              <p14:cNvContentPartPr/>
              <p14:nvPr/>
            </p14:nvContentPartPr>
            <p14:xfrm>
              <a:off x="10048060" y="2295282"/>
              <a:ext cx="299009" cy="298664"/>
            </p14:xfrm>
          </p:contentPart>
        </mc:Choice>
        <mc:Fallback xmlns="">
          <p:sp>
            <p:nvSpPr>
              <p:cNvPr id="1049687" name=""/>
              <p:cNvSpPr/>
              <p:nvPr/>
            </p:nvSpPr>
            <p:spPr>
              <a:xfrm>
                <a:off x="10048060" y="2295282"/>
                <a:ext cx="299009" cy="298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688" name="Encre 1049687"/>
              <p14:cNvContentPartPr/>
              <p14:nvPr/>
            </p14:nvContentPartPr>
            <p14:xfrm>
              <a:off x="10022574" y="2361800"/>
              <a:ext cx="281694" cy="224772"/>
            </p14:xfrm>
          </p:contentPart>
        </mc:Choice>
        <mc:Fallback xmlns="">
          <p:sp>
            <p:nvSpPr>
              <p:cNvPr id="1049688" name=""/>
              <p:cNvSpPr/>
              <p:nvPr/>
            </p:nvSpPr>
            <p:spPr>
              <a:xfrm>
                <a:off x="10022574" y="2361800"/>
                <a:ext cx="281694" cy="224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689" name="Encre 1049688"/>
              <p14:cNvContentPartPr/>
              <p14:nvPr/>
            </p14:nvContentPartPr>
            <p14:xfrm>
              <a:off x="10082921" y="2284361"/>
              <a:ext cx="269001" cy="293577"/>
            </p14:xfrm>
          </p:contentPart>
        </mc:Choice>
        <mc:Fallback xmlns="">
          <p:sp>
            <p:nvSpPr>
              <p:cNvPr id="1049689" name=""/>
              <p:cNvSpPr/>
              <p:nvPr/>
            </p:nvSpPr>
            <p:spPr>
              <a:xfrm>
                <a:off x="10082921" y="2284361"/>
                <a:ext cx="269001" cy="293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690" name="Encre 1049689"/>
              <p14:cNvContentPartPr/>
              <p14:nvPr/>
            </p14:nvContentPartPr>
            <p14:xfrm>
              <a:off x="10161783" y="2277412"/>
              <a:ext cx="204259" cy="231457"/>
            </p14:xfrm>
          </p:contentPart>
        </mc:Choice>
        <mc:Fallback xmlns="">
          <p:sp>
            <p:nvSpPr>
              <p:cNvPr id="1049690" name=""/>
              <p:cNvSpPr/>
              <p:nvPr/>
            </p:nvSpPr>
            <p:spPr>
              <a:xfrm>
                <a:off x="10161783" y="2277412"/>
                <a:ext cx="204259" cy="231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691" name="Encre 1049690"/>
              <p14:cNvContentPartPr/>
              <p14:nvPr/>
            </p14:nvContentPartPr>
            <p14:xfrm>
              <a:off x="10093460" y="2269718"/>
              <a:ext cx="279642" cy="274334"/>
            </p14:xfrm>
          </p:contentPart>
        </mc:Choice>
        <mc:Fallback xmlns="">
          <p:sp>
            <p:nvSpPr>
              <p:cNvPr id="1049691" name=""/>
              <p:cNvSpPr/>
              <p:nvPr/>
            </p:nvSpPr>
            <p:spPr>
              <a:xfrm>
                <a:off x="10093460" y="2269718"/>
                <a:ext cx="279642" cy="274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692" name="Encre 1049691"/>
              <p14:cNvContentPartPr/>
              <p14:nvPr/>
            </p14:nvContentPartPr>
            <p14:xfrm>
              <a:off x="10069076" y="2277412"/>
              <a:ext cx="282846" cy="294784"/>
            </p14:xfrm>
          </p:contentPart>
        </mc:Choice>
        <mc:Fallback xmlns="">
          <p:sp>
            <p:nvSpPr>
              <p:cNvPr id="1049692" name=""/>
              <p:cNvSpPr/>
              <p:nvPr/>
            </p:nvSpPr>
            <p:spPr>
              <a:xfrm>
                <a:off x="10069076" y="2277412"/>
                <a:ext cx="282846" cy="294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693" name="Encre 1049692"/>
              <p14:cNvContentPartPr/>
              <p14:nvPr/>
            </p14:nvContentPartPr>
            <p14:xfrm>
              <a:off x="339640" y="2933649"/>
              <a:ext cx="312340" cy="12830"/>
            </p14:xfrm>
          </p:contentPart>
        </mc:Choice>
        <mc:Fallback xmlns="">
          <p:sp>
            <p:nvSpPr>
              <p:cNvPr id="1049693" name=""/>
              <p:cNvSpPr/>
              <p:nvPr/>
            </p:nvSpPr>
            <p:spPr>
              <a:xfrm>
                <a:off x="339640" y="2933649"/>
                <a:ext cx="312340" cy="12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694" name="Encre 1049693"/>
              <p14:cNvContentPartPr/>
              <p14:nvPr/>
            </p14:nvContentPartPr>
            <p14:xfrm>
              <a:off x="511284" y="2849265"/>
              <a:ext cx="124646" cy="207906"/>
            </p14:xfrm>
          </p:contentPart>
        </mc:Choice>
        <mc:Fallback xmlns="">
          <p:sp>
            <p:nvSpPr>
              <p:cNvPr id="1049694" name=""/>
              <p:cNvSpPr/>
              <p:nvPr/>
            </p:nvSpPr>
            <p:spPr>
              <a:xfrm>
                <a:off x="511284" y="2849265"/>
                <a:ext cx="124646" cy="207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695" name="Encre 1049694"/>
              <p14:cNvContentPartPr/>
              <p14:nvPr/>
            </p14:nvContentPartPr>
            <p14:xfrm>
              <a:off x="1133439" y="3023501"/>
              <a:ext cx="4581259" cy="70274"/>
            </p14:xfrm>
          </p:contentPart>
        </mc:Choice>
        <mc:Fallback xmlns="">
          <p:sp>
            <p:nvSpPr>
              <p:cNvPr id="1049695" name=""/>
              <p:cNvSpPr/>
              <p:nvPr/>
            </p:nvSpPr>
            <p:spPr>
              <a:xfrm>
                <a:off x="1133439" y="3023501"/>
                <a:ext cx="4581259" cy="70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696" name="Encre 1049695"/>
              <p14:cNvContentPartPr/>
              <p14:nvPr/>
            </p14:nvContentPartPr>
            <p14:xfrm>
              <a:off x="5865421" y="2972372"/>
              <a:ext cx="16693" cy="63619"/>
            </p14:xfrm>
          </p:contentPart>
        </mc:Choice>
        <mc:Fallback xmlns="">
          <p:sp>
            <p:nvSpPr>
              <p:cNvPr id="1049696" name=""/>
              <p:cNvSpPr/>
              <p:nvPr/>
            </p:nvSpPr>
            <p:spPr>
              <a:xfrm>
                <a:off x="5865421" y="2972372"/>
                <a:ext cx="16693" cy="63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697" name="Encre 1049696"/>
              <p14:cNvContentPartPr/>
              <p14:nvPr/>
            </p14:nvContentPartPr>
            <p14:xfrm>
              <a:off x="7133119" y="3639548"/>
              <a:ext cx="1344837" cy="10007"/>
            </p14:xfrm>
          </p:contentPart>
        </mc:Choice>
        <mc:Fallback xmlns="">
          <p:sp>
            <p:nvSpPr>
              <p:cNvPr id="1049697" name=""/>
              <p:cNvSpPr/>
              <p:nvPr/>
            </p:nvSpPr>
            <p:spPr>
              <a:xfrm>
                <a:off x="7133119" y="3639548"/>
                <a:ext cx="1344837" cy="100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698" name="Encre 1049697"/>
              <p14:cNvContentPartPr/>
              <p14:nvPr/>
            </p14:nvContentPartPr>
            <p14:xfrm>
              <a:off x="6598895" y="6022503"/>
              <a:ext cx="12953" cy="242403"/>
            </p14:xfrm>
          </p:contentPart>
        </mc:Choice>
        <mc:Fallback xmlns="">
          <p:sp>
            <p:nvSpPr>
              <p:cNvPr id="1049698" name=""/>
              <p:cNvSpPr/>
              <p:nvPr/>
            </p:nvSpPr>
            <p:spPr>
              <a:xfrm>
                <a:off x="6598895" y="6022503"/>
                <a:ext cx="12953" cy="2424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699" name="Encre 1049698"/>
              <p14:cNvContentPartPr/>
              <p14:nvPr/>
            </p14:nvContentPartPr>
            <p14:xfrm>
              <a:off x="6575751" y="6014809"/>
              <a:ext cx="197543" cy="28197"/>
            </p14:xfrm>
          </p:contentPart>
        </mc:Choice>
        <mc:Fallback xmlns="">
          <p:sp>
            <p:nvSpPr>
              <p:cNvPr id="1049699" name=""/>
              <p:cNvSpPr/>
              <p:nvPr/>
            </p:nvSpPr>
            <p:spPr>
              <a:xfrm>
                <a:off x="6575751" y="6014809"/>
                <a:ext cx="197543" cy="28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700" name="Encre 1049699"/>
              <p14:cNvContentPartPr/>
              <p14:nvPr/>
            </p14:nvContentPartPr>
            <p14:xfrm>
              <a:off x="6575751" y="6116571"/>
              <a:ext cx="186068" cy="6144"/>
            </p14:xfrm>
          </p:contentPart>
        </mc:Choice>
        <mc:Fallback xmlns="">
          <p:sp>
            <p:nvSpPr>
              <p:cNvPr id="1049700" name=""/>
              <p:cNvSpPr/>
              <p:nvPr/>
            </p:nvSpPr>
            <p:spPr>
              <a:xfrm>
                <a:off x="6575751" y="6116571"/>
                <a:ext cx="186068" cy="6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701" name="Encre 1049700"/>
              <p14:cNvContentPartPr/>
              <p14:nvPr/>
            </p14:nvContentPartPr>
            <p14:xfrm>
              <a:off x="6582810" y="5950029"/>
              <a:ext cx="193266" cy="43435"/>
            </p14:xfrm>
          </p:contentPart>
        </mc:Choice>
        <mc:Fallback xmlns="">
          <p:sp>
            <p:nvSpPr>
              <p:cNvPr id="1049701" name=""/>
              <p:cNvSpPr/>
              <p:nvPr/>
            </p:nvSpPr>
            <p:spPr>
              <a:xfrm>
                <a:off x="6582810" y="5950029"/>
                <a:ext cx="193266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702" name="Encre 1049701"/>
              <p14:cNvContentPartPr/>
              <p14:nvPr/>
            </p14:nvContentPartPr>
            <p14:xfrm>
              <a:off x="6764002" y="5950029"/>
              <a:ext cx="66040" cy="166244"/>
            </p14:xfrm>
          </p:contentPart>
        </mc:Choice>
        <mc:Fallback xmlns="">
          <p:sp>
            <p:nvSpPr>
              <p:cNvPr id="1049702" name=""/>
              <p:cNvSpPr/>
              <p:nvPr/>
            </p:nvSpPr>
            <p:spPr>
              <a:xfrm>
                <a:off x="6764002" y="5950029"/>
                <a:ext cx="66040" cy="166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703" name="Encre 1049702"/>
              <p14:cNvContentPartPr/>
              <p14:nvPr/>
            </p14:nvContentPartPr>
            <p14:xfrm>
              <a:off x="6497824" y="5799071"/>
              <a:ext cx="63807" cy="42246"/>
            </p14:xfrm>
          </p:contentPart>
        </mc:Choice>
        <mc:Fallback xmlns="">
          <p:sp>
            <p:nvSpPr>
              <p:cNvPr id="1049703" name=""/>
              <p:cNvSpPr/>
              <p:nvPr/>
            </p:nvSpPr>
            <p:spPr>
              <a:xfrm>
                <a:off x="6497824" y="5799071"/>
                <a:ext cx="63807" cy="42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704" name="Encre 1049703"/>
              <p14:cNvContentPartPr/>
              <p14:nvPr/>
            </p14:nvContentPartPr>
            <p14:xfrm>
              <a:off x="6425823" y="5738368"/>
              <a:ext cx="49765" cy="66712"/>
            </p14:xfrm>
          </p:contentPart>
        </mc:Choice>
        <mc:Fallback xmlns="">
          <p:sp>
            <p:nvSpPr>
              <p:cNvPr id="1049704" name=""/>
              <p:cNvSpPr/>
              <p:nvPr/>
            </p:nvSpPr>
            <p:spPr>
              <a:xfrm>
                <a:off x="6425823" y="5738368"/>
                <a:ext cx="49765" cy="66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705" name="Encre 1049704"/>
              <p14:cNvContentPartPr/>
              <p14:nvPr/>
            </p14:nvContentPartPr>
            <p14:xfrm>
              <a:off x="6380779" y="5722234"/>
              <a:ext cx="30387" cy="24519"/>
            </p14:xfrm>
          </p:contentPart>
        </mc:Choice>
        <mc:Fallback xmlns="">
          <p:sp>
            <p:nvSpPr>
              <p:cNvPr id="1049705" name=""/>
              <p:cNvSpPr/>
              <p:nvPr/>
            </p:nvSpPr>
            <p:spPr>
              <a:xfrm>
                <a:off x="6380779" y="5722234"/>
                <a:ext cx="30387" cy="24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706" name="Encre 1049705"/>
              <p14:cNvContentPartPr/>
              <p14:nvPr/>
            </p14:nvContentPartPr>
            <p14:xfrm>
              <a:off x="7104803" y="3177914"/>
              <a:ext cx="1452923" cy="510044"/>
            </p14:xfrm>
          </p:contentPart>
        </mc:Choice>
        <mc:Fallback xmlns="">
          <p:sp>
            <p:nvSpPr>
              <p:cNvPr id="1049706" name=""/>
              <p:cNvSpPr/>
              <p:nvPr/>
            </p:nvSpPr>
            <p:spPr>
              <a:xfrm>
                <a:off x="7104803" y="3177914"/>
                <a:ext cx="1452923" cy="510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707" name="Encre 1049706"/>
              <p14:cNvContentPartPr/>
              <p14:nvPr/>
            </p14:nvContentPartPr>
            <p14:xfrm>
              <a:off x="5103882" y="5173970"/>
              <a:ext cx="112835" cy="7880"/>
            </p14:xfrm>
          </p:contentPart>
        </mc:Choice>
        <mc:Fallback xmlns="">
          <p:sp>
            <p:nvSpPr>
              <p:cNvPr id="1049707" name=""/>
              <p:cNvSpPr/>
              <p:nvPr/>
            </p:nvSpPr>
            <p:spPr>
              <a:xfrm>
                <a:off x="5103882" y="5173970"/>
                <a:ext cx="112835" cy="7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708" name="Encre 1049707"/>
              <p14:cNvContentPartPr/>
              <p14:nvPr/>
            </p14:nvContentPartPr>
            <p14:xfrm>
              <a:off x="5088315" y="5247374"/>
              <a:ext cx="114282" cy="14148"/>
            </p14:xfrm>
          </p:contentPart>
        </mc:Choice>
        <mc:Fallback xmlns="">
          <p:sp>
            <p:nvSpPr>
              <p:cNvPr id="1049708" name=""/>
              <p:cNvSpPr/>
              <p:nvPr/>
            </p:nvSpPr>
            <p:spPr>
              <a:xfrm>
                <a:off x="5088315" y="5247374"/>
                <a:ext cx="114282" cy="14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709" name="Encre 1049708"/>
              <p14:cNvContentPartPr/>
              <p14:nvPr/>
            </p14:nvContentPartPr>
            <p14:xfrm>
              <a:off x="3710845" y="4938654"/>
              <a:ext cx="124072" cy="252732"/>
            </p14:xfrm>
          </p:contentPart>
        </mc:Choice>
        <mc:Fallback xmlns="">
          <p:sp>
            <p:nvSpPr>
              <p:cNvPr id="1049709" name=""/>
              <p:cNvSpPr/>
              <p:nvPr/>
            </p:nvSpPr>
            <p:spPr>
              <a:xfrm>
                <a:off x="3710845" y="4938654"/>
                <a:ext cx="124072" cy="252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710" name="Encre 1049709"/>
              <p14:cNvContentPartPr/>
              <p14:nvPr/>
            </p14:nvContentPartPr>
            <p14:xfrm>
              <a:off x="3887114" y="4968866"/>
              <a:ext cx="191947" cy="209605"/>
            </p14:xfrm>
          </p:contentPart>
        </mc:Choice>
        <mc:Fallback xmlns="">
          <p:sp>
            <p:nvSpPr>
              <p:cNvPr id="1049710" name=""/>
              <p:cNvSpPr/>
              <p:nvPr/>
            </p:nvSpPr>
            <p:spPr>
              <a:xfrm>
                <a:off x="3887114" y="4968866"/>
                <a:ext cx="191947" cy="209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711" name="Encre 1049710"/>
              <p14:cNvContentPartPr/>
              <p14:nvPr/>
            </p14:nvContentPartPr>
            <p14:xfrm>
              <a:off x="3822384" y="4841567"/>
              <a:ext cx="236724" cy="24436"/>
            </p14:xfrm>
          </p:contentPart>
        </mc:Choice>
        <mc:Fallback xmlns="">
          <p:sp>
            <p:nvSpPr>
              <p:cNvPr id="1049711" name=""/>
              <p:cNvSpPr/>
              <p:nvPr/>
            </p:nvSpPr>
            <p:spPr>
              <a:xfrm>
                <a:off x="3822384" y="4841567"/>
                <a:ext cx="236724" cy="244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712" name="Encre 1049711"/>
              <p14:cNvContentPartPr/>
              <p14:nvPr/>
            </p14:nvContentPartPr>
            <p14:xfrm>
              <a:off x="3986968" y="4761647"/>
              <a:ext cx="150851" cy="181434"/>
            </p14:xfrm>
          </p:contentPart>
        </mc:Choice>
        <mc:Fallback xmlns="">
          <p:sp>
            <p:nvSpPr>
              <p:cNvPr id="1049712" name=""/>
              <p:cNvSpPr/>
              <p:nvPr/>
            </p:nvSpPr>
            <p:spPr>
              <a:xfrm>
                <a:off x="3986968" y="4761647"/>
                <a:ext cx="150851" cy="181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713" name="Encre 1049712"/>
              <p14:cNvContentPartPr/>
              <p14:nvPr/>
            </p14:nvContentPartPr>
            <p14:xfrm>
              <a:off x="4096230" y="5102177"/>
              <a:ext cx="91063" cy="116864"/>
            </p14:xfrm>
          </p:contentPart>
        </mc:Choice>
        <mc:Fallback xmlns="">
          <p:sp>
            <p:nvSpPr>
              <p:cNvPr id="1049713" name=""/>
              <p:cNvSpPr/>
              <p:nvPr/>
            </p:nvSpPr>
            <p:spPr>
              <a:xfrm>
                <a:off x="4096230" y="5102177"/>
                <a:ext cx="91063" cy="116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714" name="Encre 1049713"/>
              <p14:cNvContentPartPr/>
              <p14:nvPr/>
            </p14:nvContentPartPr>
            <p14:xfrm>
              <a:off x="4172733" y="5094980"/>
              <a:ext cx="67214" cy="159116"/>
            </p14:xfrm>
          </p:contentPart>
        </mc:Choice>
        <mc:Fallback xmlns="">
          <p:sp>
            <p:nvSpPr>
              <p:cNvPr id="1049714" name=""/>
              <p:cNvSpPr/>
              <p:nvPr/>
            </p:nvSpPr>
            <p:spPr>
              <a:xfrm>
                <a:off x="4172733" y="5094980"/>
                <a:ext cx="67214" cy="1591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715" name="Encre 1049714"/>
              <p14:cNvContentPartPr/>
              <p14:nvPr/>
            </p14:nvContentPartPr>
            <p14:xfrm>
              <a:off x="4287015" y="5073138"/>
              <a:ext cx="199796" cy="164721"/>
            </p14:xfrm>
          </p:contentPart>
        </mc:Choice>
        <mc:Fallback xmlns="">
          <p:sp>
            <p:nvSpPr>
              <p:cNvPr id="1049715" name=""/>
              <p:cNvSpPr/>
              <p:nvPr/>
            </p:nvSpPr>
            <p:spPr>
              <a:xfrm>
                <a:off x="4287015" y="5073138"/>
                <a:ext cx="199796" cy="164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716" name="Encre 1049715"/>
              <p14:cNvContentPartPr/>
              <p14:nvPr/>
            </p14:nvContentPartPr>
            <p14:xfrm>
              <a:off x="4573383" y="5051793"/>
              <a:ext cx="215567" cy="206363"/>
            </p14:xfrm>
          </p:contentPart>
        </mc:Choice>
        <mc:Fallback xmlns="">
          <p:sp>
            <p:nvSpPr>
              <p:cNvPr id="1049716" name=""/>
              <p:cNvSpPr/>
              <p:nvPr/>
            </p:nvSpPr>
            <p:spPr>
              <a:xfrm>
                <a:off x="4573383" y="5051793"/>
                <a:ext cx="215567" cy="2063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717" name="Encre 1049716"/>
              <p14:cNvContentPartPr/>
              <p14:nvPr/>
            </p14:nvContentPartPr>
            <p14:xfrm>
              <a:off x="4551762" y="4921240"/>
              <a:ext cx="212536" cy="37903"/>
            </p14:xfrm>
          </p:contentPart>
        </mc:Choice>
        <mc:Fallback xmlns="">
          <p:sp>
            <p:nvSpPr>
              <p:cNvPr id="1049717" name=""/>
              <p:cNvSpPr/>
              <p:nvPr/>
            </p:nvSpPr>
            <p:spPr>
              <a:xfrm>
                <a:off x="4551762" y="4921240"/>
                <a:ext cx="212536" cy="37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718" name="Encre 1049717"/>
              <p14:cNvContentPartPr/>
              <p14:nvPr/>
            </p14:nvContentPartPr>
            <p14:xfrm>
              <a:off x="4673545" y="4856211"/>
              <a:ext cx="109931" cy="162521"/>
            </p14:xfrm>
          </p:contentPart>
        </mc:Choice>
        <mc:Fallback xmlns="">
          <p:sp>
            <p:nvSpPr>
              <p:cNvPr id="1049718" name=""/>
              <p:cNvSpPr/>
              <p:nvPr/>
            </p:nvSpPr>
            <p:spPr>
              <a:xfrm>
                <a:off x="4673545" y="4856211"/>
                <a:ext cx="109931" cy="162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719" name="Encre 1049718"/>
              <p14:cNvContentPartPr/>
              <p14:nvPr/>
            </p14:nvContentPartPr>
            <p14:xfrm>
              <a:off x="4736515" y="5190820"/>
              <a:ext cx="115521" cy="204392"/>
            </p14:xfrm>
          </p:contentPart>
        </mc:Choice>
        <mc:Fallback xmlns="">
          <p:sp>
            <p:nvSpPr>
              <p:cNvPr id="1049719" name=""/>
              <p:cNvSpPr/>
              <p:nvPr/>
            </p:nvSpPr>
            <p:spPr>
              <a:xfrm>
                <a:off x="4736515" y="5190820"/>
                <a:ext cx="115521" cy="204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720" name="Encre 1049719"/>
              <p14:cNvContentPartPr/>
              <p14:nvPr/>
            </p14:nvContentPartPr>
            <p14:xfrm>
              <a:off x="4853052" y="5225533"/>
              <a:ext cx="92300" cy="255988"/>
            </p14:xfrm>
          </p:contentPart>
        </mc:Choice>
        <mc:Fallback xmlns="">
          <p:sp>
            <p:nvSpPr>
              <p:cNvPr id="1049720" name=""/>
              <p:cNvSpPr/>
              <p:nvPr/>
            </p:nvSpPr>
            <p:spPr>
              <a:xfrm>
                <a:off x="4853052" y="5225533"/>
                <a:ext cx="92300" cy="255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721" name="Encre 1049720"/>
              <p14:cNvContentPartPr/>
              <p14:nvPr/>
            </p14:nvContentPartPr>
            <p14:xfrm>
              <a:off x="4913267" y="5311408"/>
              <a:ext cx="183719" cy="247236"/>
            </p14:xfrm>
          </p:contentPart>
        </mc:Choice>
        <mc:Fallback xmlns="">
          <p:sp>
            <p:nvSpPr>
              <p:cNvPr id="1049721" name=""/>
              <p:cNvSpPr/>
              <p:nvPr/>
            </p:nvSpPr>
            <p:spPr>
              <a:xfrm>
                <a:off x="4913267" y="5311408"/>
                <a:ext cx="183719" cy="247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722" name="Encre 1049721"/>
              <p14:cNvContentPartPr/>
              <p14:nvPr/>
            </p14:nvContentPartPr>
            <p14:xfrm>
              <a:off x="3433953" y="5109375"/>
              <a:ext cx="173986" cy="50632"/>
            </p14:xfrm>
          </p:contentPart>
        </mc:Choice>
        <mc:Fallback xmlns="">
          <p:sp>
            <p:nvSpPr>
              <p:cNvPr id="1049722" name=""/>
              <p:cNvSpPr/>
              <p:nvPr/>
            </p:nvSpPr>
            <p:spPr>
              <a:xfrm>
                <a:off x="3433953" y="5109375"/>
                <a:ext cx="173986" cy="50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723" name="Encre 1049722"/>
              <p14:cNvContentPartPr/>
              <p14:nvPr/>
            </p14:nvContentPartPr>
            <p14:xfrm>
              <a:off x="3426385" y="5203939"/>
              <a:ext cx="181554" cy="10603"/>
            </p14:xfrm>
          </p:contentPart>
        </mc:Choice>
        <mc:Fallback xmlns="">
          <p:sp>
            <p:nvSpPr>
              <p:cNvPr id="1049723" name=""/>
              <p:cNvSpPr/>
              <p:nvPr/>
            </p:nvSpPr>
            <p:spPr>
              <a:xfrm>
                <a:off x="3426385" y="5203939"/>
                <a:ext cx="181554" cy="10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724" name="Encre 1049723"/>
              <p14:cNvContentPartPr/>
              <p14:nvPr/>
            </p14:nvContentPartPr>
            <p14:xfrm>
              <a:off x="2902700" y="5044099"/>
              <a:ext cx="199875" cy="207813"/>
            </p14:xfrm>
          </p:contentPart>
        </mc:Choice>
        <mc:Fallback xmlns="">
          <p:sp>
            <p:nvSpPr>
              <p:cNvPr id="1049724" name=""/>
              <p:cNvSpPr/>
              <p:nvPr/>
            </p:nvSpPr>
            <p:spPr>
              <a:xfrm>
                <a:off x="2902700" y="5044099"/>
                <a:ext cx="199875" cy="207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725" name="Encre 1049724"/>
              <p14:cNvContentPartPr/>
              <p14:nvPr/>
            </p14:nvContentPartPr>
            <p14:xfrm>
              <a:off x="3090729" y="4805082"/>
              <a:ext cx="44266" cy="476987"/>
            </p14:xfrm>
          </p:contentPart>
        </mc:Choice>
        <mc:Fallback xmlns="">
          <p:sp>
            <p:nvSpPr>
              <p:cNvPr id="1049725" name=""/>
              <p:cNvSpPr/>
              <p:nvPr/>
            </p:nvSpPr>
            <p:spPr>
              <a:xfrm>
                <a:off x="3090729" y="4805082"/>
                <a:ext cx="44266" cy="476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726" name="Encre 1049725"/>
              <p14:cNvContentPartPr/>
              <p14:nvPr/>
            </p14:nvContentPartPr>
            <p14:xfrm>
              <a:off x="3114186" y="5124913"/>
              <a:ext cx="198293" cy="218179"/>
            </p14:xfrm>
          </p:contentPart>
        </mc:Choice>
        <mc:Fallback xmlns="">
          <p:sp>
            <p:nvSpPr>
              <p:cNvPr id="1049726" name=""/>
              <p:cNvSpPr/>
              <p:nvPr/>
            </p:nvSpPr>
            <p:spPr>
              <a:xfrm>
                <a:off x="3114186" y="5124913"/>
                <a:ext cx="198293" cy="218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727" name="Encre 1049726"/>
              <p14:cNvContentPartPr/>
              <p14:nvPr/>
            </p14:nvContentPartPr>
            <p14:xfrm>
              <a:off x="2848632" y="4925931"/>
              <a:ext cx="437198" cy="27447"/>
            </p14:xfrm>
          </p:contentPart>
        </mc:Choice>
        <mc:Fallback xmlns="">
          <p:sp>
            <p:nvSpPr>
              <p:cNvPr id="1049727" name=""/>
              <p:cNvSpPr/>
              <p:nvPr/>
            </p:nvSpPr>
            <p:spPr>
              <a:xfrm>
                <a:off x="2848632" y="4925931"/>
                <a:ext cx="437198" cy="27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728" name="Encre 1049727"/>
              <p14:cNvContentPartPr/>
              <p14:nvPr/>
            </p14:nvContentPartPr>
            <p14:xfrm>
              <a:off x="3193169" y="4856211"/>
              <a:ext cx="141425" cy="165817"/>
            </p14:xfrm>
          </p:contentPart>
        </mc:Choice>
        <mc:Fallback xmlns="">
          <p:sp>
            <p:nvSpPr>
              <p:cNvPr id="1049728" name=""/>
              <p:cNvSpPr/>
              <p:nvPr/>
            </p:nvSpPr>
            <p:spPr>
              <a:xfrm>
                <a:off x="3193169" y="4856211"/>
                <a:ext cx="141425" cy="165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729" name="Encre 1049728"/>
              <p14:cNvContentPartPr/>
              <p14:nvPr/>
            </p14:nvContentPartPr>
            <p14:xfrm>
              <a:off x="2251051" y="5159959"/>
              <a:ext cx="477046" cy="14941"/>
            </p14:xfrm>
          </p:contentPart>
        </mc:Choice>
        <mc:Fallback xmlns="">
          <p:sp>
            <p:nvSpPr>
              <p:cNvPr id="1049729" name=""/>
              <p:cNvSpPr/>
              <p:nvPr/>
            </p:nvSpPr>
            <p:spPr>
              <a:xfrm>
                <a:off x="2251051" y="5159959"/>
                <a:ext cx="477046" cy="14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730" name="Encre 1049729"/>
              <p14:cNvContentPartPr/>
              <p14:nvPr/>
            </p14:nvContentPartPr>
            <p14:xfrm>
              <a:off x="2613815" y="5116821"/>
              <a:ext cx="145522" cy="167097"/>
            </p14:xfrm>
          </p:contentPart>
        </mc:Choice>
        <mc:Fallback xmlns="">
          <p:sp>
            <p:nvSpPr>
              <p:cNvPr id="1049730" name=""/>
              <p:cNvSpPr/>
              <p:nvPr/>
            </p:nvSpPr>
            <p:spPr>
              <a:xfrm>
                <a:off x="2613815" y="5116821"/>
                <a:ext cx="145522" cy="167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731" name="Encre 1049730"/>
              <p14:cNvContentPartPr/>
              <p14:nvPr/>
            </p14:nvContentPartPr>
            <p14:xfrm>
              <a:off x="1018716" y="4964426"/>
              <a:ext cx="2940" cy="169278"/>
            </p14:xfrm>
          </p:contentPart>
        </mc:Choice>
        <mc:Fallback xmlns="">
          <p:sp>
            <p:nvSpPr>
              <p:cNvPr id="1049731" name=""/>
              <p:cNvSpPr/>
              <p:nvPr/>
            </p:nvSpPr>
            <p:spPr>
              <a:xfrm>
                <a:off x="1018716" y="4964426"/>
                <a:ext cx="2940" cy="1692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732" name="Encre 1049731"/>
              <p14:cNvContentPartPr/>
              <p14:nvPr/>
            </p14:nvContentPartPr>
            <p14:xfrm>
              <a:off x="1026217" y="4841567"/>
              <a:ext cx="0" cy="35989"/>
            </p14:xfrm>
          </p:contentPart>
        </mc:Choice>
        <mc:Fallback xmlns="">
          <p:sp>
            <p:nvSpPr>
              <p:cNvPr id="1049732" name=""/>
              <p:cNvSpPr/>
              <p:nvPr/>
            </p:nvSpPr>
            <p:spPr>
              <a:xfrm>
                <a:off x="1026217" y="4841567"/>
                <a:ext cx="0" cy="3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733" name="Encre 1049732"/>
              <p14:cNvContentPartPr/>
              <p14:nvPr/>
            </p14:nvContentPartPr>
            <p14:xfrm>
              <a:off x="1110964" y="4976810"/>
              <a:ext cx="440257" cy="401205"/>
            </p14:xfrm>
          </p:contentPart>
        </mc:Choice>
        <mc:Fallback xmlns="">
          <p:sp>
            <p:nvSpPr>
              <p:cNvPr id="1049733" name=""/>
              <p:cNvSpPr/>
              <p:nvPr/>
            </p:nvSpPr>
            <p:spPr>
              <a:xfrm>
                <a:off x="1110964" y="4976810"/>
                <a:ext cx="440257" cy="401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734" name="Encre 1049733"/>
              <p14:cNvContentPartPr/>
              <p14:nvPr/>
            </p14:nvContentPartPr>
            <p14:xfrm>
              <a:off x="1590873" y="5061758"/>
              <a:ext cx="86705" cy="119233"/>
            </p14:xfrm>
          </p:contentPart>
        </mc:Choice>
        <mc:Fallback xmlns="">
          <p:sp>
            <p:nvSpPr>
              <p:cNvPr id="1049734" name=""/>
              <p:cNvSpPr/>
              <p:nvPr/>
            </p:nvSpPr>
            <p:spPr>
              <a:xfrm>
                <a:off x="1590873" y="5061758"/>
                <a:ext cx="86705" cy="119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735" name="Encre 1049734"/>
              <p14:cNvContentPartPr/>
              <p14:nvPr/>
            </p14:nvContentPartPr>
            <p14:xfrm>
              <a:off x="1748786" y="5008358"/>
              <a:ext cx="236748" cy="189677"/>
            </p14:xfrm>
          </p:contentPart>
        </mc:Choice>
        <mc:Fallback xmlns="">
          <p:sp>
            <p:nvSpPr>
              <p:cNvPr id="1049735" name=""/>
              <p:cNvSpPr/>
              <p:nvPr/>
            </p:nvSpPr>
            <p:spPr>
              <a:xfrm>
                <a:off x="1748786" y="5008358"/>
                <a:ext cx="236748" cy="189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736" name="Encre 1049735"/>
              <p14:cNvContentPartPr/>
              <p14:nvPr/>
            </p14:nvContentPartPr>
            <p14:xfrm>
              <a:off x="1921844" y="4841567"/>
              <a:ext cx="62314" cy="109118"/>
            </p14:xfrm>
          </p:contentPart>
        </mc:Choice>
        <mc:Fallback xmlns="">
          <p:sp>
            <p:nvSpPr>
              <p:cNvPr id="1049736" name=""/>
              <p:cNvSpPr/>
              <p:nvPr/>
            </p:nvSpPr>
            <p:spPr>
              <a:xfrm>
                <a:off x="1921844" y="4841567"/>
                <a:ext cx="62314" cy="109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737" name="Encre 1049736"/>
              <p14:cNvContentPartPr/>
              <p14:nvPr/>
            </p14:nvContentPartPr>
            <p14:xfrm>
              <a:off x="1104758" y="5428064"/>
              <a:ext cx="35415" cy="383522"/>
            </p14:xfrm>
          </p:contentPart>
        </mc:Choice>
        <mc:Fallback xmlns="">
          <p:sp>
            <p:nvSpPr>
              <p:cNvPr id="1049737" name=""/>
              <p:cNvSpPr/>
              <p:nvPr/>
            </p:nvSpPr>
            <p:spPr>
              <a:xfrm>
                <a:off x="1104758" y="5428064"/>
                <a:ext cx="35415" cy="383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738" name="Encre 1049737"/>
              <p14:cNvContentPartPr/>
              <p14:nvPr/>
            </p14:nvContentPartPr>
            <p14:xfrm>
              <a:off x="1118878" y="5525852"/>
              <a:ext cx="157526" cy="156316"/>
            </p14:xfrm>
          </p:contentPart>
        </mc:Choice>
        <mc:Fallback xmlns="">
          <p:sp>
            <p:nvSpPr>
              <p:cNvPr id="1049738" name=""/>
              <p:cNvSpPr/>
              <p:nvPr/>
            </p:nvSpPr>
            <p:spPr>
              <a:xfrm>
                <a:off x="1118878" y="5525852"/>
                <a:ext cx="157526" cy="156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739" name="Encre 1049738"/>
              <p14:cNvContentPartPr/>
              <p14:nvPr/>
            </p14:nvContentPartPr>
            <p14:xfrm>
              <a:off x="1272257" y="5588662"/>
              <a:ext cx="285613" cy="205259"/>
            </p14:xfrm>
          </p:contentPart>
        </mc:Choice>
        <mc:Fallback xmlns="">
          <p:sp>
            <p:nvSpPr>
              <p:cNvPr id="1049739" name=""/>
              <p:cNvSpPr/>
              <p:nvPr/>
            </p:nvSpPr>
            <p:spPr>
              <a:xfrm>
                <a:off x="1272257" y="5588662"/>
                <a:ext cx="285613" cy="205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740" name="Encre 1049739"/>
              <p14:cNvContentPartPr/>
              <p14:nvPr/>
            </p14:nvContentPartPr>
            <p14:xfrm>
              <a:off x="1663585" y="5370482"/>
              <a:ext cx="254204" cy="434559"/>
            </p14:xfrm>
          </p:contentPart>
        </mc:Choice>
        <mc:Fallback xmlns="">
          <p:sp>
            <p:nvSpPr>
              <p:cNvPr id="1049740" name=""/>
              <p:cNvSpPr/>
              <p:nvPr/>
            </p:nvSpPr>
            <p:spPr>
              <a:xfrm>
                <a:off x="1663585" y="5370482"/>
                <a:ext cx="254204" cy="434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741" name="Encre 1049740"/>
              <p14:cNvContentPartPr/>
              <p14:nvPr/>
            </p14:nvContentPartPr>
            <p14:xfrm>
              <a:off x="1988749" y="5594855"/>
              <a:ext cx="353943" cy="226745"/>
            </p14:xfrm>
          </p:contentPart>
        </mc:Choice>
        <mc:Fallback xmlns="">
          <p:sp>
            <p:nvSpPr>
              <p:cNvPr id="1049741" name=""/>
              <p:cNvSpPr/>
              <p:nvPr/>
            </p:nvSpPr>
            <p:spPr>
              <a:xfrm>
                <a:off x="1988749" y="5594855"/>
                <a:ext cx="353943" cy="226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742" name="Encre 1049741"/>
              <p14:cNvContentPartPr/>
              <p14:nvPr/>
            </p14:nvContentPartPr>
            <p14:xfrm>
              <a:off x="2396567" y="5481446"/>
              <a:ext cx="345650" cy="359871"/>
            </p14:xfrm>
          </p:contentPart>
        </mc:Choice>
        <mc:Fallback xmlns="">
          <p:sp>
            <p:nvSpPr>
              <p:cNvPr id="1049742" name=""/>
              <p:cNvSpPr/>
              <p:nvPr/>
            </p:nvSpPr>
            <p:spPr>
              <a:xfrm>
                <a:off x="2396567" y="5481446"/>
                <a:ext cx="345650" cy="359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743" name="Encre 1049742"/>
              <p14:cNvContentPartPr/>
              <p14:nvPr/>
            </p14:nvContentPartPr>
            <p14:xfrm>
              <a:off x="2678237" y="5667081"/>
              <a:ext cx="162050" cy="152146"/>
            </p14:xfrm>
          </p:contentPart>
        </mc:Choice>
        <mc:Fallback xmlns="">
          <p:sp>
            <p:nvSpPr>
              <p:cNvPr id="1049743" name=""/>
              <p:cNvSpPr/>
              <p:nvPr/>
            </p:nvSpPr>
            <p:spPr>
              <a:xfrm>
                <a:off x="2678237" y="5667081"/>
                <a:ext cx="162050" cy="152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744" name="Encre 1049743"/>
              <p14:cNvContentPartPr/>
              <p14:nvPr/>
            </p14:nvContentPartPr>
            <p14:xfrm>
              <a:off x="2885622" y="5543974"/>
              <a:ext cx="0" cy="72721"/>
            </p14:xfrm>
          </p:contentPart>
        </mc:Choice>
        <mc:Fallback xmlns="">
          <p:sp>
            <p:nvSpPr>
              <p:cNvPr id="1049744" name=""/>
              <p:cNvSpPr/>
              <p:nvPr/>
            </p:nvSpPr>
            <p:spPr>
              <a:xfrm>
                <a:off x="2885622" y="5543974"/>
                <a:ext cx="0" cy="72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745" name="Encre 1049744"/>
              <p14:cNvContentPartPr/>
              <p14:nvPr/>
            </p14:nvContentPartPr>
            <p14:xfrm>
              <a:off x="2606755" y="5551171"/>
              <a:ext cx="22373" cy="72617"/>
            </p14:xfrm>
          </p:contentPart>
        </mc:Choice>
        <mc:Fallback xmlns="">
          <p:sp>
            <p:nvSpPr>
              <p:cNvPr id="1049745" name=""/>
              <p:cNvSpPr/>
              <p:nvPr/>
            </p:nvSpPr>
            <p:spPr>
              <a:xfrm>
                <a:off x="2606755" y="5551171"/>
                <a:ext cx="22373" cy="726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746" name="Encre 1049745"/>
              <p14:cNvContentPartPr/>
              <p14:nvPr/>
            </p14:nvContentPartPr>
            <p14:xfrm>
              <a:off x="2876488" y="5666090"/>
              <a:ext cx="272578" cy="176040"/>
            </p14:xfrm>
          </p:contentPart>
        </mc:Choice>
        <mc:Fallback xmlns="">
          <p:sp>
            <p:nvSpPr>
              <p:cNvPr id="1049746" name=""/>
              <p:cNvSpPr/>
              <p:nvPr/>
            </p:nvSpPr>
            <p:spPr>
              <a:xfrm>
                <a:off x="2876488" y="5666090"/>
                <a:ext cx="272578" cy="176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747" name="Encre 1049746"/>
              <p14:cNvContentPartPr/>
              <p14:nvPr/>
            </p14:nvContentPartPr>
            <p14:xfrm>
              <a:off x="3193169" y="5659883"/>
              <a:ext cx="71481" cy="196563"/>
            </p14:xfrm>
          </p:contentPart>
        </mc:Choice>
        <mc:Fallback xmlns="">
          <p:sp>
            <p:nvSpPr>
              <p:cNvPr id="1049747" name=""/>
              <p:cNvSpPr/>
              <p:nvPr/>
            </p:nvSpPr>
            <p:spPr>
              <a:xfrm>
                <a:off x="3193169" y="5659883"/>
                <a:ext cx="71481" cy="196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748" name="Encre 1049747"/>
              <p14:cNvContentPartPr/>
              <p14:nvPr/>
            </p14:nvContentPartPr>
            <p14:xfrm>
              <a:off x="3420463" y="5688922"/>
              <a:ext cx="1271" cy="175570"/>
            </p14:xfrm>
          </p:contentPart>
        </mc:Choice>
        <mc:Fallback xmlns="">
          <p:sp>
            <p:nvSpPr>
              <p:cNvPr id="1049748" name=""/>
              <p:cNvSpPr/>
              <p:nvPr/>
            </p:nvSpPr>
            <p:spPr>
              <a:xfrm>
                <a:off x="3420463" y="5688922"/>
                <a:ext cx="1271" cy="175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749" name="Encre 1049748"/>
              <p14:cNvContentPartPr/>
              <p14:nvPr/>
            </p14:nvContentPartPr>
            <p14:xfrm>
              <a:off x="3385993" y="5551171"/>
              <a:ext cx="61221" cy="54744"/>
            </p14:xfrm>
          </p:contentPart>
        </mc:Choice>
        <mc:Fallback xmlns="">
          <p:sp>
            <p:nvSpPr>
              <p:cNvPr id="1049749" name=""/>
              <p:cNvSpPr/>
              <p:nvPr/>
            </p:nvSpPr>
            <p:spPr>
              <a:xfrm>
                <a:off x="3385993" y="5551171"/>
                <a:ext cx="61221" cy="547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750" name="Encre 1049749"/>
              <p14:cNvContentPartPr/>
              <p14:nvPr/>
            </p14:nvContentPartPr>
            <p14:xfrm>
              <a:off x="3512148" y="5682190"/>
              <a:ext cx="103130" cy="176091"/>
            </p14:xfrm>
          </p:contentPart>
        </mc:Choice>
        <mc:Fallback xmlns="">
          <p:sp>
            <p:nvSpPr>
              <p:cNvPr id="1049750" name=""/>
              <p:cNvSpPr/>
              <p:nvPr/>
            </p:nvSpPr>
            <p:spPr>
              <a:xfrm>
                <a:off x="3512148" y="5682190"/>
                <a:ext cx="103130" cy="176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751" name="Encre 1049750"/>
              <p14:cNvContentPartPr/>
              <p14:nvPr/>
            </p14:nvContentPartPr>
            <p14:xfrm>
              <a:off x="3690069" y="5725408"/>
              <a:ext cx="16598" cy="124064"/>
            </p14:xfrm>
          </p:contentPart>
        </mc:Choice>
        <mc:Fallback xmlns="">
          <p:sp>
            <p:nvSpPr>
              <p:cNvPr id="1049751" name=""/>
              <p:cNvSpPr/>
              <p:nvPr/>
            </p:nvSpPr>
            <p:spPr>
              <a:xfrm>
                <a:off x="3690069" y="5725408"/>
                <a:ext cx="16598" cy="124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752" name="Encre 1049751"/>
              <p14:cNvContentPartPr/>
              <p14:nvPr/>
            </p14:nvContentPartPr>
            <p14:xfrm>
              <a:off x="3636178" y="5565815"/>
              <a:ext cx="21621" cy="72721"/>
            </p14:xfrm>
          </p:contentPart>
        </mc:Choice>
        <mc:Fallback xmlns="">
          <p:sp>
            <p:nvSpPr>
              <p:cNvPr id="1049752" name=""/>
              <p:cNvSpPr/>
              <p:nvPr/>
            </p:nvSpPr>
            <p:spPr>
              <a:xfrm>
                <a:off x="3636178" y="5565815"/>
                <a:ext cx="21621" cy="72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753" name="Encre 1049752"/>
              <p14:cNvContentPartPr/>
              <p14:nvPr/>
            </p14:nvContentPartPr>
            <p14:xfrm>
              <a:off x="3773312" y="5471499"/>
              <a:ext cx="24187" cy="396947"/>
            </p14:xfrm>
          </p:contentPart>
        </mc:Choice>
        <mc:Fallback xmlns="">
          <p:sp>
            <p:nvSpPr>
              <p:cNvPr id="1049753" name=""/>
              <p:cNvSpPr/>
              <p:nvPr/>
            </p:nvSpPr>
            <p:spPr>
              <a:xfrm>
                <a:off x="3773312" y="5471499"/>
                <a:ext cx="24187" cy="396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754" name="Encre 1049753"/>
              <p14:cNvContentPartPr/>
              <p14:nvPr/>
            </p14:nvContentPartPr>
            <p14:xfrm>
              <a:off x="3743843" y="5725408"/>
              <a:ext cx="135442" cy="141380"/>
            </p14:xfrm>
          </p:contentPart>
        </mc:Choice>
        <mc:Fallback xmlns="">
          <p:sp>
            <p:nvSpPr>
              <p:cNvPr id="1049754" name=""/>
              <p:cNvSpPr/>
              <p:nvPr/>
            </p:nvSpPr>
            <p:spPr>
              <a:xfrm>
                <a:off x="3743843" y="5725408"/>
                <a:ext cx="135442" cy="141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755" name="Encre 1049754"/>
              <p14:cNvContentPartPr/>
              <p14:nvPr/>
            </p14:nvContentPartPr>
            <p14:xfrm>
              <a:off x="3865185" y="5667081"/>
              <a:ext cx="22603" cy="69175"/>
            </p14:xfrm>
          </p:contentPart>
        </mc:Choice>
        <mc:Fallback xmlns="">
          <p:sp>
            <p:nvSpPr>
              <p:cNvPr id="1049755" name=""/>
              <p:cNvSpPr/>
              <p:nvPr/>
            </p:nvSpPr>
            <p:spPr>
              <a:xfrm>
                <a:off x="3865185" y="5667081"/>
                <a:ext cx="22603" cy="691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756" name="Encre 1049755"/>
              <p14:cNvContentPartPr/>
              <p14:nvPr/>
            </p14:nvContentPartPr>
            <p14:xfrm>
              <a:off x="3950810" y="5544164"/>
              <a:ext cx="462825" cy="463695"/>
            </p14:xfrm>
          </p:contentPart>
        </mc:Choice>
        <mc:Fallback xmlns="">
          <p:sp>
            <p:nvSpPr>
              <p:cNvPr id="1049756" name=""/>
              <p:cNvSpPr/>
              <p:nvPr/>
            </p:nvSpPr>
            <p:spPr>
              <a:xfrm>
                <a:off x="3950810" y="5544164"/>
                <a:ext cx="462825" cy="463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757" name="Encre 1049756"/>
              <p14:cNvContentPartPr/>
              <p14:nvPr/>
            </p14:nvContentPartPr>
            <p14:xfrm>
              <a:off x="1274003" y="6137916"/>
              <a:ext cx="180547" cy="217462"/>
            </p14:xfrm>
          </p:contentPart>
        </mc:Choice>
        <mc:Fallback xmlns="">
          <p:sp>
            <p:nvSpPr>
              <p:cNvPr id="1049757" name=""/>
              <p:cNvSpPr/>
              <p:nvPr/>
            </p:nvSpPr>
            <p:spPr>
              <a:xfrm>
                <a:off x="1274003" y="6137916"/>
                <a:ext cx="180547" cy="217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758" name="Encre 1049757"/>
              <p14:cNvContentPartPr/>
              <p14:nvPr/>
            </p14:nvContentPartPr>
            <p14:xfrm>
              <a:off x="1512468" y="6166904"/>
              <a:ext cx="192823" cy="253959"/>
            </p14:xfrm>
          </p:contentPart>
        </mc:Choice>
        <mc:Fallback xmlns="">
          <p:sp>
            <p:nvSpPr>
              <p:cNvPr id="1049758" name=""/>
              <p:cNvSpPr/>
              <p:nvPr/>
            </p:nvSpPr>
            <p:spPr>
              <a:xfrm>
                <a:off x="1512468" y="6166904"/>
                <a:ext cx="192823" cy="2539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759" name="Encre 1049758"/>
              <p14:cNvContentPartPr/>
              <p14:nvPr/>
            </p14:nvContentPartPr>
            <p14:xfrm>
              <a:off x="1365145" y="6041393"/>
              <a:ext cx="250133" cy="2168"/>
            </p14:xfrm>
          </p:contentPart>
        </mc:Choice>
        <mc:Fallback xmlns="">
          <p:sp>
            <p:nvSpPr>
              <p:cNvPr id="1049759" name=""/>
              <p:cNvSpPr/>
              <p:nvPr/>
            </p:nvSpPr>
            <p:spPr>
              <a:xfrm>
                <a:off x="1365145" y="6041393"/>
                <a:ext cx="250133" cy="2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760" name="Encre 1049759"/>
              <p14:cNvContentPartPr/>
              <p14:nvPr/>
            </p14:nvContentPartPr>
            <p14:xfrm>
              <a:off x="1476728" y="5964176"/>
              <a:ext cx="140712" cy="157561"/>
            </p14:xfrm>
          </p:contentPart>
        </mc:Choice>
        <mc:Fallback xmlns="">
          <p:sp>
            <p:nvSpPr>
              <p:cNvPr id="1049760" name=""/>
              <p:cNvSpPr/>
              <p:nvPr/>
            </p:nvSpPr>
            <p:spPr>
              <a:xfrm>
                <a:off x="1476728" y="5964176"/>
                <a:ext cx="140712" cy="157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761" name="Encre 1049760"/>
              <p14:cNvContentPartPr/>
              <p14:nvPr/>
            </p14:nvContentPartPr>
            <p14:xfrm>
              <a:off x="1798851" y="6043849"/>
              <a:ext cx="78085" cy="494780"/>
            </p14:xfrm>
          </p:contentPart>
        </mc:Choice>
        <mc:Fallback xmlns="">
          <p:sp>
            <p:nvSpPr>
              <p:cNvPr id="1049761" name=""/>
              <p:cNvSpPr/>
              <p:nvPr/>
            </p:nvSpPr>
            <p:spPr>
              <a:xfrm>
                <a:off x="1798851" y="6043849"/>
                <a:ext cx="78085" cy="494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762" name="Encre 1049761"/>
              <p14:cNvContentPartPr/>
              <p14:nvPr/>
            </p14:nvContentPartPr>
            <p14:xfrm>
              <a:off x="1933935" y="6087532"/>
              <a:ext cx="99289" cy="371162"/>
            </p14:xfrm>
          </p:contentPart>
        </mc:Choice>
        <mc:Fallback xmlns="">
          <p:sp>
            <p:nvSpPr>
              <p:cNvPr id="1049762" name=""/>
              <p:cNvSpPr/>
              <p:nvPr/>
            </p:nvSpPr>
            <p:spPr>
              <a:xfrm>
                <a:off x="1933935" y="6087532"/>
                <a:ext cx="99289" cy="3711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763" name="Encre 1049762"/>
              <p14:cNvContentPartPr/>
              <p14:nvPr/>
            </p14:nvContentPartPr>
            <p14:xfrm>
              <a:off x="1898558" y="6239430"/>
              <a:ext cx="176686" cy="45220"/>
            </p14:xfrm>
          </p:contentPart>
        </mc:Choice>
        <mc:Fallback xmlns="">
          <p:sp>
            <p:nvSpPr>
              <p:cNvPr id="1049763" name=""/>
              <p:cNvSpPr/>
              <p:nvPr/>
            </p:nvSpPr>
            <p:spPr>
              <a:xfrm>
                <a:off x="1898558" y="6239430"/>
                <a:ext cx="176686" cy="45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764" name="Encre 1049763"/>
              <p14:cNvContentPartPr/>
              <p14:nvPr/>
            </p14:nvContentPartPr>
            <p14:xfrm>
              <a:off x="2070202" y="6312153"/>
              <a:ext cx="105377" cy="27217"/>
            </p14:xfrm>
          </p:contentPart>
        </mc:Choice>
        <mc:Fallback xmlns="">
          <p:sp>
            <p:nvSpPr>
              <p:cNvPr id="1049764" name=""/>
              <p:cNvSpPr/>
              <p:nvPr/>
            </p:nvSpPr>
            <p:spPr>
              <a:xfrm>
                <a:off x="2070202" y="6312153"/>
                <a:ext cx="105377" cy="27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765" name="Encre 1049764"/>
              <p14:cNvContentPartPr/>
              <p14:nvPr/>
            </p14:nvContentPartPr>
            <p14:xfrm>
              <a:off x="2070202" y="6384627"/>
              <a:ext cx="142957" cy="28758"/>
            </p14:xfrm>
          </p:contentPart>
        </mc:Choice>
        <mc:Fallback xmlns="">
          <p:sp>
            <p:nvSpPr>
              <p:cNvPr id="1049765" name=""/>
              <p:cNvSpPr/>
              <p:nvPr/>
            </p:nvSpPr>
            <p:spPr>
              <a:xfrm>
                <a:off x="2070202" y="6384627"/>
                <a:ext cx="142957" cy="28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766" name="Encre 1049765"/>
              <p14:cNvContentPartPr/>
              <p14:nvPr/>
            </p14:nvContentPartPr>
            <p14:xfrm>
              <a:off x="2255927" y="6326300"/>
              <a:ext cx="121982" cy="131874"/>
            </p14:xfrm>
          </p:contentPart>
        </mc:Choice>
        <mc:Fallback xmlns="">
          <p:sp>
            <p:nvSpPr>
              <p:cNvPr id="1049766" name=""/>
              <p:cNvSpPr/>
              <p:nvPr/>
            </p:nvSpPr>
            <p:spPr>
              <a:xfrm>
                <a:off x="2255927" y="6326300"/>
                <a:ext cx="121982" cy="131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767" name="Encre 1049766"/>
              <p14:cNvContentPartPr/>
              <p14:nvPr/>
            </p14:nvContentPartPr>
            <p14:xfrm>
              <a:off x="2370689" y="6145611"/>
              <a:ext cx="104705" cy="358020"/>
            </p14:xfrm>
          </p:contentPart>
        </mc:Choice>
        <mc:Fallback xmlns="">
          <p:sp>
            <p:nvSpPr>
              <p:cNvPr id="1049767" name=""/>
              <p:cNvSpPr/>
              <p:nvPr/>
            </p:nvSpPr>
            <p:spPr>
              <a:xfrm>
                <a:off x="2370689" y="6145611"/>
                <a:ext cx="104705" cy="358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768" name="Encre 1049767"/>
              <p14:cNvContentPartPr/>
              <p14:nvPr/>
            </p14:nvContentPartPr>
            <p14:xfrm>
              <a:off x="2556453" y="6217829"/>
              <a:ext cx="305244" cy="292009"/>
            </p14:xfrm>
          </p:contentPart>
        </mc:Choice>
        <mc:Fallback xmlns="">
          <p:sp>
            <p:nvSpPr>
              <p:cNvPr id="1049768" name=""/>
              <p:cNvSpPr/>
              <p:nvPr/>
            </p:nvSpPr>
            <p:spPr>
              <a:xfrm>
                <a:off x="2556453" y="6217829"/>
                <a:ext cx="305244" cy="292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769" name="Encre 1049768"/>
              <p14:cNvContentPartPr/>
              <p14:nvPr/>
            </p14:nvContentPartPr>
            <p14:xfrm>
              <a:off x="2935482" y="6227508"/>
              <a:ext cx="274689" cy="240968"/>
            </p14:xfrm>
          </p:contentPart>
        </mc:Choice>
        <mc:Fallback xmlns="">
          <p:sp>
            <p:nvSpPr>
              <p:cNvPr id="1049769" name=""/>
              <p:cNvSpPr/>
              <p:nvPr/>
            </p:nvSpPr>
            <p:spPr>
              <a:xfrm>
                <a:off x="2935482" y="6227508"/>
                <a:ext cx="274689" cy="2409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770" name="Encre 1049769"/>
              <p14:cNvContentPartPr/>
              <p14:nvPr/>
            </p14:nvContentPartPr>
            <p14:xfrm>
              <a:off x="2928422" y="6072888"/>
              <a:ext cx="229005" cy="36485"/>
            </p14:xfrm>
          </p:contentPart>
        </mc:Choice>
        <mc:Fallback xmlns="">
          <p:sp>
            <p:nvSpPr>
              <p:cNvPr id="1049770" name=""/>
              <p:cNvSpPr/>
              <p:nvPr/>
            </p:nvSpPr>
            <p:spPr>
              <a:xfrm>
                <a:off x="2928422" y="6072888"/>
                <a:ext cx="229005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771" name="Encre 1049770"/>
              <p14:cNvContentPartPr/>
              <p14:nvPr/>
            </p14:nvContentPartPr>
            <p14:xfrm>
              <a:off x="3085506" y="6000662"/>
              <a:ext cx="110745" cy="189868"/>
            </p14:xfrm>
          </p:contentPart>
        </mc:Choice>
        <mc:Fallback xmlns="">
          <p:sp>
            <p:nvSpPr>
              <p:cNvPr id="1049771" name=""/>
              <p:cNvSpPr/>
              <p:nvPr/>
            </p:nvSpPr>
            <p:spPr>
              <a:xfrm>
                <a:off x="3085506" y="6000662"/>
                <a:ext cx="110745" cy="1898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772" name="Encre 1049771"/>
              <p14:cNvContentPartPr/>
              <p14:nvPr/>
            </p14:nvContentPartPr>
            <p14:xfrm>
              <a:off x="3187098" y="6387371"/>
              <a:ext cx="124250" cy="197041"/>
            </p14:xfrm>
          </p:contentPart>
        </mc:Choice>
        <mc:Fallback xmlns="">
          <p:sp>
            <p:nvSpPr>
              <p:cNvPr id="1049772" name=""/>
              <p:cNvSpPr/>
              <p:nvPr/>
            </p:nvSpPr>
            <p:spPr>
              <a:xfrm>
                <a:off x="3187098" y="6387371"/>
                <a:ext cx="124250" cy="197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773" name="Encre 1049772"/>
              <p14:cNvContentPartPr/>
              <p14:nvPr/>
            </p14:nvContentPartPr>
            <p14:xfrm>
              <a:off x="3300033" y="6405973"/>
              <a:ext cx="107581" cy="281945"/>
            </p14:xfrm>
          </p:contentPart>
        </mc:Choice>
        <mc:Fallback xmlns="">
          <p:sp>
            <p:nvSpPr>
              <p:cNvPr id="1049773" name=""/>
              <p:cNvSpPr/>
              <p:nvPr/>
            </p:nvSpPr>
            <p:spPr>
              <a:xfrm>
                <a:off x="3300033" y="6405973"/>
                <a:ext cx="107581" cy="281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774" name="Encre 1049773"/>
              <p14:cNvContentPartPr/>
              <p14:nvPr/>
            </p14:nvContentPartPr>
            <p14:xfrm>
              <a:off x="3422193" y="6397693"/>
              <a:ext cx="114674" cy="222227"/>
            </p14:xfrm>
          </p:contentPart>
        </mc:Choice>
        <mc:Fallback xmlns="">
          <p:sp>
            <p:nvSpPr>
              <p:cNvPr id="1049774" name=""/>
              <p:cNvSpPr/>
              <p:nvPr/>
            </p:nvSpPr>
            <p:spPr>
              <a:xfrm>
                <a:off x="3422193" y="6397693"/>
                <a:ext cx="114674" cy="222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775" name="Encre 1049774"/>
              <p14:cNvContentPartPr/>
              <p14:nvPr/>
            </p14:nvContentPartPr>
            <p14:xfrm>
              <a:off x="3568916" y="6189046"/>
              <a:ext cx="55884" cy="375052"/>
            </p14:xfrm>
          </p:contentPart>
        </mc:Choice>
        <mc:Fallback xmlns="">
          <p:sp>
            <p:nvSpPr>
              <p:cNvPr id="1049775" name=""/>
              <p:cNvSpPr/>
              <p:nvPr/>
            </p:nvSpPr>
            <p:spPr>
              <a:xfrm>
                <a:off x="3568916" y="6189046"/>
                <a:ext cx="55884" cy="375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776" name="Encre 1049775"/>
              <p14:cNvContentPartPr/>
              <p14:nvPr/>
            </p14:nvContentPartPr>
            <p14:xfrm>
              <a:off x="3661577" y="6246628"/>
              <a:ext cx="72150" cy="255479"/>
            </p14:xfrm>
          </p:contentPart>
        </mc:Choice>
        <mc:Fallback xmlns="">
          <p:sp>
            <p:nvSpPr>
              <p:cNvPr id="1049776" name=""/>
              <p:cNvSpPr/>
              <p:nvPr/>
            </p:nvSpPr>
            <p:spPr>
              <a:xfrm>
                <a:off x="3661577" y="6246628"/>
                <a:ext cx="72150" cy="255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777" name="Encre 1049776"/>
              <p14:cNvContentPartPr/>
              <p14:nvPr/>
            </p14:nvContentPartPr>
            <p14:xfrm>
              <a:off x="3636179" y="6355340"/>
              <a:ext cx="154150" cy="44740"/>
            </p14:xfrm>
          </p:contentPart>
        </mc:Choice>
        <mc:Fallback xmlns="">
          <p:sp>
            <p:nvSpPr>
              <p:cNvPr id="1049777" name=""/>
              <p:cNvSpPr/>
              <p:nvPr/>
            </p:nvSpPr>
            <p:spPr>
              <a:xfrm>
                <a:off x="3636179" y="6355340"/>
                <a:ext cx="154150" cy="44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778" name="Encre 1049777"/>
              <p14:cNvContentPartPr/>
              <p14:nvPr/>
            </p14:nvContentPartPr>
            <p14:xfrm>
              <a:off x="3807823" y="6399023"/>
              <a:ext cx="93102" cy="21841"/>
            </p14:xfrm>
          </p:contentPart>
        </mc:Choice>
        <mc:Fallback xmlns="">
          <p:sp>
            <p:nvSpPr>
              <p:cNvPr id="1049778" name=""/>
              <p:cNvSpPr/>
              <p:nvPr/>
            </p:nvSpPr>
            <p:spPr>
              <a:xfrm>
                <a:off x="3807823" y="6399023"/>
                <a:ext cx="93102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779" name="Encre 1049778"/>
              <p14:cNvContentPartPr/>
              <p14:nvPr/>
            </p14:nvContentPartPr>
            <p14:xfrm>
              <a:off x="3793703" y="6474972"/>
              <a:ext cx="100162" cy="3723"/>
            </p14:xfrm>
          </p:contentPart>
        </mc:Choice>
        <mc:Fallback xmlns="">
          <p:sp>
            <p:nvSpPr>
              <p:cNvPr id="1049779" name=""/>
              <p:cNvSpPr/>
              <p:nvPr/>
            </p:nvSpPr>
            <p:spPr>
              <a:xfrm>
                <a:off x="3793703" y="6474972"/>
                <a:ext cx="100162" cy="3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780" name="Encre 1049779"/>
              <p14:cNvContentPartPr/>
              <p14:nvPr/>
            </p14:nvContentPartPr>
            <p14:xfrm>
              <a:off x="3941845" y="6369959"/>
              <a:ext cx="92143" cy="132621"/>
            </p14:xfrm>
          </p:contentPart>
        </mc:Choice>
        <mc:Fallback xmlns="">
          <p:sp>
            <p:nvSpPr>
              <p:cNvPr id="1049780" name=""/>
              <p:cNvSpPr/>
              <p:nvPr/>
            </p:nvSpPr>
            <p:spPr>
              <a:xfrm>
                <a:off x="3941845" y="6369959"/>
                <a:ext cx="92143" cy="132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781" name="Encre 1049780"/>
              <p14:cNvContentPartPr/>
              <p14:nvPr/>
            </p14:nvContentPartPr>
            <p14:xfrm>
              <a:off x="4072021" y="6275916"/>
              <a:ext cx="44596" cy="345190"/>
            </p14:xfrm>
          </p:contentPart>
        </mc:Choice>
        <mc:Fallback xmlns="">
          <p:sp>
            <p:nvSpPr>
              <p:cNvPr id="1049781" name=""/>
              <p:cNvSpPr/>
              <p:nvPr/>
            </p:nvSpPr>
            <p:spPr>
              <a:xfrm>
                <a:off x="4072021" y="6275916"/>
                <a:ext cx="44596" cy="345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782" name="Encre 1049781"/>
              <p14:cNvContentPartPr/>
              <p14:nvPr/>
            </p14:nvContentPartPr>
            <p14:xfrm>
              <a:off x="3560246" y="4621506"/>
              <a:ext cx="1270381" cy="212864"/>
            </p14:xfrm>
          </p:contentPart>
        </mc:Choice>
        <mc:Fallback xmlns="">
          <p:sp>
            <p:nvSpPr>
              <p:cNvPr id="1049782" name=""/>
              <p:cNvSpPr/>
              <p:nvPr/>
            </p:nvSpPr>
            <p:spPr>
              <a:xfrm>
                <a:off x="3560246" y="4621506"/>
                <a:ext cx="1270381" cy="212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783" name="Encre 1049782"/>
              <p14:cNvContentPartPr/>
              <p14:nvPr/>
            </p14:nvContentPartPr>
            <p14:xfrm>
              <a:off x="4091928" y="5102177"/>
              <a:ext cx="73744" cy="153257"/>
            </p14:xfrm>
          </p:contentPart>
        </mc:Choice>
        <mc:Fallback xmlns="">
          <p:sp>
            <p:nvSpPr>
              <p:cNvPr id="1049783" name=""/>
              <p:cNvSpPr/>
              <p:nvPr/>
            </p:nvSpPr>
            <p:spPr>
              <a:xfrm>
                <a:off x="4091928" y="5102177"/>
                <a:ext cx="73744" cy="153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784" name="Encre 1049783"/>
              <p14:cNvContentPartPr/>
              <p14:nvPr/>
            </p14:nvContentPartPr>
            <p14:xfrm>
              <a:off x="4165672" y="5123771"/>
              <a:ext cx="89131" cy="148672"/>
            </p14:xfrm>
          </p:contentPart>
        </mc:Choice>
        <mc:Fallback xmlns="">
          <p:sp>
            <p:nvSpPr>
              <p:cNvPr id="1049784" name=""/>
              <p:cNvSpPr/>
              <p:nvPr/>
            </p:nvSpPr>
            <p:spPr>
              <a:xfrm>
                <a:off x="4165672" y="5123771"/>
                <a:ext cx="89131" cy="148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785" name="Encre 1049784"/>
              <p14:cNvContentPartPr/>
              <p14:nvPr/>
            </p14:nvContentPartPr>
            <p14:xfrm>
              <a:off x="6294840" y="5674775"/>
              <a:ext cx="137947" cy="117048"/>
            </p14:xfrm>
          </p:contentPart>
        </mc:Choice>
        <mc:Fallback xmlns="">
          <p:sp>
            <p:nvSpPr>
              <p:cNvPr id="1049785" name=""/>
              <p:cNvSpPr/>
              <p:nvPr/>
            </p:nvSpPr>
            <p:spPr>
              <a:xfrm>
                <a:off x="6294840" y="5674775"/>
                <a:ext cx="137947" cy="117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786" name="Encre 1049785"/>
              <p14:cNvContentPartPr/>
              <p14:nvPr/>
            </p14:nvContentPartPr>
            <p14:xfrm>
              <a:off x="6268203" y="5688922"/>
              <a:ext cx="201755" cy="95888"/>
            </p14:xfrm>
          </p:contentPart>
        </mc:Choice>
        <mc:Fallback xmlns="">
          <p:sp>
            <p:nvSpPr>
              <p:cNvPr id="1049786" name=""/>
              <p:cNvSpPr/>
              <p:nvPr/>
            </p:nvSpPr>
            <p:spPr>
              <a:xfrm>
                <a:off x="6268203" y="5688922"/>
                <a:ext cx="201755" cy="95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787" name="Encre 1049786"/>
              <p14:cNvContentPartPr/>
              <p14:nvPr/>
            </p14:nvContentPartPr>
            <p14:xfrm>
              <a:off x="6318064" y="5486143"/>
              <a:ext cx="229965" cy="209719"/>
            </p14:xfrm>
          </p:contentPart>
        </mc:Choice>
        <mc:Fallback xmlns="">
          <p:sp>
            <p:nvSpPr>
              <p:cNvPr id="1049787" name=""/>
              <p:cNvSpPr/>
              <p:nvPr/>
            </p:nvSpPr>
            <p:spPr>
              <a:xfrm>
                <a:off x="6318064" y="5486143"/>
                <a:ext cx="229965" cy="209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788" name="Encre 1049787"/>
              <p14:cNvContentPartPr/>
              <p14:nvPr/>
            </p14:nvContentPartPr>
            <p14:xfrm>
              <a:off x="6074938" y="5872346"/>
              <a:ext cx="476666" cy="71709"/>
            </p14:xfrm>
          </p:contentPart>
        </mc:Choice>
        <mc:Fallback xmlns="">
          <p:sp>
            <p:nvSpPr>
              <p:cNvPr id="1049788" name=""/>
              <p:cNvSpPr/>
              <p:nvPr/>
            </p:nvSpPr>
            <p:spPr>
              <a:xfrm>
                <a:off x="6074938" y="5872346"/>
                <a:ext cx="476666" cy="71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789" name="Encre 1049788"/>
              <p14:cNvContentPartPr/>
              <p14:nvPr/>
            </p14:nvContentPartPr>
            <p14:xfrm>
              <a:off x="6425727" y="5848267"/>
              <a:ext cx="96952" cy="130640"/>
            </p14:xfrm>
          </p:contentPart>
        </mc:Choice>
        <mc:Fallback xmlns="">
          <p:sp>
            <p:nvSpPr>
              <p:cNvPr id="1049789" name=""/>
              <p:cNvSpPr/>
              <p:nvPr/>
            </p:nvSpPr>
            <p:spPr>
              <a:xfrm>
                <a:off x="6425727" y="5848267"/>
                <a:ext cx="96952" cy="130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790" name="Encre 1049789"/>
              <p14:cNvContentPartPr/>
              <p14:nvPr/>
            </p14:nvContentPartPr>
            <p14:xfrm>
              <a:off x="6191149" y="6025462"/>
              <a:ext cx="125090" cy="184578"/>
            </p14:xfrm>
          </p:contentPart>
        </mc:Choice>
        <mc:Fallback xmlns="">
          <p:sp>
            <p:nvSpPr>
              <p:cNvPr id="1049790" name=""/>
              <p:cNvSpPr/>
              <p:nvPr/>
            </p:nvSpPr>
            <p:spPr>
              <a:xfrm>
                <a:off x="6191149" y="6025462"/>
                <a:ext cx="125090" cy="184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791" name="Encre 1049790"/>
              <p14:cNvContentPartPr/>
              <p14:nvPr/>
            </p14:nvContentPartPr>
            <p14:xfrm>
              <a:off x="6829511" y="5805080"/>
              <a:ext cx="165079" cy="76840"/>
            </p14:xfrm>
          </p:contentPart>
        </mc:Choice>
        <mc:Fallback xmlns="">
          <p:sp>
            <p:nvSpPr>
              <p:cNvPr id="1049791" name=""/>
              <p:cNvSpPr/>
              <p:nvPr/>
            </p:nvSpPr>
            <p:spPr>
              <a:xfrm>
                <a:off x="6829511" y="5805080"/>
                <a:ext cx="165079" cy="76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792" name="Encre 1049791"/>
              <p14:cNvContentPartPr/>
              <p14:nvPr/>
            </p14:nvContentPartPr>
            <p14:xfrm>
              <a:off x="6831001" y="5812278"/>
              <a:ext cx="164203" cy="93351"/>
            </p14:xfrm>
          </p:contentPart>
        </mc:Choice>
        <mc:Fallback xmlns="">
          <p:sp>
            <p:nvSpPr>
              <p:cNvPr id="1049792" name=""/>
              <p:cNvSpPr/>
              <p:nvPr/>
            </p:nvSpPr>
            <p:spPr>
              <a:xfrm>
                <a:off x="6831001" y="5812278"/>
                <a:ext cx="164203" cy="93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793" name="Encre 1049792"/>
              <p14:cNvContentPartPr/>
              <p14:nvPr/>
            </p14:nvContentPartPr>
            <p14:xfrm>
              <a:off x="6818353" y="5819227"/>
              <a:ext cx="7584" cy="105574"/>
            </p14:xfrm>
          </p:contentPart>
        </mc:Choice>
        <mc:Fallback xmlns="">
          <p:sp>
            <p:nvSpPr>
              <p:cNvPr id="1049793" name=""/>
              <p:cNvSpPr/>
              <p:nvPr/>
            </p:nvSpPr>
            <p:spPr>
              <a:xfrm>
                <a:off x="6818353" y="5819227"/>
                <a:ext cx="7584" cy="105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794" name="Encre 1049793"/>
              <p14:cNvContentPartPr/>
              <p14:nvPr/>
            </p14:nvContentPartPr>
            <p14:xfrm>
              <a:off x="6802404" y="5826922"/>
              <a:ext cx="152376" cy="54827"/>
            </p14:xfrm>
          </p:contentPart>
        </mc:Choice>
        <mc:Fallback xmlns="">
          <p:sp>
            <p:nvSpPr>
              <p:cNvPr id="1049794" name=""/>
              <p:cNvSpPr/>
              <p:nvPr/>
            </p:nvSpPr>
            <p:spPr>
              <a:xfrm>
                <a:off x="6802404" y="5826922"/>
                <a:ext cx="152376" cy="54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795" name="Encre 1049794"/>
              <p14:cNvContentPartPr/>
              <p14:nvPr/>
            </p14:nvContentPartPr>
            <p14:xfrm>
              <a:off x="6786391" y="5826922"/>
              <a:ext cx="168389" cy="113827"/>
            </p14:xfrm>
          </p:contentPart>
        </mc:Choice>
        <mc:Fallback xmlns="">
          <p:sp>
            <p:nvSpPr>
              <p:cNvPr id="1049795" name=""/>
              <p:cNvSpPr/>
              <p:nvPr/>
            </p:nvSpPr>
            <p:spPr>
              <a:xfrm>
                <a:off x="6786391" y="5826922"/>
                <a:ext cx="168389" cy="113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796" name="Encre 1049795"/>
              <p14:cNvContentPartPr/>
              <p14:nvPr/>
            </p14:nvContentPartPr>
            <p14:xfrm>
              <a:off x="6784453" y="5797882"/>
              <a:ext cx="12802" cy="75257"/>
            </p14:xfrm>
          </p:contentPart>
        </mc:Choice>
        <mc:Fallback xmlns="">
          <p:sp>
            <p:nvSpPr>
              <p:cNvPr id="1049796" name=""/>
              <p:cNvSpPr/>
              <p:nvPr/>
            </p:nvSpPr>
            <p:spPr>
              <a:xfrm>
                <a:off x="6784453" y="5797882"/>
                <a:ext cx="12802" cy="75257"/>
              </a:xfrm>
            </p:spPr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797" name="Encre 1049796"/>
              <p14:cNvContentPartPr/>
              <p14:nvPr/>
            </p14:nvContentPartPr>
            <p14:xfrm>
              <a:off x="729278" y="616777"/>
              <a:ext cx="200670" cy="308502"/>
            </p14:xfrm>
          </p:contentPart>
        </mc:Choice>
        <mc:Fallback xmlns="">
          <p:sp>
            <p:nvSpPr>
              <p:cNvPr id="1049797" name=""/>
              <p:cNvSpPr/>
              <p:nvPr/>
            </p:nvSpPr>
            <p:spPr>
              <a:xfrm>
                <a:off x="729278" y="616777"/>
                <a:ext cx="200670" cy="308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798" name="Encre 1049797"/>
              <p14:cNvContentPartPr/>
              <p14:nvPr/>
            </p14:nvContentPartPr>
            <p14:xfrm>
              <a:off x="1021749" y="708787"/>
              <a:ext cx="4468" cy="231818"/>
            </p14:xfrm>
          </p:contentPart>
        </mc:Choice>
        <mc:Fallback xmlns="">
          <p:sp>
            <p:nvSpPr>
              <p:cNvPr id="1049798" name=""/>
              <p:cNvSpPr/>
              <p:nvPr/>
            </p:nvSpPr>
            <p:spPr>
              <a:xfrm>
                <a:off x="1021749" y="708787"/>
                <a:ext cx="4468" cy="2318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799" name="Encre 1049798"/>
              <p14:cNvContentPartPr/>
              <p14:nvPr/>
            </p14:nvContentPartPr>
            <p14:xfrm>
              <a:off x="1011656" y="624222"/>
              <a:ext cx="215297" cy="262276"/>
            </p14:xfrm>
          </p:contentPart>
        </mc:Choice>
        <mc:Fallback xmlns="">
          <p:sp>
            <p:nvSpPr>
              <p:cNvPr id="1049799" name=""/>
              <p:cNvSpPr/>
              <p:nvPr/>
            </p:nvSpPr>
            <p:spPr>
              <a:xfrm>
                <a:off x="1011656" y="624222"/>
                <a:ext cx="215297" cy="262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800" name="Encre 1049799"/>
              <p14:cNvContentPartPr/>
              <p14:nvPr/>
            </p14:nvContentPartPr>
            <p14:xfrm>
              <a:off x="933114" y="415146"/>
              <a:ext cx="337404" cy="58099"/>
            </p14:xfrm>
          </p:contentPart>
        </mc:Choice>
        <mc:Fallback xmlns="">
          <p:sp>
            <p:nvSpPr>
              <p:cNvPr id="1049800" name=""/>
              <p:cNvSpPr/>
              <p:nvPr/>
            </p:nvSpPr>
            <p:spPr>
              <a:xfrm>
                <a:off x="933114" y="415146"/>
                <a:ext cx="337404" cy="58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801" name="Encre 1049800"/>
              <p14:cNvContentPartPr/>
              <p14:nvPr/>
            </p14:nvContentPartPr>
            <p14:xfrm>
              <a:off x="1211981" y="357336"/>
              <a:ext cx="103353" cy="198215"/>
            </p14:xfrm>
          </p:contentPart>
        </mc:Choice>
        <mc:Fallback xmlns="">
          <p:sp>
            <p:nvSpPr>
              <p:cNvPr id="1049801" name=""/>
              <p:cNvSpPr/>
              <p:nvPr/>
            </p:nvSpPr>
            <p:spPr>
              <a:xfrm>
                <a:off x="1211981" y="357336"/>
                <a:ext cx="103353" cy="198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802" name="Encre 1049801"/>
              <p14:cNvContentPartPr/>
              <p14:nvPr/>
            </p14:nvContentPartPr>
            <p14:xfrm>
              <a:off x="1554931" y="473245"/>
              <a:ext cx="24019" cy="377729"/>
            </p14:xfrm>
          </p:contentPart>
        </mc:Choice>
        <mc:Fallback xmlns="">
          <p:sp>
            <p:nvSpPr>
              <p:cNvPr id="1049802" name=""/>
              <p:cNvSpPr/>
              <p:nvPr/>
            </p:nvSpPr>
            <p:spPr>
              <a:xfrm>
                <a:off x="1554931" y="473245"/>
                <a:ext cx="24019" cy="377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803" name="Encre 1049802"/>
              <p14:cNvContentPartPr/>
              <p14:nvPr/>
            </p14:nvContentPartPr>
            <p14:xfrm>
              <a:off x="1405246" y="813599"/>
              <a:ext cx="324696" cy="24128"/>
            </p14:xfrm>
          </p:contentPart>
        </mc:Choice>
        <mc:Fallback xmlns="">
          <p:sp>
            <p:nvSpPr>
              <p:cNvPr id="1049803" name=""/>
              <p:cNvSpPr/>
              <p:nvPr/>
            </p:nvSpPr>
            <p:spPr>
              <a:xfrm>
                <a:off x="1405246" y="813599"/>
                <a:ext cx="324696" cy="24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804" name="Encre 1049803"/>
              <p14:cNvContentPartPr/>
              <p14:nvPr/>
            </p14:nvContentPartPr>
            <p14:xfrm>
              <a:off x="1919663" y="408465"/>
              <a:ext cx="258139" cy="434829"/>
            </p14:xfrm>
          </p:contentPart>
        </mc:Choice>
        <mc:Fallback xmlns="">
          <p:sp>
            <p:nvSpPr>
              <p:cNvPr id="1049804" name=""/>
              <p:cNvSpPr/>
              <p:nvPr/>
            </p:nvSpPr>
            <p:spPr>
              <a:xfrm>
                <a:off x="1919663" y="408465"/>
                <a:ext cx="258139" cy="4348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805" name="Encre 1049804"/>
              <p14:cNvContentPartPr/>
              <p14:nvPr/>
            </p14:nvContentPartPr>
            <p14:xfrm>
              <a:off x="2144122" y="732980"/>
              <a:ext cx="178911" cy="154323"/>
            </p14:xfrm>
          </p:contentPart>
        </mc:Choice>
        <mc:Fallback xmlns="">
          <p:sp>
            <p:nvSpPr>
              <p:cNvPr id="1049805" name=""/>
              <p:cNvSpPr/>
              <p:nvPr/>
            </p:nvSpPr>
            <p:spPr>
              <a:xfrm>
                <a:off x="2144122" y="732980"/>
                <a:ext cx="178911" cy="154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806" name="Encre 1049805"/>
              <p14:cNvContentPartPr/>
              <p14:nvPr/>
            </p14:nvContentPartPr>
            <p14:xfrm>
              <a:off x="1862817" y="472618"/>
              <a:ext cx="437643" cy="51755"/>
            </p14:xfrm>
          </p:contentPart>
        </mc:Choice>
        <mc:Fallback xmlns="">
          <p:sp>
            <p:nvSpPr>
              <p:cNvPr id="1049806" name=""/>
              <p:cNvSpPr/>
              <p:nvPr/>
            </p:nvSpPr>
            <p:spPr>
              <a:xfrm>
                <a:off x="1862817" y="472618"/>
                <a:ext cx="437643" cy="51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807" name="Encre 1049806"/>
              <p14:cNvContentPartPr/>
              <p14:nvPr/>
            </p14:nvContentPartPr>
            <p14:xfrm>
              <a:off x="2241846" y="400771"/>
              <a:ext cx="96295" cy="182751"/>
            </p14:xfrm>
          </p:contentPart>
        </mc:Choice>
        <mc:Fallback xmlns="">
          <p:sp>
            <p:nvSpPr>
              <p:cNvPr id="1049807" name=""/>
              <p:cNvSpPr/>
              <p:nvPr/>
            </p:nvSpPr>
            <p:spPr>
              <a:xfrm>
                <a:off x="2241846" y="400771"/>
                <a:ext cx="96295" cy="182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808" name="Encre 1049807"/>
              <p14:cNvContentPartPr/>
              <p14:nvPr/>
            </p14:nvContentPartPr>
            <p14:xfrm>
              <a:off x="2413742" y="480443"/>
              <a:ext cx="85349" cy="418696"/>
            </p14:xfrm>
          </p:contentPart>
        </mc:Choice>
        <mc:Fallback xmlns="">
          <p:sp>
            <p:nvSpPr>
              <p:cNvPr id="1049808" name=""/>
              <p:cNvSpPr/>
              <p:nvPr/>
            </p:nvSpPr>
            <p:spPr>
              <a:xfrm>
                <a:off x="2413742" y="480443"/>
                <a:ext cx="85349" cy="41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809" name="Encre 1049808"/>
              <p14:cNvContentPartPr/>
              <p14:nvPr/>
            </p14:nvContentPartPr>
            <p14:xfrm>
              <a:off x="2526883" y="622890"/>
              <a:ext cx="165589" cy="169303"/>
            </p14:xfrm>
          </p:contentPart>
        </mc:Choice>
        <mc:Fallback xmlns="">
          <p:sp>
            <p:nvSpPr>
              <p:cNvPr id="1049809" name=""/>
              <p:cNvSpPr/>
              <p:nvPr/>
            </p:nvSpPr>
            <p:spPr>
              <a:xfrm>
                <a:off x="2526883" y="622890"/>
                <a:ext cx="165589" cy="169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810" name="Encre 1049809"/>
              <p14:cNvContentPartPr/>
              <p14:nvPr/>
            </p14:nvContentPartPr>
            <p14:xfrm>
              <a:off x="2711582" y="495335"/>
              <a:ext cx="109618" cy="450410"/>
            </p14:xfrm>
          </p:contentPart>
        </mc:Choice>
        <mc:Fallback xmlns="">
          <p:sp>
            <p:nvSpPr>
              <p:cNvPr id="1049810" name=""/>
              <p:cNvSpPr/>
              <p:nvPr/>
            </p:nvSpPr>
            <p:spPr>
              <a:xfrm>
                <a:off x="2711582" y="495335"/>
                <a:ext cx="109618" cy="450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811" name="Encre 1049810"/>
              <p14:cNvContentPartPr/>
              <p14:nvPr/>
            </p14:nvContentPartPr>
            <p14:xfrm>
              <a:off x="2820570" y="705064"/>
              <a:ext cx="50954" cy="260236"/>
            </p14:xfrm>
          </p:contentPart>
        </mc:Choice>
        <mc:Fallback xmlns="">
          <p:sp>
            <p:nvSpPr>
              <p:cNvPr id="1049811" name=""/>
              <p:cNvSpPr/>
              <p:nvPr/>
            </p:nvSpPr>
            <p:spPr>
              <a:xfrm>
                <a:off x="2820570" y="705064"/>
                <a:ext cx="50954" cy="260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812" name="Encre 1049811"/>
              <p14:cNvContentPartPr/>
              <p14:nvPr/>
            </p14:nvContentPartPr>
            <p14:xfrm>
              <a:off x="2842380" y="678086"/>
              <a:ext cx="157524" cy="222559"/>
            </p14:xfrm>
          </p:contentPart>
        </mc:Choice>
        <mc:Fallback xmlns="">
          <p:sp>
            <p:nvSpPr>
              <p:cNvPr id="1049812" name=""/>
              <p:cNvSpPr/>
              <p:nvPr/>
            </p:nvSpPr>
            <p:spPr>
              <a:xfrm>
                <a:off x="2842380" y="678086"/>
                <a:ext cx="157524" cy="222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813" name="Encre 1049812"/>
              <p14:cNvContentPartPr/>
              <p14:nvPr/>
            </p14:nvContentPartPr>
            <p14:xfrm>
              <a:off x="3028585" y="502533"/>
              <a:ext cx="150592" cy="499874"/>
            </p14:xfrm>
          </p:contentPart>
        </mc:Choice>
        <mc:Fallback xmlns="">
          <p:sp>
            <p:nvSpPr>
              <p:cNvPr id="1049813" name=""/>
              <p:cNvSpPr/>
              <p:nvPr/>
            </p:nvSpPr>
            <p:spPr>
              <a:xfrm>
                <a:off x="3028585" y="502533"/>
                <a:ext cx="150592" cy="499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814" name="Encre 1049813"/>
              <p14:cNvContentPartPr/>
              <p14:nvPr/>
            </p14:nvContentPartPr>
            <p14:xfrm>
              <a:off x="833711" y="1389405"/>
              <a:ext cx="249426" cy="310232"/>
            </p14:xfrm>
          </p:contentPart>
        </mc:Choice>
        <mc:Fallback xmlns="">
          <p:sp>
            <p:nvSpPr>
              <p:cNvPr id="1049814" name=""/>
              <p:cNvSpPr/>
              <p:nvPr/>
            </p:nvSpPr>
            <p:spPr>
              <a:xfrm>
                <a:off x="833711" y="1389405"/>
                <a:ext cx="249426" cy="3102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815" name="Encre 1049814"/>
              <p14:cNvContentPartPr/>
              <p14:nvPr/>
            </p14:nvContentPartPr>
            <p14:xfrm>
              <a:off x="804271" y="1283240"/>
              <a:ext cx="235458" cy="2366"/>
            </p14:xfrm>
          </p:contentPart>
        </mc:Choice>
        <mc:Fallback xmlns="">
          <p:sp>
            <p:nvSpPr>
              <p:cNvPr id="1049815" name=""/>
              <p:cNvSpPr/>
              <p:nvPr/>
            </p:nvSpPr>
            <p:spPr>
              <a:xfrm>
                <a:off x="804271" y="1283240"/>
                <a:ext cx="235458" cy="2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816" name="Encre 1049815"/>
              <p14:cNvContentPartPr/>
              <p14:nvPr/>
            </p14:nvContentPartPr>
            <p14:xfrm>
              <a:off x="975915" y="1197774"/>
              <a:ext cx="145427" cy="171950"/>
            </p14:xfrm>
          </p:contentPart>
        </mc:Choice>
        <mc:Fallback xmlns="">
          <p:sp>
            <p:nvSpPr>
              <p:cNvPr id="1049816" name=""/>
              <p:cNvSpPr/>
              <p:nvPr/>
            </p:nvSpPr>
            <p:spPr>
              <a:xfrm>
                <a:off x="975915" y="1197774"/>
                <a:ext cx="145427" cy="171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817" name="Encre 1049816"/>
              <p14:cNvContentPartPr/>
              <p14:nvPr/>
            </p14:nvContentPartPr>
            <p14:xfrm>
              <a:off x="1056748" y="1581955"/>
              <a:ext cx="172883" cy="223826"/>
            </p14:xfrm>
          </p:contentPart>
        </mc:Choice>
        <mc:Fallback xmlns="">
          <p:sp>
            <p:nvSpPr>
              <p:cNvPr id="1049817" name=""/>
              <p:cNvSpPr/>
              <p:nvPr/>
            </p:nvSpPr>
            <p:spPr>
              <a:xfrm>
                <a:off x="1056748" y="1581955"/>
                <a:ext cx="172883" cy="223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818" name="Encre 1049817"/>
              <p14:cNvContentPartPr/>
              <p14:nvPr/>
            </p14:nvContentPartPr>
            <p14:xfrm>
              <a:off x="1244832" y="1487391"/>
              <a:ext cx="81430" cy="334295"/>
            </p14:xfrm>
          </p:contentPart>
        </mc:Choice>
        <mc:Fallback xmlns="">
          <p:sp>
            <p:nvSpPr>
              <p:cNvPr id="1049818" name=""/>
              <p:cNvSpPr/>
              <p:nvPr/>
            </p:nvSpPr>
            <p:spPr>
              <a:xfrm>
                <a:off x="1244832" y="1487391"/>
                <a:ext cx="81430" cy="334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819" name="Encre 1049818"/>
              <p14:cNvContentPartPr/>
              <p14:nvPr/>
            </p14:nvContentPartPr>
            <p14:xfrm>
              <a:off x="1308805" y="1647751"/>
              <a:ext cx="192953" cy="257507"/>
            </p14:xfrm>
          </p:contentPart>
        </mc:Choice>
        <mc:Fallback xmlns="">
          <p:sp>
            <p:nvSpPr>
              <p:cNvPr id="1049819" name=""/>
              <p:cNvSpPr/>
              <p:nvPr/>
            </p:nvSpPr>
            <p:spPr>
              <a:xfrm>
                <a:off x="1308805" y="1647751"/>
                <a:ext cx="192953" cy="257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820" name="Encre 1049819"/>
              <p14:cNvContentPartPr/>
              <p14:nvPr/>
            </p14:nvContentPartPr>
            <p14:xfrm>
              <a:off x="1712793" y="1299007"/>
              <a:ext cx="14194" cy="348266"/>
            </p14:xfrm>
          </p:contentPart>
        </mc:Choice>
        <mc:Fallback xmlns="">
          <p:sp>
            <p:nvSpPr>
              <p:cNvPr id="1049820" name=""/>
              <p:cNvSpPr/>
              <p:nvPr/>
            </p:nvSpPr>
            <p:spPr>
              <a:xfrm>
                <a:off x="1712793" y="1299007"/>
                <a:ext cx="14194" cy="348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821" name="Encre 1049820"/>
              <p14:cNvContentPartPr/>
              <p14:nvPr/>
            </p14:nvContentPartPr>
            <p14:xfrm>
              <a:off x="1541149" y="1608696"/>
              <a:ext cx="405743" cy="30841"/>
            </p14:xfrm>
          </p:contentPart>
        </mc:Choice>
        <mc:Fallback xmlns="">
          <p:sp>
            <p:nvSpPr>
              <p:cNvPr id="1049821" name=""/>
              <p:cNvSpPr/>
              <p:nvPr/>
            </p:nvSpPr>
            <p:spPr>
              <a:xfrm>
                <a:off x="1541149" y="1608696"/>
                <a:ext cx="405743" cy="30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822" name="Encre 1049821"/>
              <p14:cNvContentPartPr/>
              <p14:nvPr/>
            </p14:nvContentPartPr>
            <p14:xfrm>
              <a:off x="2134623" y="1263018"/>
              <a:ext cx="193542" cy="393706"/>
            </p14:xfrm>
          </p:contentPart>
        </mc:Choice>
        <mc:Fallback xmlns="">
          <p:sp>
            <p:nvSpPr>
              <p:cNvPr id="1049822" name=""/>
              <p:cNvSpPr/>
              <p:nvPr/>
            </p:nvSpPr>
            <p:spPr>
              <a:xfrm>
                <a:off x="2134623" y="1263018"/>
                <a:ext cx="193542" cy="393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823" name="Encre 1049822"/>
              <p14:cNvContentPartPr/>
              <p14:nvPr/>
            </p14:nvContentPartPr>
            <p14:xfrm>
              <a:off x="2412294" y="1545470"/>
              <a:ext cx="137920" cy="143187"/>
            </p14:xfrm>
          </p:contentPart>
        </mc:Choice>
        <mc:Fallback xmlns="">
          <p:sp>
            <p:nvSpPr>
              <p:cNvPr id="1049823" name=""/>
              <p:cNvSpPr/>
              <p:nvPr/>
            </p:nvSpPr>
            <p:spPr>
              <a:xfrm>
                <a:off x="2412294" y="1545470"/>
                <a:ext cx="137920" cy="143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824" name="Encre 1049823"/>
              <p14:cNvContentPartPr/>
              <p14:nvPr/>
            </p14:nvContentPartPr>
            <p14:xfrm>
              <a:off x="2091823" y="1298667"/>
              <a:ext cx="359122" cy="58418"/>
            </p14:xfrm>
          </p:contentPart>
        </mc:Choice>
        <mc:Fallback xmlns="">
          <p:sp>
            <p:nvSpPr>
              <p:cNvPr id="1049824" name=""/>
              <p:cNvSpPr/>
              <p:nvPr/>
            </p:nvSpPr>
            <p:spPr>
              <a:xfrm>
                <a:off x="2091823" y="1298667"/>
                <a:ext cx="359122" cy="58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825" name="Encre 1049824"/>
              <p14:cNvContentPartPr/>
              <p14:nvPr/>
            </p14:nvContentPartPr>
            <p14:xfrm>
              <a:off x="2384809" y="1219335"/>
              <a:ext cx="116023" cy="148671"/>
            </p14:xfrm>
          </p:contentPart>
        </mc:Choice>
        <mc:Fallback xmlns="">
          <p:sp>
            <p:nvSpPr>
              <p:cNvPr id="1049825" name=""/>
              <p:cNvSpPr/>
              <p:nvPr/>
            </p:nvSpPr>
            <p:spPr>
              <a:xfrm>
                <a:off x="2384809" y="1219335"/>
                <a:ext cx="116023" cy="148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826" name="Encre 1049825"/>
              <p14:cNvContentPartPr/>
              <p14:nvPr/>
            </p14:nvContentPartPr>
            <p14:xfrm>
              <a:off x="2653491" y="1248374"/>
              <a:ext cx="81666" cy="443797"/>
            </p14:xfrm>
          </p:contentPart>
        </mc:Choice>
        <mc:Fallback xmlns="">
          <p:sp>
            <p:nvSpPr>
              <p:cNvPr id="1049826" name=""/>
              <p:cNvSpPr/>
              <p:nvPr/>
            </p:nvSpPr>
            <p:spPr>
              <a:xfrm>
                <a:off x="2653491" y="1248374"/>
                <a:ext cx="81666" cy="443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827" name="Encre 1049826"/>
              <p14:cNvContentPartPr/>
              <p14:nvPr/>
            </p14:nvContentPartPr>
            <p14:xfrm>
              <a:off x="2775147" y="1347635"/>
              <a:ext cx="164456" cy="203200"/>
            </p14:xfrm>
          </p:contentPart>
        </mc:Choice>
        <mc:Fallback xmlns="">
          <p:sp>
            <p:nvSpPr>
              <p:cNvPr id="1049827" name=""/>
              <p:cNvSpPr/>
              <p:nvPr/>
            </p:nvSpPr>
            <p:spPr>
              <a:xfrm>
                <a:off x="2775147" y="1347635"/>
                <a:ext cx="164456" cy="2032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828" name="Encre 1049827"/>
              <p14:cNvContentPartPr/>
              <p14:nvPr/>
            </p14:nvContentPartPr>
            <p14:xfrm>
              <a:off x="2972936" y="1277662"/>
              <a:ext cx="91389" cy="335687"/>
            </p14:xfrm>
          </p:contentPart>
        </mc:Choice>
        <mc:Fallback xmlns="">
          <p:sp>
            <p:nvSpPr>
              <p:cNvPr id="1049828" name=""/>
              <p:cNvSpPr/>
              <p:nvPr/>
            </p:nvSpPr>
            <p:spPr>
              <a:xfrm>
                <a:off x="2972936" y="1277662"/>
                <a:ext cx="91389" cy="335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829" name="Encre 1049828"/>
              <p14:cNvContentPartPr/>
              <p14:nvPr/>
            </p14:nvContentPartPr>
            <p14:xfrm>
              <a:off x="3049999" y="1388543"/>
              <a:ext cx="185483" cy="259484"/>
            </p14:xfrm>
          </p:contentPart>
        </mc:Choice>
        <mc:Fallback xmlns="">
          <p:sp>
            <p:nvSpPr>
              <p:cNvPr id="1049829" name=""/>
              <p:cNvSpPr/>
              <p:nvPr/>
            </p:nvSpPr>
            <p:spPr>
              <a:xfrm>
                <a:off x="3049999" y="1388543"/>
                <a:ext cx="185483" cy="2594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830" name="Encre 1049829"/>
              <p14:cNvContentPartPr/>
              <p14:nvPr/>
            </p14:nvContentPartPr>
            <p14:xfrm>
              <a:off x="3243030" y="1255572"/>
              <a:ext cx="128168" cy="391280"/>
            </p14:xfrm>
          </p:contentPart>
        </mc:Choice>
        <mc:Fallback xmlns="">
          <p:sp>
            <p:nvSpPr>
              <p:cNvPr id="1049830" name=""/>
              <p:cNvSpPr/>
              <p:nvPr/>
            </p:nvSpPr>
            <p:spPr>
              <a:xfrm>
                <a:off x="3243030" y="1255572"/>
                <a:ext cx="128168" cy="391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831" name="Encre 1049830"/>
              <p14:cNvContentPartPr/>
              <p14:nvPr/>
            </p14:nvContentPartPr>
            <p14:xfrm>
              <a:off x="3567624" y="640284"/>
              <a:ext cx="104422" cy="1116758"/>
            </p14:xfrm>
          </p:contentPart>
        </mc:Choice>
        <mc:Fallback xmlns="">
          <p:sp>
            <p:nvSpPr>
              <p:cNvPr id="1049831" name=""/>
              <p:cNvSpPr/>
              <p:nvPr/>
            </p:nvSpPr>
            <p:spPr>
              <a:xfrm>
                <a:off x="3567624" y="640284"/>
                <a:ext cx="104422" cy="1116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832" name="Encre 1049831"/>
              <p14:cNvContentPartPr/>
              <p14:nvPr/>
            </p14:nvContentPartPr>
            <p14:xfrm>
              <a:off x="3865185" y="1036730"/>
              <a:ext cx="199806" cy="16062"/>
            </p14:xfrm>
          </p:contentPart>
        </mc:Choice>
        <mc:Fallback xmlns="">
          <p:sp>
            <p:nvSpPr>
              <p:cNvPr id="1049832" name=""/>
              <p:cNvSpPr/>
              <p:nvPr/>
            </p:nvSpPr>
            <p:spPr>
              <a:xfrm>
                <a:off x="3865185" y="1036730"/>
                <a:ext cx="199806" cy="16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833" name="Encre 1049832"/>
              <p14:cNvContentPartPr/>
              <p14:nvPr/>
            </p14:nvContentPartPr>
            <p14:xfrm>
              <a:off x="3915487" y="1117143"/>
              <a:ext cx="169493" cy="29965"/>
            </p14:xfrm>
          </p:contentPart>
        </mc:Choice>
        <mc:Fallback xmlns="">
          <p:sp>
            <p:nvSpPr>
              <p:cNvPr id="1049833" name=""/>
              <p:cNvSpPr/>
              <p:nvPr/>
            </p:nvSpPr>
            <p:spPr>
              <a:xfrm>
                <a:off x="3915487" y="1117143"/>
                <a:ext cx="169493" cy="29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834" name="Encre 1049833"/>
              <p14:cNvContentPartPr/>
              <p14:nvPr/>
            </p14:nvContentPartPr>
            <p14:xfrm>
              <a:off x="4065510" y="958725"/>
              <a:ext cx="111194" cy="225294"/>
            </p14:xfrm>
          </p:contentPart>
        </mc:Choice>
        <mc:Fallback xmlns="">
          <p:sp>
            <p:nvSpPr>
              <p:cNvPr id="1049834" name=""/>
              <p:cNvSpPr/>
              <p:nvPr/>
            </p:nvSpPr>
            <p:spPr>
              <a:xfrm>
                <a:off x="4065510" y="958725"/>
                <a:ext cx="111194" cy="225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835" name="Encre 1049834"/>
              <p14:cNvContentPartPr/>
              <p14:nvPr/>
            </p14:nvContentPartPr>
            <p14:xfrm>
              <a:off x="4476934" y="860127"/>
              <a:ext cx="202389" cy="201724"/>
            </p14:xfrm>
          </p:contentPart>
        </mc:Choice>
        <mc:Fallback xmlns="">
          <p:sp>
            <p:nvSpPr>
              <p:cNvPr id="1049835" name=""/>
              <p:cNvSpPr/>
              <p:nvPr/>
            </p:nvSpPr>
            <p:spPr>
              <a:xfrm>
                <a:off x="4476934" y="860127"/>
                <a:ext cx="202389" cy="201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836" name="Encre 1049835"/>
              <p14:cNvContentPartPr/>
              <p14:nvPr/>
            </p14:nvContentPartPr>
            <p14:xfrm>
              <a:off x="4714325" y="879052"/>
              <a:ext cx="37762" cy="209938"/>
            </p14:xfrm>
          </p:contentPart>
        </mc:Choice>
        <mc:Fallback xmlns="">
          <p:sp>
            <p:nvSpPr>
              <p:cNvPr id="1049836" name=""/>
              <p:cNvSpPr/>
              <p:nvPr/>
            </p:nvSpPr>
            <p:spPr>
              <a:xfrm>
                <a:off x="4714325" y="879052"/>
                <a:ext cx="37762" cy="209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837" name="Encre 1049836"/>
              <p14:cNvContentPartPr/>
              <p14:nvPr/>
            </p14:nvContentPartPr>
            <p14:xfrm>
              <a:off x="4730466" y="882337"/>
              <a:ext cx="183522" cy="203244"/>
            </p14:xfrm>
          </p:contentPart>
        </mc:Choice>
        <mc:Fallback xmlns="">
          <p:sp>
            <p:nvSpPr>
              <p:cNvPr id="1049837" name=""/>
              <p:cNvSpPr/>
              <p:nvPr/>
            </p:nvSpPr>
            <p:spPr>
              <a:xfrm>
                <a:off x="4730466" y="882337"/>
                <a:ext cx="183522" cy="203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838" name="Encre 1049837"/>
              <p14:cNvContentPartPr/>
              <p14:nvPr/>
            </p14:nvContentPartPr>
            <p14:xfrm>
              <a:off x="4651924" y="721282"/>
              <a:ext cx="270740" cy="15622"/>
            </p14:xfrm>
          </p:contentPart>
        </mc:Choice>
        <mc:Fallback xmlns="">
          <p:sp>
            <p:nvSpPr>
              <p:cNvPr id="1049838" name=""/>
              <p:cNvSpPr/>
              <p:nvPr/>
            </p:nvSpPr>
            <p:spPr>
              <a:xfrm>
                <a:off x="4651924" y="721282"/>
                <a:ext cx="270740" cy="15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839" name="Encre 1049838"/>
              <p14:cNvContentPartPr/>
              <p14:nvPr/>
            </p14:nvContentPartPr>
            <p14:xfrm>
              <a:off x="4845189" y="676025"/>
              <a:ext cx="107222" cy="108711"/>
            </p14:xfrm>
          </p:contentPart>
        </mc:Choice>
        <mc:Fallback xmlns="">
          <p:sp>
            <p:nvSpPr>
              <p:cNvPr id="1049839" name=""/>
              <p:cNvSpPr/>
              <p:nvPr/>
            </p:nvSpPr>
            <p:spPr>
              <a:xfrm>
                <a:off x="4845189" y="676025"/>
                <a:ext cx="107222" cy="108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840" name="Encre 1049839"/>
              <p14:cNvContentPartPr/>
              <p14:nvPr/>
            </p14:nvContentPartPr>
            <p14:xfrm>
              <a:off x="5032390" y="748499"/>
              <a:ext cx="112845" cy="434939"/>
            </p14:xfrm>
          </p:contentPart>
        </mc:Choice>
        <mc:Fallback xmlns="">
          <p:sp>
            <p:nvSpPr>
              <p:cNvPr id="1049840" name=""/>
              <p:cNvSpPr/>
              <p:nvPr/>
            </p:nvSpPr>
            <p:spPr>
              <a:xfrm>
                <a:off x="5032390" y="748499"/>
                <a:ext cx="112845" cy="434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841" name="Encre 1049840"/>
              <p14:cNvContentPartPr/>
              <p14:nvPr/>
            </p14:nvContentPartPr>
            <p14:xfrm>
              <a:off x="5150651" y="820974"/>
              <a:ext cx="98514" cy="238105"/>
            </p14:xfrm>
          </p:contentPart>
        </mc:Choice>
        <mc:Fallback xmlns="">
          <p:sp>
            <p:nvSpPr>
              <p:cNvPr id="1049841" name=""/>
              <p:cNvSpPr/>
              <p:nvPr/>
            </p:nvSpPr>
            <p:spPr>
              <a:xfrm>
                <a:off x="5150651" y="820974"/>
                <a:ext cx="98514" cy="238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842" name="Encre 1049841"/>
              <p14:cNvContentPartPr/>
              <p14:nvPr/>
            </p14:nvContentPartPr>
            <p14:xfrm>
              <a:off x="5109495" y="911912"/>
              <a:ext cx="170327" cy="75603"/>
            </p14:xfrm>
          </p:contentPart>
        </mc:Choice>
        <mc:Fallback xmlns="">
          <p:sp>
            <p:nvSpPr>
              <p:cNvPr id="1049842" name=""/>
              <p:cNvSpPr/>
              <p:nvPr/>
            </p:nvSpPr>
            <p:spPr>
              <a:xfrm>
                <a:off x="5109495" y="911912"/>
                <a:ext cx="170327" cy="75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843" name="Encre 1049842"/>
              <p14:cNvContentPartPr/>
              <p14:nvPr/>
            </p14:nvContentPartPr>
            <p14:xfrm>
              <a:off x="5338364" y="806826"/>
              <a:ext cx="59661" cy="306011"/>
            </p14:xfrm>
          </p:contentPart>
        </mc:Choice>
        <mc:Fallback xmlns="">
          <p:sp>
            <p:nvSpPr>
              <p:cNvPr id="1049843" name=""/>
              <p:cNvSpPr/>
              <p:nvPr/>
            </p:nvSpPr>
            <p:spPr>
              <a:xfrm>
                <a:off x="5338364" y="806826"/>
                <a:ext cx="59661" cy="3060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844" name="Encre 1049843"/>
              <p14:cNvContentPartPr/>
              <p14:nvPr/>
            </p14:nvContentPartPr>
            <p14:xfrm>
              <a:off x="5552946" y="789868"/>
              <a:ext cx="343913" cy="285014"/>
            </p14:xfrm>
          </p:contentPart>
        </mc:Choice>
        <mc:Fallback xmlns="">
          <p:sp>
            <p:nvSpPr>
              <p:cNvPr id="1049844" name=""/>
              <p:cNvSpPr/>
              <p:nvPr/>
            </p:nvSpPr>
            <p:spPr>
              <a:xfrm>
                <a:off x="5552946" y="789868"/>
                <a:ext cx="343913" cy="285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845" name="Encre 1049844"/>
              <p14:cNvContentPartPr/>
              <p14:nvPr/>
            </p14:nvContentPartPr>
            <p14:xfrm>
              <a:off x="6025077" y="803415"/>
              <a:ext cx="298085" cy="241400"/>
            </p14:xfrm>
          </p:contentPart>
        </mc:Choice>
        <mc:Fallback xmlns="">
          <p:sp>
            <p:nvSpPr>
              <p:cNvPr id="1049845" name=""/>
              <p:cNvSpPr/>
              <p:nvPr/>
            </p:nvSpPr>
            <p:spPr>
              <a:xfrm>
                <a:off x="6025077" y="803415"/>
                <a:ext cx="298085" cy="241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846" name="Encre 1049845"/>
              <p14:cNvContentPartPr/>
              <p14:nvPr/>
            </p14:nvContentPartPr>
            <p14:xfrm>
              <a:off x="6032137" y="675549"/>
              <a:ext cx="274734" cy="58554"/>
            </p14:xfrm>
          </p:contentPart>
        </mc:Choice>
        <mc:Fallback xmlns="">
          <p:sp>
            <p:nvSpPr>
              <p:cNvPr id="1049846" name=""/>
              <p:cNvSpPr/>
              <p:nvPr/>
            </p:nvSpPr>
            <p:spPr>
              <a:xfrm>
                <a:off x="6032137" y="675549"/>
                <a:ext cx="274734" cy="58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847" name="Encre 1049846"/>
              <p14:cNvContentPartPr/>
              <p14:nvPr/>
            </p14:nvContentPartPr>
            <p14:xfrm>
              <a:off x="6232462" y="604047"/>
              <a:ext cx="143117" cy="174649"/>
            </p14:xfrm>
          </p:contentPart>
        </mc:Choice>
        <mc:Fallback xmlns="">
          <p:sp>
            <p:nvSpPr>
              <p:cNvPr id="1049847" name=""/>
              <p:cNvSpPr/>
              <p:nvPr/>
            </p:nvSpPr>
            <p:spPr>
              <a:xfrm>
                <a:off x="6232462" y="604047"/>
                <a:ext cx="143117" cy="174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848" name="Encre 1049847"/>
              <p14:cNvContentPartPr/>
              <p14:nvPr/>
            </p14:nvContentPartPr>
            <p14:xfrm>
              <a:off x="6251136" y="1012780"/>
              <a:ext cx="214333" cy="185455"/>
            </p14:xfrm>
          </p:contentPart>
        </mc:Choice>
        <mc:Fallback xmlns="">
          <p:sp>
            <p:nvSpPr>
              <p:cNvPr id="1049848" name=""/>
              <p:cNvSpPr/>
              <p:nvPr/>
            </p:nvSpPr>
            <p:spPr>
              <a:xfrm>
                <a:off x="6251136" y="1012780"/>
                <a:ext cx="214333" cy="185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849" name="Encre 1049848"/>
              <p14:cNvContentPartPr/>
              <p14:nvPr/>
            </p14:nvContentPartPr>
            <p14:xfrm>
              <a:off x="6477080" y="915538"/>
              <a:ext cx="84551" cy="394205"/>
            </p14:xfrm>
          </p:contentPart>
        </mc:Choice>
        <mc:Fallback xmlns="">
          <p:sp>
            <p:nvSpPr>
              <p:cNvPr id="1049849" name=""/>
              <p:cNvSpPr/>
              <p:nvPr/>
            </p:nvSpPr>
            <p:spPr>
              <a:xfrm>
                <a:off x="6477080" y="915538"/>
                <a:ext cx="84551" cy="394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850" name="Encre 1049849"/>
              <p14:cNvContentPartPr/>
              <p14:nvPr/>
            </p14:nvContentPartPr>
            <p14:xfrm>
              <a:off x="6555067" y="1039075"/>
              <a:ext cx="170508" cy="261643"/>
            </p14:xfrm>
          </p:contentPart>
        </mc:Choice>
        <mc:Fallback xmlns="">
          <p:sp>
            <p:nvSpPr>
              <p:cNvPr id="1049850" name=""/>
              <p:cNvSpPr/>
              <p:nvPr/>
            </p:nvSpPr>
            <p:spPr>
              <a:xfrm>
                <a:off x="6555067" y="1039075"/>
                <a:ext cx="170508" cy="261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851" name="Encre 1049850"/>
              <p14:cNvContentPartPr/>
              <p14:nvPr/>
            </p14:nvContentPartPr>
            <p14:xfrm>
              <a:off x="6791314" y="811542"/>
              <a:ext cx="111334" cy="320304"/>
            </p14:xfrm>
          </p:contentPart>
        </mc:Choice>
        <mc:Fallback xmlns="">
          <p:sp>
            <p:nvSpPr>
              <p:cNvPr id="1049851" name=""/>
              <p:cNvSpPr/>
              <p:nvPr/>
            </p:nvSpPr>
            <p:spPr>
              <a:xfrm>
                <a:off x="6791314" y="811542"/>
                <a:ext cx="111334" cy="320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852" name="Encre 1049851"/>
              <p14:cNvContentPartPr/>
              <p14:nvPr/>
            </p14:nvContentPartPr>
            <p14:xfrm>
              <a:off x="6906908" y="820974"/>
              <a:ext cx="77066" cy="245845"/>
            </p14:xfrm>
          </p:contentPart>
        </mc:Choice>
        <mc:Fallback xmlns="">
          <p:sp>
            <p:nvSpPr>
              <p:cNvPr id="1049852" name=""/>
              <p:cNvSpPr/>
              <p:nvPr/>
            </p:nvSpPr>
            <p:spPr>
              <a:xfrm>
                <a:off x="6906908" y="820974"/>
                <a:ext cx="77066" cy="2458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853" name="Encre 1049852"/>
              <p14:cNvContentPartPr/>
              <p14:nvPr/>
            </p14:nvContentPartPr>
            <p14:xfrm>
              <a:off x="6883298" y="924240"/>
              <a:ext cx="118686" cy="56077"/>
            </p14:xfrm>
          </p:contentPart>
        </mc:Choice>
        <mc:Fallback xmlns="">
          <p:sp>
            <p:nvSpPr>
              <p:cNvPr id="1049853" name=""/>
              <p:cNvSpPr/>
              <p:nvPr/>
            </p:nvSpPr>
            <p:spPr>
              <a:xfrm>
                <a:off x="6883298" y="924240"/>
                <a:ext cx="118686" cy="56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854" name="Encre 1049853"/>
              <p14:cNvContentPartPr/>
              <p14:nvPr/>
            </p14:nvContentPartPr>
            <p14:xfrm>
              <a:off x="7076563" y="813776"/>
              <a:ext cx="47297" cy="309176"/>
            </p14:xfrm>
          </p:contentPart>
        </mc:Choice>
        <mc:Fallback xmlns="">
          <p:sp>
            <p:nvSpPr>
              <p:cNvPr id="1049854" name=""/>
              <p:cNvSpPr/>
              <p:nvPr/>
            </p:nvSpPr>
            <p:spPr>
              <a:xfrm>
                <a:off x="7076563" y="813776"/>
                <a:ext cx="47297" cy="3091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855" name="Encre 1049854"/>
              <p14:cNvContentPartPr/>
              <p14:nvPr/>
            </p14:nvContentPartPr>
            <p14:xfrm>
              <a:off x="7376610" y="931524"/>
              <a:ext cx="325546" cy="193742"/>
            </p14:xfrm>
          </p:contentPart>
        </mc:Choice>
        <mc:Fallback xmlns="">
          <p:sp>
            <p:nvSpPr>
              <p:cNvPr id="1049855" name=""/>
              <p:cNvSpPr/>
              <p:nvPr/>
            </p:nvSpPr>
            <p:spPr>
              <a:xfrm>
                <a:off x="7376610" y="931524"/>
                <a:ext cx="325546" cy="193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856" name="Encre 1049855"/>
              <p14:cNvContentPartPr/>
              <p14:nvPr/>
            </p14:nvContentPartPr>
            <p14:xfrm>
              <a:off x="7848742" y="647233"/>
              <a:ext cx="34301" cy="430241"/>
            </p14:xfrm>
          </p:contentPart>
        </mc:Choice>
        <mc:Fallback xmlns="">
          <p:sp>
            <p:nvSpPr>
              <p:cNvPr id="1049856" name=""/>
              <p:cNvSpPr/>
              <p:nvPr/>
            </p:nvSpPr>
            <p:spPr>
              <a:xfrm>
                <a:off x="7848742" y="647233"/>
                <a:ext cx="34301" cy="4302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857" name="Encre 1049856"/>
              <p14:cNvContentPartPr/>
              <p14:nvPr/>
            </p14:nvContentPartPr>
            <p14:xfrm>
              <a:off x="7848742" y="893245"/>
              <a:ext cx="281989" cy="135938"/>
            </p14:xfrm>
          </p:contentPart>
        </mc:Choice>
        <mc:Fallback xmlns="">
          <p:sp>
            <p:nvSpPr>
              <p:cNvPr id="1049857" name=""/>
              <p:cNvSpPr/>
              <p:nvPr/>
            </p:nvSpPr>
            <p:spPr>
              <a:xfrm>
                <a:off x="7848742" y="893245"/>
                <a:ext cx="281989" cy="135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858" name="Encre 1049857"/>
              <p14:cNvContentPartPr/>
              <p14:nvPr/>
            </p14:nvContentPartPr>
            <p14:xfrm>
              <a:off x="8190934" y="920919"/>
              <a:ext cx="124428" cy="125261"/>
            </p14:xfrm>
          </p:contentPart>
        </mc:Choice>
        <mc:Fallback xmlns="">
          <p:sp>
            <p:nvSpPr>
              <p:cNvPr id="1049858" name=""/>
              <p:cNvSpPr/>
              <p:nvPr/>
            </p:nvSpPr>
            <p:spPr>
              <a:xfrm>
                <a:off x="8190934" y="920919"/>
                <a:ext cx="124428" cy="125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859" name="Encre 1049858"/>
              <p14:cNvContentPartPr/>
              <p14:nvPr/>
            </p14:nvContentPartPr>
            <p14:xfrm>
              <a:off x="8394182" y="844051"/>
              <a:ext cx="556951" cy="202101"/>
            </p14:xfrm>
          </p:contentPart>
        </mc:Choice>
        <mc:Fallback xmlns="">
          <p:sp>
            <p:nvSpPr>
              <p:cNvPr id="1049859" name=""/>
              <p:cNvSpPr/>
              <p:nvPr/>
            </p:nvSpPr>
            <p:spPr>
              <a:xfrm>
                <a:off x="8394182" y="844051"/>
                <a:ext cx="556951" cy="2021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860" name="Encre 1049859"/>
              <p14:cNvContentPartPr/>
              <p14:nvPr/>
            </p14:nvContentPartPr>
            <p14:xfrm>
              <a:off x="8885666" y="872572"/>
              <a:ext cx="418412" cy="189155"/>
            </p14:xfrm>
          </p:contentPart>
        </mc:Choice>
        <mc:Fallback xmlns="">
          <p:sp>
            <p:nvSpPr>
              <p:cNvPr id="1049860" name=""/>
              <p:cNvSpPr/>
              <p:nvPr/>
            </p:nvSpPr>
            <p:spPr>
              <a:xfrm>
                <a:off x="8885666" y="872572"/>
                <a:ext cx="418412" cy="189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861" name="Encre 1049860"/>
              <p14:cNvContentPartPr/>
              <p14:nvPr/>
            </p14:nvContentPartPr>
            <p14:xfrm>
              <a:off x="9371918" y="697866"/>
              <a:ext cx="16276" cy="362167"/>
            </p14:xfrm>
          </p:contentPart>
        </mc:Choice>
        <mc:Fallback xmlns="">
          <p:sp>
            <p:nvSpPr>
              <p:cNvPr id="1049861" name=""/>
              <p:cNvSpPr/>
              <p:nvPr/>
            </p:nvSpPr>
            <p:spPr>
              <a:xfrm>
                <a:off x="9371918" y="697866"/>
                <a:ext cx="16276" cy="3621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862" name="Encre 1049861"/>
              <p14:cNvContentPartPr/>
              <p14:nvPr/>
            </p14:nvContentPartPr>
            <p14:xfrm>
              <a:off x="9322057" y="857211"/>
              <a:ext cx="192824" cy="36237"/>
            </p14:xfrm>
          </p:contentPart>
        </mc:Choice>
        <mc:Fallback xmlns="">
          <p:sp>
            <p:nvSpPr>
              <p:cNvPr id="1049862" name=""/>
              <p:cNvSpPr/>
              <p:nvPr/>
            </p:nvSpPr>
            <p:spPr>
              <a:xfrm>
                <a:off x="9322057" y="857211"/>
                <a:ext cx="192824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863" name="Encre 1049862"/>
              <p14:cNvContentPartPr/>
              <p14:nvPr/>
            </p14:nvContentPartPr>
            <p14:xfrm>
              <a:off x="9693408" y="758788"/>
              <a:ext cx="200502" cy="287767"/>
            </p14:xfrm>
          </p:contentPart>
        </mc:Choice>
        <mc:Fallback xmlns="">
          <p:sp>
            <p:nvSpPr>
              <p:cNvPr id="1049863" name=""/>
              <p:cNvSpPr/>
              <p:nvPr/>
            </p:nvSpPr>
            <p:spPr>
              <a:xfrm>
                <a:off x="9693408" y="758788"/>
                <a:ext cx="200502" cy="287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864" name="Encre 1049863"/>
              <p14:cNvContentPartPr/>
              <p14:nvPr/>
            </p14:nvContentPartPr>
            <p14:xfrm>
              <a:off x="9915870" y="900646"/>
              <a:ext cx="578833" cy="197229"/>
            </p14:xfrm>
          </p:contentPart>
        </mc:Choice>
        <mc:Fallback xmlns="">
          <p:sp>
            <p:nvSpPr>
              <p:cNvPr id="1049864" name=""/>
              <p:cNvSpPr/>
              <p:nvPr/>
            </p:nvSpPr>
            <p:spPr>
              <a:xfrm>
                <a:off x="9915870" y="900646"/>
                <a:ext cx="578833" cy="197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865" name="Encre 1049864"/>
              <p14:cNvContentPartPr/>
              <p14:nvPr/>
            </p14:nvContentPartPr>
            <p14:xfrm>
              <a:off x="10637849" y="734103"/>
              <a:ext cx="203021" cy="341031"/>
            </p14:xfrm>
          </p:contentPart>
        </mc:Choice>
        <mc:Fallback xmlns="">
          <p:sp>
            <p:nvSpPr>
              <p:cNvPr id="1049865" name=""/>
              <p:cNvSpPr/>
              <p:nvPr/>
            </p:nvSpPr>
            <p:spPr>
              <a:xfrm>
                <a:off x="10637849" y="734103"/>
                <a:ext cx="203021" cy="341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866" name="Encre 1049865"/>
              <p14:cNvContentPartPr/>
              <p14:nvPr/>
            </p14:nvContentPartPr>
            <p14:xfrm>
              <a:off x="11074240" y="944081"/>
              <a:ext cx="22604" cy="289785"/>
            </p14:xfrm>
          </p:contentPart>
        </mc:Choice>
        <mc:Fallback xmlns="">
          <p:sp>
            <p:nvSpPr>
              <p:cNvPr id="1049866" name=""/>
              <p:cNvSpPr/>
              <p:nvPr/>
            </p:nvSpPr>
            <p:spPr>
              <a:xfrm>
                <a:off x="11074240" y="944081"/>
                <a:ext cx="22604" cy="289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867" name="Encre 1049866"/>
              <p14:cNvContentPartPr/>
              <p14:nvPr/>
            </p14:nvContentPartPr>
            <p14:xfrm>
              <a:off x="11052619" y="966288"/>
              <a:ext cx="158596" cy="124645"/>
            </p14:xfrm>
          </p:contentPart>
        </mc:Choice>
        <mc:Fallback xmlns="">
          <p:sp>
            <p:nvSpPr>
              <p:cNvPr id="1049867" name=""/>
              <p:cNvSpPr/>
              <p:nvPr/>
            </p:nvSpPr>
            <p:spPr>
              <a:xfrm>
                <a:off x="11052619" y="966288"/>
                <a:ext cx="158596" cy="124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868" name="Encre 1049867"/>
              <p14:cNvContentPartPr/>
              <p14:nvPr/>
            </p14:nvContentPartPr>
            <p14:xfrm>
              <a:off x="11260928" y="748251"/>
              <a:ext cx="27757" cy="355174"/>
            </p14:xfrm>
          </p:contentPart>
        </mc:Choice>
        <mc:Fallback xmlns="">
          <p:sp>
            <p:nvSpPr>
              <p:cNvPr id="1049868" name=""/>
              <p:cNvSpPr/>
              <p:nvPr/>
            </p:nvSpPr>
            <p:spPr>
              <a:xfrm>
                <a:off x="11260928" y="748251"/>
                <a:ext cx="27757" cy="355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869" name="Encre 1049868"/>
              <p14:cNvContentPartPr/>
              <p14:nvPr/>
            </p14:nvContentPartPr>
            <p14:xfrm>
              <a:off x="11314875" y="922487"/>
              <a:ext cx="395639" cy="161022"/>
            </p14:xfrm>
          </p:contentPart>
        </mc:Choice>
        <mc:Fallback xmlns="">
          <p:sp>
            <p:nvSpPr>
              <p:cNvPr id="1049869" name=""/>
              <p:cNvSpPr/>
              <p:nvPr/>
            </p:nvSpPr>
            <p:spPr>
              <a:xfrm>
                <a:off x="11314875" y="922487"/>
                <a:ext cx="395639" cy="161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870" name="Encre 1049869"/>
              <p14:cNvContentPartPr/>
              <p14:nvPr/>
            </p14:nvContentPartPr>
            <p14:xfrm>
              <a:off x="11820453" y="1045595"/>
              <a:ext cx="33025" cy="128131"/>
            </p14:xfrm>
          </p:contentPart>
        </mc:Choice>
        <mc:Fallback xmlns="">
          <p:sp>
            <p:nvSpPr>
              <p:cNvPr id="1049870" name=""/>
              <p:cNvSpPr/>
              <p:nvPr/>
            </p:nvSpPr>
            <p:spPr>
              <a:xfrm>
                <a:off x="11820453" y="1045595"/>
                <a:ext cx="33025" cy="128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871" name="Encre 1049870"/>
              <p14:cNvContentPartPr/>
              <p14:nvPr/>
            </p14:nvContentPartPr>
            <p14:xfrm>
              <a:off x="4522267" y="1782749"/>
              <a:ext cx="140035" cy="242537"/>
            </p14:xfrm>
          </p:contentPart>
        </mc:Choice>
        <mc:Fallback xmlns="">
          <p:sp>
            <p:nvSpPr>
              <p:cNvPr id="1049871" name=""/>
              <p:cNvSpPr/>
              <p:nvPr/>
            </p:nvSpPr>
            <p:spPr>
              <a:xfrm>
                <a:off x="4522267" y="1782749"/>
                <a:ext cx="140035" cy="242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872" name="Encre 1049871"/>
              <p14:cNvContentPartPr/>
              <p14:nvPr/>
            </p14:nvContentPartPr>
            <p14:xfrm>
              <a:off x="4665523" y="1611987"/>
              <a:ext cx="299532" cy="351412"/>
            </p14:xfrm>
          </p:contentPart>
        </mc:Choice>
        <mc:Fallback xmlns="">
          <p:sp>
            <p:nvSpPr>
              <p:cNvPr id="1049872" name=""/>
              <p:cNvSpPr/>
              <p:nvPr/>
            </p:nvSpPr>
            <p:spPr>
              <a:xfrm>
                <a:off x="4665523" y="1611987"/>
                <a:ext cx="299532" cy="351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873" name="Encre 1049872"/>
              <p14:cNvContentPartPr/>
              <p14:nvPr/>
            </p14:nvContentPartPr>
            <p14:xfrm>
              <a:off x="4864137" y="1556390"/>
              <a:ext cx="102836" cy="96099"/>
            </p14:xfrm>
          </p:contentPart>
        </mc:Choice>
        <mc:Fallback xmlns="">
          <p:sp>
            <p:nvSpPr>
              <p:cNvPr id="1049873" name=""/>
              <p:cNvSpPr/>
              <p:nvPr/>
            </p:nvSpPr>
            <p:spPr>
              <a:xfrm>
                <a:off x="4864137" y="1556390"/>
                <a:ext cx="102836" cy="96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874" name="Encre 1049873"/>
              <p14:cNvContentPartPr/>
              <p14:nvPr/>
            </p14:nvContentPartPr>
            <p14:xfrm>
              <a:off x="4981873" y="1642175"/>
              <a:ext cx="615911" cy="554175"/>
            </p14:xfrm>
          </p:contentPart>
        </mc:Choice>
        <mc:Fallback xmlns="">
          <p:sp>
            <p:nvSpPr>
              <p:cNvPr id="1049874" name=""/>
              <p:cNvSpPr/>
              <p:nvPr/>
            </p:nvSpPr>
            <p:spPr>
              <a:xfrm>
                <a:off x="4981873" y="1642175"/>
                <a:ext cx="615911" cy="5541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875" name="Encre 1049874"/>
              <p14:cNvContentPartPr/>
              <p14:nvPr/>
            </p14:nvContentPartPr>
            <p14:xfrm>
              <a:off x="5639965" y="1596102"/>
              <a:ext cx="48883" cy="383747"/>
            </p14:xfrm>
          </p:contentPart>
        </mc:Choice>
        <mc:Fallback xmlns="">
          <p:sp>
            <p:nvSpPr>
              <p:cNvPr id="1049875" name=""/>
              <p:cNvSpPr/>
              <p:nvPr/>
            </p:nvSpPr>
            <p:spPr>
              <a:xfrm>
                <a:off x="5639965" y="1596102"/>
                <a:ext cx="48883" cy="383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876" name="Encre 1049875"/>
              <p14:cNvContentPartPr/>
              <p14:nvPr/>
            </p14:nvContentPartPr>
            <p14:xfrm>
              <a:off x="5624427" y="1812635"/>
              <a:ext cx="177434" cy="37376"/>
            </p14:xfrm>
          </p:contentPart>
        </mc:Choice>
        <mc:Fallback xmlns="">
          <p:sp>
            <p:nvSpPr>
              <p:cNvPr id="1049876" name=""/>
              <p:cNvSpPr/>
              <p:nvPr/>
            </p:nvSpPr>
            <p:spPr>
              <a:xfrm>
                <a:off x="5624427" y="1812635"/>
                <a:ext cx="177434" cy="37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877" name="Encre 1049876"/>
              <p14:cNvContentPartPr/>
              <p14:nvPr/>
            </p14:nvContentPartPr>
            <p14:xfrm>
              <a:off x="5547986" y="1726159"/>
              <a:ext cx="12019" cy="76252"/>
            </p14:xfrm>
          </p:contentPart>
        </mc:Choice>
        <mc:Fallback xmlns="">
          <p:sp>
            <p:nvSpPr>
              <p:cNvPr id="1049877" name=""/>
              <p:cNvSpPr/>
              <p:nvPr/>
            </p:nvSpPr>
            <p:spPr>
              <a:xfrm>
                <a:off x="5547986" y="1726159"/>
                <a:ext cx="12019" cy="76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878" name="Encre 1049877"/>
              <p14:cNvContentPartPr/>
              <p14:nvPr/>
            </p14:nvContentPartPr>
            <p14:xfrm>
              <a:off x="5241976" y="1733853"/>
              <a:ext cx="10482" cy="32674"/>
            </p14:xfrm>
          </p:contentPart>
        </mc:Choice>
        <mc:Fallback xmlns="">
          <p:sp>
            <p:nvSpPr>
              <p:cNvPr id="1049878" name=""/>
              <p:cNvSpPr/>
              <p:nvPr/>
            </p:nvSpPr>
            <p:spPr>
              <a:xfrm>
                <a:off x="5241976" y="1733853"/>
                <a:ext cx="10482" cy="32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879" name="Encre 1049878"/>
              <p14:cNvContentPartPr/>
              <p14:nvPr/>
            </p14:nvContentPartPr>
            <p14:xfrm>
              <a:off x="6009056" y="1748497"/>
              <a:ext cx="226664" cy="449618"/>
            </p14:xfrm>
          </p:contentPart>
        </mc:Choice>
        <mc:Fallback xmlns="">
          <p:sp>
            <p:nvSpPr>
              <p:cNvPr id="1049879" name=""/>
              <p:cNvSpPr/>
              <p:nvPr/>
            </p:nvSpPr>
            <p:spPr>
              <a:xfrm>
                <a:off x="6009056" y="1748497"/>
                <a:ext cx="226664" cy="449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880" name="Encre 1049879"/>
              <p14:cNvContentPartPr/>
              <p14:nvPr/>
            </p14:nvContentPartPr>
            <p14:xfrm>
              <a:off x="6275058" y="1813526"/>
              <a:ext cx="384344" cy="156334"/>
            </p14:xfrm>
          </p:contentPart>
        </mc:Choice>
        <mc:Fallback xmlns="">
          <p:sp>
            <p:nvSpPr>
              <p:cNvPr id="1049880" name=""/>
              <p:cNvSpPr/>
              <p:nvPr/>
            </p:nvSpPr>
            <p:spPr>
              <a:xfrm>
                <a:off x="6275058" y="1813526"/>
                <a:ext cx="384344" cy="156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881" name="Encre 1049880"/>
              <p14:cNvContentPartPr/>
              <p14:nvPr/>
            </p14:nvContentPartPr>
            <p14:xfrm>
              <a:off x="6836636" y="1718546"/>
              <a:ext cx="237599" cy="245267"/>
            </p14:xfrm>
          </p:contentPart>
        </mc:Choice>
        <mc:Fallback xmlns="">
          <p:sp>
            <p:nvSpPr>
              <p:cNvPr id="1049881" name=""/>
              <p:cNvSpPr/>
              <p:nvPr/>
            </p:nvSpPr>
            <p:spPr>
              <a:xfrm>
                <a:off x="6836636" y="1718546"/>
                <a:ext cx="237599" cy="245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882" name="Encre 1049881"/>
              <p14:cNvContentPartPr/>
              <p14:nvPr/>
            </p14:nvContentPartPr>
            <p14:xfrm>
              <a:off x="6423470" y="1835367"/>
              <a:ext cx="37998" cy="70735"/>
            </p14:xfrm>
          </p:contentPart>
        </mc:Choice>
        <mc:Fallback xmlns="">
          <p:sp>
            <p:nvSpPr>
              <p:cNvPr id="1049882" name=""/>
              <p:cNvSpPr/>
              <p:nvPr/>
            </p:nvSpPr>
            <p:spPr>
              <a:xfrm>
                <a:off x="6423470" y="1835367"/>
                <a:ext cx="37998" cy="70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883" name="Encre 1049882"/>
              <p14:cNvContentPartPr/>
              <p14:nvPr/>
            </p14:nvContentPartPr>
            <p14:xfrm>
              <a:off x="7326749" y="1702878"/>
              <a:ext cx="411240" cy="260869"/>
            </p14:xfrm>
          </p:contentPart>
        </mc:Choice>
        <mc:Fallback xmlns="">
          <p:sp>
            <p:nvSpPr>
              <p:cNvPr id="1049883" name=""/>
              <p:cNvSpPr/>
              <p:nvPr/>
            </p:nvSpPr>
            <p:spPr>
              <a:xfrm>
                <a:off x="7326749" y="1702878"/>
                <a:ext cx="411240" cy="260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884" name="Encre 1049883"/>
              <p14:cNvContentPartPr/>
              <p14:nvPr/>
            </p14:nvContentPartPr>
            <p14:xfrm>
              <a:off x="7972240" y="1857812"/>
              <a:ext cx="162427" cy="118648"/>
            </p14:xfrm>
          </p:contentPart>
        </mc:Choice>
        <mc:Fallback xmlns="">
          <p:sp>
            <p:nvSpPr>
              <p:cNvPr id="1049884" name=""/>
              <p:cNvSpPr/>
              <p:nvPr/>
            </p:nvSpPr>
            <p:spPr>
              <a:xfrm>
                <a:off x="7972240" y="1857812"/>
                <a:ext cx="162427" cy="118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885" name="Encre 1049884"/>
              <p14:cNvContentPartPr/>
              <p14:nvPr/>
            </p14:nvContentPartPr>
            <p14:xfrm>
              <a:off x="8111122" y="1581955"/>
              <a:ext cx="87967" cy="368171"/>
            </p14:xfrm>
          </p:contentPart>
        </mc:Choice>
        <mc:Fallback xmlns="">
          <p:sp>
            <p:nvSpPr>
              <p:cNvPr id="1049885" name=""/>
              <p:cNvSpPr/>
              <p:nvPr/>
            </p:nvSpPr>
            <p:spPr>
              <a:xfrm>
                <a:off x="8111122" y="1581955"/>
                <a:ext cx="87967" cy="368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886" name="Encre 1049885"/>
              <p14:cNvContentPartPr/>
              <p14:nvPr/>
            </p14:nvContentPartPr>
            <p14:xfrm>
              <a:off x="8210464" y="1817995"/>
              <a:ext cx="310451" cy="160293"/>
            </p14:xfrm>
          </p:contentPart>
        </mc:Choice>
        <mc:Fallback xmlns="">
          <p:sp>
            <p:nvSpPr>
              <p:cNvPr id="1049886" name=""/>
              <p:cNvSpPr/>
              <p:nvPr/>
            </p:nvSpPr>
            <p:spPr>
              <a:xfrm>
                <a:off x="8210464" y="1817995"/>
                <a:ext cx="310451" cy="160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887" name="Encre 1049886"/>
              <p14:cNvContentPartPr/>
              <p14:nvPr/>
            </p14:nvContentPartPr>
            <p14:xfrm>
              <a:off x="8625728" y="1581955"/>
              <a:ext cx="23873" cy="372006"/>
            </p14:xfrm>
          </p:contentPart>
        </mc:Choice>
        <mc:Fallback xmlns="">
          <p:sp>
            <p:nvSpPr>
              <p:cNvPr id="1049887" name=""/>
              <p:cNvSpPr/>
              <p:nvPr/>
            </p:nvSpPr>
            <p:spPr>
              <a:xfrm>
                <a:off x="8625728" y="1581955"/>
                <a:ext cx="23873" cy="3720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888" name="Encre 1049887"/>
              <p14:cNvContentPartPr/>
              <p14:nvPr/>
            </p14:nvContentPartPr>
            <p14:xfrm>
              <a:off x="8571059" y="1732880"/>
              <a:ext cx="148082" cy="66001"/>
            </p14:xfrm>
          </p:contentPart>
        </mc:Choice>
        <mc:Fallback xmlns="">
          <p:sp>
            <p:nvSpPr>
              <p:cNvPr id="1049888" name=""/>
              <p:cNvSpPr/>
              <p:nvPr/>
            </p:nvSpPr>
            <p:spPr>
              <a:xfrm>
                <a:off x="8571059" y="1732880"/>
                <a:ext cx="148082" cy="66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889" name="Encre 1049888"/>
              <p14:cNvContentPartPr/>
              <p14:nvPr/>
            </p14:nvContentPartPr>
            <p14:xfrm>
              <a:off x="8876711" y="1596102"/>
              <a:ext cx="30576" cy="339604"/>
            </p14:xfrm>
          </p:contentPart>
        </mc:Choice>
        <mc:Fallback xmlns="">
          <p:sp>
            <p:nvSpPr>
              <p:cNvPr id="1049889" name=""/>
              <p:cNvSpPr/>
              <p:nvPr/>
            </p:nvSpPr>
            <p:spPr>
              <a:xfrm>
                <a:off x="8876711" y="1596102"/>
                <a:ext cx="30576" cy="339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890" name="Encre 1049889"/>
              <p14:cNvContentPartPr/>
              <p14:nvPr/>
            </p14:nvContentPartPr>
            <p14:xfrm>
              <a:off x="8962334" y="1806080"/>
              <a:ext cx="127187" cy="152643"/>
            </p14:xfrm>
          </p:contentPart>
        </mc:Choice>
        <mc:Fallback xmlns="">
          <p:sp>
            <p:nvSpPr>
              <p:cNvPr id="1049890" name=""/>
              <p:cNvSpPr/>
              <p:nvPr/>
            </p:nvSpPr>
            <p:spPr>
              <a:xfrm>
                <a:off x="8962334" y="1806080"/>
                <a:ext cx="127187" cy="152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891" name="Encre 1049890"/>
              <p14:cNvContentPartPr/>
              <p14:nvPr/>
            </p14:nvContentPartPr>
            <p14:xfrm>
              <a:off x="9301864" y="1741051"/>
              <a:ext cx="102888" cy="201461"/>
            </p14:xfrm>
          </p:contentPart>
        </mc:Choice>
        <mc:Fallback xmlns="">
          <p:sp>
            <p:nvSpPr>
              <p:cNvPr id="1049891" name=""/>
              <p:cNvSpPr/>
              <p:nvPr/>
            </p:nvSpPr>
            <p:spPr>
              <a:xfrm>
                <a:off x="9301864" y="1741051"/>
                <a:ext cx="102888" cy="201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892" name="Encre 1049891"/>
              <p14:cNvContentPartPr/>
              <p14:nvPr/>
            </p14:nvContentPartPr>
            <p14:xfrm>
              <a:off x="9457961" y="1755728"/>
              <a:ext cx="196795" cy="222426"/>
            </p14:xfrm>
          </p:contentPart>
        </mc:Choice>
        <mc:Fallback xmlns="">
          <p:sp>
            <p:nvSpPr>
              <p:cNvPr id="1049892" name=""/>
              <p:cNvSpPr/>
              <p:nvPr/>
            </p:nvSpPr>
            <p:spPr>
              <a:xfrm>
                <a:off x="9457961" y="1755728"/>
                <a:ext cx="196795" cy="222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893" name="Encre 1049892"/>
              <p14:cNvContentPartPr/>
              <p14:nvPr/>
            </p14:nvContentPartPr>
            <p14:xfrm>
              <a:off x="9705136" y="1733853"/>
              <a:ext cx="231048" cy="215927"/>
            </p14:xfrm>
          </p:contentPart>
        </mc:Choice>
        <mc:Fallback xmlns="">
          <p:sp>
            <p:nvSpPr>
              <p:cNvPr id="1049893" name=""/>
              <p:cNvSpPr/>
              <p:nvPr/>
            </p:nvSpPr>
            <p:spPr>
              <a:xfrm>
                <a:off x="9705136" y="1733853"/>
                <a:ext cx="231048" cy="215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894" name="Encre 1049893"/>
              <p14:cNvContentPartPr/>
              <p14:nvPr/>
            </p14:nvContentPartPr>
            <p14:xfrm>
              <a:off x="9975018" y="1784486"/>
              <a:ext cx="212320" cy="147382"/>
            </p14:xfrm>
          </p:contentPart>
        </mc:Choice>
        <mc:Fallback xmlns="">
          <p:sp>
            <p:nvSpPr>
              <p:cNvPr id="1049894" name=""/>
              <p:cNvSpPr/>
              <p:nvPr/>
            </p:nvSpPr>
            <p:spPr>
              <a:xfrm>
                <a:off x="9975018" y="1784486"/>
                <a:ext cx="212320" cy="1473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895" name="Encre 1049894"/>
              <p14:cNvContentPartPr/>
              <p14:nvPr/>
            </p14:nvContentPartPr>
            <p14:xfrm>
              <a:off x="10210742" y="1494589"/>
              <a:ext cx="26457" cy="382691"/>
            </p14:xfrm>
          </p:contentPart>
        </mc:Choice>
        <mc:Fallback xmlns="">
          <p:sp>
            <p:nvSpPr>
              <p:cNvPr id="1049895" name=""/>
              <p:cNvSpPr/>
              <p:nvPr/>
            </p:nvSpPr>
            <p:spPr>
              <a:xfrm>
                <a:off x="10210742" y="1494589"/>
                <a:ext cx="26457" cy="382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896" name="Encre 1049895"/>
              <p14:cNvContentPartPr/>
              <p14:nvPr/>
            </p14:nvContentPartPr>
            <p14:xfrm>
              <a:off x="10262018" y="1786079"/>
              <a:ext cx="86234" cy="122223"/>
            </p14:xfrm>
          </p:contentPart>
        </mc:Choice>
        <mc:Fallback xmlns="">
          <p:sp>
            <p:nvSpPr>
              <p:cNvPr id="1049896" name=""/>
              <p:cNvSpPr/>
              <p:nvPr/>
            </p:nvSpPr>
            <p:spPr>
              <a:xfrm>
                <a:off x="10262018" y="1786079"/>
                <a:ext cx="86234" cy="122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897" name="Encre 1049896"/>
              <p14:cNvContentPartPr/>
              <p14:nvPr/>
            </p14:nvContentPartPr>
            <p14:xfrm>
              <a:off x="10491952" y="1802141"/>
              <a:ext cx="180972" cy="120792"/>
            </p14:xfrm>
          </p:contentPart>
        </mc:Choice>
        <mc:Fallback xmlns="">
          <p:sp>
            <p:nvSpPr>
              <p:cNvPr id="1049897" name=""/>
              <p:cNvSpPr/>
              <p:nvPr/>
            </p:nvSpPr>
            <p:spPr>
              <a:xfrm>
                <a:off x="10491952" y="1802141"/>
                <a:ext cx="180972" cy="120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898" name="Encre 1049897"/>
              <p14:cNvContentPartPr/>
              <p14:nvPr/>
            </p14:nvContentPartPr>
            <p14:xfrm>
              <a:off x="10678140" y="1625142"/>
              <a:ext cx="145780" cy="263081"/>
            </p14:xfrm>
          </p:contentPart>
        </mc:Choice>
        <mc:Fallback xmlns="">
          <p:sp>
            <p:nvSpPr>
              <p:cNvPr id="1049898" name=""/>
              <p:cNvSpPr/>
              <p:nvPr/>
            </p:nvSpPr>
            <p:spPr>
              <a:xfrm>
                <a:off x="10678140" y="1625142"/>
                <a:ext cx="145780" cy="2630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899" name="Encre 1049898"/>
              <p14:cNvContentPartPr/>
              <p14:nvPr/>
            </p14:nvContentPartPr>
            <p14:xfrm>
              <a:off x="11031730" y="1552916"/>
              <a:ext cx="232374" cy="375729"/>
            </p14:xfrm>
          </p:contentPart>
        </mc:Choice>
        <mc:Fallback xmlns="">
          <p:sp>
            <p:nvSpPr>
              <p:cNvPr id="1049899" name=""/>
              <p:cNvSpPr/>
              <p:nvPr/>
            </p:nvSpPr>
            <p:spPr>
              <a:xfrm>
                <a:off x="11031730" y="1552916"/>
                <a:ext cx="232374" cy="375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900" name="Encre 1049899"/>
              <p14:cNvContentPartPr/>
              <p14:nvPr/>
            </p14:nvContentPartPr>
            <p14:xfrm>
              <a:off x="11271084" y="1901724"/>
              <a:ext cx="151626" cy="104638"/>
            </p14:xfrm>
          </p:contentPart>
        </mc:Choice>
        <mc:Fallback xmlns="">
          <p:sp>
            <p:nvSpPr>
              <p:cNvPr id="1049900" name=""/>
              <p:cNvSpPr/>
              <p:nvPr/>
            </p:nvSpPr>
            <p:spPr>
              <a:xfrm>
                <a:off x="11271084" y="1901724"/>
                <a:ext cx="151626" cy="104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901" name="Encre 1049900"/>
              <p14:cNvContentPartPr/>
              <p14:nvPr/>
            </p14:nvContentPartPr>
            <p14:xfrm>
              <a:off x="10945396" y="1650629"/>
              <a:ext cx="298197" cy="25145"/>
            </p14:xfrm>
          </p:contentPart>
        </mc:Choice>
        <mc:Fallback xmlns="">
          <p:sp>
            <p:nvSpPr>
              <p:cNvPr id="1049901" name=""/>
              <p:cNvSpPr/>
              <p:nvPr/>
            </p:nvSpPr>
            <p:spPr>
              <a:xfrm>
                <a:off x="10945396" y="1650629"/>
                <a:ext cx="298197" cy="25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902" name="Encre 1049901"/>
              <p14:cNvContentPartPr/>
              <p14:nvPr/>
            </p14:nvContentPartPr>
            <p14:xfrm>
              <a:off x="11138661" y="1588905"/>
              <a:ext cx="101304" cy="153159"/>
            </p14:xfrm>
          </p:contentPart>
        </mc:Choice>
        <mc:Fallback xmlns="">
          <p:sp>
            <p:nvSpPr>
              <p:cNvPr id="1049902" name=""/>
              <p:cNvSpPr/>
              <p:nvPr/>
            </p:nvSpPr>
            <p:spPr>
              <a:xfrm>
                <a:off x="11138661" y="1588905"/>
                <a:ext cx="101304" cy="153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903" name="Encre 1049902"/>
              <p14:cNvContentPartPr/>
              <p14:nvPr/>
            </p14:nvContentPartPr>
            <p14:xfrm>
              <a:off x="11474810" y="1625142"/>
              <a:ext cx="78621" cy="412756"/>
            </p14:xfrm>
          </p:contentPart>
        </mc:Choice>
        <mc:Fallback xmlns="">
          <p:sp>
            <p:nvSpPr>
              <p:cNvPr id="1049903" name=""/>
              <p:cNvSpPr/>
              <p:nvPr/>
            </p:nvSpPr>
            <p:spPr>
              <a:xfrm>
                <a:off x="11474810" y="1625142"/>
                <a:ext cx="78621" cy="412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904" name="Encre 1049903"/>
              <p14:cNvContentPartPr/>
              <p14:nvPr/>
            </p14:nvContentPartPr>
            <p14:xfrm>
              <a:off x="11552676" y="1770339"/>
              <a:ext cx="131261" cy="191563"/>
            </p14:xfrm>
          </p:contentPart>
        </mc:Choice>
        <mc:Fallback xmlns="">
          <p:sp>
            <p:nvSpPr>
              <p:cNvPr id="1049904" name=""/>
              <p:cNvSpPr/>
              <p:nvPr/>
            </p:nvSpPr>
            <p:spPr>
              <a:xfrm>
                <a:off x="11552676" y="1770339"/>
                <a:ext cx="131261" cy="191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905" name="Encre 1049904"/>
              <p14:cNvContentPartPr/>
              <p14:nvPr/>
            </p14:nvContentPartPr>
            <p14:xfrm>
              <a:off x="11670307" y="1726159"/>
              <a:ext cx="147430" cy="315469"/>
            </p14:xfrm>
          </p:contentPart>
        </mc:Choice>
        <mc:Fallback xmlns="">
          <p:sp>
            <p:nvSpPr>
              <p:cNvPr id="1049905" name=""/>
              <p:cNvSpPr/>
              <p:nvPr/>
            </p:nvSpPr>
            <p:spPr>
              <a:xfrm>
                <a:off x="11670307" y="1726159"/>
                <a:ext cx="147430" cy="315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906" name="Encre 1049905"/>
              <p14:cNvContentPartPr/>
              <p14:nvPr/>
            </p14:nvContentPartPr>
            <p14:xfrm>
              <a:off x="11769515" y="1893446"/>
              <a:ext cx="12481" cy="138342"/>
            </p14:xfrm>
          </p:contentPart>
        </mc:Choice>
        <mc:Fallback xmlns="">
          <p:sp>
            <p:nvSpPr>
              <p:cNvPr id="1049906" name=""/>
              <p:cNvSpPr/>
              <p:nvPr/>
            </p:nvSpPr>
            <p:spPr>
              <a:xfrm>
                <a:off x="11769515" y="1893446"/>
                <a:ext cx="12481" cy="138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907" name="Encre 1049906"/>
              <p14:cNvContentPartPr/>
              <p14:nvPr/>
            </p14:nvContentPartPr>
            <p14:xfrm>
              <a:off x="11767876" y="1858365"/>
              <a:ext cx="150724" cy="173932"/>
            </p14:xfrm>
          </p:contentPart>
        </mc:Choice>
        <mc:Fallback xmlns="">
          <p:sp>
            <p:nvSpPr>
              <p:cNvPr id="1049907" name=""/>
              <p:cNvSpPr/>
              <p:nvPr/>
            </p:nvSpPr>
            <p:spPr>
              <a:xfrm>
                <a:off x="11767876" y="1858365"/>
                <a:ext cx="150724" cy="173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908" name="Encre 1049907"/>
              <p14:cNvContentPartPr/>
              <p14:nvPr/>
            </p14:nvContentPartPr>
            <p14:xfrm>
              <a:off x="11875099" y="1712012"/>
              <a:ext cx="86043" cy="373961"/>
            </p14:xfrm>
          </p:contentPart>
        </mc:Choice>
        <mc:Fallback xmlns="">
          <p:sp>
            <p:nvSpPr>
              <p:cNvPr id="1049908" name=""/>
              <p:cNvSpPr/>
              <p:nvPr/>
            </p:nvSpPr>
            <p:spPr>
              <a:xfrm>
                <a:off x="11875099" y="1712012"/>
                <a:ext cx="86043" cy="373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909" name="Encre 1049908"/>
              <p14:cNvContentPartPr/>
              <p14:nvPr/>
            </p14:nvContentPartPr>
            <p14:xfrm>
              <a:off x="5610307" y="2611418"/>
              <a:ext cx="369048" cy="296173"/>
            </p14:xfrm>
          </p:contentPart>
        </mc:Choice>
        <mc:Fallback xmlns="">
          <p:sp>
            <p:nvSpPr>
              <p:cNvPr id="1049909" name=""/>
              <p:cNvSpPr/>
              <p:nvPr/>
            </p:nvSpPr>
            <p:spPr>
              <a:xfrm>
                <a:off x="5610307" y="2611418"/>
                <a:ext cx="369048" cy="296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910" name="Encre 1049909"/>
              <p14:cNvContentPartPr/>
              <p14:nvPr/>
            </p14:nvContentPartPr>
            <p14:xfrm>
              <a:off x="5710470" y="2480348"/>
              <a:ext cx="341892" cy="21188"/>
            </p14:xfrm>
          </p:contentPart>
        </mc:Choice>
        <mc:Fallback xmlns="">
          <p:sp>
            <p:nvSpPr>
              <p:cNvPr id="1049910" name=""/>
              <p:cNvSpPr/>
              <p:nvPr/>
            </p:nvSpPr>
            <p:spPr>
              <a:xfrm>
                <a:off x="5710470" y="2480348"/>
                <a:ext cx="341892" cy="21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911" name="Encre 1049910"/>
              <p14:cNvContentPartPr/>
              <p14:nvPr/>
            </p14:nvContentPartPr>
            <p14:xfrm>
              <a:off x="5989336" y="2400271"/>
              <a:ext cx="127245" cy="166906"/>
            </p14:xfrm>
          </p:contentPart>
        </mc:Choice>
        <mc:Fallback xmlns="">
          <p:sp>
            <p:nvSpPr>
              <p:cNvPr id="1049911" name=""/>
              <p:cNvSpPr/>
              <p:nvPr/>
            </p:nvSpPr>
            <p:spPr>
              <a:xfrm>
                <a:off x="5989336" y="2400271"/>
                <a:ext cx="127245" cy="166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912" name="Encre 1049911"/>
              <p14:cNvContentPartPr/>
              <p14:nvPr/>
            </p14:nvContentPartPr>
            <p14:xfrm>
              <a:off x="5970971" y="2791434"/>
              <a:ext cx="125587" cy="389205"/>
            </p14:xfrm>
          </p:contentPart>
        </mc:Choice>
        <mc:Fallback xmlns="">
          <p:sp>
            <p:nvSpPr>
              <p:cNvPr id="1049912" name=""/>
              <p:cNvSpPr/>
              <p:nvPr/>
            </p:nvSpPr>
            <p:spPr>
              <a:xfrm>
                <a:off x="5970971" y="2791434"/>
                <a:ext cx="125587" cy="389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913" name="Encre 1049912"/>
              <p14:cNvContentPartPr/>
              <p14:nvPr/>
            </p14:nvContentPartPr>
            <p14:xfrm>
              <a:off x="6121204" y="2927691"/>
              <a:ext cx="140472" cy="217238"/>
            </p14:xfrm>
          </p:contentPart>
        </mc:Choice>
        <mc:Fallback xmlns="">
          <p:sp>
            <p:nvSpPr>
              <p:cNvPr id="1049913" name=""/>
              <p:cNvSpPr/>
              <p:nvPr/>
            </p:nvSpPr>
            <p:spPr>
              <a:xfrm>
                <a:off x="6121204" y="2927691"/>
                <a:ext cx="140472" cy="217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914" name="Encre 1049913"/>
              <p14:cNvContentPartPr/>
              <p14:nvPr/>
            </p14:nvContentPartPr>
            <p14:xfrm>
              <a:off x="6273996" y="2861178"/>
              <a:ext cx="19799" cy="240522"/>
            </p14:xfrm>
          </p:contentPart>
        </mc:Choice>
        <mc:Fallback xmlns="">
          <p:sp>
            <p:nvSpPr>
              <p:cNvPr id="1049914" name=""/>
              <p:cNvSpPr/>
              <p:nvPr/>
            </p:nvSpPr>
            <p:spPr>
              <a:xfrm>
                <a:off x="6273996" y="2861178"/>
                <a:ext cx="19799" cy="240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915" name="Encre 1049914"/>
              <p14:cNvContentPartPr/>
              <p14:nvPr/>
            </p14:nvContentPartPr>
            <p14:xfrm>
              <a:off x="6335611" y="2970952"/>
              <a:ext cx="318681" cy="124775"/>
            </p14:xfrm>
          </p:contentPart>
        </mc:Choice>
        <mc:Fallback xmlns="">
          <p:sp>
            <p:nvSpPr>
              <p:cNvPr id="1049915" name=""/>
              <p:cNvSpPr/>
              <p:nvPr/>
            </p:nvSpPr>
            <p:spPr>
              <a:xfrm>
                <a:off x="6335611" y="2970952"/>
                <a:ext cx="318681" cy="124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916" name="Encre 1049915"/>
              <p14:cNvContentPartPr/>
              <p14:nvPr/>
            </p14:nvContentPartPr>
            <p14:xfrm>
              <a:off x="6634877" y="2802107"/>
              <a:ext cx="101048" cy="358085"/>
            </p14:xfrm>
          </p:contentPart>
        </mc:Choice>
        <mc:Fallback xmlns="">
          <p:sp>
            <p:nvSpPr>
              <p:cNvPr id="1049916" name=""/>
              <p:cNvSpPr/>
              <p:nvPr/>
            </p:nvSpPr>
            <p:spPr>
              <a:xfrm>
                <a:off x="6634877" y="2802107"/>
                <a:ext cx="101048" cy="358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917" name="Encre 1049916"/>
              <p14:cNvContentPartPr/>
              <p14:nvPr/>
            </p14:nvContentPartPr>
            <p14:xfrm>
              <a:off x="6861677" y="2818758"/>
              <a:ext cx="162595" cy="12646"/>
            </p14:xfrm>
          </p:contentPart>
        </mc:Choice>
        <mc:Fallback xmlns="">
          <p:sp>
            <p:nvSpPr>
              <p:cNvPr id="1049917" name=""/>
              <p:cNvSpPr/>
              <p:nvPr/>
            </p:nvSpPr>
            <p:spPr>
              <a:xfrm>
                <a:off x="6861677" y="2818758"/>
                <a:ext cx="162595" cy="126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918" name="Encre 1049917"/>
              <p14:cNvContentPartPr/>
              <p14:nvPr/>
            </p14:nvContentPartPr>
            <p14:xfrm>
              <a:off x="6869178" y="2921987"/>
              <a:ext cx="146364" cy="454"/>
            </p14:xfrm>
          </p:contentPart>
        </mc:Choice>
        <mc:Fallback xmlns="">
          <p:sp>
            <p:nvSpPr>
              <p:cNvPr id="1049918" name=""/>
              <p:cNvSpPr/>
              <p:nvPr/>
            </p:nvSpPr>
            <p:spPr>
              <a:xfrm>
                <a:off x="6869178" y="2921987"/>
                <a:ext cx="146364" cy="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919" name="Encre 1049918"/>
              <p14:cNvContentPartPr/>
              <p14:nvPr/>
            </p14:nvContentPartPr>
            <p14:xfrm>
              <a:off x="7275680" y="2378429"/>
              <a:ext cx="294194" cy="398203"/>
            </p14:xfrm>
          </p:contentPart>
        </mc:Choice>
        <mc:Fallback xmlns="">
          <p:sp>
            <p:nvSpPr>
              <p:cNvPr id="1049919" name=""/>
              <p:cNvSpPr/>
              <p:nvPr/>
            </p:nvSpPr>
            <p:spPr>
              <a:xfrm>
                <a:off x="7275680" y="2378429"/>
                <a:ext cx="294194" cy="3982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920" name="Encre 1049919"/>
              <p14:cNvContentPartPr/>
              <p14:nvPr/>
            </p14:nvContentPartPr>
            <p14:xfrm>
              <a:off x="7621119" y="2685197"/>
              <a:ext cx="123754" cy="145666"/>
            </p14:xfrm>
          </p:contentPart>
        </mc:Choice>
        <mc:Fallback xmlns="">
          <p:sp>
            <p:nvSpPr>
              <p:cNvPr id="1049920" name=""/>
              <p:cNvSpPr/>
              <p:nvPr/>
            </p:nvSpPr>
            <p:spPr>
              <a:xfrm>
                <a:off x="7621119" y="2685197"/>
                <a:ext cx="123754" cy="1456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921" name="Encre 1049920"/>
              <p14:cNvContentPartPr/>
              <p14:nvPr/>
            </p14:nvContentPartPr>
            <p14:xfrm>
              <a:off x="7169225" y="2502558"/>
              <a:ext cx="320171" cy="35215"/>
            </p14:xfrm>
          </p:contentPart>
        </mc:Choice>
        <mc:Fallback xmlns="">
          <p:sp>
            <p:nvSpPr>
              <p:cNvPr id="1049921" name=""/>
              <p:cNvSpPr/>
              <p:nvPr/>
            </p:nvSpPr>
            <p:spPr>
              <a:xfrm>
                <a:off x="7169225" y="2502558"/>
                <a:ext cx="320171" cy="35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922" name="Encre 1049921"/>
              <p14:cNvContentPartPr/>
              <p14:nvPr/>
            </p14:nvContentPartPr>
            <p14:xfrm>
              <a:off x="7419852" y="2436756"/>
              <a:ext cx="101250" cy="170506"/>
            </p14:xfrm>
          </p:contentPart>
        </mc:Choice>
        <mc:Fallback xmlns="">
          <p:sp>
            <p:nvSpPr>
              <p:cNvPr id="1049922" name=""/>
              <p:cNvSpPr/>
              <p:nvPr/>
            </p:nvSpPr>
            <p:spPr>
              <a:xfrm>
                <a:off x="7419852" y="2436756"/>
                <a:ext cx="101250" cy="170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923" name="Encre 1049922"/>
              <p14:cNvContentPartPr/>
              <p14:nvPr/>
            </p14:nvContentPartPr>
            <p14:xfrm>
              <a:off x="7795867" y="2465299"/>
              <a:ext cx="97862" cy="340992"/>
            </p14:xfrm>
          </p:contentPart>
        </mc:Choice>
        <mc:Fallback xmlns="">
          <p:sp>
            <p:nvSpPr>
              <p:cNvPr id="1049923" name=""/>
              <p:cNvSpPr/>
              <p:nvPr/>
            </p:nvSpPr>
            <p:spPr>
              <a:xfrm>
                <a:off x="7795867" y="2465299"/>
                <a:ext cx="97862" cy="340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924" name="Encre 1049923"/>
              <p14:cNvContentPartPr/>
              <p14:nvPr/>
            </p14:nvContentPartPr>
            <p14:xfrm>
              <a:off x="7879901" y="2577506"/>
              <a:ext cx="160954" cy="144512"/>
            </p14:xfrm>
          </p:contentPart>
        </mc:Choice>
        <mc:Fallback xmlns="">
          <p:sp>
            <p:nvSpPr>
              <p:cNvPr id="1049924" name=""/>
              <p:cNvSpPr/>
              <p:nvPr/>
            </p:nvSpPr>
            <p:spPr>
              <a:xfrm>
                <a:off x="7879901" y="2577506"/>
                <a:ext cx="160954" cy="144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925" name="Encre 1049924"/>
              <p14:cNvContentPartPr/>
              <p14:nvPr/>
            </p14:nvContentPartPr>
            <p14:xfrm>
              <a:off x="8042804" y="2544971"/>
              <a:ext cx="120544" cy="296474"/>
            </p14:xfrm>
          </p:contentPart>
        </mc:Choice>
        <mc:Fallback xmlns="">
          <p:sp>
            <p:nvSpPr>
              <p:cNvPr id="1049925" name=""/>
              <p:cNvSpPr/>
              <p:nvPr/>
            </p:nvSpPr>
            <p:spPr>
              <a:xfrm>
                <a:off x="8042804" y="2544971"/>
                <a:ext cx="120544" cy="296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926" name="Encre 1049925"/>
              <p14:cNvContentPartPr/>
              <p14:nvPr/>
            </p14:nvContentPartPr>
            <p14:xfrm>
              <a:off x="8172026" y="2623777"/>
              <a:ext cx="177103" cy="142820"/>
            </p14:xfrm>
          </p:contentPart>
        </mc:Choice>
        <mc:Fallback xmlns="">
          <p:sp>
            <p:nvSpPr>
              <p:cNvPr id="1049926" name=""/>
              <p:cNvSpPr/>
              <p:nvPr/>
            </p:nvSpPr>
            <p:spPr>
              <a:xfrm>
                <a:off x="8172026" y="2623777"/>
                <a:ext cx="177103" cy="142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927" name="Encre 1049926"/>
              <p14:cNvContentPartPr/>
              <p14:nvPr/>
            </p14:nvContentPartPr>
            <p14:xfrm>
              <a:off x="8285132" y="2508734"/>
              <a:ext cx="105829" cy="281676"/>
            </p14:xfrm>
          </p:contentPart>
        </mc:Choice>
        <mc:Fallback xmlns="">
          <p:sp>
            <p:nvSpPr>
              <p:cNvPr id="1049927" name=""/>
              <p:cNvSpPr/>
              <p:nvPr/>
            </p:nvSpPr>
            <p:spPr>
              <a:xfrm>
                <a:off x="8285132" y="2508734"/>
                <a:ext cx="105829" cy="281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928" name="Encre 1049927"/>
              <p14:cNvContentPartPr/>
              <p14:nvPr/>
            </p14:nvContentPartPr>
            <p14:xfrm>
              <a:off x="7186794" y="2864157"/>
              <a:ext cx="1069658" cy="53977"/>
            </p14:xfrm>
          </p:contentPart>
        </mc:Choice>
        <mc:Fallback xmlns="">
          <p:sp>
            <p:nvSpPr>
              <p:cNvPr id="1049928" name=""/>
              <p:cNvSpPr/>
              <p:nvPr/>
            </p:nvSpPr>
            <p:spPr>
              <a:xfrm>
                <a:off x="7186794" y="2864157"/>
                <a:ext cx="1069658" cy="53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929" name="Encre 1049928"/>
              <p14:cNvContentPartPr/>
              <p14:nvPr/>
            </p14:nvContentPartPr>
            <p14:xfrm>
              <a:off x="7325638" y="3110371"/>
              <a:ext cx="36852" cy="342493"/>
            </p14:xfrm>
          </p:contentPart>
        </mc:Choice>
        <mc:Fallback xmlns="">
          <p:sp>
            <p:nvSpPr>
              <p:cNvPr id="1049929" name=""/>
              <p:cNvSpPr/>
              <p:nvPr/>
            </p:nvSpPr>
            <p:spPr>
              <a:xfrm>
                <a:off x="7325638" y="3110371"/>
                <a:ext cx="36852" cy="342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930" name="Encre 1049929"/>
              <p14:cNvContentPartPr/>
              <p14:nvPr/>
            </p14:nvContentPartPr>
            <p14:xfrm>
              <a:off x="7398999" y="3117569"/>
              <a:ext cx="27913" cy="291308"/>
            </p14:xfrm>
          </p:contentPart>
        </mc:Choice>
        <mc:Fallback xmlns="">
          <p:sp>
            <p:nvSpPr>
              <p:cNvPr id="1049930" name=""/>
              <p:cNvSpPr/>
              <p:nvPr/>
            </p:nvSpPr>
            <p:spPr>
              <a:xfrm>
                <a:off x="7398999" y="3117569"/>
                <a:ext cx="27913" cy="291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931" name="Encre 1049930"/>
              <p14:cNvContentPartPr/>
              <p14:nvPr/>
            </p14:nvContentPartPr>
            <p14:xfrm>
              <a:off x="7605616" y="3117569"/>
              <a:ext cx="214587" cy="331713"/>
            </p14:xfrm>
          </p:contentPart>
        </mc:Choice>
        <mc:Fallback xmlns="">
          <p:sp>
            <p:nvSpPr>
              <p:cNvPr id="1049931" name=""/>
              <p:cNvSpPr/>
              <p:nvPr/>
            </p:nvSpPr>
            <p:spPr>
              <a:xfrm>
                <a:off x="7605616" y="3117569"/>
                <a:ext cx="214587" cy="331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932" name="Encre 1049931"/>
              <p14:cNvContentPartPr/>
              <p14:nvPr/>
            </p14:nvContentPartPr>
            <p14:xfrm>
              <a:off x="7838152" y="3389100"/>
              <a:ext cx="122224" cy="119180"/>
            </p14:xfrm>
          </p:contentPart>
        </mc:Choice>
        <mc:Fallback xmlns="">
          <p:sp>
            <p:nvSpPr>
              <p:cNvPr id="1049932" name=""/>
              <p:cNvSpPr/>
              <p:nvPr/>
            </p:nvSpPr>
            <p:spPr>
              <a:xfrm>
                <a:off x="7838152" y="3389100"/>
                <a:ext cx="122224" cy="119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933" name="Encre 1049932"/>
              <p14:cNvContentPartPr/>
              <p14:nvPr/>
            </p14:nvContentPartPr>
            <p14:xfrm>
              <a:off x="7505452" y="3226281"/>
              <a:ext cx="307548" cy="6949"/>
            </p14:xfrm>
          </p:contentPart>
        </mc:Choice>
        <mc:Fallback xmlns="">
          <p:sp>
            <p:nvSpPr>
              <p:cNvPr id="1049933" name=""/>
              <p:cNvSpPr/>
              <p:nvPr/>
            </p:nvSpPr>
            <p:spPr>
              <a:xfrm>
                <a:off x="7505452" y="3226281"/>
                <a:ext cx="307548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934" name="Encre 1049933"/>
              <p14:cNvContentPartPr/>
              <p14:nvPr/>
            </p14:nvContentPartPr>
            <p14:xfrm>
              <a:off x="7719898" y="3167954"/>
              <a:ext cx="103046" cy="121797"/>
            </p14:xfrm>
          </p:contentPart>
        </mc:Choice>
        <mc:Fallback xmlns="">
          <p:sp>
            <p:nvSpPr>
              <p:cNvPr id="1049934" name=""/>
              <p:cNvSpPr/>
              <p:nvPr/>
            </p:nvSpPr>
            <p:spPr>
              <a:xfrm>
                <a:off x="7719898" y="3167954"/>
                <a:ext cx="103046" cy="121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935" name="Encre 1049934"/>
              <p14:cNvContentPartPr/>
              <p14:nvPr/>
            </p14:nvContentPartPr>
            <p14:xfrm>
              <a:off x="8040681" y="3110371"/>
              <a:ext cx="61155" cy="367581"/>
            </p14:xfrm>
          </p:contentPart>
        </mc:Choice>
        <mc:Fallback xmlns="">
          <p:sp>
            <p:nvSpPr>
              <p:cNvPr id="1049935" name=""/>
              <p:cNvSpPr/>
              <p:nvPr/>
            </p:nvSpPr>
            <p:spPr>
              <a:xfrm>
                <a:off x="8040681" y="3110371"/>
                <a:ext cx="61155" cy="367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936" name="Encre 1049935"/>
              <p14:cNvContentPartPr/>
              <p14:nvPr/>
            </p14:nvContentPartPr>
            <p14:xfrm>
              <a:off x="8143434" y="3191142"/>
              <a:ext cx="136121" cy="183693"/>
            </p14:xfrm>
          </p:contentPart>
        </mc:Choice>
        <mc:Fallback xmlns="">
          <p:sp>
            <p:nvSpPr>
              <p:cNvPr id="1049936" name=""/>
              <p:cNvSpPr/>
              <p:nvPr/>
            </p:nvSpPr>
            <p:spPr>
              <a:xfrm>
                <a:off x="8143434" y="3191142"/>
                <a:ext cx="136121" cy="183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937" name="Encre 1049936"/>
              <p14:cNvContentPartPr/>
              <p14:nvPr/>
            </p14:nvContentPartPr>
            <p14:xfrm>
              <a:off x="8292673" y="3146360"/>
              <a:ext cx="142482" cy="345182"/>
            </p14:xfrm>
          </p:contentPart>
        </mc:Choice>
        <mc:Fallback xmlns="">
          <p:sp>
            <p:nvSpPr>
              <p:cNvPr id="1049937" name=""/>
              <p:cNvSpPr/>
              <p:nvPr/>
            </p:nvSpPr>
            <p:spPr>
              <a:xfrm>
                <a:off x="8292673" y="3146360"/>
                <a:ext cx="142482" cy="345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938" name="Encre 1049937"/>
              <p14:cNvContentPartPr/>
              <p14:nvPr/>
            </p14:nvContentPartPr>
            <p14:xfrm>
              <a:off x="8422508" y="3280193"/>
              <a:ext cx="164941" cy="197246"/>
            </p14:xfrm>
          </p:contentPart>
        </mc:Choice>
        <mc:Fallback xmlns="">
          <p:sp>
            <p:nvSpPr>
              <p:cNvPr id="1049938" name=""/>
              <p:cNvSpPr/>
              <p:nvPr/>
            </p:nvSpPr>
            <p:spPr>
              <a:xfrm>
                <a:off x="8422508" y="3280193"/>
                <a:ext cx="164941" cy="197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939" name="Encre 1049938"/>
              <p14:cNvContentPartPr/>
              <p14:nvPr/>
            </p14:nvContentPartPr>
            <p14:xfrm>
              <a:off x="8535318" y="3117569"/>
              <a:ext cx="116211" cy="333332"/>
            </p14:xfrm>
          </p:contentPart>
        </mc:Choice>
        <mc:Fallback xmlns="">
          <p:sp>
            <p:nvSpPr>
              <p:cNvPr id="1049939" name=""/>
              <p:cNvSpPr/>
              <p:nvPr/>
            </p:nvSpPr>
            <p:spPr>
              <a:xfrm>
                <a:off x="8535318" y="3117569"/>
                <a:ext cx="116211" cy="33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940" name="Encre 1049939"/>
              <p14:cNvContentPartPr/>
              <p14:nvPr/>
            </p14:nvContentPartPr>
            <p14:xfrm>
              <a:off x="8177910" y="2849265"/>
              <a:ext cx="185764" cy="21841"/>
            </p14:xfrm>
          </p:contentPart>
        </mc:Choice>
        <mc:Fallback xmlns="">
          <p:sp>
            <p:nvSpPr>
              <p:cNvPr id="1049940" name=""/>
              <p:cNvSpPr/>
              <p:nvPr/>
            </p:nvSpPr>
            <p:spPr>
              <a:xfrm>
                <a:off x="8177910" y="2849265"/>
                <a:ext cx="185764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941" name="Encre 1049940"/>
              <p14:cNvContentPartPr/>
              <p14:nvPr/>
            </p14:nvContentPartPr>
            <p14:xfrm>
              <a:off x="460399" y="3428812"/>
              <a:ext cx="50885" cy="363682"/>
            </p14:xfrm>
          </p:contentPart>
        </mc:Choice>
        <mc:Fallback xmlns="">
          <p:sp>
            <p:nvSpPr>
              <p:cNvPr id="1049941" name=""/>
              <p:cNvSpPr/>
              <p:nvPr/>
            </p:nvSpPr>
            <p:spPr>
              <a:xfrm>
                <a:off x="460399" y="3428812"/>
                <a:ext cx="50885" cy="363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942" name="Encre 1049941"/>
              <p14:cNvContentPartPr/>
              <p14:nvPr/>
            </p14:nvContentPartPr>
            <p14:xfrm>
              <a:off x="425242" y="3353269"/>
              <a:ext cx="513149" cy="713652"/>
            </p14:xfrm>
          </p:contentPart>
        </mc:Choice>
        <mc:Fallback xmlns="">
          <p:sp>
            <p:nvSpPr>
              <p:cNvPr id="1049942" name=""/>
              <p:cNvSpPr/>
              <p:nvPr/>
            </p:nvSpPr>
            <p:spPr>
              <a:xfrm>
                <a:off x="425242" y="3353269"/>
                <a:ext cx="513149" cy="713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943" name="Encre 1049942"/>
              <p14:cNvContentPartPr/>
              <p14:nvPr/>
            </p14:nvContentPartPr>
            <p14:xfrm>
              <a:off x="994410" y="3610246"/>
              <a:ext cx="360534" cy="217210"/>
            </p14:xfrm>
          </p:contentPart>
        </mc:Choice>
        <mc:Fallback xmlns="">
          <p:sp>
            <p:nvSpPr>
              <p:cNvPr id="1049943" name=""/>
              <p:cNvSpPr/>
              <p:nvPr/>
            </p:nvSpPr>
            <p:spPr>
              <a:xfrm>
                <a:off x="994410" y="3610246"/>
                <a:ext cx="360534" cy="217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944" name="Encre 1049943"/>
              <p14:cNvContentPartPr/>
              <p14:nvPr/>
            </p14:nvContentPartPr>
            <p14:xfrm>
              <a:off x="1469227" y="3624394"/>
              <a:ext cx="14561" cy="72722"/>
            </p14:xfrm>
          </p:contentPart>
        </mc:Choice>
        <mc:Fallback xmlns="">
          <p:sp>
            <p:nvSpPr>
              <p:cNvPr id="1049944" name=""/>
              <p:cNvSpPr/>
              <p:nvPr/>
            </p:nvSpPr>
            <p:spPr>
              <a:xfrm>
                <a:off x="1469227" y="3624394"/>
                <a:ext cx="14561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945" name="Encre 1049944"/>
              <p14:cNvContentPartPr/>
              <p14:nvPr/>
            </p14:nvContentPartPr>
            <p14:xfrm>
              <a:off x="1511955" y="3769343"/>
              <a:ext cx="21693" cy="68133"/>
            </p14:xfrm>
          </p:contentPart>
        </mc:Choice>
        <mc:Fallback xmlns="">
          <p:sp>
            <p:nvSpPr>
              <p:cNvPr id="1049945" name=""/>
              <p:cNvSpPr/>
              <p:nvPr/>
            </p:nvSpPr>
            <p:spPr>
              <a:xfrm>
                <a:off x="1511955" y="3769343"/>
                <a:ext cx="21693" cy="681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946" name="Encre 1049945"/>
              <p14:cNvContentPartPr/>
              <p14:nvPr/>
            </p14:nvContentPartPr>
            <p14:xfrm>
              <a:off x="471786" y="3893558"/>
              <a:ext cx="976260" cy="30888"/>
            </p14:xfrm>
          </p:contentPart>
        </mc:Choice>
        <mc:Fallback xmlns="">
          <p:sp>
            <p:nvSpPr>
              <p:cNvPr id="1049946" name=""/>
              <p:cNvSpPr/>
              <p:nvPr/>
            </p:nvSpPr>
            <p:spPr>
              <a:xfrm>
                <a:off x="471786" y="3893558"/>
                <a:ext cx="976260" cy="30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947" name="Encre 1049946"/>
              <p14:cNvContentPartPr/>
              <p14:nvPr/>
            </p14:nvContentPartPr>
            <p14:xfrm>
              <a:off x="1858009" y="3494337"/>
              <a:ext cx="80278" cy="422355"/>
            </p14:xfrm>
          </p:contentPart>
        </mc:Choice>
        <mc:Fallback xmlns="">
          <p:sp>
            <p:nvSpPr>
              <p:cNvPr id="1049947" name=""/>
              <p:cNvSpPr/>
              <p:nvPr/>
            </p:nvSpPr>
            <p:spPr>
              <a:xfrm>
                <a:off x="1858009" y="3494337"/>
                <a:ext cx="80278" cy="422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49948" name="Encre 1049947"/>
              <p14:cNvContentPartPr/>
              <p14:nvPr/>
            </p14:nvContentPartPr>
            <p14:xfrm>
              <a:off x="2029200" y="3515682"/>
              <a:ext cx="19380" cy="91034"/>
            </p14:xfrm>
          </p:contentPart>
        </mc:Choice>
        <mc:Fallback xmlns="">
          <p:sp>
            <p:nvSpPr>
              <p:cNvPr id="1049948" name=""/>
              <p:cNvSpPr/>
              <p:nvPr/>
            </p:nvSpPr>
            <p:spPr>
              <a:xfrm>
                <a:off x="2029200" y="3515682"/>
                <a:ext cx="19380" cy="91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9949" name="Encre 1049948"/>
              <p14:cNvContentPartPr/>
              <p14:nvPr/>
            </p14:nvContentPartPr>
            <p14:xfrm>
              <a:off x="2127563" y="3769305"/>
              <a:ext cx="171644" cy="118428"/>
            </p14:xfrm>
          </p:contentPart>
        </mc:Choice>
        <mc:Fallback xmlns="">
          <p:sp>
            <p:nvSpPr>
              <p:cNvPr id="1049949" name=""/>
              <p:cNvSpPr/>
              <p:nvPr/>
            </p:nvSpPr>
            <p:spPr>
              <a:xfrm>
                <a:off x="2127563" y="3769305"/>
                <a:ext cx="171644" cy="118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49950" name="Encre 1049949"/>
              <p14:cNvContentPartPr/>
              <p14:nvPr/>
            </p14:nvContentPartPr>
            <p14:xfrm>
              <a:off x="2251939" y="3624394"/>
              <a:ext cx="54329" cy="69537"/>
            </p14:xfrm>
          </p:contentPart>
        </mc:Choice>
        <mc:Fallback xmlns="">
          <p:sp>
            <p:nvSpPr>
              <p:cNvPr id="1049950" name=""/>
              <p:cNvSpPr/>
              <p:nvPr/>
            </p:nvSpPr>
            <p:spPr>
              <a:xfrm>
                <a:off x="2251939" y="3624394"/>
                <a:ext cx="54329" cy="69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9951" name="Encre 1049950"/>
              <p14:cNvContentPartPr/>
              <p14:nvPr/>
            </p14:nvContentPartPr>
            <p14:xfrm>
              <a:off x="2370689" y="3755529"/>
              <a:ext cx="110527" cy="338002"/>
            </p14:xfrm>
          </p:contentPart>
        </mc:Choice>
        <mc:Fallback xmlns="">
          <p:sp>
            <p:nvSpPr>
              <p:cNvPr id="1049951" name=""/>
              <p:cNvSpPr/>
              <p:nvPr/>
            </p:nvSpPr>
            <p:spPr>
              <a:xfrm>
                <a:off x="2370689" y="3755529"/>
                <a:ext cx="110527" cy="33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49952" name="Encre 1049951"/>
              <p14:cNvContentPartPr/>
              <p14:nvPr/>
            </p14:nvContentPartPr>
            <p14:xfrm>
              <a:off x="2556453" y="3762145"/>
              <a:ext cx="173427" cy="119597"/>
            </p14:xfrm>
          </p:contentPart>
        </mc:Choice>
        <mc:Fallback xmlns="">
          <p:sp>
            <p:nvSpPr>
              <p:cNvPr id="1049952" name=""/>
              <p:cNvSpPr/>
              <p:nvPr/>
            </p:nvSpPr>
            <p:spPr>
              <a:xfrm>
                <a:off x="2556453" y="3762145"/>
                <a:ext cx="173427" cy="119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9953" name="Encre 1049952"/>
              <p14:cNvContentPartPr/>
              <p14:nvPr/>
            </p14:nvContentPartPr>
            <p14:xfrm>
              <a:off x="2816330" y="3560013"/>
              <a:ext cx="269175" cy="310595"/>
            </p14:xfrm>
          </p:contentPart>
        </mc:Choice>
        <mc:Fallback xmlns="">
          <p:sp>
            <p:nvSpPr>
              <p:cNvPr id="1049953" name=""/>
              <p:cNvSpPr/>
              <p:nvPr/>
            </p:nvSpPr>
            <p:spPr>
              <a:xfrm>
                <a:off x="2816330" y="3560013"/>
                <a:ext cx="269175" cy="310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49954" name="Encre 1049953"/>
              <p14:cNvContentPartPr/>
              <p14:nvPr/>
            </p14:nvContentPartPr>
            <p14:xfrm>
              <a:off x="3042705" y="3760834"/>
              <a:ext cx="177543" cy="140822"/>
            </p14:xfrm>
          </p:contentPart>
        </mc:Choice>
        <mc:Fallback xmlns="">
          <p:sp>
            <p:nvSpPr>
              <p:cNvPr id="1049954" name=""/>
              <p:cNvSpPr/>
              <p:nvPr/>
            </p:nvSpPr>
            <p:spPr>
              <a:xfrm>
                <a:off x="3042705" y="3760834"/>
                <a:ext cx="177543" cy="140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9955" name="Encre 1049954"/>
              <p14:cNvContentPartPr/>
              <p14:nvPr/>
            </p14:nvContentPartPr>
            <p14:xfrm>
              <a:off x="3178101" y="3660631"/>
              <a:ext cx="507" cy="31553"/>
            </p14:xfrm>
          </p:contentPart>
        </mc:Choice>
        <mc:Fallback xmlns="">
          <p:sp>
            <p:nvSpPr>
              <p:cNvPr id="1049955" name=""/>
              <p:cNvSpPr/>
              <p:nvPr/>
            </p:nvSpPr>
            <p:spPr>
              <a:xfrm>
                <a:off x="3178101" y="3660631"/>
                <a:ext cx="507" cy="31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49956" name="Encre 1049955"/>
              <p14:cNvContentPartPr/>
              <p14:nvPr/>
            </p14:nvContentPartPr>
            <p14:xfrm>
              <a:off x="3300616" y="3786568"/>
              <a:ext cx="329111" cy="167946"/>
            </p14:xfrm>
          </p:contentPart>
        </mc:Choice>
        <mc:Fallback xmlns="">
          <p:sp>
            <p:nvSpPr>
              <p:cNvPr id="1049956" name=""/>
              <p:cNvSpPr/>
              <p:nvPr/>
            </p:nvSpPr>
            <p:spPr>
              <a:xfrm>
                <a:off x="3300616" y="3786568"/>
                <a:ext cx="329111" cy="167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9957" name="Encre 1049956"/>
              <p14:cNvContentPartPr/>
              <p14:nvPr/>
            </p14:nvContentPartPr>
            <p14:xfrm>
              <a:off x="3906943" y="3593099"/>
              <a:ext cx="201367" cy="363480"/>
            </p14:xfrm>
          </p:contentPart>
        </mc:Choice>
        <mc:Fallback xmlns="">
          <p:sp>
            <p:nvSpPr>
              <p:cNvPr id="1049957" name=""/>
              <p:cNvSpPr/>
              <p:nvPr/>
            </p:nvSpPr>
            <p:spPr>
              <a:xfrm>
                <a:off x="3906943" y="3593099"/>
                <a:ext cx="201367" cy="363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49958" name="Encre 1049957"/>
              <p14:cNvContentPartPr/>
              <p14:nvPr/>
            </p14:nvContentPartPr>
            <p14:xfrm>
              <a:off x="4151742" y="3602552"/>
              <a:ext cx="13930" cy="144072"/>
            </p14:xfrm>
          </p:contentPart>
        </mc:Choice>
        <mc:Fallback xmlns="">
          <p:sp>
            <p:nvSpPr>
              <p:cNvPr id="1049958" name=""/>
              <p:cNvSpPr/>
              <p:nvPr/>
            </p:nvSpPr>
            <p:spPr>
              <a:xfrm>
                <a:off x="4151742" y="3602552"/>
                <a:ext cx="13930" cy="144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9959" name="Encre 1049958"/>
              <p14:cNvContentPartPr/>
              <p14:nvPr/>
            </p14:nvContentPartPr>
            <p14:xfrm>
              <a:off x="4293445" y="3769343"/>
              <a:ext cx="366202" cy="195526"/>
            </p14:xfrm>
          </p:contentPart>
        </mc:Choice>
        <mc:Fallback xmlns="">
          <p:sp>
            <p:nvSpPr>
              <p:cNvPr id="1049959" name=""/>
              <p:cNvSpPr/>
              <p:nvPr/>
            </p:nvSpPr>
            <p:spPr>
              <a:xfrm>
                <a:off x="4293445" y="3769343"/>
                <a:ext cx="366202" cy="1955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49960" name="Encre 1049959"/>
              <p14:cNvContentPartPr/>
              <p14:nvPr/>
            </p14:nvContentPartPr>
            <p14:xfrm>
              <a:off x="4823568" y="3819975"/>
              <a:ext cx="24740" cy="254206"/>
            </p14:xfrm>
          </p:contentPart>
        </mc:Choice>
        <mc:Fallback xmlns="">
          <p:sp>
            <p:nvSpPr>
              <p:cNvPr id="1049960" name=""/>
              <p:cNvSpPr/>
              <p:nvPr/>
            </p:nvSpPr>
            <p:spPr>
              <a:xfrm>
                <a:off x="4823568" y="3819975"/>
                <a:ext cx="24740" cy="2542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9961" name="Encre 1049960"/>
              <p14:cNvContentPartPr/>
              <p14:nvPr/>
            </p14:nvContentPartPr>
            <p14:xfrm>
              <a:off x="4813647" y="3849015"/>
              <a:ext cx="108691" cy="108678"/>
            </p14:xfrm>
          </p:contentPart>
        </mc:Choice>
        <mc:Fallback xmlns="">
          <p:sp>
            <p:nvSpPr>
              <p:cNvPr id="1049961" name=""/>
              <p:cNvSpPr/>
              <p:nvPr/>
            </p:nvSpPr>
            <p:spPr>
              <a:xfrm>
                <a:off x="4813647" y="3849015"/>
                <a:ext cx="108691" cy="108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49962" name="Encre 1049961"/>
              <p14:cNvContentPartPr/>
              <p14:nvPr/>
            </p14:nvContentPartPr>
            <p14:xfrm>
              <a:off x="4945352" y="3602552"/>
              <a:ext cx="66985" cy="375686"/>
            </p14:xfrm>
          </p:contentPart>
        </mc:Choice>
        <mc:Fallback xmlns="">
          <p:sp>
            <p:nvSpPr>
              <p:cNvPr id="1049962" name=""/>
              <p:cNvSpPr/>
              <p:nvPr/>
            </p:nvSpPr>
            <p:spPr>
              <a:xfrm>
                <a:off x="4945352" y="3602552"/>
                <a:ext cx="66985" cy="375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9963" name="Encre 1049962"/>
              <p14:cNvContentPartPr/>
              <p14:nvPr/>
            </p14:nvContentPartPr>
            <p14:xfrm>
              <a:off x="5059133" y="3804145"/>
              <a:ext cx="358957" cy="185603"/>
            </p14:xfrm>
          </p:contentPart>
        </mc:Choice>
        <mc:Fallback xmlns="">
          <p:sp>
            <p:nvSpPr>
              <p:cNvPr id="1049963" name=""/>
              <p:cNvSpPr/>
              <p:nvPr/>
            </p:nvSpPr>
            <p:spPr>
              <a:xfrm>
                <a:off x="5059133" y="3804145"/>
                <a:ext cx="358957" cy="185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49964" name="Encre 1049963"/>
              <p14:cNvContentPartPr/>
              <p14:nvPr/>
            </p14:nvContentPartPr>
            <p14:xfrm>
              <a:off x="5565677" y="3835164"/>
              <a:ext cx="213617" cy="139799"/>
            </p14:xfrm>
          </p:contentPart>
        </mc:Choice>
        <mc:Fallback xmlns="">
          <p:sp>
            <p:nvSpPr>
              <p:cNvPr id="1049964" name=""/>
              <p:cNvSpPr/>
              <p:nvPr/>
            </p:nvSpPr>
            <p:spPr>
              <a:xfrm>
                <a:off x="5565677" y="3835164"/>
                <a:ext cx="213617" cy="139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9965" name="Encre 1049964"/>
              <p14:cNvContentPartPr/>
              <p14:nvPr/>
            </p14:nvContentPartPr>
            <p14:xfrm>
              <a:off x="5803719" y="3624394"/>
              <a:ext cx="124725" cy="301140"/>
            </p14:xfrm>
          </p:contentPart>
        </mc:Choice>
        <mc:Fallback xmlns="">
          <p:sp>
            <p:nvSpPr>
              <p:cNvPr id="1049965" name=""/>
              <p:cNvSpPr/>
              <p:nvPr/>
            </p:nvSpPr>
            <p:spPr>
              <a:xfrm>
                <a:off x="5803719" y="3624394"/>
                <a:ext cx="124725" cy="301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49966" name="Encre 1049965"/>
              <p14:cNvContentPartPr/>
              <p14:nvPr/>
            </p14:nvContentPartPr>
            <p14:xfrm>
              <a:off x="5978735" y="3849015"/>
              <a:ext cx="17661" cy="64251"/>
            </p14:xfrm>
          </p:contentPart>
        </mc:Choice>
        <mc:Fallback xmlns="">
          <p:sp>
            <p:nvSpPr>
              <p:cNvPr id="1049966" name=""/>
              <p:cNvSpPr/>
              <p:nvPr/>
            </p:nvSpPr>
            <p:spPr>
              <a:xfrm>
                <a:off x="5978735" y="3849015"/>
                <a:ext cx="17661" cy="64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49967" name="Encre 1049966"/>
              <p14:cNvContentPartPr/>
              <p14:nvPr/>
            </p14:nvContentPartPr>
            <p14:xfrm>
              <a:off x="5984135" y="3994212"/>
              <a:ext cx="5201" cy="32280"/>
            </p14:xfrm>
          </p:contentPart>
        </mc:Choice>
        <mc:Fallback xmlns="">
          <p:sp>
            <p:nvSpPr>
              <p:cNvPr id="1049967" name=""/>
              <p:cNvSpPr/>
              <p:nvPr/>
            </p:nvSpPr>
            <p:spPr>
              <a:xfrm>
                <a:off x="5984135" y="3994212"/>
                <a:ext cx="5201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49968" name="Encre 1049967"/>
              <p14:cNvContentPartPr/>
              <p14:nvPr/>
            </p14:nvContentPartPr>
            <p14:xfrm>
              <a:off x="5958756" y="3530574"/>
              <a:ext cx="1024705" cy="498123"/>
            </p14:xfrm>
          </p:contentPart>
        </mc:Choice>
        <mc:Fallback xmlns="">
          <p:sp>
            <p:nvSpPr>
              <p:cNvPr id="1049968" name=""/>
              <p:cNvSpPr/>
              <p:nvPr/>
            </p:nvSpPr>
            <p:spPr>
              <a:xfrm>
                <a:off x="5958756" y="3530574"/>
                <a:ext cx="1024705" cy="498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9969" name="Encre 1049968"/>
              <p14:cNvContentPartPr/>
              <p14:nvPr/>
            </p14:nvContentPartPr>
            <p14:xfrm>
              <a:off x="6873460" y="3711264"/>
              <a:ext cx="95439" cy="38931"/>
            </p14:xfrm>
          </p:contentPart>
        </mc:Choice>
        <mc:Fallback xmlns="">
          <p:sp>
            <p:nvSpPr>
              <p:cNvPr id="1049969" name=""/>
              <p:cNvSpPr/>
              <p:nvPr/>
            </p:nvSpPr>
            <p:spPr>
              <a:xfrm>
                <a:off x="6873460" y="3711264"/>
                <a:ext cx="95439" cy="389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49970" name="Encre 1049969"/>
              <p14:cNvContentPartPr/>
              <p14:nvPr/>
            </p14:nvContentPartPr>
            <p14:xfrm>
              <a:off x="7119364" y="3892698"/>
              <a:ext cx="184154" cy="238088"/>
            </p14:xfrm>
          </p:contentPart>
        </mc:Choice>
        <mc:Fallback xmlns="">
          <p:sp>
            <p:nvSpPr>
              <p:cNvPr id="1049970" name=""/>
              <p:cNvSpPr/>
              <p:nvPr/>
            </p:nvSpPr>
            <p:spPr>
              <a:xfrm>
                <a:off x="7119364" y="3892698"/>
                <a:ext cx="184154" cy="2380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9971" name="Encre 1049970"/>
              <p14:cNvContentPartPr/>
              <p14:nvPr/>
            </p14:nvContentPartPr>
            <p14:xfrm>
              <a:off x="7301091" y="3928829"/>
              <a:ext cx="256239" cy="137609"/>
            </p14:xfrm>
          </p:contentPart>
        </mc:Choice>
        <mc:Fallback xmlns="">
          <p:sp>
            <p:nvSpPr>
              <p:cNvPr id="1049971" name=""/>
              <p:cNvSpPr/>
              <p:nvPr/>
            </p:nvSpPr>
            <p:spPr>
              <a:xfrm>
                <a:off x="7301091" y="3928829"/>
                <a:ext cx="256239" cy="1376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49972" name="Encre 1049971"/>
              <p14:cNvContentPartPr/>
              <p14:nvPr/>
            </p14:nvContentPartPr>
            <p14:xfrm>
              <a:off x="7698718" y="3906846"/>
              <a:ext cx="7060" cy="80168"/>
            </p14:xfrm>
          </p:contentPart>
        </mc:Choice>
        <mc:Fallback xmlns="">
          <p:sp>
            <p:nvSpPr>
              <p:cNvPr id="1049972" name=""/>
              <p:cNvSpPr/>
              <p:nvPr/>
            </p:nvSpPr>
            <p:spPr>
              <a:xfrm>
                <a:off x="7698718" y="3906846"/>
                <a:ext cx="7060" cy="80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9973" name="Encre 1049972"/>
              <p14:cNvContentPartPr/>
              <p14:nvPr/>
            </p14:nvContentPartPr>
            <p14:xfrm>
              <a:off x="7698718" y="4044597"/>
              <a:ext cx="8802" cy="31416"/>
            </p14:xfrm>
          </p:contentPart>
        </mc:Choice>
        <mc:Fallback xmlns="">
          <p:sp>
            <p:nvSpPr>
              <p:cNvPr id="1049973" name=""/>
              <p:cNvSpPr/>
              <p:nvPr/>
            </p:nvSpPr>
            <p:spPr>
              <a:xfrm>
                <a:off x="7698718" y="4044597"/>
                <a:ext cx="8802" cy="31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49974" name="Encre 1049973"/>
              <p14:cNvContentPartPr/>
              <p14:nvPr/>
            </p14:nvContentPartPr>
            <p14:xfrm>
              <a:off x="826592" y="4443206"/>
              <a:ext cx="223195" cy="285326"/>
            </p14:xfrm>
          </p:contentPart>
        </mc:Choice>
        <mc:Fallback xmlns="">
          <p:sp>
            <p:nvSpPr>
              <p:cNvPr id="1049974" name=""/>
              <p:cNvSpPr/>
              <p:nvPr/>
            </p:nvSpPr>
            <p:spPr>
              <a:xfrm>
                <a:off x="826592" y="4443206"/>
                <a:ext cx="223195" cy="2853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9975" name="Encre 1049974"/>
              <p14:cNvContentPartPr/>
              <p14:nvPr/>
            </p14:nvContentPartPr>
            <p14:xfrm>
              <a:off x="1159806" y="4508483"/>
              <a:ext cx="181018" cy="259534"/>
            </p14:xfrm>
          </p:contentPart>
        </mc:Choice>
        <mc:Fallback xmlns="">
          <p:sp>
            <p:nvSpPr>
              <p:cNvPr id="1049975" name=""/>
              <p:cNvSpPr/>
              <p:nvPr/>
            </p:nvSpPr>
            <p:spPr>
              <a:xfrm>
                <a:off x="1159806" y="4508483"/>
                <a:ext cx="181018" cy="259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9976" name="Encre 1049975"/>
              <p14:cNvContentPartPr/>
              <p14:nvPr/>
            </p14:nvContentPartPr>
            <p14:xfrm>
              <a:off x="1140499" y="4616698"/>
              <a:ext cx="214445" cy="22089"/>
            </p14:xfrm>
          </p:contentPart>
        </mc:Choice>
        <mc:Fallback xmlns="">
          <p:sp>
            <p:nvSpPr>
              <p:cNvPr id="1049976" name=""/>
              <p:cNvSpPr/>
              <p:nvPr/>
            </p:nvSpPr>
            <p:spPr>
              <a:xfrm>
                <a:off x="1140499" y="4616698"/>
                <a:ext cx="214445" cy="22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49977" name="Encre 1049976"/>
              <p14:cNvContentPartPr/>
              <p14:nvPr/>
            </p14:nvContentPartPr>
            <p14:xfrm>
              <a:off x="1475747" y="4390565"/>
              <a:ext cx="257858" cy="607308"/>
            </p14:xfrm>
          </p:contentPart>
        </mc:Choice>
        <mc:Fallback xmlns="">
          <p:sp>
            <p:nvSpPr>
              <p:cNvPr id="1049977" name=""/>
              <p:cNvSpPr/>
              <p:nvPr/>
            </p:nvSpPr>
            <p:spPr>
              <a:xfrm>
                <a:off x="1475747" y="4390565"/>
                <a:ext cx="257858" cy="607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49978" name="Encre 1049977"/>
              <p14:cNvContentPartPr/>
              <p14:nvPr/>
            </p14:nvContentPartPr>
            <p14:xfrm>
              <a:off x="1743525" y="4672172"/>
              <a:ext cx="437281" cy="168188"/>
            </p14:xfrm>
          </p:contentPart>
        </mc:Choice>
        <mc:Fallback xmlns="">
          <p:sp>
            <p:nvSpPr>
              <p:cNvPr id="1049978" name=""/>
              <p:cNvSpPr/>
              <p:nvPr/>
            </p:nvSpPr>
            <p:spPr>
              <a:xfrm>
                <a:off x="1743525" y="4672172"/>
                <a:ext cx="437281" cy="168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9979" name="Encre 1049978"/>
              <p14:cNvContentPartPr/>
              <p14:nvPr/>
            </p14:nvContentPartPr>
            <p14:xfrm>
              <a:off x="2861130" y="4537026"/>
              <a:ext cx="132219" cy="264562"/>
            </p14:xfrm>
          </p:contentPart>
        </mc:Choice>
        <mc:Fallback xmlns="">
          <p:sp>
            <p:nvSpPr>
              <p:cNvPr id="1049979" name=""/>
              <p:cNvSpPr/>
              <p:nvPr/>
            </p:nvSpPr>
            <p:spPr>
              <a:xfrm>
                <a:off x="2861130" y="4537026"/>
                <a:ext cx="132219" cy="264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49980" name="Encre 1049979"/>
              <p14:cNvContentPartPr/>
              <p14:nvPr/>
            </p14:nvContentPartPr>
            <p14:xfrm>
              <a:off x="3060038" y="4645986"/>
              <a:ext cx="11348" cy="81795"/>
            </p14:xfrm>
          </p:contentPart>
        </mc:Choice>
        <mc:Fallback xmlns="">
          <p:sp>
            <p:nvSpPr>
              <p:cNvPr id="1049980" name=""/>
              <p:cNvSpPr/>
              <p:nvPr/>
            </p:nvSpPr>
            <p:spPr>
              <a:xfrm>
                <a:off x="3060038" y="4645986"/>
                <a:ext cx="11348" cy="81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9981" name="Encre 1049980"/>
              <p14:cNvContentPartPr/>
              <p14:nvPr/>
            </p14:nvContentPartPr>
            <p14:xfrm>
              <a:off x="3100067" y="4479443"/>
              <a:ext cx="6583" cy="30256"/>
            </p14:xfrm>
          </p:contentPart>
        </mc:Choice>
        <mc:Fallback xmlns="">
          <p:sp>
            <p:nvSpPr>
              <p:cNvPr id="1049981" name=""/>
              <p:cNvSpPr/>
              <p:nvPr/>
            </p:nvSpPr>
            <p:spPr>
              <a:xfrm>
                <a:off x="3100067" y="4479443"/>
                <a:ext cx="6583" cy="30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49982" name="Encre 1049981"/>
              <p14:cNvContentPartPr/>
              <p14:nvPr/>
            </p14:nvContentPartPr>
            <p14:xfrm>
              <a:off x="623799" y="4602302"/>
              <a:ext cx="37508" cy="1091443"/>
            </p14:xfrm>
          </p:contentPart>
        </mc:Choice>
        <mc:Fallback xmlns="">
          <p:sp>
            <p:nvSpPr>
              <p:cNvPr id="1049982" name=""/>
              <p:cNvSpPr/>
              <p:nvPr/>
            </p:nvSpPr>
            <p:spPr>
              <a:xfrm>
                <a:off x="623799" y="4602302"/>
                <a:ext cx="37508" cy="109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9983" name="Encre 1049982"/>
              <p14:cNvContentPartPr/>
              <p14:nvPr/>
            </p14:nvContentPartPr>
            <p14:xfrm>
              <a:off x="847072" y="5337550"/>
              <a:ext cx="357849" cy="258624"/>
            </p14:xfrm>
          </p:contentPart>
        </mc:Choice>
        <mc:Fallback xmlns="">
          <p:sp>
            <p:nvSpPr>
              <p:cNvPr id="1049983" name=""/>
              <p:cNvSpPr/>
              <p:nvPr/>
            </p:nvSpPr>
            <p:spPr>
              <a:xfrm>
                <a:off x="847072" y="5337550"/>
                <a:ext cx="357849" cy="258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49984" name="Encre 1049983"/>
              <p14:cNvContentPartPr/>
              <p14:nvPr/>
            </p14:nvContentPartPr>
            <p14:xfrm>
              <a:off x="933114" y="5210889"/>
              <a:ext cx="259014" cy="11371"/>
            </p14:xfrm>
          </p:contentPart>
        </mc:Choice>
        <mc:Fallback xmlns="">
          <p:sp>
            <p:nvSpPr>
              <p:cNvPr id="1049984" name=""/>
              <p:cNvSpPr/>
              <p:nvPr/>
            </p:nvSpPr>
            <p:spPr>
              <a:xfrm>
                <a:off x="933114" y="5210889"/>
                <a:ext cx="259014" cy="113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9985" name="Encre 1049984"/>
              <p14:cNvContentPartPr/>
              <p14:nvPr/>
            </p14:nvContentPartPr>
            <p14:xfrm>
              <a:off x="1140499" y="5131465"/>
              <a:ext cx="106249" cy="154464"/>
            </p14:xfrm>
          </p:contentPart>
        </mc:Choice>
        <mc:Fallback xmlns="">
          <p:sp>
            <p:nvSpPr>
              <p:cNvPr id="1049985" name=""/>
              <p:cNvSpPr/>
              <p:nvPr/>
            </p:nvSpPr>
            <p:spPr>
              <a:xfrm>
                <a:off x="1140499" y="5131465"/>
                <a:ext cx="106249" cy="1544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49986" name="Encre 1049985"/>
              <p14:cNvContentPartPr/>
              <p14:nvPr/>
            </p14:nvContentPartPr>
            <p14:xfrm>
              <a:off x="1399248" y="5109375"/>
              <a:ext cx="48798" cy="1188381"/>
            </p14:xfrm>
          </p:contentPart>
        </mc:Choice>
        <mc:Fallback xmlns="">
          <p:sp>
            <p:nvSpPr>
              <p:cNvPr id="1049986" name=""/>
              <p:cNvSpPr/>
              <p:nvPr/>
            </p:nvSpPr>
            <p:spPr>
              <a:xfrm>
                <a:off x="1399248" y="5109375"/>
                <a:ext cx="48798" cy="1188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49987" name="Encre 1049986"/>
              <p14:cNvContentPartPr/>
              <p14:nvPr/>
            </p14:nvContentPartPr>
            <p14:xfrm>
              <a:off x="1582607" y="5073138"/>
              <a:ext cx="177950" cy="314146"/>
            </p14:xfrm>
          </p:contentPart>
        </mc:Choice>
        <mc:Fallback xmlns="">
          <p:sp>
            <p:nvSpPr>
              <p:cNvPr id="1049987" name=""/>
              <p:cNvSpPr/>
              <p:nvPr/>
            </p:nvSpPr>
            <p:spPr>
              <a:xfrm>
                <a:off x="1582607" y="5073138"/>
                <a:ext cx="177950" cy="314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9988" name="Encre 1049987"/>
              <p14:cNvContentPartPr/>
              <p14:nvPr/>
            </p14:nvContentPartPr>
            <p14:xfrm>
              <a:off x="1663365" y="5553517"/>
              <a:ext cx="104016" cy="325762"/>
            </p14:xfrm>
          </p:contentPart>
        </mc:Choice>
        <mc:Fallback xmlns="">
          <p:sp>
            <p:nvSpPr>
              <p:cNvPr id="1049988" name=""/>
              <p:cNvSpPr/>
              <p:nvPr/>
            </p:nvSpPr>
            <p:spPr>
              <a:xfrm>
                <a:off x="1663365" y="5553517"/>
                <a:ext cx="104016" cy="325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49989" name="Encre 1049988"/>
              <p14:cNvContentPartPr/>
              <p14:nvPr/>
            </p14:nvContentPartPr>
            <p14:xfrm>
              <a:off x="1569389" y="5899081"/>
              <a:ext cx="208950" cy="392939"/>
            </p14:xfrm>
          </p:contentPart>
        </mc:Choice>
        <mc:Fallback xmlns="">
          <p:sp>
            <p:nvSpPr>
              <p:cNvPr id="1049989" name=""/>
              <p:cNvSpPr/>
              <p:nvPr/>
            </p:nvSpPr>
            <p:spPr>
              <a:xfrm>
                <a:off x="1569389" y="5899081"/>
                <a:ext cx="208950" cy="392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49990" name="Encre 1049989"/>
              <p14:cNvContentPartPr/>
              <p14:nvPr/>
            </p14:nvContentPartPr>
            <p14:xfrm>
              <a:off x="1918413" y="5150576"/>
              <a:ext cx="79419" cy="1295716"/>
            </p14:xfrm>
          </p:contentPart>
        </mc:Choice>
        <mc:Fallback xmlns="">
          <p:sp>
            <p:nvSpPr>
              <p:cNvPr id="1049990" name=""/>
              <p:cNvSpPr/>
              <p:nvPr/>
            </p:nvSpPr>
            <p:spPr>
              <a:xfrm>
                <a:off x="1918413" y="5150576"/>
                <a:ext cx="79419" cy="12957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49991" name="Encre 1049990"/>
              <p14:cNvContentPartPr/>
              <p14:nvPr/>
            </p14:nvContentPartPr>
            <p14:xfrm>
              <a:off x="222136" y="5971374"/>
              <a:ext cx="238846" cy="374645"/>
            </p14:xfrm>
          </p:contentPart>
        </mc:Choice>
        <mc:Fallback xmlns="">
          <p:sp>
            <p:nvSpPr>
              <p:cNvPr id="1049991" name=""/>
              <p:cNvSpPr/>
              <p:nvPr/>
            </p:nvSpPr>
            <p:spPr>
              <a:xfrm>
                <a:off x="222136" y="5971374"/>
                <a:ext cx="238846" cy="374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49992" name="Encre 1049991"/>
              <p14:cNvContentPartPr/>
              <p14:nvPr/>
            </p14:nvContentPartPr>
            <p14:xfrm>
              <a:off x="475544" y="5841317"/>
              <a:ext cx="107222" cy="188383"/>
            </p14:xfrm>
          </p:contentPart>
        </mc:Choice>
        <mc:Fallback xmlns="">
          <p:sp>
            <p:nvSpPr>
              <p:cNvPr id="1049992" name=""/>
              <p:cNvSpPr/>
              <p:nvPr/>
            </p:nvSpPr>
            <p:spPr>
              <a:xfrm>
                <a:off x="475544" y="5841317"/>
                <a:ext cx="107222" cy="18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9993" name="Encre 1049992"/>
              <p14:cNvContentPartPr/>
              <p14:nvPr/>
            </p14:nvContentPartPr>
            <p14:xfrm>
              <a:off x="460982" y="6253826"/>
              <a:ext cx="176673" cy="19653"/>
            </p14:xfrm>
          </p:contentPart>
        </mc:Choice>
        <mc:Fallback xmlns="">
          <p:sp>
            <p:nvSpPr>
              <p:cNvPr id="1049993" name=""/>
              <p:cNvSpPr/>
              <p:nvPr/>
            </p:nvSpPr>
            <p:spPr>
              <a:xfrm>
                <a:off x="460982" y="6253826"/>
                <a:ext cx="176673" cy="19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49994" name="Encre 1049993"/>
              <p14:cNvContentPartPr/>
              <p14:nvPr/>
            </p14:nvContentPartPr>
            <p14:xfrm>
              <a:off x="547025" y="6189046"/>
              <a:ext cx="6511" cy="202037"/>
            </p14:xfrm>
          </p:contentPart>
        </mc:Choice>
        <mc:Fallback xmlns="">
          <p:sp>
            <p:nvSpPr>
              <p:cNvPr id="1049994" name=""/>
              <p:cNvSpPr/>
              <p:nvPr/>
            </p:nvSpPr>
            <p:spPr>
              <a:xfrm>
                <a:off x="547025" y="6189046"/>
                <a:ext cx="6511" cy="202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9995" name="Encre 1049994"/>
              <p14:cNvContentPartPr/>
              <p14:nvPr/>
            </p14:nvContentPartPr>
            <p14:xfrm>
              <a:off x="697070" y="6122796"/>
              <a:ext cx="111508" cy="336254"/>
            </p14:xfrm>
          </p:contentPart>
        </mc:Choice>
        <mc:Fallback xmlns="">
          <p:sp>
            <p:nvSpPr>
              <p:cNvPr id="1049995" name=""/>
              <p:cNvSpPr/>
              <p:nvPr/>
            </p:nvSpPr>
            <p:spPr>
              <a:xfrm>
                <a:off x="697070" y="6122796"/>
                <a:ext cx="111508" cy="336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49996" name="Encre 1049995"/>
              <p14:cNvContentPartPr/>
              <p14:nvPr/>
            </p14:nvContentPartPr>
            <p14:xfrm>
              <a:off x="825892" y="5971374"/>
              <a:ext cx="77235" cy="241701"/>
            </p14:xfrm>
          </p:contentPart>
        </mc:Choice>
        <mc:Fallback xmlns="">
          <p:sp>
            <p:nvSpPr>
              <p:cNvPr id="1049996" name=""/>
              <p:cNvSpPr/>
              <p:nvPr/>
            </p:nvSpPr>
            <p:spPr>
              <a:xfrm>
                <a:off x="825892" y="5971374"/>
                <a:ext cx="77235" cy="241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9997" name="Encre 1049996"/>
              <p14:cNvContentPartPr/>
              <p14:nvPr/>
            </p14:nvContentPartPr>
            <p14:xfrm>
              <a:off x="875752" y="6326300"/>
              <a:ext cx="158047" cy="52695"/>
            </p14:xfrm>
          </p:contentPart>
        </mc:Choice>
        <mc:Fallback xmlns="">
          <p:sp>
            <p:nvSpPr>
              <p:cNvPr id="1049997" name=""/>
              <p:cNvSpPr/>
              <p:nvPr/>
            </p:nvSpPr>
            <p:spPr>
              <a:xfrm>
                <a:off x="875752" y="6326300"/>
                <a:ext cx="158047" cy="52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49998" name="Encre 1049997"/>
              <p14:cNvContentPartPr/>
              <p14:nvPr/>
            </p14:nvContentPartPr>
            <p14:xfrm>
              <a:off x="926054" y="6253826"/>
              <a:ext cx="28418" cy="212106"/>
            </p14:xfrm>
          </p:contentPart>
        </mc:Choice>
        <mc:Fallback xmlns="">
          <p:sp>
            <p:nvSpPr>
              <p:cNvPr id="1049998" name=""/>
              <p:cNvSpPr/>
              <p:nvPr/>
            </p:nvSpPr>
            <p:spPr>
              <a:xfrm>
                <a:off x="926054" y="6253826"/>
                <a:ext cx="28418" cy="21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9999" name="Encre 1049998"/>
              <p14:cNvContentPartPr/>
              <p14:nvPr/>
            </p14:nvContentPartPr>
            <p14:xfrm>
              <a:off x="1011656" y="6174402"/>
              <a:ext cx="139385" cy="339959"/>
            </p14:xfrm>
          </p:contentPart>
        </mc:Choice>
        <mc:Fallback xmlns="">
          <p:sp>
            <p:nvSpPr>
              <p:cNvPr id="1049999" name=""/>
              <p:cNvSpPr/>
              <p:nvPr/>
            </p:nvSpPr>
            <p:spPr>
              <a:xfrm>
                <a:off x="1011656" y="6174402"/>
                <a:ext cx="139385" cy="3399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0000" name="Encre 1049999"/>
              <p14:cNvContentPartPr/>
              <p14:nvPr/>
            </p14:nvContentPartPr>
            <p14:xfrm>
              <a:off x="1111818" y="6058244"/>
              <a:ext cx="135356" cy="250571"/>
            </p14:xfrm>
          </p:contentPart>
        </mc:Choice>
        <mc:Fallback xmlns="">
          <p:sp>
            <p:nvSpPr>
              <p:cNvPr id="1050000" name=""/>
              <p:cNvSpPr/>
              <p:nvPr/>
            </p:nvSpPr>
            <p:spPr>
              <a:xfrm>
                <a:off x="1111818" y="6058244"/>
                <a:ext cx="135356" cy="250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0001" name="Encre 1050000"/>
              <p14:cNvContentPartPr/>
              <p14:nvPr/>
            </p14:nvContentPartPr>
            <p14:xfrm>
              <a:off x="1219115" y="6402609"/>
              <a:ext cx="100088" cy="30663"/>
            </p14:xfrm>
          </p:contentPart>
        </mc:Choice>
        <mc:Fallback xmlns="">
          <p:sp>
            <p:nvSpPr>
              <p:cNvPr id="1050001" name=""/>
              <p:cNvSpPr/>
              <p:nvPr/>
            </p:nvSpPr>
            <p:spPr>
              <a:xfrm>
                <a:off x="1219115" y="6402609"/>
                <a:ext cx="100088" cy="30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0002" name="Encre 1050001"/>
              <p14:cNvContentPartPr/>
              <p14:nvPr/>
            </p14:nvContentPartPr>
            <p14:xfrm>
              <a:off x="1197775" y="6495794"/>
              <a:ext cx="121428" cy="18890"/>
            </p14:xfrm>
          </p:contentPart>
        </mc:Choice>
        <mc:Fallback xmlns="">
          <p:sp>
            <p:nvSpPr>
              <p:cNvPr id="1050002" name=""/>
              <p:cNvSpPr/>
              <p:nvPr/>
            </p:nvSpPr>
            <p:spPr>
              <a:xfrm>
                <a:off x="1197775" y="6495794"/>
                <a:ext cx="121428" cy="18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0003" name="Encre 1050002"/>
              <p14:cNvContentPartPr/>
              <p14:nvPr/>
            </p14:nvContentPartPr>
            <p14:xfrm>
              <a:off x="1440987" y="6348142"/>
              <a:ext cx="11961" cy="257576"/>
            </p14:xfrm>
          </p:contentPart>
        </mc:Choice>
        <mc:Fallback xmlns="">
          <p:sp>
            <p:nvSpPr>
              <p:cNvPr id="1050003" name=""/>
              <p:cNvSpPr/>
              <p:nvPr/>
            </p:nvSpPr>
            <p:spPr>
              <a:xfrm>
                <a:off x="1440987" y="6348142"/>
                <a:ext cx="11961" cy="2575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0004" name="Encre 1050003"/>
              <p14:cNvContentPartPr/>
              <p14:nvPr/>
            </p14:nvContentPartPr>
            <p14:xfrm>
              <a:off x="2892705" y="4888830"/>
              <a:ext cx="221481" cy="31275"/>
            </p14:xfrm>
          </p:contentPart>
        </mc:Choice>
        <mc:Fallback xmlns="">
          <p:sp>
            <p:nvSpPr>
              <p:cNvPr id="1050004" name=""/>
              <p:cNvSpPr/>
              <p:nvPr/>
            </p:nvSpPr>
            <p:spPr>
              <a:xfrm>
                <a:off x="2892705" y="4888830"/>
                <a:ext cx="221481" cy="31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0005" name="Encre 1050004"/>
              <p14:cNvContentPartPr/>
              <p14:nvPr/>
            </p14:nvContentPartPr>
            <p14:xfrm>
              <a:off x="2897415" y="4979866"/>
              <a:ext cx="238392" cy="20797"/>
            </p14:xfrm>
          </p:contentPart>
        </mc:Choice>
        <mc:Fallback xmlns="">
          <p:sp>
            <p:nvSpPr>
              <p:cNvPr id="1050005" name=""/>
              <p:cNvSpPr/>
              <p:nvPr/>
            </p:nvSpPr>
            <p:spPr>
              <a:xfrm>
                <a:off x="2897415" y="4979866"/>
                <a:ext cx="238392" cy="20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0006" name="Encre 1050005"/>
              <p14:cNvContentPartPr/>
              <p14:nvPr/>
            </p14:nvContentPartPr>
            <p14:xfrm>
              <a:off x="3619155" y="4745137"/>
              <a:ext cx="224817" cy="277259"/>
            </p14:xfrm>
          </p:contentPart>
        </mc:Choice>
        <mc:Fallback xmlns="">
          <p:sp>
            <p:nvSpPr>
              <p:cNvPr id="1050006" name=""/>
              <p:cNvSpPr/>
              <p:nvPr/>
            </p:nvSpPr>
            <p:spPr>
              <a:xfrm>
                <a:off x="3619155" y="4745137"/>
                <a:ext cx="224817" cy="277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0007" name="Encre 1050006"/>
              <p14:cNvContentPartPr/>
              <p14:nvPr/>
            </p14:nvContentPartPr>
            <p14:xfrm>
              <a:off x="3908659" y="4840784"/>
              <a:ext cx="304202" cy="256688"/>
            </p14:xfrm>
          </p:contentPart>
        </mc:Choice>
        <mc:Fallback xmlns="">
          <p:sp>
            <p:nvSpPr>
              <p:cNvPr id="1050007" name=""/>
              <p:cNvSpPr/>
              <p:nvPr/>
            </p:nvSpPr>
            <p:spPr>
              <a:xfrm>
                <a:off x="3908659" y="4840784"/>
                <a:ext cx="304202" cy="256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0008" name="Encre 1050007"/>
              <p14:cNvContentPartPr/>
              <p14:nvPr/>
            </p14:nvContentPartPr>
            <p14:xfrm>
              <a:off x="3743843" y="4588155"/>
              <a:ext cx="455051" cy="49444"/>
            </p14:xfrm>
          </p:contentPart>
        </mc:Choice>
        <mc:Fallback xmlns="">
          <p:sp>
            <p:nvSpPr>
              <p:cNvPr id="1050008" name=""/>
              <p:cNvSpPr/>
              <p:nvPr/>
            </p:nvSpPr>
            <p:spPr>
              <a:xfrm>
                <a:off x="3743843" y="4588155"/>
                <a:ext cx="455051" cy="49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0009" name="Encre 1050008"/>
              <p14:cNvContentPartPr/>
              <p14:nvPr/>
            </p14:nvContentPartPr>
            <p14:xfrm>
              <a:off x="4151111" y="4501285"/>
              <a:ext cx="142417" cy="225301"/>
            </p14:xfrm>
          </p:contentPart>
        </mc:Choice>
        <mc:Fallback xmlns="">
          <p:sp>
            <p:nvSpPr>
              <p:cNvPr id="1050009" name=""/>
              <p:cNvSpPr/>
              <p:nvPr/>
            </p:nvSpPr>
            <p:spPr>
              <a:xfrm>
                <a:off x="4151111" y="4501285"/>
                <a:ext cx="142417" cy="225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0010" name="Encre 1050009"/>
              <p14:cNvContentPartPr/>
              <p14:nvPr/>
            </p14:nvContentPartPr>
            <p14:xfrm>
              <a:off x="4395400" y="5088030"/>
              <a:ext cx="6338" cy="31160"/>
            </p14:xfrm>
          </p:contentPart>
        </mc:Choice>
        <mc:Fallback xmlns="">
          <p:sp>
            <p:nvSpPr>
              <p:cNvPr id="1050010" name=""/>
              <p:cNvSpPr/>
              <p:nvPr/>
            </p:nvSpPr>
            <p:spPr>
              <a:xfrm>
                <a:off x="4395400" y="5088030"/>
                <a:ext cx="6338" cy="31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0011" name="Encre 1050010"/>
              <p14:cNvContentPartPr/>
              <p14:nvPr/>
            </p14:nvContentPartPr>
            <p14:xfrm>
              <a:off x="4530141" y="4900206"/>
              <a:ext cx="329168" cy="212374"/>
            </p14:xfrm>
          </p:contentPart>
        </mc:Choice>
        <mc:Fallback xmlns="">
          <p:sp>
            <p:nvSpPr>
              <p:cNvPr id="1050011" name=""/>
              <p:cNvSpPr/>
              <p:nvPr/>
            </p:nvSpPr>
            <p:spPr>
              <a:xfrm>
                <a:off x="4530141" y="4900206"/>
                <a:ext cx="329168" cy="2123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0012" name="Encre 1050011"/>
              <p14:cNvContentPartPr/>
              <p14:nvPr/>
            </p14:nvContentPartPr>
            <p14:xfrm>
              <a:off x="4608853" y="4760276"/>
              <a:ext cx="214715" cy="8973"/>
            </p14:xfrm>
          </p:contentPart>
        </mc:Choice>
        <mc:Fallback xmlns="">
          <p:sp>
            <p:nvSpPr>
              <p:cNvPr id="1050012" name=""/>
              <p:cNvSpPr/>
              <p:nvPr/>
            </p:nvSpPr>
            <p:spPr>
              <a:xfrm>
                <a:off x="4608853" y="4760276"/>
                <a:ext cx="214715" cy="8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0013" name="Encre 1050012"/>
              <p14:cNvContentPartPr/>
              <p14:nvPr/>
            </p14:nvContentPartPr>
            <p14:xfrm>
              <a:off x="4752087" y="4703816"/>
              <a:ext cx="114919" cy="149576"/>
            </p14:xfrm>
          </p:contentPart>
        </mc:Choice>
        <mc:Fallback xmlns="">
          <p:sp>
            <p:nvSpPr>
              <p:cNvPr id="1050013" name=""/>
              <p:cNvSpPr/>
              <p:nvPr/>
            </p:nvSpPr>
            <p:spPr>
              <a:xfrm>
                <a:off x="4752087" y="4703816"/>
                <a:ext cx="114919" cy="1495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0014" name="Encre 1050013"/>
              <p14:cNvContentPartPr/>
              <p14:nvPr/>
            </p14:nvContentPartPr>
            <p14:xfrm>
              <a:off x="4165672" y="4508483"/>
              <a:ext cx="168634" cy="275413"/>
            </p14:xfrm>
          </p:contentPart>
        </mc:Choice>
        <mc:Fallback xmlns="">
          <p:sp>
            <p:nvSpPr>
              <p:cNvPr id="1050014" name=""/>
              <p:cNvSpPr/>
              <p:nvPr/>
            </p:nvSpPr>
            <p:spPr>
              <a:xfrm>
                <a:off x="4165672" y="4508483"/>
                <a:ext cx="168634" cy="275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0015" name="Encre 1050014"/>
              <p14:cNvContentPartPr/>
              <p14:nvPr/>
            </p14:nvContentPartPr>
            <p14:xfrm>
              <a:off x="3765519" y="4614073"/>
              <a:ext cx="550177" cy="44746"/>
            </p14:xfrm>
          </p:contentPart>
        </mc:Choice>
        <mc:Fallback xmlns="">
          <p:sp>
            <p:nvSpPr>
              <p:cNvPr id="1050015" name=""/>
              <p:cNvSpPr/>
              <p:nvPr/>
            </p:nvSpPr>
            <p:spPr>
              <a:xfrm>
                <a:off x="3765519" y="4614073"/>
                <a:ext cx="550177" cy="44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0016" name="Encre 1050015"/>
              <p14:cNvContentPartPr/>
              <p14:nvPr/>
            </p14:nvContentPartPr>
            <p14:xfrm>
              <a:off x="4179792" y="4522630"/>
              <a:ext cx="110513" cy="219774"/>
            </p14:xfrm>
          </p:contentPart>
        </mc:Choice>
        <mc:Fallback xmlns="">
          <p:sp>
            <p:nvSpPr>
              <p:cNvPr id="1050016" name=""/>
              <p:cNvSpPr/>
              <p:nvPr/>
            </p:nvSpPr>
            <p:spPr>
              <a:xfrm>
                <a:off x="4179792" y="4522630"/>
                <a:ext cx="110513" cy="219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0017" name="Encre 1050016"/>
              <p14:cNvContentPartPr/>
              <p14:nvPr/>
            </p14:nvContentPartPr>
            <p14:xfrm>
              <a:off x="5008097" y="5004280"/>
              <a:ext cx="123018" cy="4078"/>
            </p14:xfrm>
          </p:contentPart>
        </mc:Choice>
        <mc:Fallback xmlns="">
          <p:sp>
            <p:nvSpPr>
              <p:cNvPr id="1050017" name=""/>
              <p:cNvSpPr/>
              <p:nvPr/>
            </p:nvSpPr>
            <p:spPr>
              <a:xfrm>
                <a:off x="5008097" y="5004280"/>
                <a:ext cx="123018" cy="4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0018" name="Encre 1050017"/>
              <p14:cNvContentPartPr/>
              <p14:nvPr/>
            </p14:nvContentPartPr>
            <p14:xfrm>
              <a:off x="5041543" y="5102177"/>
              <a:ext cx="89572" cy="7198"/>
            </p14:xfrm>
          </p:contentPart>
        </mc:Choice>
        <mc:Fallback xmlns="">
          <p:sp>
            <p:nvSpPr>
              <p:cNvPr id="1050018" name=""/>
              <p:cNvSpPr/>
              <p:nvPr/>
            </p:nvSpPr>
            <p:spPr>
              <a:xfrm>
                <a:off x="5041543" y="5102177"/>
                <a:ext cx="89572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0019" name="Encre 1050018"/>
              <p14:cNvContentPartPr/>
              <p14:nvPr/>
            </p14:nvContentPartPr>
            <p14:xfrm>
              <a:off x="5258862" y="4788609"/>
              <a:ext cx="230150" cy="361427"/>
            </p14:xfrm>
          </p:contentPart>
        </mc:Choice>
        <mc:Fallback xmlns="">
          <p:sp>
            <p:nvSpPr>
              <p:cNvPr id="1050019" name=""/>
              <p:cNvSpPr/>
              <p:nvPr/>
            </p:nvSpPr>
            <p:spPr>
              <a:xfrm>
                <a:off x="5258862" y="4788609"/>
                <a:ext cx="230150" cy="361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0020" name="Encre 1050019"/>
              <p14:cNvContentPartPr/>
              <p14:nvPr/>
            </p14:nvContentPartPr>
            <p14:xfrm>
              <a:off x="5431603" y="4943081"/>
              <a:ext cx="151905" cy="7498"/>
            </p14:xfrm>
          </p:contentPart>
        </mc:Choice>
        <mc:Fallback xmlns="">
          <p:sp>
            <p:nvSpPr>
              <p:cNvPr id="1050020" name=""/>
              <p:cNvSpPr/>
              <p:nvPr/>
            </p:nvSpPr>
            <p:spPr>
              <a:xfrm>
                <a:off x="5431603" y="4943081"/>
                <a:ext cx="151905" cy="7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0021" name="Encre 1050020"/>
              <p14:cNvContentPartPr/>
              <p14:nvPr/>
            </p14:nvContentPartPr>
            <p14:xfrm>
              <a:off x="5531766" y="5017650"/>
              <a:ext cx="119477" cy="158402"/>
            </p14:xfrm>
          </p:contentPart>
        </mc:Choice>
        <mc:Fallback xmlns="">
          <p:sp>
            <p:nvSpPr>
              <p:cNvPr id="1050021" name=""/>
              <p:cNvSpPr/>
              <p:nvPr/>
            </p:nvSpPr>
            <p:spPr>
              <a:xfrm>
                <a:off x="5531766" y="5017650"/>
                <a:ext cx="119477" cy="158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0022" name="Encre 1050021"/>
              <p14:cNvContentPartPr/>
              <p14:nvPr/>
            </p14:nvContentPartPr>
            <p14:xfrm>
              <a:off x="3373306" y="4428347"/>
              <a:ext cx="2481415" cy="921045"/>
            </p14:xfrm>
          </p:contentPart>
        </mc:Choice>
        <mc:Fallback xmlns="">
          <p:sp>
            <p:nvSpPr>
              <p:cNvPr id="1050022" name=""/>
              <p:cNvSpPr/>
              <p:nvPr/>
            </p:nvSpPr>
            <p:spPr>
              <a:xfrm>
                <a:off x="3373306" y="4428347"/>
                <a:ext cx="2481415" cy="921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0023" name="Encre 1050022"/>
              <p14:cNvContentPartPr/>
              <p14:nvPr/>
            </p14:nvContentPartPr>
            <p14:xfrm>
              <a:off x="2991778" y="5667081"/>
              <a:ext cx="140776" cy="384468"/>
            </p14:xfrm>
          </p:contentPart>
        </mc:Choice>
        <mc:Fallback xmlns="">
          <p:sp>
            <p:nvSpPr>
              <p:cNvPr id="1050023" name=""/>
              <p:cNvSpPr/>
              <p:nvPr/>
            </p:nvSpPr>
            <p:spPr>
              <a:xfrm>
                <a:off x="2991778" y="5667081"/>
                <a:ext cx="140776" cy="384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0024" name="Encre 1050023"/>
              <p14:cNvContentPartPr/>
              <p14:nvPr/>
            </p14:nvContentPartPr>
            <p14:xfrm>
              <a:off x="3185668" y="5797882"/>
              <a:ext cx="3529" cy="79424"/>
            </p14:xfrm>
          </p:contentPart>
        </mc:Choice>
        <mc:Fallback xmlns="">
          <p:sp>
            <p:nvSpPr>
              <p:cNvPr id="1050024" name=""/>
              <p:cNvSpPr/>
              <p:nvPr/>
            </p:nvSpPr>
            <p:spPr>
              <a:xfrm>
                <a:off x="3185668" y="5797882"/>
                <a:ext cx="3529" cy="79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0025" name="Encre 1050024"/>
              <p14:cNvContentPartPr/>
              <p14:nvPr/>
            </p14:nvContentPartPr>
            <p14:xfrm>
              <a:off x="3207289" y="5964176"/>
              <a:ext cx="7059" cy="90841"/>
            </p14:xfrm>
          </p:contentPart>
        </mc:Choice>
        <mc:Fallback xmlns="">
          <p:sp>
            <p:nvSpPr>
              <p:cNvPr id="1050025" name=""/>
              <p:cNvSpPr/>
              <p:nvPr/>
            </p:nvSpPr>
            <p:spPr>
              <a:xfrm>
                <a:off x="3207289" y="5964176"/>
                <a:ext cx="7059" cy="90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0026" name="Encre 1050025"/>
              <p14:cNvContentPartPr/>
              <p14:nvPr/>
            </p14:nvContentPartPr>
            <p14:xfrm>
              <a:off x="3405193" y="5797442"/>
              <a:ext cx="176426" cy="299798"/>
            </p14:xfrm>
          </p:contentPart>
        </mc:Choice>
        <mc:Fallback xmlns="">
          <p:sp>
            <p:nvSpPr>
              <p:cNvPr id="1050026" name=""/>
              <p:cNvSpPr/>
              <p:nvPr/>
            </p:nvSpPr>
            <p:spPr>
              <a:xfrm>
                <a:off x="3405193" y="5797442"/>
                <a:ext cx="176426" cy="299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0027" name="Encre 1050026"/>
              <p14:cNvContentPartPr/>
              <p14:nvPr/>
            </p14:nvContentPartPr>
            <p14:xfrm>
              <a:off x="3667040" y="5894659"/>
              <a:ext cx="166643" cy="222802"/>
            </p14:xfrm>
          </p:contentPart>
        </mc:Choice>
        <mc:Fallback xmlns="">
          <p:sp>
            <p:nvSpPr>
              <p:cNvPr id="1050027" name=""/>
              <p:cNvSpPr/>
              <p:nvPr/>
            </p:nvSpPr>
            <p:spPr>
              <a:xfrm>
                <a:off x="3667040" y="5894659"/>
                <a:ext cx="166643" cy="222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0028" name="Encre 1050027"/>
              <p14:cNvContentPartPr/>
              <p14:nvPr/>
            </p14:nvContentPartPr>
            <p14:xfrm>
              <a:off x="3679421" y="5935137"/>
              <a:ext cx="228564" cy="45468"/>
            </p14:xfrm>
          </p:contentPart>
        </mc:Choice>
        <mc:Fallback xmlns="">
          <p:sp>
            <p:nvSpPr>
              <p:cNvPr id="1050028" name=""/>
              <p:cNvSpPr/>
              <p:nvPr/>
            </p:nvSpPr>
            <p:spPr>
              <a:xfrm>
                <a:off x="3679421" y="5935137"/>
                <a:ext cx="228564" cy="45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0029" name="Encre 1050028"/>
              <p14:cNvContentPartPr/>
              <p14:nvPr/>
            </p14:nvContentPartPr>
            <p14:xfrm>
              <a:off x="3980972" y="5704565"/>
              <a:ext cx="629005" cy="587141"/>
            </p14:xfrm>
          </p:contentPart>
        </mc:Choice>
        <mc:Fallback xmlns="">
          <p:sp>
            <p:nvSpPr>
              <p:cNvPr id="1050029" name=""/>
              <p:cNvSpPr/>
              <p:nvPr/>
            </p:nvSpPr>
            <p:spPr>
              <a:xfrm>
                <a:off x="3980972" y="5704565"/>
                <a:ext cx="629005" cy="587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0030" name="Encre 1050029"/>
              <p14:cNvContentPartPr/>
              <p14:nvPr/>
            </p14:nvContentPartPr>
            <p14:xfrm>
              <a:off x="3329094" y="6344082"/>
              <a:ext cx="1098236" cy="36075"/>
            </p14:xfrm>
          </p:contentPart>
        </mc:Choice>
        <mc:Fallback xmlns="">
          <p:sp>
            <p:nvSpPr>
              <p:cNvPr id="1050030" name=""/>
              <p:cNvSpPr/>
              <p:nvPr/>
            </p:nvSpPr>
            <p:spPr>
              <a:xfrm>
                <a:off x="3329094" y="6344082"/>
                <a:ext cx="1098236" cy="36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0031" name="Encre 1050030"/>
              <p14:cNvContentPartPr/>
              <p14:nvPr/>
            </p14:nvContentPartPr>
            <p14:xfrm>
              <a:off x="5003152" y="5891950"/>
              <a:ext cx="213565" cy="303330"/>
            </p14:xfrm>
          </p:contentPart>
        </mc:Choice>
        <mc:Fallback xmlns="">
          <p:sp>
            <p:nvSpPr>
              <p:cNvPr id="1050031" name=""/>
              <p:cNvSpPr/>
              <p:nvPr/>
            </p:nvSpPr>
            <p:spPr>
              <a:xfrm>
                <a:off x="5003152" y="5891950"/>
                <a:ext cx="213565" cy="3033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0032" name="Encre 1050031"/>
              <p14:cNvContentPartPr/>
              <p14:nvPr/>
            </p14:nvContentPartPr>
            <p14:xfrm>
              <a:off x="5315022" y="5971374"/>
              <a:ext cx="61849" cy="177245"/>
            </p14:xfrm>
          </p:contentPart>
        </mc:Choice>
        <mc:Fallback xmlns="">
          <p:sp>
            <p:nvSpPr>
              <p:cNvPr id="1050032" name=""/>
              <p:cNvSpPr/>
              <p:nvPr/>
            </p:nvSpPr>
            <p:spPr>
              <a:xfrm>
                <a:off x="5315022" y="5971374"/>
                <a:ext cx="61849" cy="177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0033" name="Encre 1050032"/>
              <p14:cNvContentPartPr/>
              <p14:nvPr/>
            </p14:nvContentPartPr>
            <p14:xfrm>
              <a:off x="5376410" y="6007860"/>
              <a:ext cx="89717" cy="147988"/>
            </p14:xfrm>
          </p:contentPart>
        </mc:Choice>
        <mc:Fallback xmlns="">
          <p:sp>
            <p:nvSpPr>
              <p:cNvPr id="1050033" name=""/>
              <p:cNvSpPr/>
              <p:nvPr/>
            </p:nvSpPr>
            <p:spPr>
              <a:xfrm>
                <a:off x="5376410" y="6007860"/>
                <a:ext cx="89717" cy="147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0034" name="Encre 1050033"/>
              <p14:cNvContentPartPr/>
              <p14:nvPr/>
            </p14:nvContentPartPr>
            <p14:xfrm>
              <a:off x="5581626" y="6078915"/>
              <a:ext cx="179055" cy="19147"/>
            </p14:xfrm>
          </p:contentPart>
        </mc:Choice>
        <mc:Fallback xmlns="">
          <p:sp>
            <p:nvSpPr>
              <p:cNvPr id="1050034" name=""/>
              <p:cNvSpPr/>
              <p:nvPr/>
            </p:nvSpPr>
            <p:spPr>
              <a:xfrm>
                <a:off x="5581626" y="6078915"/>
                <a:ext cx="179055" cy="19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0035" name="Encre 1050034"/>
              <p14:cNvContentPartPr/>
              <p14:nvPr/>
            </p14:nvContentPartPr>
            <p14:xfrm>
              <a:off x="5674613" y="5993464"/>
              <a:ext cx="33331" cy="269683"/>
            </p14:xfrm>
          </p:contentPart>
        </mc:Choice>
        <mc:Fallback xmlns="">
          <p:sp>
            <p:nvSpPr>
              <p:cNvPr id="1050035" name=""/>
              <p:cNvSpPr/>
              <p:nvPr/>
            </p:nvSpPr>
            <p:spPr>
              <a:xfrm>
                <a:off x="5674613" y="5993464"/>
                <a:ext cx="33331" cy="269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0036" name="Encre 1050035"/>
              <p14:cNvContentPartPr/>
              <p14:nvPr/>
            </p14:nvContentPartPr>
            <p14:xfrm>
              <a:off x="5875054" y="5993464"/>
              <a:ext cx="35306" cy="358161"/>
            </p14:xfrm>
          </p:contentPart>
        </mc:Choice>
        <mc:Fallback xmlns="">
          <p:sp>
            <p:nvSpPr>
              <p:cNvPr id="1050036" name=""/>
              <p:cNvSpPr/>
              <p:nvPr/>
            </p:nvSpPr>
            <p:spPr>
              <a:xfrm>
                <a:off x="5875054" y="5993464"/>
                <a:ext cx="35306" cy="3581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0037" name="Encre 1050036"/>
              <p14:cNvContentPartPr/>
              <p14:nvPr/>
            </p14:nvContentPartPr>
            <p14:xfrm>
              <a:off x="5853433" y="5949018"/>
              <a:ext cx="153892" cy="245899"/>
            </p14:xfrm>
          </p:contentPart>
        </mc:Choice>
        <mc:Fallback xmlns="">
          <p:sp>
            <p:nvSpPr>
              <p:cNvPr id="1050037" name=""/>
              <p:cNvSpPr/>
              <p:nvPr/>
            </p:nvSpPr>
            <p:spPr>
              <a:xfrm>
                <a:off x="5853433" y="5949018"/>
                <a:ext cx="153892" cy="245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0038" name="Encre 1050037"/>
              <p14:cNvContentPartPr/>
              <p14:nvPr/>
            </p14:nvContentPartPr>
            <p14:xfrm>
              <a:off x="6074938" y="5993464"/>
              <a:ext cx="133555" cy="355821"/>
            </p14:xfrm>
          </p:contentPart>
        </mc:Choice>
        <mc:Fallback xmlns="">
          <p:sp>
            <p:nvSpPr>
              <p:cNvPr id="1050038" name=""/>
              <p:cNvSpPr/>
              <p:nvPr/>
            </p:nvSpPr>
            <p:spPr>
              <a:xfrm>
                <a:off x="6074938" y="5993464"/>
                <a:ext cx="133555" cy="355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0039" name="Encre 1050038"/>
              <p14:cNvContentPartPr/>
              <p14:nvPr/>
            </p14:nvContentPartPr>
            <p14:xfrm>
              <a:off x="6318064" y="6109090"/>
              <a:ext cx="159314" cy="14430"/>
            </p14:xfrm>
          </p:contentPart>
        </mc:Choice>
        <mc:Fallback xmlns="">
          <p:sp>
            <p:nvSpPr>
              <p:cNvPr id="1050039" name=""/>
              <p:cNvSpPr/>
              <p:nvPr/>
            </p:nvSpPr>
            <p:spPr>
              <a:xfrm>
                <a:off x="6318064" y="6109090"/>
                <a:ext cx="159314" cy="14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0040" name="Encre 1050039"/>
              <p14:cNvContentPartPr/>
              <p14:nvPr/>
            </p14:nvContentPartPr>
            <p14:xfrm>
              <a:off x="6361306" y="6022503"/>
              <a:ext cx="51900" cy="234009"/>
            </p14:xfrm>
          </p:contentPart>
        </mc:Choice>
        <mc:Fallback xmlns="">
          <p:sp>
            <p:nvSpPr>
              <p:cNvPr id="1050040" name=""/>
              <p:cNvSpPr/>
              <p:nvPr/>
            </p:nvSpPr>
            <p:spPr>
              <a:xfrm>
                <a:off x="6361306" y="6022503"/>
                <a:ext cx="51900" cy="234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0041" name="Encre 1050040"/>
              <p14:cNvContentPartPr/>
              <p14:nvPr/>
            </p14:nvContentPartPr>
            <p14:xfrm>
              <a:off x="6482648" y="5888945"/>
              <a:ext cx="122785" cy="276218"/>
            </p14:xfrm>
          </p:contentPart>
        </mc:Choice>
        <mc:Fallback xmlns="">
          <p:sp>
            <p:nvSpPr>
              <p:cNvPr id="1050041" name=""/>
              <p:cNvSpPr/>
              <p:nvPr/>
            </p:nvSpPr>
            <p:spPr>
              <a:xfrm>
                <a:off x="6482648" y="5888945"/>
                <a:ext cx="122785" cy="276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0042" name="Encre 1050041"/>
              <p14:cNvContentPartPr/>
              <p14:nvPr/>
            </p14:nvContentPartPr>
            <p14:xfrm>
              <a:off x="6682973" y="6021839"/>
              <a:ext cx="169024" cy="327870"/>
            </p14:xfrm>
          </p:contentPart>
        </mc:Choice>
        <mc:Fallback xmlns="">
          <p:sp>
            <p:nvSpPr>
              <p:cNvPr id="1050042" name=""/>
              <p:cNvSpPr/>
              <p:nvPr/>
            </p:nvSpPr>
            <p:spPr>
              <a:xfrm>
                <a:off x="6682973" y="6021839"/>
                <a:ext cx="169024" cy="327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0043" name="Encre 1050042"/>
              <p14:cNvContentPartPr/>
              <p14:nvPr/>
            </p14:nvContentPartPr>
            <p14:xfrm>
              <a:off x="6893469" y="6029701"/>
              <a:ext cx="146912" cy="18612"/>
            </p14:xfrm>
          </p:contentPart>
        </mc:Choice>
        <mc:Fallback xmlns="">
          <p:sp>
            <p:nvSpPr>
              <p:cNvPr id="1050043" name=""/>
              <p:cNvSpPr/>
              <p:nvPr/>
            </p:nvSpPr>
            <p:spPr>
              <a:xfrm>
                <a:off x="6893469" y="6029701"/>
                <a:ext cx="146912" cy="18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0044" name="Encre 1050043"/>
              <p14:cNvContentPartPr/>
              <p14:nvPr/>
            </p14:nvContentPartPr>
            <p14:xfrm>
              <a:off x="6927508" y="6150454"/>
              <a:ext cx="112873" cy="2106"/>
            </p14:xfrm>
          </p:contentPart>
        </mc:Choice>
        <mc:Fallback xmlns="">
          <p:sp>
            <p:nvSpPr>
              <p:cNvPr id="1050044" name=""/>
              <p:cNvSpPr/>
              <p:nvPr/>
            </p:nvSpPr>
            <p:spPr>
              <a:xfrm>
                <a:off x="6927508" y="6150454"/>
                <a:ext cx="112873" cy="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0045" name="Encre 1050044"/>
              <p14:cNvContentPartPr/>
              <p14:nvPr/>
            </p14:nvContentPartPr>
            <p14:xfrm>
              <a:off x="7153200" y="5948127"/>
              <a:ext cx="170017" cy="251977"/>
            </p14:xfrm>
          </p:contentPart>
        </mc:Choice>
        <mc:Fallback xmlns="">
          <p:sp>
            <p:nvSpPr>
              <p:cNvPr id="1050045" name=""/>
              <p:cNvSpPr/>
              <p:nvPr/>
            </p:nvSpPr>
            <p:spPr>
              <a:xfrm>
                <a:off x="7153200" y="5948127"/>
                <a:ext cx="170017" cy="251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0046" name="Encre 1050045"/>
              <p14:cNvContentPartPr/>
              <p14:nvPr/>
            </p14:nvContentPartPr>
            <p14:xfrm>
              <a:off x="4857714" y="5621716"/>
              <a:ext cx="2558104" cy="853350"/>
            </p14:xfrm>
          </p:contentPart>
        </mc:Choice>
        <mc:Fallback xmlns="">
          <p:sp>
            <p:nvSpPr>
              <p:cNvPr id="1050046" name=""/>
              <p:cNvSpPr/>
              <p:nvPr/>
            </p:nvSpPr>
            <p:spPr>
              <a:xfrm>
                <a:off x="4857714" y="5621716"/>
                <a:ext cx="2558104" cy="853350"/>
              </a:xfrm>
            </p:spPr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47" name="Rectangle 1"/>
          <p:cNvSpPr/>
          <p:nvPr/>
        </p:nvSpPr>
        <p:spPr>
          <a:xfrm>
            <a:off x="593902" y="322614"/>
            <a:ext cx="9307220" cy="447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i="0" u="none" strike="noStrike" baseline="0" dirty="0">
                <a:solidFill>
                  <a:srgbClr val="FF0000"/>
                </a:solidFill>
                <a:latin typeface="AR BLANCA" panose="02000000000000000000" pitchFamily="2" charset="0"/>
              </a:rPr>
              <a:t>4. Exemples d’utilisation du théorème du moment cinétique</a:t>
            </a:r>
            <a:endParaRPr lang="fr-MA" sz="2400" dirty="0">
              <a:solidFill>
                <a:srgbClr val="FF0000"/>
              </a:solidFill>
              <a:latin typeface="AR BLANCA" panose="02000000000000000000" pitchFamily="2" charset="0"/>
            </a:endParaRPr>
          </a:p>
        </p:txBody>
      </p:sp>
      <p:pic>
        <p:nvPicPr>
          <p:cNvPr id="2097154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635" y="546134"/>
            <a:ext cx="2366974" cy="3052076"/>
          </a:xfrm>
          <a:prstGeom prst="rect">
            <a:avLst/>
          </a:prstGeom>
        </p:spPr>
      </p:pic>
      <p:sp>
        <p:nvSpPr>
          <p:cNvPr id="1050048" name="ZoneTexte 4"/>
          <p:cNvSpPr txBox="1"/>
          <p:nvPr/>
        </p:nvSpPr>
        <p:spPr>
          <a:xfrm>
            <a:off x="593902" y="643242"/>
            <a:ext cx="3484880" cy="574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3200" u="sng" dirty="0">
                <a:latin typeface="AR BLANCA" panose="02000000000000000000" pitchFamily="2" charset="0"/>
              </a:rPr>
              <a:t>Le pendule simple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" y="1159149"/>
            <a:ext cx="8175445" cy="13412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049" name="Encre 1050048"/>
              <p14:cNvContentPartPr/>
              <p14:nvPr/>
            </p14:nvContentPartPr>
            <p14:xfrm>
              <a:off x="9093051" y="1111119"/>
              <a:ext cx="2183352" cy="71772"/>
            </p14:xfrm>
          </p:contentPart>
        </mc:Choice>
        <mc:Fallback xmlns="">
          <p:sp>
            <p:nvSpPr>
              <p:cNvPr id="1050049" name=""/>
              <p:cNvSpPr/>
              <p:nvPr/>
            </p:nvSpPr>
            <p:spPr>
              <a:xfrm>
                <a:off x="9093051" y="1111119"/>
                <a:ext cx="2183352" cy="71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050" name="Encre 1050049"/>
              <p14:cNvContentPartPr/>
              <p14:nvPr/>
            </p14:nvContentPartPr>
            <p14:xfrm>
              <a:off x="11081300" y="1089030"/>
              <a:ext cx="258358" cy="231818"/>
            </p14:xfrm>
          </p:contentPart>
        </mc:Choice>
        <mc:Fallback xmlns="">
          <p:sp>
            <p:nvSpPr>
              <p:cNvPr id="1050050" name=""/>
              <p:cNvSpPr/>
              <p:nvPr/>
            </p:nvSpPr>
            <p:spPr>
              <a:xfrm>
                <a:off x="11081300" y="1089030"/>
                <a:ext cx="258358" cy="2318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051" name="Encre 1050050"/>
              <p14:cNvContentPartPr/>
              <p14:nvPr/>
            </p14:nvContentPartPr>
            <p14:xfrm>
              <a:off x="9008076" y="3409731"/>
              <a:ext cx="170020" cy="225027"/>
            </p14:xfrm>
          </p:contentPart>
        </mc:Choice>
        <mc:Fallback xmlns="">
          <p:sp>
            <p:nvSpPr>
              <p:cNvPr id="1050051" name=""/>
              <p:cNvSpPr/>
              <p:nvPr/>
            </p:nvSpPr>
            <p:spPr>
              <a:xfrm>
                <a:off x="9008076" y="3409731"/>
                <a:ext cx="170020" cy="225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052" name="Encre 1050051"/>
              <p14:cNvContentPartPr/>
              <p14:nvPr/>
            </p14:nvContentPartPr>
            <p14:xfrm>
              <a:off x="8742703" y="3774825"/>
              <a:ext cx="158594" cy="197552"/>
            </p14:xfrm>
          </p:contentPart>
        </mc:Choice>
        <mc:Fallback xmlns="">
          <p:sp>
            <p:nvSpPr>
              <p:cNvPr id="1050052" name=""/>
              <p:cNvSpPr/>
              <p:nvPr/>
            </p:nvSpPr>
            <p:spPr>
              <a:xfrm>
                <a:off x="8742703" y="3774825"/>
                <a:ext cx="158594" cy="197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053" name="Encre 1050052"/>
              <p14:cNvContentPartPr/>
              <p14:nvPr/>
            </p14:nvContentPartPr>
            <p14:xfrm>
              <a:off x="8874012" y="3802105"/>
              <a:ext cx="162119" cy="156257"/>
            </p14:xfrm>
          </p:contentPart>
        </mc:Choice>
        <mc:Fallback xmlns="">
          <p:sp>
            <p:nvSpPr>
              <p:cNvPr id="1050053" name=""/>
              <p:cNvSpPr/>
              <p:nvPr/>
            </p:nvSpPr>
            <p:spPr>
              <a:xfrm>
                <a:off x="8874012" y="3802105"/>
                <a:ext cx="162119" cy="156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054" name="Encre 1050053"/>
              <p14:cNvContentPartPr/>
              <p14:nvPr/>
            </p14:nvContentPartPr>
            <p14:xfrm>
              <a:off x="11483691" y="1133147"/>
              <a:ext cx="168284" cy="392747"/>
            </p14:xfrm>
          </p:contentPart>
        </mc:Choice>
        <mc:Fallback xmlns="">
          <p:sp>
            <p:nvSpPr>
              <p:cNvPr id="1050054" name=""/>
              <p:cNvSpPr/>
              <p:nvPr/>
            </p:nvSpPr>
            <p:spPr>
              <a:xfrm>
                <a:off x="11483691" y="1133147"/>
                <a:ext cx="168284" cy="392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055" name="Encre 1050054"/>
              <p14:cNvContentPartPr/>
              <p14:nvPr/>
            </p14:nvContentPartPr>
            <p14:xfrm>
              <a:off x="11923447" y="1422362"/>
              <a:ext cx="16073" cy="38002"/>
            </p14:xfrm>
          </p:contentPart>
        </mc:Choice>
        <mc:Fallback xmlns="">
          <p:sp>
            <p:nvSpPr>
              <p:cNvPr id="1050055" name=""/>
              <p:cNvSpPr/>
              <p:nvPr/>
            </p:nvSpPr>
            <p:spPr>
              <a:xfrm>
                <a:off x="11923447" y="1422362"/>
                <a:ext cx="16073" cy="3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056" name="Encre 1050055"/>
              <p14:cNvContentPartPr/>
              <p14:nvPr/>
            </p14:nvContentPartPr>
            <p14:xfrm>
              <a:off x="9006071" y="1103425"/>
              <a:ext cx="44180" cy="75043"/>
            </p14:xfrm>
          </p:contentPart>
        </mc:Choice>
        <mc:Fallback xmlns="">
          <p:sp>
            <p:nvSpPr>
              <p:cNvPr id="1050056" name=""/>
              <p:cNvSpPr/>
              <p:nvPr/>
            </p:nvSpPr>
            <p:spPr>
              <a:xfrm>
                <a:off x="9006071" y="1103425"/>
                <a:ext cx="44180" cy="75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057" name="Encre 1050056"/>
              <p14:cNvContentPartPr/>
              <p14:nvPr/>
            </p14:nvContentPartPr>
            <p14:xfrm>
              <a:off x="9007450" y="1111119"/>
              <a:ext cx="115495" cy="26620"/>
            </p14:xfrm>
          </p:contentPart>
        </mc:Choice>
        <mc:Fallback xmlns="">
          <p:sp>
            <p:nvSpPr>
              <p:cNvPr id="1050057" name=""/>
              <p:cNvSpPr/>
              <p:nvPr/>
            </p:nvSpPr>
            <p:spPr>
              <a:xfrm>
                <a:off x="9007450" y="1111119"/>
                <a:ext cx="115495" cy="26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058" name="Encre 1050057"/>
              <p14:cNvContentPartPr/>
              <p14:nvPr/>
            </p14:nvContentPartPr>
            <p14:xfrm>
              <a:off x="9034574" y="1082080"/>
              <a:ext cx="65537" cy="71127"/>
            </p14:xfrm>
          </p:contentPart>
        </mc:Choice>
        <mc:Fallback xmlns="">
          <p:sp>
            <p:nvSpPr>
              <p:cNvPr id="1050058" name=""/>
              <p:cNvSpPr/>
              <p:nvPr/>
            </p:nvSpPr>
            <p:spPr>
              <a:xfrm>
                <a:off x="9034574" y="1082080"/>
                <a:ext cx="65537" cy="711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059" name="Encre 1050058"/>
              <p14:cNvContentPartPr/>
              <p14:nvPr/>
            </p14:nvContentPartPr>
            <p14:xfrm>
              <a:off x="9007450" y="1111119"/>
              <a:ext cx="82071" cy="17622"/>
            </p14:xfrm>
          </p:contentPart>
        </mc:Choice>
        <mc:Fallback xmlns="">
          <p:sp>
            <p:nvSpPr>
              <p:cNvPr id="1050059" name=""/>
              <p:cNvSpPr/>
              <p:nvPr/>
            </p:nvSpPr>
            <p:spPr>
              <a:xfrm>
                <a:off x="9007450" y="1111119"/>
                <a:ext cx="82071" cy="17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060" name="Encre 1050059"/>
              <p14:cNvContentPartPr/>
              <p14:nvPr/>
            </p14:nvContentPartPr>
            <p14:xfrm>
              <a:off x="6372610" y="1479283"/>
              <a:ext cx="275883" cy="295621"/>
            </p14:xfrm>
          </p:contentPart>
        </mc:Choice>
        <mc:Fallback xmlns="">
          <p:sp>
            <p:nvSpPr>
              <p:cNvPr id="1050060" name=""/>
              <p:cNvSpPr/>
              <p:nvPr/>
            </p:nvSpPr>
            <p:spPr>
              <a:xfrm>
                <a:off x="6372610" y="1479283"/>
                <a:ext cx="275883" cy="295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061" name="Encre 1050060"/>
              <p14:cNvContentPartPr/>
              <p14:nvPr/>
            </p14:nvContentPartPr>
            <p14:xfrm>
              <a:off x="760950" y="2849265"/>
              <a:ext cx="230643" cy="287530"/>
            </p14:xfrm>
          </p:contentPart>
        </mc:Choice>
        <mc:Fallback xmlns="">
          <p:sp>
            <p:nvSpPr>
              <p:cNvPr id="1050061" name=""/>
              <p:cNvSpPr/>
              <p:nvPr/>
            </p:nvSpPr>
            <p:spPr>
              <a:xfrm>
                <a:off x="760950" y="2849265"/>
                <a:ext cx="230643" cy="287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062" name="Encre 1050061"/>
              <p14:cNvContentPartPr/>
              <p14:nvPr/>
            </p14:nvContentPartPr>
            <p14:xfrm>
              <a:off x="1152486" y="2835254"/>
              <a:ext cx="247272" cy="583805"/>
            </p14:xfrm>
          </p:contentPart>
        </mc:Choice>
        <mc:Fallback xmlns="">
          <p:sp>
            <p:nvSpPr>
              <p:cNvPr id="1050062" name=""/>
              <p:cNvSpPr/>
              <p:nvPr/>
            </p:nvSpPr>
            <p:spPr>
              <a:xfrm>
                <a:off x="1152486" y="2835254"/>
                <a:ext cx="247272" cy="583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063" name="Encre 1050062"/>
              <p14:cNvContentPartPr/>
              <p14:nvPr/>
            </p14:nvContentPartPr>
            <p14:xfrm>
              <a:off x="1297582" y="3023501"/>
              <a:ext cx="6501" cy="35894"/>
            </p14:xfrm>
          </p:contentPart>
        </mc:Choice>
        <mc:Fallback xmlns="">
          <p:sp>
            <p:nvSpPr>
              <p:cNvPr id="1050063" name=""/>
              <p:cNvSpPr/>
              <p:nvPr/>
            </p:nvSpPr>
            <p:spPr>
              <a:xfrm>
                <a:off x="1297582" y="3023501"/>
                <a:ext cx="6501" cy="35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064" name="Encre 1050063"/>
              <p14:cNvContentPartPr/>
              <p14:nvPr/>
            </p14:nvContentPartPr>
            <p14:xfrm>
              <a:off x="1469658" y="2994214"/>
              <a:ext cx="128412" cy="200928"/>
            </p14:xfrm>
          </p:contentPart>
        </mc:Choice>
        <mc:Fallback xmlns="">
          <p:sp>
            <p:nvSpPr>
              <p:cNvPr id="1050064" name=""/>
              <p:cNvSpPr/>
              <p:nvPr/>
            </p:nvSpPr>
            <p:spPr>
              <a:xfrm>
                <a:off x="1469658" y="2994214"/>
                <a:ext cx="128412" cy="2009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065" name="Encre 1050064"/>
              <p14:cNvContentPartPr/>
              <p14:nvPr/>
            </p14:nvContentPartPr>
            <p14:xfrm>
              <a:off x="1476728" y="3023501"/>
              <a:ext cx="321667" cy="162314"/>
            </p14:xfrm>
          </p:contentPart>
        </mc:Choice>
        <mc:Fallback xmlns="">
          <p:sp>
            <p:nvSpPr>
              <p:cNvPr id="1050065" name=""/>
              <p:cNvSpPr/>
              <p:nvPr/>
            </p:nvSpPr>
            <p:spPr>
              <a:xfrm>
                <a:off x="1476728" y="3023501"/>
                <a:ext cx="321667" cy="1623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066" name="Encre 1050065"/>
              <p14:cNvContentPartPr/>
              <p14:nvPr/>
            </p14:nvContentPartPr>
            <p14:xfrm>
              <a:off x="1947389" y="2885502"/>
              <a:ext cx="58391" cy="343274"/>
            </p14:xfrm>
          </p:contentPart>
        </mc:Choice>
        <mc:Fallback xmlns="">
          <p:sp>
            <p:nvSpPr>
              <p:cNvPr id="1050066" name=""/>
              <p:cNvSpPr/>
              <p:nvPr/>
            </p:nvSpPr>
            <p:spPr>
              <a:xfrm>
                <a:off x="1947389" y="2885502"/>
                <a:ext cx="58391" cy="343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067" name="Encre 1050066"/>
              <p14:cNvContentPartPr/>
              <p14:nvPr/>
            </p14:nvContentPartPr>
            <p14:xfrm>
              <a:off x="1941358" y="2755248"/>
              <a:ext cx="325984" cy="445383"/>
            </p14:xfrm>
          </p:contentPart>
        </mc:Choice>
        <mc:Fallback xmlns="">
          <p:sp>
            <p:nvSpPr>
              <p:cNvPr id="1050067" name=""/>
              <p:cNvSpPr/>
              <p:nvPr/>
            </p:nvSpPr>
            <p:spPr>
              <a:xfrm>
                <a:off x="1941358" y="2755248"/>
                <a:ext cx="325984" cy="445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068" name="Encre 1050067"/>
              <p14:cNvContentPartPr/>
              <p14:nvPr/>
            </p14:nvContentPartPr>
            <p14:xfrm>
              <a:off x="2350792" y="2806078"/>
              <a:ext cx="134179" cy="515047"/>
            </p14:xfrm>
          </p:contentPart>
        </mc:Choice>
        <mc:Fallback xmlns="">
          <p:sp>
            <p:nvSpPr>
              <p:cNvPr id="1050068" name=""/>
              <p:cNvSpPr/>
              <p:nvPr/>
            </p:nvSpPr>
            <p:spPr>
              <a:xfrm>
                <a:off x="2350792" y="2806078"/>
                <a:ext cx="134179" cy="515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069" name="Encre 1050068"/>
              <p14:cNvContentPartPr/>
              <p14:nvPr/>
            </p14:nvContentPartPr>
            <p14:xfrm>
              <a:off x="2526958" y="2995597"/>
              <a:ext cx="177866" cy="211059"/>
            </p14:xfrm>
          </p:contentPart>
        </mc:Choice>
        <mc:Fallback xmlns="">
          <p:sp>
            <p:nvSpPr>
              <p:cNvPr id="1050069" name=""/>
              <p:cNvSpPr/>
              <p:nvPr/>
            </p:nvSpPr>
            <p:spPr>
              <a:xfrm>
                <a:off x="2526958" y="2995597"/>
                <a:ext cx="177866" cy="211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070" name="Encre 1050069"/>
              <p14:cNvContentPartPr/>
              <p14:nvPr/>
            </p14:nvContentPartPr>
            <p14:xfrm>
              <a:off x="2792519" y="3052044"/>
              <a:ext cx="65401" cy="190331"/>
            </p14:xfrm>
          </p:contentPart>
        </mc:Choice>
        <mc:Fallback xmlns="">
          <p:sp>
            <p:nvSpPr>
              <p:cNvPr id="1050070" name=""/>
              <p:cNvSpPr/>
              <p:nvPr/>
            </p:nvSpPr>
            <p:spPr>
              <a:xfrm>
                <a:off x="2792519" y="3052044"/>
                <a:ext cx="65401" cy="1903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071" name="Encre 1050070"/>
              <p14:cNvContentPartPr/>
              <p14:nvPr/>
            </p14:nvContentPartPr>
            <p14:xfrm>
              <a:off x="2871597" y="3052044"/>
              <a:ext cx="97108" cy="174646"/>
            </p14:xfrm>
          </p:contentPart>
        </mc:Choice>
        <mc:Fallback xmlns="">
          <p:sp>
            <p:nvSpPr>
              <p:cNvPr id="1050071" name=""/>
              <p:cNvSpPr/>
              <p:nvPr/>
            </p:nvSpPr>
            <p:spPr>
              <a:xfrm>
                <a:off x="2871597" y="3052044"/>
                <a:ext cx="97108" cy="1746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072" name="Encre 1050071"/>
              <p14:cNvContentPartPr/>
              <p14:nvPr/>
            </p14:nvContentPartPr>
            <p14:xfrm>
              <a:off x="2968779" y="3011898"/>
              <a:ext cx="148452" cy="311552"/>
            </p14:xfrm>
          </p:contentPart>
        </mc:Choice>
        <mc:Fallback xmlns="">
          <p:sp>
            <p:nvSpPr>
              <p:cNvPr id="1050072" name=""/>
              <p:cNvSpPr/>
              <p:nvPr/>
            </p:nvSpPr>
            <p:spPr>
              <a:xfrm>
                <a:off x="2968779" y="3011898"/>
                <a:ext cx="148452" cy="311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073" name="Encre 1050072"/>
              <p14:cNvContentPartPr/>
              <p14:nvPr/>
            </p14:nvContentPartPr>
            <p14:xfrm>
              <a:off x="3157428" y="3030699"/>
              <a:ext cx="174219" cy="286009"/>
            </p14:xfrm>
          </p:contentPart>
        </mc:Choice>
        <mc:Fallback xmlns="">
          <p:sp>
            <p:nvSpPr>
              <p:cNvPr id="1050073" name=""/>
              <p:cNvSpPr/>
              <p:nvPr/>
            </p:nvSpPr>
            <p:spPr>
              <a:xfrm>
                <a:off x="3157428" y="3030699"/>
                <a:ext cx="174219" cy="286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074" name="Encre 1050073"/>
              <p14:cNvContentPartPr/>
              <p14:nvPr/>
            </p14:nvContentPartPr>
            <p14:xfrm>
              <a:off x="3327672" y="2871106"/>
              <a:ext cx="148558" cy="562438"/>
            </p14:xfrm>
          </p:contentPart>
        </mc:Choice>
        <mc:Fallback xmlns="">
          <p:sp>
            <p:nvSpPr>
              <p:cNvPr id="1050074" name=""/>
              <p:cNvSpPr/>
              <p:nvPr/>
            </p:nvSpPr>
            <p:spPr>
              <a:xfrm>
                <a:off x="3327672" y="2871106"/>
                <a:ext cx="148558" cy="562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075" name="Encre 1050074"/>
              <p14:cNvContentPartPr/>
              <p14:nvPr/>
            </p14:nvContentPartPr>
            <p14:xfrm>
              <a:off x="3679337" y="3137192"/>
              <a:ext cx="116188" cy="351257"/>
            </p14:xfrm>
          </p:contentPart>
        </mc:Choice>
        <mc:Fallback xmlns="">
          <p:sp>
            <p:nvSpPr>
              <p:cNvPr id="1050075" name=""/>
              <p:cNvSpPr/>
              <p:nvPr/>
            </p:nvSpPr>
            <p:spPr>
              <a:xfrm>
                <a:off x="3679337" y="3137192"/>
                <a:ext cx="116188" cy="351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076" name="Encre 1050075"/>
              <p14:cNvContentPartPr/>
              <p14:nvPr/>
            </p14:nvContentPartPr>
            <p14:xfrm>
              <a:off x="3841049" y="2937511"/>
              <a:ext cx="429063" cy="306746"/>
            </p14:xfrm>
          </p:contentPart>
        </mc:Choice>
        <mc:Fallback xmlns="">
          <p:sp>
            <p:nvSpPr>
              <p:cNvPr id="1050076" name=""/>
              <p:cNvSpPr/>
              <p:nvPr/>
            </p:nvSpPr>
            <p:spPr>
              <a:xfrm>
                <a:off x="3841049" y="2937511"/>
                <a:ext cx="429063" cy="306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077" name="Encre 1050076"/>
              <p14:cNvContentPartPr/>
              <p14:nvPr/>
            </p14:nvContentPartPr>
            <p14:xfrm>
              <a:off x="4210332" y="2979818"/>
              <a:ext cx="5201" cy="32674"/>
            </p14:xfrm>
          </p:contentPart>
        </mc:Choice>
        <mc:Fallback xmlns="">
          <p:sp>
            <p:nvSpPr>
              <p:cNvPr id="1050077" name=""/>
              <p:cNvSpPr/>
              <p:nvPr/>
            </p:nvSpPr>
            <p:spPr>
              <a:xfrm>
                <a:off x="4210332" y="2979818"/>
                <a:ext cx="5201" cy="32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078" name="Encre 1050077"/>
              <p14:cNvContentPartPr/>
              <p14:nvPr/>
            </p14:nvContentPartPr>
            <p14:xfrm>
              <a:off x="4315696" y="2921987"/>
              <a:ext cx="71481" cy="318440"/>
            </p14:xfrm>
          </p:contentPart>
        </mc:Choice>
        <mc:Fallback xmlns="">
          <p:sp>
            <p:nvSpPr>
              <p:cNvPr id="1050078" name=""/>
              <p:cNvSpPr/>
              <p:nvPr/>
            </p:nvSpPr>
            <p:spPr>
              <a:xfrm>
                <a:off x="4315696" y="2921987"/>
                <a:ext cx="71481" cy="318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079" name="Encre 1050078"/>
              <p14:cNvContentPartPr/>
              <p14:nvPr/>
            </p14:nvContentPartPr>
            <p14:xfrm>
              <a:off x="4408798" y="3077859"/>
              <a:ext cx="517519" cy="167734"/>
            </p14:xfrm>
          </p:contentPart>
        </mc:Choice>
        <mc:Fallback xmlns="">
          <p:sp>
            <p:nvSpPr>
              <p:cNvPr id="1050079" name=""/>
              <p:cNvSpPr/>
              <p:nvPr/>
            </p:nvSpPr>
            <p:spPr>
              <a:xfrm>
                <a:off x="4408798" y="3077859"/>
                <a:ext cx="517519" cy="167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080" name="Encre 1050079"/>
              <p14:cNvContentPartPr/>
              <p14:nvPr/>
            </p14:nvContentPartPr>
            <p14:xfrm>
              <a:off x="4519410" y="2899898"/>
              <a:ext cx="53972" cy="115292"/>
            </p14:xfrm>
          </p:contentPart>
        </mc:Choice>
        <mc:Fallback xmlns="">
          <p:sp>
            <p:nvSpPr>
              <p:cNvPr id="1050080" name=""/>
              <p:cNvSpPr/>
              <p:nvPr/>
            </p:nvSpPr>
            <p:spPr>
              <a:xfrm>
                <a:off x="4519410" y="2899898"/>
                <a:ext cx="53972" cy="1152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081" name="Encre 1050080"/>
              <p14:cNvContentPartPr/>
              <p14:nvPr/>
            </p14:nvContentPartPr>
            <p14:xfrm>
              <a:off x="5073754" y="3211389"/>
              <a:ext cx="14561" cy="36237"/>
            </p14:xfrm>
          </p:contentPart>
        </mc:Choice>
        <mc:Fallback xmlns="">
          <p:sp>
            <p:nvSpPr>
              <p:cNvPr id="1050081" name=""/>
              <p:cNvSpPr/>
              <p:nvPr/>
            </p:nvSpPr>
            <p:spPr>
              <a:xfrm>
                <a:off x="5073754" y="3211389"/>
                <a:ext cx="14561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082" name="Encre 1050081"/>
              <p14:cNvContentPartPr/>
              <p14:nvPr/>
            </p14:nvContentPartPr>
            <p14:xfrm>
              <a:off x="732789" y="3399773"/>
              <a:ext cx="4233693" cy="66158"/>
            </p14:xfrm>
          </p:contentPart>
        </mc:Choice>
        <mc:Fallback xmlns="">
          <p:sp>
            <p:nvSpPr>
              <p:cNvPr id="1050082" name=""/>
              <p:cNvSpPr/>
              <p:nvPr/>
            </p:nvSpPr>
            <p:spPr>
              <a:xfrm>
                <a:off x="732789" y="3399773"/>
                <a:ext cx="4233693" cy="66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083" name="Encre 1050082"/>
              <p14:cNvContentPartPr/>
              <p14:nvPr/>
            </p14:nvContentPartPr>
            <p14:xfrm>
              <a:off x="1382099" y="3717853"/>
              <a:ext cx="223339" cy="432641"/>
            </p14:xfrm>
          </p:contentPart>
        </mc:Choice>
        <mc:Fallback xmlns="">
          <p:sp>
            <p:nvSpPr>
              <p:cNvPr id="1050083" name=""/>
              <p:cNvSpPr/>
              <p:nvPr/>
            </p:nvSpPr>
            <p:spPr>
              <a:xfrm>
                <a:off x="1382099" y="3717853"/>
                <a:ext cx="223339" cy="432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084" name="Encre 1050083"/>
              <p14:cNvContentPartPr/>
              <p14:nvPr/>
            </p14:nvContentPartPr>
            <p14:xfrm>
              <a:off x="1741033" y="3711264"/>
              <a:ext cx="193265" cy="421954"/>
            </p14:xfrm>
          </p:contentPart>
        </mc:Choice>
        <mc:Fallback xmlns="">
          <p:sp>
            <p:nvSpPr>
              <p:cNvPr id="1050084" name=""/>
              <p:cNvSpPr/>
              <p:nvPr/>
            </p:nvSpPr>
            <p:spPr>
              <a:xfrm>
                <a:off x="1741033" y="3711264"/>
                <a:ext cx="193265" cy="421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085" name="Encre 1050084"/>
              <p14:cNvContentPartPr/>
              <p14:nvPr/>
            </p14:nvContentPartPr>
            <p14:xfrm>
              <a:off x="2037507" y="4092747"/>
              <a:ext cx="124372" cy="137660"/>
            </p14:xfrm>
          </p:contentPart>
        </mc:Choice>
        <mc:Fallback xmlns="">
          <p:sp>
            <p:nvSpPr>
              <p:cNvPr id="1050085" name=""/>
              <p:cNvSpPr/>
              <p:nvPr/>
            </p:nvSpPr>
            <p:spPr>
              <a:xfrm>
                <a:off x="2037507" y="4092747"/>
                <a:ext cx="124372" cy="137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086" name="Encre 1050085"/>
              <p14:cNvContentPartPr/>
              <p14:nvPr/>
            </p14:nvContentPartPr>
            <p14:xfrm>
              <a:off x="1669552" y="3803965"/>
              <a:ext cx="369320" cy="19096"/>
            </p14:xfrm>
          </p:contentPart>
        </mc:Choice>
        <mc:Fallback xmlns="">
          <p:sp>
            <p:nvSpPr>
              <p:cNvPr id="1050086" name=""/>
              <p:cNvSpPr/>
              <p:nvPr/>
            </p:nvSpPr>
            <p:spPr>
              <a:xfrm>
                <a:off x="1669552" y="3803965"/>
                <a:ext cx="369320" cy="19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087" name="Encre 1050086"/>
              <p14:cNvContentPartPr/>
              <p14:nvPr/>
            </p14:nvContentPartPr>
            <p14:xfrm>
              <a:off x="1941358" y="3733105"/>
              <a:ext cx="142522" cy="159592"/>
            </p14:xfrm>
          </p:contentPart>
        </mc:Choice>
        <mc:Fallback xmlns="">
          <p:sp>
            <p:nvSpPr>
              <p:cNvPr id="1050087" name=""/>
              <p:cNvSpPr/>
              <p:nvPr/>
            </p:nvSpPr>
            <p:spPr>
              <a:xfrm>
                <a:off x="1941358" y="3733105"/>
                <a:ext cx="142522" cy="159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088" name="Encre 1050087"/>
              <p14:cNvContentPartPr/>
              <p14:nvPr/>
            </p14:nvContentPartPr>
            <p14:xfrm>
              <a:off x="2214728" y="3827173"/>
              <a:ext cx="84480" cy="477520"/>
            </p14:xfrm>
          </p:contentPart>
        </mc:Choice>
        <mc:Fallback xmlns="">
          <p:sp>
            <p:nvSpPr>
              <p:cNvPr id="1050088" name=""/>
              <p:cNvSpPr/>
              <p:nvPr/>
            </p:nvSpPr>
            <p:spPr>
              <a:xfrm>
                <a:off x="2214728" y="3827173"/>
                <a:ext cx="84480" cy="4775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089" name="Encre 1050088"/>
              <p14:cNvContentPartPr/>
              <p14:nvPr/>
            </p14:nvContentPartPr>
            <p14:xfrm>
              <a:off x="2347764" y="3930471"/>
              <a:ext cx="176479" cy="234050"/>
            </p14:xfrm>
          </p:contentPart>
        </mc:Choice>
        <mc:Fallback xmlns="">
          <p:sp>
            <p:nvSpPr>
              <p:cNvPr id="1050089" name=""/>
              <p:cNvSpPr/>
              <p:nvPr/>
            </p:nvSpPr>
            <p:spPr>
              <a:xfrm>
                <a:off x="2347764" y="3930471"/>
                <a:ext cx="176479" cy="234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090" name="Encre 1050089"/>
              <p14:cNvContentPartPr/>
              <p14:nvPr/>
            </p14:nvContentPartPr>
            <p14:xfrm>
              <a:off x="2544449" y="3892698"/>
              <a:ext cx="98047" cy="396807"/>
            </p14:xfrm>
          </p:contentPart>
        </mc:Choice>
        <mc:Fallback xmlns="">
          <p:sp>
            <p:nvSpPr>
              <p:cNvPr id="1050090" name=""/>
              <p:cNvSpPr/>
              <p:nvPr/>
            </p:nvSpPr>
            <p:spPr>
              <a:xfrm>
                <a:off x="2544449" y="3892698"/>
                <a:ext cx="98047" cy="396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091" name="Encre 1050090"/>
              <p14:cNvContentPartPr/>
              <p14:nvPr/>
            </p14:nvContentPartPr>
            <p14:xfrm>
              <a:off x="2654564" y="4002661"/>
              <a:ext cx="138420" cy="223565"/>
            </p14:xfrm>
          </p:contentPart>
        </mc:Choice>
        <mc:Fallback xmlns="">
          <p:sp>
            <p:nvSpPr>
              <p:cNvPr id="1050091" name=""/>
              <p:cNvSpPr/>
              <p:nvPr/>
            </p:nvSpPr>
            <p:spPr>
              <a:xfrm>
                <a:off x="2654564" y="4002661"/>
                <a:ext cx="138420" cy="223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092" name="Encre 1050091"/>
              <p14:cNvContentPartPr/>
              <p14:nvPr/>
            </p14:nvContentPartPr>
            <p14:xfrm>
              <a:off x="2828260" y="3885500"/>
              <a:ext cx="163854" cy="422155"/>
            </p14:xfrm>
          </p:contentPart>
        </mc:Choice>
        <mc:Fallback xmlns="">
          <p:sp>
            <p:nvSpPr>
              <p:cNvPr id="1050092" name=""/>
              <p:cNvSpPr/>
              <p:nvPr/>
            </p:nvSpPr>
            <p:spPr>
              <a:xfrm>
                <a:off x="2828260" y="3885500"/>
                <a:ext cx="163854" cy="422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093" name="Encre 1050092"/>
              <p14:cNvContentPartPr/>
              <p14:nvPr/>
            </p14:nvContentPartPr>
            <p14:xfrm>
              <a:off x="1485163" y="4341304"/>
              <a:ext cx="1278675" cy="44122"/>
            </p14:xfrm>
          </p:contentPart>
        </mc:Choice>
        <mc:Fallback xmlns="">
          <p:sp>
            <p:nvSpPr>
              <p:cNvPr id="1050093" name=""/>
              <p:cNvSpPr/>
              <p:nvPr/>
            </p:nvSpPr>
            <p:spPr>
              <a:xfrm>
                <a:off x="1485163" y="4341304"/>
                <a:ext cx="1278675" cy="44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094" name="Encre 1050093"/>
              <p14:cNvContentPartPr/>
              <p14:nvPr/>
            </p14:nvContentPartPr>
            <p14:xfrm>
              <a:off x="1764734" y="4529828"/>
              <a:ext cx="312527" cy="380996"/>
            </p14:xfrm>
          </p:contentPart>
        </mc:Choice>
        <mc:Fallback xmlns="">
          <p:sp>
            <p:nvSpPr>
              <p:cNvPr id="1050094" name=""/>
              <p:cNvSpPr/>
              <p:nvPr/>
            </p:nvSpPr>
            <p:spPr>
              <a:xfrm>
                <a:off x="1764734" y="4529828"/>
                <a:ext cx="312527" cy="3809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095" name="Encre 1050094"/>
              <p14:cNvContentPartPr/>
              <p14:nvPr/>
            </p14:nvContentPartPr>
            <p14:xfrm>
              <a:off x="1962979" y="4725658"/>
              <a:ext cx="232659" cy="24073"/>
            </p14:xfrm>
          </p:contentPart>
        </mc:Choice>
        <mc:Fallback xmlns="">
          <p:sp>
            <p:nvSpPr>
              <p:cNvPr id="1050095" name=""/>
              <p:cNvSpPr/>
              <p:nvPr/>
            </p:nvSpPr>
            <p:spPr>
              <a:xfrm>
                <a:off x="1962979" y="4725658"/>
                <a:ext cx="232659" cy="24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096" name="Encre 1050095"/>
              <p14:cNvContentPartPr/>
              <p14:nvPr/>
            </p14:nvContentPartPr>
            <p14:xfrm>
              <a:off x="2819087" y="4189793"/>
              <a:ext cx="316720" cy="678958"/>
            </p14:xfrm>
          </p:contentPart>
        </mc:Choice>
        <mc:Fallback xmlns="">
          <p:sp>
            <p:nvSpPr>
              <p:cNvPr id="1050096" name=""/>
              <p:cNvSpPr/>
              <p:nvPr/>
            </p:nvSpPr>
            <p:spPr>
              <a:xfrm>
                <a:off x="2819087" y="4189793"/>
                <a:ext cx="316720" cy="678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097" name="Encre 1050096"/>
              <p14:cNvContentPartPr/>
              <p14:nvPr/>
            </p14:nvContentPartPr>
            <p14:xfrm>
              <a:off x="3005743" y="4520691"/>
              <a:ext cx="275691" cy="330204"/>
            </p14:xfrm>
          </p:contentPart>
        </mc:Choice>
        <mc:Fallback xmlns="">
          <p:sp>
            <p:nvSpPr>
              <p:cNvPr id="1050097" name=""/>
              <p:cNvSpPr/>
              <p:nvPr/>
            </p:nvSpPr>
            <p:spPr>
              <a:xfrm>
                <a:off x="3005743" y="4520691"/>
                <a:ext cx="275691" cy="3302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098" name="Encre 1050097"/>
              <p14:cNvContentPartPr/>
              <p14:nvPr/>
            </p14:nvContentPartPr>
            <p14:xfrm>
              <a:off x="3371873" y="4327048"/>
              <a:ext cx="177197" cy="1682"/>
            </p14:xfrm>
          </p:contentPart>
        </mc:Choice>
        <mc:Fallback xmlns="">
          <p:sp>
            <p:nvSpPr>
              <p:cNvPr id="1050098" name=""/>
              <p:cNvSpPr/>
              <p:nvPr/>
            </p:nvSpPr>
            <p:spPr>
              <a:xfrm>
                <a:off x="3371873" y="4327048"/>
                <a:ext cx="177197" cy="1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099" name="Encre 1050098"/>
              <p14:cNvContentPartPr/>
              <p14:nvPr/>
            </p14:nvContentPartPr>
            <p14:xfrm>
              <a:off x="3385993" y="4457354"/>
              <a:ext cx="178704" cy="8224"/>
            </p14:xfrm>
          </p:contentPart>
        </mc:Choice>
        <mc:Fallback xmlns="">
          <p:sp>
            <p:nvSpPr>
              <p:cNvPr id="1050099" name=""/>
              <p:cNvSpPr/>
              <p:nvPr/>
            </p:nvSpPr>
            <p:spPr>
              <a:xfrm>
                <a:off x="3385993" y="4457354"/>
                <a:ext cx="178704" cy="8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100" name="Encre 1050099"/>
              <p14:cNvContentPartPr/>
              <p14:nvPr/>
            </p14:nvContentPartPr>
            <p14:xfrm>
              <a:off x="3795625" y="4171204"/>
              <a:ext cx="204751" cy="283782"/>
            </p14:xfrm>
          </p:contentPart>
        </mc:Choice>
        <mc:Fallback xmlns="">
          <p:sp>
            <p:nvSpPr>
              <p:cNvPr id="1050100" name=""/>
              <p:cNvSpPr/>
              <p:nvPr/>
            </p:nvSpPr>
            <p:spPr>
              <a:xfrm>
                <a:off x="3795625" y="4171204"/>
                <a:ext cx="204751" cy="283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101" name="Encre 1050100"/>
              <p14:cNvContentPartPr/>
              <p14:nvPr/>
            </p14:nvContentPartPr>
            <p14:xfrm>
              <a:off x="4065821" y="4247376"/>
              <a:ext cx="35429" cy="159007"/>
            </p14:xfrm>
          </p:contentPart>
        </mc:Choice>
        <mc:Fallback xmlns="">
          <p:sp>
            <p:nvSpPr>
              <p:cNvPr id="1050101" name=""/>
              <p:cNvSpPr/>
              <p:nvPr/>
            </p:nvSpPr>
            <p:spPr>
              <a:xfrm>
                <a:off x="4065821" y="4247376"/>
                <a:ext cx="35429" cy="1590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102" name="Encre 1050101"/>
              <p14:cNvContentPartPr/>
              <p14:nvPr/>
            </p14:nvContentPartPr>
            <p14:xfrm>
              <a:off x="4122872" y="4189793"/>
              <a:ext cx="187930" cy="311491"/>
            </p14:xfrm>
          </p:contentPart>
        </mc:Choice>
        <mc:Fallback xmlns="">
          <p:sp>
            <p:nvSpPr>
              <p:cNvPr id="1050102" name=""/>
              <p:cNvSpPr/>
              <p:nvPr/>
            </p:nvSpPr>
            <p:spPr>
              <a:xfrm>
                <a:off x="4122872" y="4189793"/>
                <a:ext cx="187930" cy="311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103" name="Encre 1050102"/>
              <p14:cNvContentPartPr/>
              <p14:nvPr/>
            </p14:nvContentPartPr>
            <p14:xfrm>
              <a:off x="3900925" y="4039476"/>
              <a:ext cx="419674" cy="19763"/>
            </p14:xfrm>
          </p:contentPart>
        </mc:Choice>
        <mc:Fallback xmlns="">
          <p:sp>
            <p:nvSpPr>
              <p:cNvPr id="1050103" name=""/>
              <p:cNvSpPr/>
              <p:nvPr/>
            </p:nvSpPr>
            <p:spPr>
              <a:xfrm>
                <a:off x="3900925" y="4039476"/>
                <a:ext cx="419674" cy="19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104" name="Encre 1050103"/>
              <p14:cNvContentPartPr/>
              <p14:nvPr/>
            </p14:nvContentPartPr>
            <p14:xfrm>
              <a:off x="4279955" y="3943083"/>
              <a:ext cx="167762" cy="231664"/>
            </p14:xfrm>
          </p:contentPart>
        </mc:Choice>
        <mc:Fallback xmlns="">
          <p:sp>
            <p:nvSpPr>
              <p:cNvPr id="1050104" name=""/>
              <p:cNvSpPr/>
              <p:nvPr/>
            </p:nvSpPr>
            <p:spPr>
              <a:xfrm>
                <a:off x="4279955" y="3943083"/>
                <a:ext cx="167762" cy="231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105" name="Encre 1050104"/>
              <p14:cNvContentPartPr/>
              <p14:nvPr/>
            </p14:nvContentPartPr>
            <p14:xfrm>
              <a:off x="4423323" y="4312901"/>
              <a:ext cx="106818" cy="201114"/>
            </p14:xfrm>
          </p:contentPart>
        </mc:Choice>
        <mc:Fallback xmlns="">
          <p:sp>
            <p:nvSpPr>
              <p:cNvPr id="1050105" name=""/>
              <p:cNvSpPr/>
              <p:nvPr/>
            </p:nvSpPr>
            <p:spPr>
              <a:xfrm>
                <a:off x="4423323" y="4312901"/>
                <a:ext cx="106818" cy="201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106" name="Encre 1050105"/>
              <p14:cNvContentPartPr/>
              <p14:nvPr/>
            </p14:nvContentPartPr>
            <p14:xfrm>
              <a:off x="4516021" y="4327049"/>
              <a:ext cx="87288" cy="178599"/>
            </p14:xfrm>
          </p:contentPart>
        </mc:Choice>
        <mc:Fallback xmlns="">
          <p:sp>
            <p:nvSpPr>
              <p:cNvPr id="1050106" name=""/>
              <p:cNvSpPr/>
              <p:nvPr/>
            </p:nvSpPr>
            <p:spPr>
              <a:xfrm>
                <a:off x="4516021" y="4327049"/>
                <a:ext cx="87288" cy="1785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107" name="Encre 1050106"/>
              <p14:cNvContentPartPr/>
              <p14:nvPr/>
            </p14:nvContentPartPr>
            <p14:xfrm>
              <a:off x="4709286" y="4282532"/>
              <a:ext cx="266807" cy="178286"/>
            </p14:xfrm>
          </p:contentPart>
        </mc:Choice>
        <mc:Fallback xmlns="">
          <p:sp>
            <p:nvSpPr>
              <p:cNvPr id="1050107" name=""/>
              <p:cNvSpPr/>
              <p:nvPr/>
            </p:nvSpPr>
            <p:spPr>
              <a:xfrm>
                <a:off x="4709286" y="4282532"/>
                <a:ext cx="266807" cy="178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108" name="Encre 1050107"/>
              <p14:cNvContentPartPr/>
              <p14:nvPr/>
            </p14:nvContentPartPr>
            <p14:xfrm>
              <a:off x="5042654" y="4299493"/>
              <a:ext cx="151697" cy="443361"/>
            </p14:xfrm>
          </p:contentPart>
        </mc:Choice>
        <mc:Fallback xmlns="">
          <p:sp>
            <p:nvSpPr>
              <p:cNvPr id="1050108" name=""/>
              <p:cNvSpPr/>
              <p:nvPr/>
            </p:nvSpPr>
            <p:spPr>
              <a:xfrm>
                <a:off x="5042654" y="4299493"/>
                <a:ext cx="151697" cy="443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109" name="Encre 1050108"/>
              <p14:cNvContentPartPr/>
              <p14:nvPr/>
            </p14:nvContentPartPr>
            <p14:xfrm>
              <a:off x="4988152" y="4154522"/>
              <a:ext cx="298642" cy="6232"/>
            </p14:xfrm>
          </p:contentPart>
        </mc:Choice>
        <mc:Fallback xmlns="">
          <p:sp>
            <p:nvSpPr>
              <p:cNvPr id="1050109" name=""/>
              <p:cNvSpPr/>
              <p:nvPr/>
            </p:nvSpPr>
            <p:spPr>
              <a:xfrm>
                <a:off x="4988152" y="4154522"/>
                <a:ext cx="298642" cy="62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110" name="Encre 1050109"/>
              <p14:cNvContentPartPr/>
              <p14:nvPr/>
            </p14:nvContentPartPr>
            <p14:xfrm>
              <a:off x="5152737" y="4066190"/>
              <a:ext cx="173627" cy="212235"/>
            </p14:xfrm>
          </p:contentPart>
        </mc:Choice>
        <mc:Fallback xmlns="">
          <p:sp>
            <p:nvSpPr>
              <p:cNvPr id="1050110" name=""/>
              <p:cNvSpPr/>
              <p:nvPr/>
            </p:nvSpPr>
            <p:spPr>
              <a:xfrm>
                <a:off x="5152737" y="4066190"/>
                <a:ext cx="173627" cy="212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111" name="Encre 1050110"/>
              <p14:cNvContentPartPr/>
              <p14:nvPr/>
            </p14:nvContentPartPr>
            <p14:xfrm>
              <a:off x="5510145" y="4346454"/>
              <a:ext cx="216461" cy="38921"/>
            </p14:xfrm>
          </p:contentPart>
        </mc:Choice>
        <mc:Fallback xmlns="">
          <p:sp>
            <p:nvSpPr>
              <p:cNvPr id="1050111" name=""/>
              <p:cNvSpPr/>
              <p:nvPr/>
            </p:nvSpPr>
            <p:spPr>
              <a:xfrm>
                <a:off x="5510145" y="4346454"/>
                <a:ext cx="216461" cy="38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112" name="Encre 1050111"/>
              <p14:cNvContentPartPr/>
              <p14:nvPr/>
            </p14:nvContentPartPr>
            <p14:xfrm>
              <a:off x="5617367" y="4254822"/>
              <a:ext cx="14561" cy="253660"/>
            </p14:xfrm>
          </p:contentPart>
        </mc:Choice>
        <mc:Fallback xmlns="">
          <p:sp>
            <p:nvSpPr>
              <p:cNvPr id="1050112" name=""/>
              <p:cNvSpPr/>
              <p:nvPr/>
            </p:nvSpPr>
            <p:spPr>
              <a:xfrm>
                <a:off x="5617367" y="4254822"/>
                <a:ext cx="14561" cy="253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113" name="Encre 1050112"/>
              <p14:cNvContentPartPr/>
              <p14:nvPr/>
            </p14:nvContentPartPr>
            <p14:xfrm>
              <a:off x="5834599" y="4266367"/>
              <a:ext cx="187612" cy="195239"/>
            </p14:xfrm>
          </p:contentPart>
        </mc:Choice>
        <mc:Fallback xmlns="">
          <p:sp>
            <p:nvSpPr>
              <p:cNvPr id="1050113" name=""/>
              <p:cNvSpPr/>
              <p:nvPr/>
            </p:nvSpPr>
            <p:spPr>
              <a:xfrm>
                <a:off x="5834599" y="4266367"/>
                <a:ext cx="187612" cy="1952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114" name="Encre 1050113"/>
              <p14:cNvContentPartPr/>
              <p14:nvPr/>
            </p14:nvContentPartPr>
            <p14:xfrm>
              <a:off x="6081667" y="4298009"/>
              <a:ext cx="29011" cy="219184"/>
            </p14:xfrm>
          </p:contentPart>
        </mc:Choice>
        <mc:Fallback xmlns="">
          <p:sp>
            <p:nvSpPr>
              <p:cNvPr id="1050114" name=""/>
              <p:cNvSpPr/>
              <p:nvPr/>
            </p:nvSpPr>
            <p:spPr>
              <a:xfrm>
                <a:off x="6081667" y="4298009"/>
                <a:ext cx="29011" cy="219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115" name="Encre 1050114"/>
              <p14:cNvContentPartPr/>
              <p14:nvPr/>
            </p14:nvContentPartPr>
            <p14:xfrm>
              <a:off x="6125240" y="4290811"/>
              <a:ext cx="206346" cy="221961"/>
            </p14:xfrm>
          </p:contentPart>
        </mc:Choice>
        <mc:Fallback xmlns="">
          <p:sp>
            <p:nvSpPr>
              <p:cNvPr id="1050115" name=""/>
              <p:cNvSpPr/>
              <p:nvPr/>
            </p:nvSpPr>
            <p:spPr>
              <a:xfrm>
                <a:off x="6125240" y="4290811"/>
                <a:ext cx="206346" cy="221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116" name="Encre 1050115"/>
              <p14:cNvContentPartPr/>
              <p14:nvPr/>
            </p14:nvContentPartPr>
            <p14:xfrm>
              <a:off x="5939035" y="4153309"/>
              <a:ext cx="325037" cy="34321"/>
            </p14:xfrm>
          </p:contentPart>
        </mc:Choice>
        <mc:Fallback xmlns="">
          <p:sp>
            <p:nvSpPr>
              <p:cNvPr id="1050116" name=""/>
              <p:cNvSpPr/>
              <p:nvPr/>
            </p:nvSpPr>
            <p:spPr>
              <a:xfrm>
                <a:off x="5939035" y="4153309"/>
                <a:ext cx="325037" cy="34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117" name="Encre 1050116"/>
              <p14:cNvContentPartPr/>
              <p14:nvPr/>
            </p14:nvContentPartPr>
            <p14:xfrm>
              <a:off x="6196721" y="4066190"/>
              <a:ext cx="133548" cy="208556"/>
            </p14:xfrm>
          </p:contentPart>
        </mc:Choice>
        <mc:Fallback xmlns="">
          <p:sp>
            <p:nvSpPr>
              <p:cNvPr id="1050117" name=""/>
              <p:cNvSpPr/>
              <p:nvPr/>
            </p:nvSpPr>
            <p:spPr>
              <a:xfrm>
                <a:off x="6196721" y="4066190"/>
                <a:ext cx="133548" cy="2085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118" name="Encre 1050117"/>
              <p14:cNvContentPartPr/>
              <p14:nvPr/>
            </p14:nvContentPartPr>
            <p14:xfrm>
              <a:off x="6451365" y="4370484"/>
              <a:ext cx="81585" cy="203703"/>
            </p14:xfrm>
          </p:contentPart>
        </mc:Choice>
        <mc:Fallback xmlns="">
          <p:sp>
            <p:nvSpPr>
              <p:cNvPr id="1050118" name=""/>
              <p:cNvSpPr/>
              <p:nvPr/>
            </p:nvSpPr>
            <p:spPr>
              <a:xfrm>
                <a:off x="6451365" y="4370484"/>
                <a:ext cx="81585" cy="203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119" name="Encre 1050118"/>
              <p14:cNvContentPartPr/>
              <p14:nvPr/>
            </p14:nvContentPartPr>
            <p14:xfrm>
              <a:off x="6497209" y="4363534"/>
              <a:ext cx="94848" cy="187474"/>
            </p14:xfrm>
          </p:contentPart>
        </mc:Choice>
        <mc:Fallback xmlns="">
          <p:sp>
            <p:nvSpPr>
              <p:cNvPr id="1050119" name=""/>
              <p:cNvSpPr/>
              <p:nvPr/>
            </p:nvSpPr>
            <p:spPr>
              <a:xfrm>
                <a:off x="6497209" y="4363534"/>
                <a:ext cx="94848" cy="187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120" name="Encre 1050119"/>
              <p14:cNvContentPartPr/>
              <p14:nvPr/>
            </p14:nvContentPartPr>
            <p14:xfrm>
              <a:off x="6705129" y="4170227"/>
              <a:ext cx="277986" cy="385654"/>
            </p14:xfrm>
          </p:contentPart>
        </mc:Choice>
        <mc:Fallback xmlns="">
          <p:sp>
            <p:nvSpPr>
              <p:cNvPr id="1050120" name=""/>
              <p:cNvSpPr/>
              <p:nvPr/>
            </p:nvSpPr>
            <p:spPr>
              <a:xfrm>
                <a:off x="6705129" y="4170227"/>
                <a:ext cx="277986" cy="385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121" name="Encre 1050120"/>
              <p14:cNvContentPartPr/>
              <p14:nvPr/>
            </p14:nvContentPartPr>
            <p14:xfrm>
              <a:off x="6682973" y="4051795"/>
              <a:ext cx="313481" cy="25017"/>
            </p14:xfrm>
          </p:contentPart>
        </mc:Choice>
        <mc:Fallback xmlns="">
          <p:sp>
            <p:nvSpPr>
              <p:cNvPr id="1050121" name=""/>
              <p:cNvSpPr/>
              <p:nvPr/>
            </p:nvSpPr>
            <p:spPr>
              <a:xfrm>
                <a:off x="6682973" y="4051795"/>
                <a:ext cx="313481" cy="25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122" name="Encre 1050121"/>
              <p14:cNvContentPartPr/>
              <p14:nvPr/>
            </p14:nvContentPartPr>
            <p14:xfrm>
              <a:off x="6869178" y="3986518"/>
              <a:ext cx="141170" cy="212675"/>
            </p14:xfrm>
          </p:contentPart>
        </mc:Choice>
        <mc:Fallback xmlns="">
          <p:sp>
            <p:nvSpPr>
              <p:cNvPr id="1050122" name=""/>
              <p:cNvSpPr/>
              <p:nvPr/>
            </p:nvSpPr>
            <p:spPr>
              <a:xfrm>
                <a:off x="6869178" y="3986518"/>
                <a:ext cx="141170" cy="212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123" name="Encre 1050122"/>
              <p14:cNvContentPartPr/>
              <p14:nvPr/>
            </p14:nvContentPartPr>
            <p14:xfrm>
              <a:off x="6089499" y="3755195"/>
              <a:ext cx="968973" cy="933977"/>
            </p14:xfrm>
          </p:contentPart>
        </mc:Choice>
        <mc:Fallback xmlns="">
          <p:sp>
            <p:nvSpPr>
              <p:cNvPr id="1050123" name=""/>
              <p:cNvSpPr/>
              <p:nvPr/>
            </p:nvSpPr>
            <p:spPr>
              <a:xfrm>
                <a:off x="6089499" y="3755195"/>
                <a:ext cx="968973" cy="933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124" name="Encre 1050123"/>
              <p14:cNvContentPartPr/>
              <p14:nvPr/>
            </p14:nvContentPartPr>
            <p14:xfrm>
              <a:off x="6890357" y="3769129"/>
              <a:ext cx="211315" cy="131237"/>
            </p14:xfrm>
          </p:contentPart>
        </mc:Choice>
        <mc:Fallback xmlns="">
          <p:sp>
            <p:nvSpPr>
              <p:cNvPr id="1050124" name=""/>
              <p:cNvSpPr/>
              <p:nvPr/>
            </p:nvSpPr>
            <p:spPr>
              <a:xfrm>
                <a:off x="6890357" y="3769129"/>
                <a:ext cx="211315" cy="131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125" name="Encre 1050124"/>
              <p14:cNvContentPartPr/>
              <p14:nvPr/>
            </p14:nvContentPartPr>
            <p14:xfrm>
              <a:off x="7166573" y="3664933"/>
              <a:ext cx="198913" cy="185870"/>
            </p14:xfrm>
          </p:contentPart>
        </mc:Choice>
        <mc:Fallback xmlns="">
          <p:sp>
            <p:nvSpPr>
              <p:cNvPr id="1050125" name=""/>
              <p:cNvSpPr/>
              <p:nvPr/>
            </p:nvSpPr>
            <p:spPr>
              <a:xfrm>
                <a:off x="7166573" y="3664933"/>
                <a:ext cx="198913" cy="185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126" name="Encre 1050125"/>
              <p14:cNvContentPartPr/>
              <p14:nvPr/>
            </p14:nvContentPartPr>
            <p14:xfrm>
              <a:off x="7163464" y="3544721"/>
              <a:ext cx="191965" cy="35563"/>
            </p14:xfrm>
          </p:contentPart>
        </mc:Choice>
        <mc:Fallback xmlns="">
          <p:sp>
            <p:nvSpPr>
              <p:cNvPr id="1050126" name=""/>
              <p:cNvSpPr/>
              <p:nvPr/>
            </p:nvSpPr>
            <p:spPr>
              <a:xfrm>
                <a:off x="7163464" y="3544721"/>
                <a:ext cx="191965" cy="35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127" name="Encre 1050126"/>
              <p14:cNvContentPartPr/>
              <p14:nvPr/>
            </p14:nvContentPartPr>
            <p14:xfrm>
              <a:off x="7298068" y="3494337"/>
              <a:ext cx="132971" cy="145569"/>
            </p14:xfrm>
          </p:contentPart>
        </mc:Choice>
        <mc:Fallback xmlns="">
          <p:sp>
            <p:nvSpPr>
              <p:cNvPr id="1050127" name=""/>
              <p:cNvSpPr/>
              <p:nvPr/>
            </p:nvSpPr>
            <p:spPr>
              <a:xfrm>
                <a:off x="7298068" y="3494337"/>
                <a:ext cx="132971" cy="145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128" name="Encre 1050127"/>
              <p14:cNvContentPartPr/>
              <p14:nvPr/>
            </p14:nvContentPartPr>
            <p14:xfrm>
              <a:off x="7370501" y="3972370"/>
              <a:ext cx="142011" cy="729097"/>
            </p14:xfrm>
          </p:contentPart>
        </mc:Choice>
        <mc:Fallback xmlns="">
          <p:sp>
            <p:nvSpPr>
              <p:cNvPr id="1050128" name=""/>
              <p:cNvSpPr/>
              <p:nvPr/>
            </p:nvSpPr>
            <p:spPr>
              <a:xfrm>
                <a:off x="7370501" y="3972370"/>
                <a:ext cx="142011" cy="729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129" name="Encre 1050128"/>
              <p14:cNvContentPartPr/>
              <p14:nvPr/>
            </p14:nvContentPartPr>
            <p14:xfrm>
              <a:off x="7590788" y="4234949"/>
              <a:ext cx="247829" cy="366759"/>
            </p14:xfrm>
          </p:contentPart>
        </mc:Choice>
        <mc:Fallback xmlns="">
          <p:sp>
            <p:nvSpPr>
              <p:cNvPr id="1050129" name=""/>
              <p:cNvSpPr/>
              <p:nvPr/>
            </p:nvSpPr>
            <p:spPr>
              <a:xfrm>
                <a:off x="7590788" y="4234949"/>
                <a:ext cx="247829" cy="366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130" name="Encre 1050129"/>
              <p14:cNvContentPartPr/>
              <p14:nvPr/>
            </p14:nvContentPartPr>
            <p14:xfrm>
              <a:off x="7548254" y="4129942"/>
              <a:ext cx="263078" cy="31456"/>
            </p14:xfrm>
          </p:contentPart>
        </mc:Choice>
        <mc:Fallback xmlns="">
          <p:sp>
            <p:nvSpPr>
              <p:cNvPr id="1050130" name=""/>
              <p:cNvSpPr/>
              <p:nvPr/>
            </p:nvSpPr>
            <p:spPr>
              <a:xfrm>
                <a:off x="7548254" y="4129942"/>
                <a:ext cx="263078" cy="31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131" name="Encre 1050130"/>
              <p14:cNvContentPartPr/>
              <p14:nvPr/>
            </p14:nvContentPartPr>
            <p14:xfrm>
              <a:off x="7712837" y="4081082"/>
              <a:ext cx="140133" cy="154333"/>
            </p14:xfrm>
          </p:contentPart>
        </mc:Choice>
        <mc:Fallback xmlns="">
          <p:sp>
            <p:nvSpPr>
              <p:cNvPr id="1050131" name=""/>
              <p:cNvSpPr/>
              <p:nvPr/>
            </p:nvSpPr>
            <p:spPr>
              <a:xfrm>
                <a:off x="7712837" y="4081082"/>
                <a:ext cx="140133" cy="1543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132" name="Encre 1050131"/>
              <p14:cNvContentPartPr/>
              <p14:nvPr/>
            </p14:nvContentPartPr>
            <p14:xfrm>
              <a:off x="7902935" y="4254822"/>
              <a:ext cx="88769" cy="376730"/>
            </p14:xfrm>
          </p:contentPart>
        </mc:Choice>
        <mc:Fallback xmlns="">
          <p:sp>
            <p:nvSpPr>
              <p:cNvPr id="1050132" name=""/>
              <p:cNvSpPr/>
              <p:nvPr/>
            </p:nvSpPr>
            <p:spPr>
              <a:xfrm>
                <a:off x="7902935" y="4254822"/>
                <a:ext cx="88769" cy="376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133" name="Encre 1050132"/>
              <p14:cNvContentPartPr/>
              <p14:nvPr/>
            </p14:nvContentPartPr>
            <p14:xfrm>
              <a:off x="8009178" y="4305703"/>
              <a:ext cx="54008" cy="316545"/>
            </p14:xfrm>
          </p:contentPart>
        </mc:Choice>
        <mc:Fallback xmlns="">
          <p:sp>
            <p:nvSpPr>
              <p:cNvPr id="1050133" name=""/>
              <p:cNvSpPr/>
              <p:nvPr/>
            </p:nvSpPr>
            <p:spPr>
              <a:xfrm>
                <a:off x="8009178" y="4305703"/>
                <a:ext cx="54008" cy="316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134" name="Encre 1050133"/>
              <p14:cNvContentPartPr/>
              <p14:nvPr/>
            </p14:nvContentPartPr>
            <p14:xfrm>
              <a:off x="8163349" y="4392572"/>
              <a:ext cx="136189" cy="195269"/>
            </p14:xfrm>
          </p:contentPart>
        </mc:Choice>
        <mc:Fallback xmlns="">
          <p:sp>
            <p:nvSpPr>
              <p:cNvPr id="1050134" name=""/>
              <p:cNvSpPr/>
              <p:nvPr/>
            </p:nvSpPr>
            <p:spPr>
              <a:xfrm>
                <a:off x="8163349" y="4392572"/>
                <a:ext cx="136189" cy="19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135" name="Encre 1050134"/>
              <p14:cNvContentPartPr/>
              <p14:nvPr/>
            </p14:nvContentPartPr>
            <p14:xfrm>
              <a:off x="8348105" y="4363246"/>
              <a:ext cx="231180" cy="292770"/>
            </p14:xfrm>
          </p:contentPart>
        </mc:Choice>
        <mc:Fallback xmlns="">
          <p:sp>
            <p:nvSpPr>
              <p:cNvPr id="1050135" name=""/>
              <p:cNvSpPr/>
              <p:nvPr/>
            </p:nvSpPr>
            <p:spPr>
              <a:xfrm>
                <a:off x="8348105" y="4363246"/>
                <a:ext cx="231180" cy="292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136" name="Encre 1050135"/>
              <p14:cNvContentPartPr/>
              <p14:nvPr/>
            </p14:nvContentPartPr>
            <p14:xfrm>
              <a:off x="8213651" y="4261772"/>
              <a:ext cx="285925" cy="36237"/>
            </p14:xfrm>
          </p:contentPart>
        </mc:Choice>
        <mc:Fallback xmlns="">
          <p:sp>
            <p:nvSpPr>
              <p:cNvPr id="1050136" name=""/>
              <p:cNvSpPr/>
              <p:nvPr/>
            </p:nvSpPr>
            <p:spPr>
              <a:xfrm>
                <a:off x="8213651" y="4261772"/>
                <a:ext cx="285925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137" name="Encre 1050136"/>
              <p14:cNvContentPartPr/>
              <p14:nvPr/>
            </p14:nvContentPartPr>
            <p14:xfrm>
              <a:off x="8385295" y="4232981"/>
              <a:ext cx="127441" cy="96297"/>
            </p14:xfrm>
          </p:contentPart>
        </mc:Choice>
        <mc:Fallback xmlns="">
          <p:sp>
            <p:nvSpPr>
              <p:cNvPr id="1050137" name=""/>
              <p:cNvSpPr/>
              <p:nvPr/>
            </p:nvSpPr>
            <p:spPr>
              <a:xfrm>
                <a:off x="8385295" y="4232981"/>
                <a:ext cx="127441" cy="962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138" name="Encre 1050137"/>
              <p14:cNvContentPartPr/>
              <p14:nvPr/>
            </p14:nvContentPartPr>
            <p14:xfrm>
              <a:off x="8599740" y="4131466"/>
              <a:ext cx="171397" cy="550508"/>
            </p14:xfrm>
          </p:contentPart>
        </mc:Choice>
        <mc:Fallback xmlns="">
          <p:sp>
            <p:nvSpPr>
              <p:cNvPr id="1050138" name=""/>
              <p:cNvSpPr/>
              <p:nvPr/>
            </p:nvSpPr>
            <p:spPr>
              <a:xfrm>
                <a:off x="8599740" y="4131466"/>
                <a:ext cx="171397" cy="550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139" name="Encre 1050138"/>
              <p14:cNvContentPartPr/>
              <p14:nvPr/>
            </p14:nvContentPartPr>
            <p14:xfrm>
              <a:off x="7979729" y="2182848"/>
              <a:ext cx="2679741" cy="740887"/>
            </p14:xfrm>
          </p:contentPart>
        </mc:Choice>
        <mc:Fallback xmlns="">
          <p:sp>
            <p:nvSpPr>
              <p:cNvPr id="1050139" name=""/>
              <p:cNvSpPr/>
              <p:nvPr/>
            </p:nvSpPr>
            <p:spPr>
              <a:xfrm>
                <a:off x="7979729" y="2182848"/>
                <a:ext cx="2679741" cy="740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140" name="Encre 1050139"/>
              <p14:cNvContentPartPr/>
              <p14:nvPr/>
            </p14:nvContentPartPr>
            <p14:xfrm>
              <a:off x="10137477" y="2090251"/>
              <a:ext cx="1078399" cy="570630"/>
            </p14:xfrm>
          </p:contentPart>
        </mc:Choice>
        <mc:Fallback xmlns="">
          <p:sp>
            <p:nvSpPr>
              <p:cNvPr id="1050140" name=""/>
              <p:cNvSpPr/>
              <p:nvPr/>
            </p:nvSpPr>
            <p:spPr>
              <a:xfrm>
                <a:off x="10137477" y="2090251"/>
                <a:ext cx="1078399" cy="570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141" name="Encre 1050140"/>
              <p14:cNvContentPartPr/>
              <p14:nvPr/>
            </p14:nvContentPartPr>
            <p14:xfrm>
              <a:off x="11052619" y="2074136"/>
              <a:ext cx="183799" cy="143946"/>
            </p14:xfrm>
          </p:contentPart>
        </mc:Choice>
        <mc:Fallback xmlns="">
          <p:sp>
            <p:nvSpPr>
              <p:cNvPr id="1050141" name=""/>
              <p:cNvSpPr/>
              <p:nvPr/>
            </p:nvSpPr>
            <p:spPr>
              <a:xfrm>
                <a:off x="11052619" y="2074136"/>
                <a:ext cx="183799" cy="143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142" name="Encre 1050141"/>
              <p14:cNvContentPartPr/>
              <p14:nvPr/>
            </p14:nvContentPartPr>
            <p14:xfrm>
              <a:off x="11295744" y="2081334"/>
              <a:ext cx="269383" cy="213802"/>
            </p14:xfrm>
          </p:contentPart>
        </mc:Choice>
        <mc:Fallback xmlns="">
          <p:sp>
            <p:nvSpPr>
              <p:cNvPr id="1050142" name=""/>
              <p:cNvSpPr/>
              <p:nvPr/>
            </p:nvSpPr>
            <p:spPr>
              <a:xfrm>
                <a:off x="11295744" y="2081334"/>
                <a:ext cx="269383" cy="213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143" name="Encre 1050142"/>
              <p14:cNvContentPartPr/>
              <p14:nvPr/>
            </p14:nvContentPartPr>
            <p14:xfrm>
              <a:off x="11252944" y="1935426"/>
              <a:ext cx="258132" cy="37692"/>
            </p14:xfrm>
          </p:contentPart>
        </mc:Choice>
        <mc:Fallback xmlns="">
          <p:sp>
            <p:nvSpPr>
              <p:cNvPr id="1050143" name=""/>
              <p:cNvSpPr/>
              <p:nvPr/>
            </p:nvSpPr>
            <p:spPr>
              <a:xfrm>
                <a:off x="11252944" y="1935426"/>
                <a:ext cx="258132" cy="37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144" name="Encre 1050143"/>
              <p14:cNvContentPartPr/>
              <p14:nvPr/>
            </p14:nvContentPartPr>
            <p14:xfrm>
              <a:off x="11388847" y="1871356"/>
              <a:ext cx="124671" cy="155900"/>
            </p14:xfrm>
          </p:contentPart>
        </mc:Choice>
        <mc:Fallback xmlns="">
          <p:sp>
            <p:nvSpPr>
              <p:cNvPr id="1050144" name=""/>
              <p:cNvSpPr/>
              <p:nvPr/>
            </p:nvSpPr>
            <p:spPr>
              <a:xfrm>
                <a:off x="11388847" y="1871356"/>
                <a:ext cx="124671" cy="155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145" name="Encre 1050144"/>
              <p14:cNvContentPartPr/>
              <p14:nvPr/>
            </p14:nvContentPartPr>
            <p14:xfrm>
              <a:off x="9093606" y="1132465"/>
              <a:ext cx="1051115" cy="1583218"/>
            </p14:xfrm>
          </p:contentPart>
        </mc:Choice>
        <mc:Fallback xmlns="">
          <p:sp>
            <p:nvSpPr>
              <p:cNvPr id="1050145" name=""/>
              <p:cNvSpPr/>
              <p:nvPr/>
            </p:nvSpPr>
            <p:spPr>
              <a:xfrm>
                <a:off x="9093606" y="1132465"/>
                <a:ext cx="1051115" cy="1583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146" name="Encre 1050145"/>
              <p14:cNvContentPartPr/>
              <p14:nvPr/>
            </p14:nvContentPartPr>
            <p14:xfrm>
              <a:off x="9965833" y="2603050"/>
              <a:ext cx="177079" cy="98093"/>
            </p14:xfrm>
          </p:contentPart>
        </mc:Choice>
        <mc:Fallback xmlns="">
          <p:sp>
            <p:nvSpPr>
              <p:cNvPr id="1050146" name=""/>
              <p:cNvSpPr/>
              <p:nvPr/>
            </p:nvSpPr>
            <p:spPr>
              <a:xfrm>
                <a:off x="9965833" y="2603050"/>
                <a:ext cx="177079" cy="98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147" name="Encre 1050146"/>
              <p14:cNvContentPartPr/>
              <p14:nvPr/>
            </p14:nvContentPartPr>
            <p14:xfrm>
              <a:off x="10094235" y="2537774"/>
              <a:ext cx="14732" cy="170385"/>
            </p14:xfrm>
          </p:contentPart>
        </mc:Choice>
        <mc:Fallback xmlns="">
          <p:sp>
            <p:nvSpPr>
              <p:cNvPr id="1050147" name=""/>
              <p:cNvSpPr/>
              <p:nvPr/>
            </p:nvSpPr>
            <p:spPr>
              <a:xfrm>
                <a:off x="10094235" y="2537774"/>
                <a:ext cx="14732" cy="170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148" name="Encre 1050147"/>
              <p14:cNvContentPartPr/>
              <p14:nvPr/>
            </p14:nvContentPartPr>
            <p14:xfrm>
              <a:off x="9650783" y="2490086"/>
              <a:ext cx="171646" cy="195886"/>
            </p14:xfrm>
          </p:contentPart>
        </mc:Choice>
        <mc:Fallback xmlns="">
          <p:sp>
            <p:nvSpPr>
              <p:cNvPr id="1050148" name=""/>
              <p:cNvSpPr/>
              <p:nvPr/>
            </p:nvSpPr>
            <p:spPr>
              <a:xfrm>
                <a:off x="9650783" y="2490086"/>
                <a:ext cx="171646" cy="195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149" name="Encre 1050148"/>
              <p14:cNvContentPartPr/>
              <p14:nvPr/>
            </p14:nvContentPartPr>
            <p14:xfrm>
              <a:off x="718669" y="5051793"/>
              <a:ext cx="293234" cy="565815"/>
            </p14:xfrm>
          </p:contentPart>
        </mc:Choice>
        <mc:Fallback xmlns="">
          <p:sp>
            <p:nvSpPr>
              <p:cNvPr id="1050149" name=""/>
              <p:cNvSpPr/>
              <p:nvPr/>
            </p:nvSpPr>
            <p:spPr>
              <a:xfrm>
                <a:off x="718669" y="5051793"/>
                <a:ext cx="293234" cy="565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150" name="Encre 1050149"/>
              <p14:cNvContentPartPr/>
              <p14:nvPr/>
            </p14:nvContentPartPr>
            <p14:xfrm>
              <a:off x="1020479" y="5565815"/>
              <a:ext cx="167389" cy="207360"/>
            </p14:xfrm>
          </p:contentPart>
        </mc:Choice>
        <mc:Fallback xmlns="">
          <p:sp>
            <p:nvSpPr>
              <p:cNvPr id="1050150" name=""/>
              <p:cNvSpPr/>
              <p:nvPr/>
            </p:nvSpPr>
            <p:spPr>
              <a:xfrm>
                <a:off x="1020479" y="5565815"/>
                <a:ext cx="167389" cy="207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151" name="Encre 1050150"/>
              <p14:cNvContentPartPr/>
              <p14:nvPr/>
            </p14:nvContentPartPr>
            <p14:xfrm>
              <a:off x="574110" y="5262092"/>
              <a:ext cx="444605" cy="11844"/>
            </p14:xfrm>
          </p:contentPart>
        </mc:Choice>
        <mc:Fallback xmlns="">
          <p:sp>
            <p:nvSpPr>
              <p:cNvPr id="1050151" name=""/>
              <p:cNvSpPr/>
              <p:nvPr/>
            </p:nvSpPr>
            <p:spPr>
              <a:xfrm>
                <a:off x="574110" y="5262092"/>
                <a:ext cx="444605" cy="11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152" name="Encre 1050151"/>
              <p14:cNvContentPartPr/>
              <p14:nvPr/>
            </p14:nvContentPartPr>
            <p14:xfrm>
              <a:off x="890314" y="5160008"/>
              <a:ext cx="231756" cy="185183"/>
            </p14:xfrm>
          </p:contentPart>
        </mc:Choice>
        <mc:Fallback xmlns="">
          <p:sp>
            <p:nvSpPr>
              <p:cNvPr id="1050152" name=""/>
              <p:cNvSpPr/>
              <p:nvPr/>
            </p:nvSpPr>
            <p:spPr>
              <a:xfrm>
                <a:off x="890314" y="5160008"/>
                <a:ext cx="231756" cy="185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153" name="Encre 1050152"/>
              <p14:cNvContentPartPr/>
              <p14:nvPr/>
            </p14:nvContentPartPr>
            <p14:xfrm>
              <a:off x="1286111" y="5261522"/>
              <a:ext cx="104574" cy="616353"/>
            </p14:xfrm>
          </p:contentPart>
        </mc:Choice>
        <mc:Fallback xmlns="">
          <p:sp>
            <p:nvSpPr>
              <p:cNvPr id="1050153" name=""/>
              <p:cNvSpPr/>
              <p:nvPr/>
            </p:nvSpPr>
            <p:spPr>
              <a:xfrm>
                <a:off x="1286111" y="5261522"/>
                <a:ext cx="104574" cy="616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154" name="Encre 1050153"/>
              <p14:cNvContentPartPr/>
              <p14:nvPr/>
            </p14:nvContentPartPr>
            <p14:xfrm>
              <a:off x="1394215" y="5444197"/>
              <a:ext cx="31574" cy="385289"/>
            </p14:xfrm>
          </p:contentPart>
        </mc:Choice>
        <mc:Fallback xmlns="">
          <p:sp>
            <p:nvSpPr>
              <p:cNvPr id="1050154" name=""/>
              <p:cNvSpPr/>
              <p:nvPr/>
            </p:nvSpPr>
            <p:spPr>
              <a:xfrm>
                <a:off x="1394215" y="5444197"/>
                <a:ext cx="31574" cy="385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155" name="Encre 1050154"/>
              <p14:cNvContentPartPr/>
              <p14:nvPr/>
            </p14:nvContentPartPr>
            <p14:xfrm>
              <a:off x="1383625" y="5457104"/>
              <a:ext cx="201680" cy="297196"/>
            </p14:xfrm>
          </p:contentPart>
        </mc:Choice>
        <mc:Fallback xmlns="">
          <p:sp>
            <p:nvSpPr>
              <p:cNvPr id="1050155" name=""/>
              <p:cNvSpPr/>
              <p:nvPr/>
            </p:nvSpPr>
            <p:spPr>
              <a:xfrm>
                <a:off x="1383625" y="5457104"/>
                <a:ext cx="201680" cy="297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156" name="Encre 1050155"/>
              <p14:cNvContentPartPr/>
              <p14:nvPr/>
            </p14:nvContentPartPr>
            <p14:xfrm>
              <a:off x="1626211" y="5442956"/>
              <a:ext cx="86582" cy="522624"/>
            </p14:xfrm>
          </p:contentPart>
        </mc:Choice>
        <mc:Fallback xmlns="">
          <p:sp>
            <p:nvSpPr>
              <p:cNvPr id="1050156" name=""/>
              <p:cNvSpPr/>
              <p:nvPr/>
            </p:nvSpPr>
            <p:spPr>
              <a:xfrm>
                <a:off x="1626211" y="5442956"/>
                <a:ext cx="86582" cy="522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157" name="Encre 1050156"/>
              <p14:cNvContentPartPr/>
              <p14:nvPr/>
            </p14:nvContentPartPr>
            <p14:xfrm>
              <a:off x="1751057" y="5703566"/>
              <a:ext cx="13400" cy="310473"/>
            </p14:xfrm>
          </p:contentPart>
        </mc:Choice>
        <mc:Fallback xmlns="">
          <p:sp>
            <p:nvSpPr>
              <p:cNvPr id="1050157" name=""/>
              <p:cNvSpPr/>
              <p:nvPr/>
            </p:nvSpPr>
            <p:spPr>
              <a:xfrm>
                <a:off x="1751057" y="5703566"/>
                <a:ext cx="13400" cy="310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158" name="Encre 1050157"/>
              <p14:cNvContentPartPr/>
              <p14:nvPr/>
            </p14:nvContentPartPr>
            <p14:xfrm>
              <a:off x="1733973" y="5691276"/>
              <a:ext cx="176578" cy="304627"/>
            </p14:xfrm>
          </p:contentPart>
        </mc:Choice>
        <mc:Fallback xmlns="">
          <p:sp>
            <p:nvSpPr>
              <p:cNvPr id="1050158" name=""/>
              <p:cNvSpPr/>
              <p:nvPr/>
            </p:nvSpPr>
            <p:spPr>
              <a:xfrm>
                <a:off x="1733973" y="5691276"/>
                <a:ext cx="176578" cy="304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159" name="Encre 1050158"/>
              <p14:cNvContentPartPr/>
              <p14:nvPr/>
            </p14:nvContentPartPr>
            <p14:xfrm>
              <a:off x="1841196" y="5464301"/>
              <a:ext cx="178674" cy="615632"/>
            </p14:xfrm>
          </p:contentPart>
        </mc:Choice>
        <mc:Fallback xmlns="">
          <p:sp>
            <p:nvSpPr>
              <p:cNvPr id="1050159" name=""/>
              <p:cNvSpPr/>
              <p:nvPr/>
            </p:nvSpPr>
            <p:spPr>
              <a:xfrm>
                <a:off x="1841196" y="5464301"/>
                <a:ext cx="178674" cy="615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160" name="Encre 1050159"/>
              <p14:cNvContentPartPr/>
              <p14:nvPr/>
            </p14:nvContentPartPr>
            <p14:xfrm>
              <a:off x="2091823" y="5696368"/>
              <a:ext cx="168705" cy="19593"/>
            </p14:xfrm>
          </p:contentPart>
        </mc:Choice>
        <mc:Fallback xmlns="">
          <p:sp>
            <p:nvSpPr>
              <p:cNvPr id="1050160" name=""/>
              <p:cNvSpPr/>
              <p:nvPr/>
            </p:nvSpPr>
            <p:spPr>
              <a:xfrm>
                <a:off x="2091823" y="5696368"/>
                <a:ext cx="168705" cy="19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161" name="Encre 1050160"/>
              <p14:cNvContentPartPr/>
              <p14:nvPr/>
            </p14:nvContentPartPr>
            <p14:xfrm>
              <a:off x="2084321" y="5775792"/>
              <a:ext cx="167903" cy="44454"/>
            </p14:xfrm>
          </p:contentPart>
        </mc:Choice>
        <mc:Fallback xmlns="">
          <p:sp>
            <p:nvSpPr>
              <p:cNvPr id="1050161" name=""/>
              <p:cNvSpPr/>
              <p:nvPr/>
            </p:nvSpPr>
            <p:spPr>
              <a:xfrm>
                <a:off x="2084321" y="5775792"/>
                <a:ext cx="167903" cy="44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162" name="Encre 1050161"/>
              <p14:cNvContentPartPr/>
              <p14:nvPr/>
            </p14:nvContentPartPr>
            <p14:xfrm>
              <a:off x="2380065" y="5617819"/>
              <a:ext cx="159877" cy="268438"/>
            </p14:xfrm>
          </p:contentPart>
        </mc:Choice>
        <mc:Fallback xmlns="">
          <p:sp>
            <p:nvSpPr>
              <p:cNvPr id="1050162" name=""/>
              <p:cNvSpPr/>
              <p:nvPr/>
            </p:nvSpPr>
            <p:spPr>
              <a:xfrm>
                <a:off x="2380065" y="5617819"/>
                <a:ext cx="159877" cy="268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163" name="Encre 1050162"/>
              <p14:cNvContentPartPr/>
              <p14:nvPr/>
            </p14:nvContentPartPr>
            <p14:xfrm>
              <a:off x="2617243" y="5586637"/>
              <a:ext cx="204383" cy="301226"/>
            </p14:xfrm>
          </p:contentPart>
        </mc:Choice>
        <mc:Fallback xmlns="">
          <p:sp>
            <p:nvSpPr>
              <p:cNvPr id="1050163" name=""/>
              <p:cNvSpPr/>
              <p:nvPr/>
            </p:nvSpPr>
            <p:spPr>
              <a:xfrm>
                <a:off x="2617243" y="5586637"/>
                <a:ext cx="204383" cy="301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164" name="Encre 1050163"/>
              <p14:cNvContentPartPr/>
              <p14:nvPr/>
            </p14:nvContentPartPr>
            <p14:xfrm>
              <a:off x="2435111" y="5450154"/>
              <a:ext cx="375065" cy="40293"/>
            </p14:xfrm>
          </p:contentPart>
        </mc:Choice>
        <mc:Fallback xmlns="">
          <p:sp>
            <p:nvSpPr>
              <p:cNvPr id="1050164" name=""/>
              <p:cNvSpPr/>
              <p:nvPr/>
            </p:nvSpPr>
            <p:spPr>
              <a:xfrm>
                <a:off x="2435111" y="5450154"/>
                <a:ext cx="375065" cy="40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165" name="Encre 1050164"/>
              <p14:cNvContentPartPr/>
              <p14:nvPr/>
            </p14:nvContentPartPr>
            <p14:xfrm>
              <a:off x="2735157" y="5348392"/>
              <a:ext cx="161807" cy="263042"/>
            </p14:xfrm>
          </p:contentPart>
        </mc:Choice>
        <mc:Fallback xmlns="">
          <p:sp>
            <p:nvSpPr>
              <p:cNvPr id="1050165" name=""/>
              <p:cNvSpPr/>
              <p:nvPr/>
            </p:nvSpPr>
            <p:spPr>
              <a:xfrm>
                <a:off x="2735157" y="5348392"/>
                <a:ext cx="161807" cy="263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166" name="Encre 1050165"/>
              <p14:cNvContentPartPr/>
              <p14:nvPr/>
            </p14:nvContentPartPr>
            <p14:xfrm>
              <a:off x="2921728" y="5761397"/>
              <a:ext cx="42435" cy="170005"/>
            </p14:xfrm>
          </p:contentPart>
        </mc:Choice>
        <mc:Fallback xmlns="">
          <p:sp>
            <p:nvSpPr>
              <p:cNvPr id="1050166" name=""/>
              <p:cNvSpPr/>
              <p:nvPr/>
            </p:nvSpPr>
            <p:spPr>
              <a:xfrm>
                <a:off x="2921728" y="5761397"/>
                <a:ext cx="42435" cy="170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167" name="Encre 1050166"/>
              <p14:cNvContentPartPr/>
              <p14:nvPr/>
            </p14:nvContentPartPr>
            <p14:xfrm>
              <a:off x="2971223" y="5739555"/>
              <a:ext cx="104270" cy="227305"/>
            </p14:xfrm>
          </p:contentPart>
        </mc:Choice>
        <mc:Fallback xmlns="">
          <p:sp>
            <p:nvSpPr>
              <p:cNvPr id="1050167" name=""/>
              <p:cNvSpPr/>
              <p:nvPr/>
            </p:nvSpPr>
            <p:spPr>
              <a:xfrm>
                <a:off x="2971223" y="5739555"/>
                <a:ext cx="104270" cy="2273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168" name="Encre 1050167"/>
              <p14:cNvContentPartPr/>
              <p14:nvPr/>
            </p14:nvContentPartPr>
            <p14:xfrm>
              <a:off x="3100067" y="5703566"/>
              <a:ext cx="299754" cy="205675"/>
            </p14:xfrm>
          </p:contentPart>
        </mc:Choice>
        <mc:Fallback xmlns="">
          <p:sp>
            <p:nvSpPr>
              <p:cNvPr id="1050168" name=""/>
              <p:cNvSpPr/>
              <p:nvPr/>
            </p:nvSpPr>
            <p:spPr>
              <a:xfrm>
                <a:off x="3100067" y="5703566"/>
                <a:ext cx="299754" cy="205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169" name="Encre 1050168"/>
              <p14:cNvContentPartPr/>
              <p14:nvPr/>
            </p14:nvContentPartPr>
            <p14:xfrm>
              <a:off x="3461005" y="5622373"/>
              <a:ext cx="296957" cy="298261"/>
            </p14:xfrm>
          </p:contentPart>
        </mc:Choice>
        <mc:Fallback xmlns="">
          <p:sp>
            <p:nvSpPr>
              <p:cNvPr id="1050169" name=""/>
              <p:cNvSpPr/>
              <p:nvPr/>
            </p:nvSpPr>
            <p:spPr>
              <a:xfrm>
                <a:off x="3461005" y="5622373"/>
                <a:ext cx="296957" cy="29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170" name="Encre 1050169"/>
              <p14:cNvContentPartPr/>
              <p14:nvPr/>
            </p14:nvContentPartPr>
            <p14:xfrm>
              <a:off x="3464535" y="5471499"/>
              <a:ext cx="270641" cy="17647"/>
            </p14:xfrm>
          </p:contentPart>
        </mc:Choice>
        <mc:Fallback xmlns="">
          <p:sp>
            <p:nvSpPr>
              <p:cNvPr id="1050170" name=""/>
              <p:cNvSpPr/>
              <p:nvPr/>
            </p:nvSpPr>
            <p:spPr>
              <a:xfrm>
                <a:off x="3464535" y="5471499"/>
                <a:ext cx="270641" cy="176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171" name="Encre 1050170"/>
              <p14:cNvContentPartPr/>
              <p14:nvPr/>
            </p14:nvContentPartPr>
            <p14:xfrm>
              <a:off x="3643680" y="5384629"/>
              <a:ext cx="137481" cy="223957"/>
            </p14:xfrm>
          </p:contentPart>
        </mc:Choice>
        <mc:Fallback xmlns="">
          <p:sp>
            <p:nvSpPr>
              <p:cNvPr id="1050171" name=""/>
              <p:cNvSpPr/>
              <p:nvPr/>
            </p:nvSpPr>
            <p:spPr>
              <a:xfrm>
                <a:off x="3643680" y="5384629"/>
                <a:ext cx="137481" cy="2239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172" name="Encre 1050171"/>
              <p14:cNvContentPartPr/>
              <p14:nvPr/>
            </p14:nvContentPartPr>
            <p14:xfrm>
              <a:off x="3774942" y="5833917"/>
              <a:ext cx="168469" cy="232700"/>
            </p14:xfrm>
          </p:contentPart>
        </mc:Choice>
        <mc:Fallback xmlns="">
          <p:sp>
            <p:nvSpPr>
              <p:cNvPr id="1050172" name=""/>
              <p:cNvSpPr/>
              <p:nvPr/>
            </p:nvSpPr>
            <p:spPr>
              <a:xfrm>
                <a:off x="3774942" y="5833917"/>
                <a:ext cx="168469" cy="232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173" name="Encre 1050172"/>
              <p14:cNvContentPartPr/>
              <p14:nvPr/>
            </p14:nvContentPartPr>
            <p14:xfrm>
              <a:off x="3970690" y="5841317"/>
              <a:ext cx="73199" cy="385315"/>
            </p14:xfrm>
          </p:contentPart>
        </mc:Choice>
        <mc:Fallback xmlns="">
          <p:sp>
            <p:nvSpPr>
              <p:cNvPr id="1050173" name=""/>
              <p:cNvSpPr/>
              <p:nvPr/>
            </p:nvSpPr>
            <p:spPr>
              <a:xfrm>
                <a:off x="3970690" y="5841317"/>
                <a:ext cx="73199" cy="385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174" name="Encre 1050173"/>
              <p14:cNvContentPartPr/>
              <p14:nvPr/>
            </p14:nvContentPartPr>
            <p14:xfrm>
              <a:off x="4070506" y="6003640"/>
              <a:ext cx="187459" cy="271570"/>
            </p14:xfrm>
          </p:contentPart>
        </mc:Choice>
        <mc:Fallback xmlns="">
          <p:sp>
            <p:nvSpPr>
              <p:cNvPr id="1050174" name=""/>
              <p:cNvSpPr/>
              <p:nvPr/>
            </p:nvSpPr>
            <p:spPr>
              <a:xfrm>
                <a:off x="4070506" y="6003640"/>
                <a:ext cx="187459" cy="271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175" name="Encre 1050174"/>
              <p14:cNvContentPartPr/>
              <p14:nvPr/>
            </p14:nvContentPartPr>
            <p14:xfrm>
              <a:off x="4301576" y="5862663"/>
              <a:ext cx="210635" cy="16653"/>
            </p14:xfrm>
          </p:contentPart>
        </mc:Choice>
        <mc:Fallback xmlns="">
          <p:sp>
            <p:nvSpPr>
              <p:cNvPr id="1050175" name=""/>
              <p:cNvSpPr/>
              <p:nvPr/>
            </p:nvSpPr>
            <p:spPr>
              <a:xfrm>
                <a:off x="4301576" y="5862663"/>
                <a:ext cx="210635" cy="16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176" name="Encre 1050175"/>
              <p14:cNvContentPartPr/>
              <p14:nvPr/>
            </p14:nvContentPartPr>
            <p14:xfrm>
              <a:off x="4351436" y="5956979"/>
              <a:ext cx="154043" cy="37598"/>
            </p14:xfrm>
          </p:contentPart>
        </mc:Choice>
        <mc:Fallback xmlns="">
          <p:sp>
            <p:nvSpPr>
              <p:cNvPr id="1050176" name=""/>
              <p:cNvSpPr/>
              <p:nvPr/>
            </p:nvSpPr>
            <p:spPr>
              <a:xfrm>
                <a:off x="4351436" y="5956979"/>
                <a:ext cx="154043" cy="37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177" name="Encre 1050176"/>
              <p14:cNvContentPartPr/>
              <p14:nvPr/>
            </p14:nvContentPartPr>
            <p14:xfrm>
              <a:off x="4759146" y="5555832"/>
              <a:ext cx="120645" cy="514449"/>
            </p14:xfrm>
          </p:contentPart>
        </mc:Choice>
        <mc:Fallback xmlns="">
          <p:sp>
            <p:nvSpPr>
              <p:cNvPr id="1050177" name=""/>
              <p:cNvSpPr/>
              <p:nvPr/>
            </p:nvSpPr>
            <p:spPr>
              <a:xfrm>
                <a:off x="4759146" y="5555832"/>
                <a:ext cx="120645" cy="514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178" name="Encre 1050177"/>
              <p14:cNvContentPartPr/>
              <p14:nvPr/>
            </p14:nvContentPartPr>
            <p14:xfrm>
              <a:off x="4995212" y="5860920"/>
              <a:ext cx="253716" cy="262601"/>
            </p14:xfrm>
          </p:contentPart>
        </mc:Choice>
        <mc:Fallback xmlns="">
          <p:sp>
            <p:nvSpPr>
              <p:cNvPr id="1050178" name=""/>
              <p:cNvSpPr/>
              <p:nvPr/>
            </p:nvSpPr>
            <p:spPr>
              <a:xfrm>
                <a:off x="4995212" y="5860920"/>
                <a:ext cx="253716" cy="262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179" name="Encre 1050178"/>
              <p14:cNvContentPartPr/>
              <p14:nvPr/>
            </p14:nvContentPartPr>
            <p14:xfrm>
              <a:off x="5275024" y="6007859"/>
              <a:ext cx="142018" cy="181797"/>
            </p14:xfrm>
          </p:contentPart>
        </mc:Choice>
        <mc:Fallback xmlns="">
          <p:sp>
            <p:nvSpPr>
              <p:cNvPr id="1050179" name=""/>
              <p:cNvSpPr/>
              <p:nvPr/>
            </p:nvSpPr>
            <p:spPr>
              <a:xfrm>
                <a:off x="5275024" y="6007859"/>
                <a:ext cx="142018" cy="181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180" name="Encre 1050179"/>
              <p14:cNvContentPartPr/>
              <p14:nvPr/>
            </p14:nvContentPartPr>
            <p14:xfrm>
              <a:off x="5059634" y="5768595"/>
              <a:ext cx="255443" cy="33647"/>
            </p14:xfrm>
          </p:contentPart>
        </mc:Choice>
        <mc:Fallback xmlns="">
          <p:sp>
            <p:nvSpPr>
              <p:cNvPr id="1050180" name=""/>
              <p:cNvSpPr/>
              <p:nvPr/>
            </p:nvSpPr>
            <p:spPr>
              <a:xfrm>
                <a:off x="5059634" y="5768595"/>
                <a:ext cx="255443" cy="336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181" name="Encre 1050180"/>
              <p14:cNvContentPartPr/>
              <p14:nvPr/>
            </p14:nvContentPartPr>
            <p14:xfrm>
              <a:off x="5209657" y="5732606"/>
              <a:ext cx="154456" cy="159344"/>
            </p14:xfrm>
          </p:contentPart>
        </mc:Choice>
        <mc:Fallback xmlns="">
          <p:sp>
            <p:nvSpPr>
              <p:cNvPr id="1050181" name=""/>
              <p:cNvSpPr/>
              <p:nvPr/>
            </p:nvSpPr>
            <p:spPr>
              <a:xfrm>
                <a:off x="5209657" y="5732606"/>
                <a:ext cx="154456" cy="159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182" name="Encre 1050181"/>
              <p14:cNvContentPartPr/>
              <p14:nvPr/>
            </p14:nvContentPartPr>
            <p14:xfrm>
              <a:off x="5506615" y="5942335"/>
              <a:ext cx="103692" cy="235790"/>
            </p14:xfrm>
          </p:contentPart>
        </mc:Choice>
        <mc:Fallback xmlns="">
          <p:sp>
            <p:nvSpPr>
              <p:cNvPr id="1050182" name=""/>
              <p:cNvSpPr/>
              <p:nvPr/>
            </p:nvSpPr>
            <p:spPr>
              <a:xfrm>
                <a:off x="5506615" y="5942335"/>
                <a:ext cx="103692" cy="235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183" name="Encre 1050182"/>
              <p14:cNvContentPartPr/>
              <p14:nvPr/>
            </p14:nvContentPartPr>
            <p14:xfrm>
              <a:off x="5588686" y="5920990"/>
              <a:ext cx="80095" cy="231499"/>
            </p14:xfrm>
          </p:contentPart>
        </mc:Choice>
        <mc:Fallback xmlns="">
          <p:sp>
            <p:nvSpPr>
              <p:cNvPr id="1050183" name=""/>
              <p:cNvSpPr/>
              <p:nvPr/>
            </p:nvSpPr>
            <p:spPr>
              <a:xfrm>
                <a:off x="5588686" y="5920990"/>
                <a:ext cx="80095" cy="231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184" name="Encre 1050183"/>
              <p14:cNvContentPartPr/>
              <p14:nvPr/>
            </p14:nvContentPartPr>
            <p14:xfrm>
              <a:off x="5808867" y="5689487"/>
              <a:ext cx="101256" cy="531105"/>
            </p14:xfrm>
          </p:contentPart>
        </mc:Choice>
        <mc:Fallback xmlns="">
          <p:sp>
            <p:nvSpPr>
              <p:cNvPr id="1050184" name=""/>
              <p:cNvSpPr/>
              <p:nvPr/>
            </p:nvSpPr>
            <p:spPr>
              <a:xfrm>
                <a:off x="5808867" y="5689487"/>
                <a:ext cx="101256" cy="531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185" name="Encre 1050184"/>
              <p14:cNvContentPartPr/>
              <p14:nvPr/>
            </p14:nvContentPartPr>
            <p14:xfrm>
              <a:off x="6032778" y="5896225"/>
              <a:ext cx="125831" cy="303292"/>
            </p14:xfrm>
          </p:contentPart>
        </mc:Choice>
        <mc:Fallback xmlns="">
          <p:sp>
            <p:nvSpPr>
              <p:cNvPr id="1050185" name=""/>
              <p:cNvSpPr/>
              <p:nvPr/>
            </p:nvSpPr>
            <p:spPr>
              <a:xfrm>
                <a:off x="6032778" y="5896225"/>
                <a:ext cx="125831" cy="3032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186" name="Encre 1050185"/>
              <p14:cNvContentPartPr/>
              <p14:nvPr/>
            </p14:nvContentPartPr>
            <p14:xfrm>
              <a:off x="6060824" y="5769360"/>
              <a:ext cx="44722" cy="51848"/>
            </p14:xfrm>
          </p:contentPart>
        </mc:Choice>
        <mc:Fallback xmlns="">
          <p:sp>
            <p:nvSpPr>
              <p:cNvPr id="1050186" name=""/>
              <p:cNvSpPr/>
              <p:nvPr/>
            </p:nvSpPr>
            <p:spPr>
              <a:xfrm>
                <a:off x="6060824" y="5769360"/>
                <a:ext cx="44722" cy="518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187" name="Encre 1050186"/>
              <p14:cNvContentPartPr/>
              <p14:nvPr/>
            </p14:nvContentPartPr>
            <p14:xfrm>
              <a:off x="6254083" y="5978820"/>
              <a:ext cx="156135" cy="210884"/>
            </p14:xfrm>
          </p:contentPart>
        </mc:Choice>
        <mc:Fallback xmlns="">
          <p:sp>
            <p:nvSpPr>
              <p:cNvPr id="1050187" name=""/>
              <p:cNvSpPr/>
              <p:nvPr/>
            </p:nvSpPr>
            <p:spPr>
              <a:xfrm>
                <a:off x="6254083" y="5978820"/>
                <a:ext cx="156135" cy="210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188" name="Encre 1050187"/>
              <p14:cNvContentPartPr/>
              <p14:nvPr/>
            </p14:nvContentPartPr>
            <p14:xfrm>
              <a:off x="6444117" y="6077450"/>
              <a:ext cx="120987" cy="232211"/>
            </p14:xfrm>
          </p:contentPart>
        </mc:Choice>
        <mc:Fallback xmlns="">
          <p:sp>
            <p:nvSpPr>
              <p:cNvPr id="1050188" name=""/>
              <p:cNvSpPr/>
              <p:nvPr/>
            </p:nvSpPr>
            <p:spPr>
              <a:xfrm>
                <a:off x="6444117" y="6077450"/>
                <a:ext cx="120987" cy="232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189" name="Encre 1050188"/>
              <p14:cNvContentPartPr/>
              <p14:nvPr/>
            </p14:nvContentPartPr>
            <p14:xfrm>
              <a:off x="6195680" y="5827487"/>
              <a:ext cx="215486" cy="24692"/>
            </p14:xfrm>
          </p:contentPart>
        </mc:Choice>
        <mc:Fallback xmlns="">
          <p:sp>
            <p:nvSpPr>
              <p:cNvPr id="1050189" name=""/>
              <p:cNvSpPr/>
              <p:nvPr/>
            </p:nvSpPr>
            <p:spPr>
              <a:xfrm>
                <a:off x="6195680" y="5827487"/>
                <a:ext cx="215486" cy="24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190" name="Encre 1050189"/>
              <p14:cNvContentPartPr/>
              <p14:nvPr/>
            </p14:nvContentPartPr>
            <p14:xfrm>
              <a:off x="6318064" y="5746753"/>
              <a:ext cx="147169" cy="182378"/>
            </p14:xfrm>
          </p:contentPart>
        </mc:Choice>
        <mc:Fallback xmlns="">
          <p:sp>
            <p:nvSpPr>
              <p:cNvPr id="1050190" name=""/>
              <p:cNvSpPr/>
              <p:nvPr/>
            </p:nvSpPr>
            <p:spPr>
              <a:xfrm>
                <a:off x="6318064" y="5746753"/>
                <a:ext cx="147169" cy="1823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191" name="Encre 1050190"/>
              <p14:cNvContentPartPr/>
              <p14:nvPr/>
            </p14:nvContentPartPr>
            <p14:xfrm>
              <a:off x="4558821" y="5848267"/>
              <a:ext cx="179145" cy="347976"/>
            </p14:xfrm>
          </p:contentPart>
        </mc:Choice>
        <mc:Fallback xmlns="">
          <p:sp>
            <p:nvSpPr>
              <p:cNvPr id="1050191" name=""/>
              <p:cNvSpPr/>
              <p:nvPr/>
            </p:nvSpPr>
            <p:spPr>
              <a:xfrm>
                <a:off x="4558821" y="5848267"/>
                <a:ext cx="179145" cy="347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192" name="Encre 1050191"/>
              <p14:cNvContentPartPr/>
              <p14:nvPr/>
            </p14:nvContentPartPr>
            <p14:xfrm>
              <a:off x="6704594" y="6058244"/>
              <a:ext cx="154797" cy="2928"/>
            </p14:xfrm>
          </p:contentPart>
        </mc:Choice>
        <mc:Fallback xmlns="">
          <p:sp>
            <p:nvSpPr>
              <p:cNvPr id="1050192" name=""/>
              <p:cNvSpPr/>
              <p:nvPr/>
            </p:nvSpPr>
            <p:spPr>
              <a:xfrm>
                <a:off x="6704594" y="6058244"/>
                <a:ext cx="154797" cy="29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193" name="Encre 1050192"/>
              <p14:cNvContentPartPr/>
              <p14:nvPr/>
            </p14:nvContentPartPr>
            <p14:xfrm>
              <a:off x="6718714" y="6144528"/>
              <a:ext cx="158061" cy="22428"/>
            </p14:xfrm>
          </p:contentPart>
        </mc:Choice>
        <mc:Fallback xmlns="">
          <p:sp>
            <p:nvSpPr>
              <p:cNvPr id="1050193" name=""/>
              <p:cNvSpPr/>
              <p:nvPr/>
            </p:nvSpPr>
            <p:spPr>
              <a:xfrm>
                <a:off x="6718714" y="6144528"/>
                <a:ext cx="158061" cy="22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194" name="Encre 1050193"/>
              <p14:cNvContentPartPr/>
              <p14:nvPr/>
            </p14:nvContentPartPr>
            <p14:xfrm>
              <a:off x="6954780" y="5956979"/>
              <a:ext cx="204733" cy="221243"/>
            </p14:xfrm>
          </p:contentPart>
        </mc:Choice>
        <mc:Fallback xmlns="">
          <p:sp>
            <p:nvSpPr>
              <p:cNvPr id="1050194" name=""/>
              <p:cNvSpPr/>
              <p:nvPr/>
            </p:nvSpPr>
            <p:spPr>
              <a:xfrm>
                <a:off x="6954780" y="5956979"/>
                <a:ext cx="204733" cy="221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195" name="Encre 1050194"/>
              <p14:cNvContentPartPr/>
              <p14:nvPr/>
            </p14:nvContentPartPr>
            <p14:xfrm>
              <a:off x="7255267" y="5816864"/>
              <a:ext cx="88671" cy="449425"/>
            </p14:xfrm>
          </p:contentPart>
        </mc:Choice>
        <mc:Fallback xmlns="">
          <p:sp>
            <p:nvSpPr>
              <p:cNvPr id="1050195" name=""/>
              <p:cNvSpPr/>
              <p:nvPr/>
            </p:nvSpPr>
            <p:spPr>
              <a:xfrm>
                <a:off x="7255267" y="5816864"/>
                <a:ext cx="88671" cy="4494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196" name="Encre 1050195"/>
              <p14:cNvContentPartPr/>
              <p14:nvPr/>
            </p14:nvContentPartPr>
            <p14:xfrm>
              <a:off x="7333809" y="5711012"/>
              <a:ext cx="154689" cy="241530"/>
            </p14:xfrm>
          </p:contentPart>
        </mc:Choice>
        <mc:Fallback xmlns="">
          <p:sp>
            <p:nvSpPr>
              <p:cNvPr id="1050196" name=""/>
              <p:cNvSpPr/>
              <p:nvPr/>
            </p:nvSpPr>
            <p:spPr>
              <a:xfrm>
                <a:off x="7333809" y="5711012"/>
                <a:ext cx="154689" cy="241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197" name="Encre 1050196"/>
              <p14:cNvContentPartPr/>
              <p14:nvPr/>
            </p14:nvContentPartPr>
            <p14:xfrm>
              <a:off x="7522410" y="5987916"/>
              <a:ext cx="136976" cy="289792"/>
            </p14:xfrm>
          </p:contentPart>
        </mc:Choice>
        <mc:Fallback xmlns="">
          <p:sp>
            <p:nvSpPr>
              <p:cNvPr id="1050197" name=""/>
              <p:cNvSpPr/>
              <p:nvPr/>
            </p:nvSpPr>
            <p:spPr>
              <a:xfrm>
                <a:off x="7522410" y="5987916"/>
                <a:ext cx="136976" cy="289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198" name="Encre 1050197"/>
              <p14:cNvContentPartPr/>
              <p14:nvPr/>
            </p14:nvContentPartPr>
            <p14:xfrm>
              <a:off x="7575782" y="5819227"/>
              <a:ext cx="15714" cy="68954"/>
            </p14:xfrm>
          </p:contentPart>
        </mc:Choice>
        <mc:Fallback xmlns="">
          <p:sp>
            <p:nvSpPr>
              <p:cNvPr id="1050198" name=""/>
              <p:cNvSpPr/>
              <p:nvPr/>
            </p:nvSpPr>
            <p:spPr>
              <a:xfrm>
                <a:off x="7575782" y="5819227"/>
                <a:ext cx="15714" cy="68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199" name="Encre 1050198"/>
              <p14:cNvContentPartPr/>
              <p14:nvPr/>
            </p14:nvContentPartPr>
            <p14:xfrm>
              <a:off x="7763140" y="6022990"/>
              <a:ext cx="384684" cy="471856"/>
            </p14:xfrm>
          </p:contentPart>
        </mc:Choice>
        <mc:Fallback xmlns="">
          <p:sp>
            <p:nvSpPr>
              <p:cNvPr id="1050199" name=""/>
              <p:cNvSpPr/>
              <p:nvPr/>
            </p:nvSpPr>
            <p:spPr>
              <a:xfrm>
                <a:off x="7763140" y="6022990"/>
                <a:ext cx="384684" cy="4718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0200" name="Encre 1050199"/>
              <p14:cNvContentPartPr/>
              <p14:nvPr/>
            </p14:nvContentPartPr>
            <p14:xfrm>
              <a:off x="7778552" y="5899148"/>
              <a:ext cx="170351" cy="23992"/>
            </p14:xfrm>
          </p:contentPart>
        </mc:Choice>
        <mc:Fallback xmlns="">
          <p:sp>
            <p:nvSpPr>
              <p:cNvPr id="1050200" name=""/>
              <p:cNvSpPr/>
              <p:nvPr/>
            </p:nvSpPr>
            <p:spPr>
              <a:xfrm>
                <a:off x="7778552" y="5899148"/>
                <a:ext cx="170351" cy="23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0201" name="Encre 1050200"/>
              <p14:cNvContentPartPr/>
              <p14:nvPr/>
            </p14:nvContentPartPr>
            <p14:xfrm>
              <a:off x="7877422" y="5841317"/>
              <a:ext cx="143168" cy="135124"/>
            </p14:xfrm>
          </p:contentPart>
        </mc:Choice>
        <mc:Fallback xmlns="">
          <p:sp>
            <p:nvSpPr>
              <p:cNvPr id="1050201" name=""/>
              <p:cNvSpPr/>
              <p:nvPr/>
            </p:nvSpPr>
            <p:spPr>
              <a:xfrm>
                <a:off x="7877422" y="5841317"/>
                <a:ext cx="143168" cy="135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0202" name="Encre 1050201"/>
              <p14:cNvContentPartPr/>
              <p14:nvPr/>
            </p14:nvContentPartPr>
            <p14:xfrm>
              <a:off x="8234830" y="5964176"/>
              <a:ext cx="140839" cy="10749"/>
            </p14:xfrm>
          </p:contentPart>
        </mc:Choice>
        <mc:Fallback xmlns="">
          <p:sp>
            <p:nvSpPr>
              <p:cNvPr id="1050202" name=""/>
              <p:cNvSpPr/>
              <p:nvPr/>
            </p:nvSpPr>
            <p:spPr>
              <a:xfrm>
                <a:off x="8234830" y="5964176"/>
                <a:ext cx="140839" cy="107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0203" name="Encre 1050202"/>
              <p14:cNvContentPartPr/>
              <p14:nvPr/>
            </p14:nvContentPartPr>
            <p14:xfrm>
              <a:off x="8249392" y="6086298"/>
              <a:ext cx="175404" cy="53224"/>
            </p14:xfrm>
          </p:contentPart>
        </mc:Choice>
        <mc:Fallback xmlns="">
          <p:sp>
            <p:nvSpPr>
              <p:cNvPr id="1050203" name=""/>
              <p:cNvSpPr/>
              <p:nvPr/>
            </p:nvSpPr>
            <p:spPr>
              <a:xfrm>
                <a:off x="8249392" y="6086298"/>
                <a:ext cx="175404" cy="53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0204" name="Encre 1050203"/>
              <p14:cNvContentPartPr/>
              <p14:nvPr/>
            </p14:nvContentPartPr>
            <p14:xfrm>
              <a:off x="8377794" y="5899148"/>
              <a:ext cx="138699" cy="261787"/>
            </p14:xfrm>
          </p:contentPart>
        </mc:Choice>
        <mc:Fallback xmlns="">
          <p:sp>
            <p:nvSpPr>
              <p:cNvPr id="1050204" name=""/>
              <p:cNvSpPr/>
              <p:nvPr/>
            </p:nvSpPr>
            <p:spPr>
              <a:xfrm>
                <a:off x="8377794" y="5899148"/>
                <a:ext cx="138699" cy="261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0205" name="Encre 1050204"/>
              <p14:cNvContentPartPr/>
              <p14:nvPr/>
            </p14:nvContentPartPr>
            <p14:xfrm>
              <a:off x="8770510" y="5466286"/>
              <a:ext cx="187900" cy="427469"/>
            </p14:xfrm>
          </p:contentPart>
        </mc:Choice>
        <mc:Fallback xmlns="">
          <p:sp>
            <p:nvSpPr>
              <p:cNvPr id="1050205" name=""/>
              <p:cNvSpPr/>
              <p:nvPr/>
            </p:nvSpPr>
            <p:spPr>
              <a:xfrm>
                <a:off x="8770510" y="5466286"/>
                <a:ext cx="187900" cy="427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0206" name="Encre 1050205"/>
              <p14:cNvContentPartPr/>
              <p14:nvPr/>
            </p14:nvContentPartPr>
            <p14:xfrm>
              <a:off x="9087608" y="5363284"/>
              <a:ext cx="130757" cy="484983"/>
            </p14:xfrm>
          </p:contentPart>
        </mc:Choice>
        <mc:Fallback xmlns="">
          <p:sp>
            <p:nvSpPr>
              <p:cNvPr id="1050206" name=""/>
              <p:cNvSpPr/>
              <p:nvPr/>
            </p:nvSpPr>
            <p:spPr>
              <a:xfrm>
                <a:off x="9087608" y="5363284"/>
                <a:ext cx="130757" cy="484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0207" name="Encre 1050206"/>
              <p14:cNvContentPartPr/>
              <p14:nvPr/>
            </p14:nvContentPartPr>
            <p14:xfrm>
              <a:off x="9271755" y="5745952"/>
              <a:ext cx="136922" cy="134289"/>
            </p14:xfrm>
          </p:contentPart>
        </mc:Choice>
        <mc:Fallback xmlns="">
          <p:sp>
            <p:nvSpPr>
              <p:cNvPr id="1050207" name=""/>
              <p:cNvSpPr/>
              <p:nvPr/>
            </p:nvSpPr>
            <p:spPr>
              <a:xfrm>
                <a:off x="9271755" y="5745952"/>
                <a:ext cx="136922" cy="134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0208" name="Encre 1050207"/>
              <p14:cNvContentPartPr/>
              <p14:nvPr/>
            </p14:nvContentPartPr>
            <p14:xfrm>
              <a:off x="9064370" y="5290561"/>
              <a:ext cx="249655" cy="14891"/>
            </p14:xfrm>
          </p:contentPart>
        </mc:Choice>
        <mc:Fallback xmlns="">
          <p:sp>
            <p:nvSpPr>
              <p:cNvPr id="1050208" name=""/>
              <p:cNvSpPr/>
              <p:nvPr/>
            </p:nvSpPr>
            <p:spPr>
              <a:xfrm>
                <a:off x="9064370" y="5290561"/>
                <a:ext cx="249655" cy="148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0209" name="Encre 1050208"/>
              <p14:cNvContentPartPr/>
              <p14:nvPr/>
            </p14:nvContentPartPr>
            <p14:xfrm>
              <a:off x="9336177" y="5196245"/>
              <a:ext cx="64978" cy="196769"/>
            </p14:xfrm>
          </p:contentPart>
        </mc:Choice>
        <mc:Fallback xmlns="">
          <p:sp>
            <p:nvSpPr>
              <p:cNvPr id="1050209" name=""/>
              <p:cNvSpPr/>
              <p:nvPr/>
            </p:nvSpPr>
            <p:spPr>
              <a:xfrm>
                <a:off x="9336177" y="5196245"/>
                <a:ext cx="64978" cy="196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0210" name="Encre 1050209"/>
              <p14:cNvContentPartPr/>
              <p14:nvPr/>
            </p14:nvContentPartPr>
            <p14:xfrm>
              <a:off x="8871547" y="5964176"/>
              <a:ext cx="395112" cy="16803"/>
            </p14:xfrm>
          </p:contentPart>
        </mc:Choice>
        <mc:Fallback xmlns="">
          <p:sp>
            <p:nvSpPr>
              <p:cNvPr id="1050210" name=""/>
              <p:cNvSpPr/>
              <p:nvPr/>
            </p:nvSpPr>
            <p:spPr>
              <a:xfrm>
                <a:off x="8871547" y="5964176"/>
                <a:ext cx="395112" cy="168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0211" name="Encre 1050210"/>
              <p14:cNvContentPartPr/>
              <p14:nvPr/>
            </p14:nvContentPartPr>
            <p14:xfrm>
              <a:off x="8952568" y="6106704"/>
              <a:ext cx="211965" cy="265823"/>
            </p14:xfrm>
          </p:contentPart>
        </mc:Choice>
        <mc:Fallback xmlns="">
          <p:sp>
            <p:nvSpPr>
              <p:cNvPr id="1050211" name=""/>
              <p:cNvSpPr/>
              <p:nvPr/>
            </p:nvSpPr>
            <p:spPr>
              <a:xfrm>
                <a:off x="8952568" y="6106704"/>
                <a:ext cx="211965" cy="265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0212" name="Encre 1050211"/>
              <p14:cNvContentPartPr/>
              <p14:nvPr/>
            </p14:nvContentPartPr>
            <p14:xfrm>
              <a:off x="9174884" y="6080086"/>
              <a:ext cx="18330" cy="277468"/>
            </p14:xfrm>
          </p:contentPart>
        </mc:Choice>
        <mc:Fallback xmlns="">
          <p:sp>
            <p:nvSpPr>
              <p:cNvPr id="1050212" name=""/>
              <p:cNvSpPr/>
              <p:nvPr/>
            </p:nvSpPr>
            <p:spPr>
              <a:xfrm>
                <a:off x="9174884" y="6080086"/>
                <a:ext cx="18330" cy="277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0213" name="Encre 1050212"/>
              <p14:cNvContentPartPr/>
              <p14:nvPr/>
            </p14:nvContentPartPr>
            <p14:xfrm>
              <a:off x="9135852" y="6189493"/>
              <a:ext cx="129459" cy="42987"/>
            </p14:xfrm>
          </p:contentPart>
        </mc:Choice>
        <mc:Fallback xmlns="">
          <p:sp>
            <p:nvSpPr>
              <p:cNvPr id="1050213" name=""/>
              <p:cNvSpPr/>
              <p:nvPr/>
            </p:nvSpPr>
            <p:spPr>
              <a:xfrm>
                <a:off x="9135852" y="6189493"/>
                <a:ext cx="129459" cy="42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0214" name="Encre 1050213"/>
              <p14:cNvContentPartPr/>
              <p14:nvPr/>
            </p14:nvContentPartPr>
            <p14:xfrm>
              <a:off x="9456824" y="5421115"/>
              <a:ext cx="101299" cy="431339"/>
            </p14:xfrm>
          </p:contentPart>
        </mc:Choice>
        <mc:Fallback xmlns="">
          <p:sp>
            <p:nvSpPr>
              <p:cNvPr id="1050214" name=""/>
              <p:cNvSpPr/>
              <p:nvPr/>
            </p:nvSpPr>
            <p:spPr>
              <a:xfrm>
                <a:off x="9456824" y="5421115"/>
                <a:ext cx="101299" cy="431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0215" name="Encre 1050214"/>
              <p14:cNvContentPartPr/>
              <p14:nvPr/>
            </p14:nvContentPartPr>
            <p14:xfrm>
              <a:off x="9564465" y="5594855"/>
              <a:ext cx="29399" cy="161118"/>
            </p14:xfrm>
          </p:contentPart>
        </mc:Choice>
        <mc:Fallback xmlns="">
          <p:sp>
            <p:nvSpPr>
              <p:cNvPr id="1050215" name=""/>
              <p:cNvSpPr/>
              <p:nvPr/>
            </p:nvSpPr>
            <p:spPr>
              <a:xfrm>
                <a:off x="9564465" y="5594855"/>
                <a:ext cx="29399" cy="161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0216" name="Encre 1050215"/>
              <p14:cNvContentPartPr/>
              <p14:nvPr/>
            </p14:nvContentPartPr>
            <p14:xfrm>
              <a:off x="9586804" y="5568872"/>
              <a:ext cx="83212" cy="148422"/>
            </p14:xfrm>
          </p:contentPart>
        </mc:Choice>
        <mc:Fallback xmlns="">
          <p:sp>
            <p:nvSpPr>
              <p:cNvPr id="1050216" name=""/>
              <p:cNvSpPr/>
              <p:nvPr/>
            </p:nvSpPr>
            <p:spPr>
              <a:xfrm>
                <a:off x="9586804" y="5568872"/>
                <a:ext cx="83212" cy="148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0217" name="Encre 1050216"/>
              <p14:cNvContentPartPr/>
              <p14:nvPr/>
            </p14:nvContentPartPr>
            <p14:xfrm>
              <a:off x="9686525" y="5464301"/>
              <a:ext cx="114724" cy="369817"/>
            </p14:xfrm>
          </p:contentPart>
        </mc:Choice>
        <mc:Fallback xmlns="">
          <p:sp>
            <p:nvSpPr>
              <p:cNvPr id="1050217" name=""/>
              <p:cNvSpPr/>
              <p:nvPr/>
            </p:nvSpPr>
            <p:spPr>
              <a:xfrm>
                <a:off x="9686525" y="5464301"/>
                <a:ext cx="114724" cy="369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0218" name="Encre 1050217"/>
              <p14:cNvContentPartPr/>
              <p14:nvPr/>
            </p14:nvContentPartPr>
            <p14:xfrm>
              <a:off x="9810094" y="5607156"/>
              <a:ext cx="133133" cy="262486"/>
            </p14:xfrm>
          </p:contentPart>
        </mc:Choice>
        <mc:Fallback xmlns="">
          <p:sp>
            <p:nvSpPr>
              <p:cNvPr id="1050218" name=""/>
              <p:cNvSpPr/>
              <p:nvPr/>
            </p:nvSpPr>
            <p:spPr>
              <a:xfrm>
                <a:off x="9810094" y="5607156"/>
                <a:ext cx="133133" cy="262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0219" name="Encre 1050218"/>
              <p14:cNvContentPartPr/>
              <p14:nvPr/>
            </p14:nvContentPartPr>
            <p14:xfrm>
              <a:off x="9994073" y="5464301"/>
              <a:ext cx="44804" cy="470368"/>
            </p14:xfrm>
          </p:contentPart>
        </mc:Choice>
        <mc:Fallback xmlns="">
          <p:sp>
            <p:nvSpPr>
              <p:cNvPr id="1050219" name=""/>
              <p:cNvSpPr/>
              <p:nvPr/>
            </p:nvSpPr>
            <p:spPr>
              <a:xfrm>
                <a:off x="9994073" y="5464301"/>
                <a:ext cx="44804" cy="4703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0220" name="Encre 1050219"/>
              <p14:cNvContentPartPr/>
              <p14:nvPr/>
            </p14:nvContentPartPr>
            <p14:xfrm>
              <a:off x="10122916" y="5667004"/>
              <a:ext cx="114590" cy="14721"/>
            </p14:xfrm>
          </p:contentPart>
        </mc:Choice>
        <mc:Fallback xmlns="">
          <p:sp>
            <p:nvSpPr>
              <p:cNvPr id="1050220" name=""/>
              <p:cNvSpPr/>
              <p:nvPr/>
            </p:nvSpPr>
            <p:spPr>
              <a:xfrm>
                <a:off x="10122916" y="5667004"/>
                <a:ext cx="114590" cy="14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0221" name="Encre 1050220"/>
              <p14:cNvContentPartPr/>
              <p14:nvPr/>
            </p14:nvContentPartPr>
            <p14:xfrm>
              <a:off x="10187338" y="5715313"/>
              <a:ext cx="76864" cy="75123"/>
            </p14:xfrm>
          </p:contentPart>
        </mc:Choice>
        <mc:Fallback xmlns="">
          <p:sp>
            <p:nvSpPr>
              <p:cNvPr id="1050221" name=""/>
              <p:cNvSpPr/>
              <p:nvPr/>
            </p:nvSpPr>
            <p:spPr>
              <a:xfrm>
                <a:off x="10187338" y="5715313"/>
                <a:ext cx="76864" cy="75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0222" name="Encre 1050221"/>
              <p14:cNvContentPartPr/>
              <p14:nvPr/>
            </p14:nvContentPartPr>
            <p14:xfrm>
              <a:off x="10378658" y="5507985"/>
              <a:ext cx="180444" cy="231831"/>
            </p14:xfrm>
          </p:contentPart>
        </mc:Choice>
        <mc:Fallback xmlns="">
          <p:sp>
            <p:nvSpPr>
              <p:cNvPr id="1050222" name=""/>
              <p:cNvSpPr/>
              <p:nvPr/>
            </p:nvSpPr>
            <p:spPr>
              <a:xfrm>
                <a:off x="10378658" y="5507985"/>
                <a:ext cx="180444" cy="231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0223" name="Encre 1050222"/>
              <p14:cNvContentPartPr/>
              <p14:nvPr/>
            </p14:nvContentPartPr>
            <p14:xfrm>
              <a:off x="10609168" y="5409161"/>
              <a:ext cx="105061" cy="323444"/>
            </p14:xfrm>
          </p:contentPart>
        </mc:Choice>
        <mc:Fallback xmlns="">
          <p:sp>
            <p:nvSpPr>
              <p:cNvPr id="1050223" name=""/>
              <p:cNvSpPr/>
              <p:nvPr/>
            </p:nvSpPr>
            <p:spPr>
              <a:xfrm>
                <a:off x="10609168" y="5409161"/>
                <a:ext cx="105061" cy="323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0224" name="Encre 1050223"/>
              <p14:cNvContentPartPr/>
              <p14:nvPr/>
            </p14:nvContentPartPr>
            <p14:xfrm>
              <a:off x="10759632" y="5250935"/>
              <a:ext cx="126908" cy="159569"/>
            </p14:xfrm>
          </p:contentPart>
        </mc:Choice>
        <mc:Fallback xmlns="">
          <p:sp>
            <p:nvSpPr>
              <p:cNvPr id="1050224" name=""/>
              <p:cNvSpPr/>
              <p:nvPr/>
            </p:nvSpPr>
            <p:spPr>
              <a:xfrm>
                <a:off x="10759632" y="5250935"/>
                <a:ext cx="126908" cy="159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0225" name="Encre 1050224"/>
              <p14:cNvContentPartPr/>
              <p14:nvPr/>
            </p14:nvContentPartPr>
            <p14:xfrm>
              <a:off x="10943758" y="5465074"/>
              <a:ext cx="158184" cy="251575"/>
            </p14:xfrm>
          </p:contentPart>
        </mc:Choice>
        <mc:Fallback xmlns="">
          <p:sp>
            <p:nvSpPr>
              <p:cNvPr id="1050225" name=""/>
              <p:cNvSpPr/>
              <p:nvPr/>
            </p:nvSpPr>
            <p:spPr>
              <a:xfrm>
                <a:off x="10943758" y="5465074"/>
                <a:ext cx="158184" cy="2515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0226" name="Encre 1050225"/>
              <p14:cNvContentPartPr/>
              <p14:nvPr/>
            </p14:nvContentPartPr>
            <p14:xfrm>
              <a:off x="11059734" y="5304957"/>
              <a:ext cx="8884" cy="105758"/>
            </p14:xfrm>
          </p:contentPart>
        </mc:Choice>
        <mc:Fallback xmlns="">
          <p:sp>
            <p:nvSpPr>
              <p:cNvPr id="1050226" name=""/>
              <p:cNvSpPr/>
              <p:nvPr/>
            </p:nvSpPr>
            <p:spPr>
              <a:xfrm>
                <a:off x="11059734" y="5304957"/>
                <a:ext cx="8884" cy="105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0227" name="Encre 1050226"/>
              <p14:cNvContentPartPr/>
              <p14:nvPr/>
            </p14:nvContentPartPr>
            <p14:xfrm>
              <a:off x="11128351" y="5297759"/>
              <a:ext cx="46051" cy="112421"/>
            </p14:xfrm>
          </p:contentPart>
        </mc:Choice>
        <mc:Fallback xmlns="">
          <p:sp>
            <p:nvSpPr>
              <p:cNvPr id="1050227" name=""/>
              <p:cNvSpPr/>
              <p:nvPr/>
            </p:nvSpPr>
            <p:spPr>
              <a:xfrm>
                <a:off x="11128351" y="5297759"/>
                <a:ext cx="46051" cy="112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0228" name="Encre 1050227"/>
              <p14:cNvContentPartPr/>
              <p14:nvPr/>
            </p14:nvContentPartPr>
            <p14:xfrm>
              <a:off x="11242389" y="5502800"/>
              <a:ext cx="294419" cy="398689"/>
            </p14:xfrm>
          </p:contentPart>
        </mc:Choice>
        <mc:Fallback xmlns="">
          <p:sp>
            <p:nvSpPr>
              <p:cNvPr id="1050228" name=""/>
              <p:cNvSpPr/>
              <p:nvPr/>
            </p:nvSpPr>
            <p:spPr>
              <a:xfrm>
                <a:off x="11242389" y="5502800"/>
                <a:ext cx="294419" cy="398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0229" name="Encre 1050228"/>
              <p14:cNvContentPartPr/>
              <p14:nvPr/>
            </p14:nvContentPartPr>
            <p14:xfrm>
              <a:off x="11281625" y="5353508"/>
              <a:ext cx="204817" cy="45765"/>
            </p14:xfrm>
          </p:contentPart>
        </mc:Choice>
        <mc:Fallback xmlns="">
          <p:sp>
            <p:nvSpPr>
              <p:cNvPr id="1050229" name=""/>
              <p:cNvSpPr/>
              <p:nvPr/>
            </p:nvSpPr>
            <p:spPr>
              <a:xfrm>
                <a:off x="11281625" y="5353508"/>
                <a:ext cx="204817" cy="457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0230" name="Encre 1050229"/>
              <p14:cNvContentPartPr/>
              <p14:nvPr/>
            </p14:nvContentPartPr>
            <p14:xfrm>
              <a:off x="11424588" y="5290561"/>
              <a:ext cx="55922" cy="138041"/>
            </p14:xfrm>
          </p:contentPart>
        </mc:Choice>
        <mc:Fallback xmlns="">
          <p:sp>
            <p:nvSpPr>
              <p:cNvPr id="1050230" name=""/>
              <p:cNvSpPr/>
              <p:nvPr/>
            </p:nvSpPr>
            <p:spPr>
              <a:xfrm>
                <a:off x="11424588" y="5290561"/>
                <a:ext cx="55922" cy="138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0231" name="Encre 1050230"/>
              <p14:cNvContentPartPr/>
              <p14:nvPr/>
            </p14:nvContentPartPr>
            <p14:xfrm>
              <a:off x="9911560" y="4915062"/>
              <a:ext cx="1891697" cy="838504"/>
            </p14:xfrm>
          </p:contentPart>
        </mc:Choice>
        <mc:Fallback xmlns="">
          <p:sp>
            <p:nvSpPr>
              <p:cNvPr id="1050231" name=""/>
              <p:cNvSpPr/>
              <p:nvPr/>
            </p:nvSpPr>
            <p:spPr>
              <a:xfrm>
                <a:off x="9911560" y="4915062"/>
                <a:ext cx="1891697" cy="838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0232" name="Encre 1050231"/>
              <p14:cNvContentPartPr/>
              <p14:nvPr/>
            </p14:nvContentPartPr>
            <p14:xfrm>
              <a:off x="8632079" y="4921988"/>
              <a:ext cx="2713967" cy="1592721"/>
            </p14:xfrm>
          </p:contentPart>
        </mc:Choice>
        <mc:Fallback xmlns="">
          <p:sp>
            <p:nvSpPr>
              <p:cNvPr id="1050232" name=""/>
              <p:cNvSpPr/>
              <p:nvPr/>
            </p:nvSpPr>
            <p:spPr>
              <a:xfrm>
                <a:off x="8632079" y="4921988"/>
                <a:ext cx="2713967" cy="1592721"/>
              </a:xfrm>
            </p:spPr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248" name="Encre 1050247"/>
              <p14:cNvContentPartPr/>
              <p14:nvPr/>
            </p14:nvContentPartPr>
            <p14:xfrm>
              <a:off x="730685" y="717662"/>
              <a:ext cx="192539" cy="312820"/>
            </p14:xfrm>
          </p:contentPart>
        </mc:Choice>
        <mc:Fallback xmlns="">
          <p:sp>
            <p:nvSpPr>
              <p:cNvPr id="1050248" name=""/>
              <p:cNvSpPr/>
              <p:nvPr/>
            </p:nvSpPr>
            <p:spPr>
              <a:xfrm>
                <a:off x="730685" y="717662"/>
                <a:ext cx="192539" cy="312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249" name="Encre 1050248"/>
              <p14:cNvContentPartPr/>
              <p14:nvPr/>
            </p14:nvContentPartPr>
            <p14:xfrm>
              <a:off x="956969" y="782063"/>
              <a:ext cx="179444" cy="294654"/>
            </p14:xfrm>
          </p:contentPart>
        </mc:Choice>
        <mc:Fallback xmlns="">
          <p:sp>
            <p:nvSpPr>
              <p:cNvPr id="1050249" name=""/>
              <p:cNvSpPr/>
              <p:nvPr/>
            </p:nvSpPr>
            <p:spPr>
              <a:xfrm>
                <a:off x="956969" y="782063"/>
                <a:ext cx="179444" cy="294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250" name="Encre 1050249"/>
              <p14:cNvContentPartPr/>
              <p14:nvPr/>
            </p14:nvContentPartPr>
            <p14:xfrm>
              <a:off x="890314" y="587733"/>
              <a:ext cx="345254" cy="37658"/>
            </p14:xfrm>
          </p:contentPart>
        </mc:Choice>
        <mc:Fallback xmlns="">
          <p:sp>
            <p:nvSpPr>
              <p:cNvPr id="1050250" name=""/>
              <p:cNvSpPr/>
              <p:nvPr/>
            </p:nvSpPr>
            <p:spPr>
              <a:xfrm>
                <a:off x="890314" y="587733"/>
                <a:ext cx="345254" cy="376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251" name="Encre 1050250"/>
              <p14:cNvContentPartPr/>
              <p14:nvPr/>
            </p14:nvContentPartPr>
            <p14:xfrm>
              <a:off x="1140499" y="545089"/>
              <a:ext cx="129127" cy="188038"/>
            </p14:xfrm>
          </p:contentPart>
        </mc:Choice>
        <mc:Fallback xmlns="">
          <p:sp>
            <p:nvSpPr>
              <p:cNvPr id="1050251" name=""/>
              <p:cNvSpPr/>
              <p:nvPr/>
            </p:nvSpPr>
            <p:spPr>
              <a:xfrm>
                <a:off x="1140499" y="545089"/>
                <a:ext cx="129127" cy="188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252" name="Encre 1050251"/>
              <p14:cNvContentPartPr/>
              <p14:nvPr/>
            </p14:nvContentPartPr>
            <p14:xfrm>
              <a:off x="1262420" y="827675"/>
              <a:ext cx="103555" cy="191749"/>
            </p14:xfrm>
          </p:contentPart>
        </mc:Choice>
        <mc:Fallback xmlns="">
          <p:sp>
            <p:nvSpPr>
              <p:cNvPr id="1050252" name=""/>
              <p:cNvSpPr/>
              <p:nvPr/>
            </p:nvSpPr>
            <p:spPr>
              <a:xfrm>
                <a:off x="1262420" y="827675"/>
                <a:ext cx="103555" cy="1917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253" name="Encre 1050252"/>
              <p14:cNvContentPartPr/>
              <p14:nvPr/>
            </p14:nvContentPartPr>
            <p14:xfrm>
              <a:off x="1333764" y="813776"/>
              <a:ext cx="48801" cy="199093"/>
            </p14:xfrm>
          </p:contentPart>
        </mc:Choice>
        <mc:Fallback xmlns="">
          <p:sp>
            <p:nvSpPr>
              <p:cNvPr id="1050253" name=""/>
              <p:cNvSpPr/>
              <p:nvPr/>
            </p:nvSpPr>
            <p:spPr>
              <a:xfrm>
                <a:off x="1333764" y="813776"/>
                <a:ext cx="48801" cy="199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254" name="Encre 1050253"/>
              <p14:cNvContentPartPr/>
              <p14:nvPr/>
            </p14:nvContentPartPr>
            <p14:xfrm>
              <a:off x="1523882" y="842368"/>
              <a:ext cx="211579" cy="173401"/>
            </p14:xfrm>
          </p:contentPart>
        </mc:Choice>
        <mc:Fallback xmlns="">
          <p:sp>
            <p:nvSpPr>
              <p:cNvPr id="1050254" name=""/>
              <p:cNvSpPr/>
              <p:nvPr/>
            </p:nvSpPr>
            <p:spPr>
              <a:xfrm>
                <a:off x="1523882" y="842368"/>
                <a:ext cx="211579" cy="173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255" name="Encre 1050254"/>
              <p14:cNvContentPartPr/>
              <p14:nvPr/>
            </p14:nvContentPartPr>
            <p14:xfrm>
              <a:off x="1857358" y="770341"/>
              <a:ext cx="170043" cy="493594"/>
            </p14:xfrm>
          </p:contentPart>
        </mc:Choice>
        <mc:Fallback xmlns="">
          <p:sp>
            <p:nvSpPr>
              <p:cNvPr id="1050255" name=""/>
              <p:cNvSpPr/>
              <p:nvPr/>
            </p:nvSpPr>
            <p:spPr>
              <a:xfrm>
                <a:off x="1857358" y="770341"/>
                <a:ext cx="170043" cy="493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256" name="Encre 1050255"/>
              <p14:cNvContentPartPr/>
              <p14:nvPr/>
            </p14:nvContentPartPr>
            <p14:xfrm>
              <a:off x="1869877" y="677014"/>
              <a:ext cx="267486" cy="20852"/>
            </p14:xfrm>
          </p:contentPart>
        </mc:Choice>
        <mc:Fallback xmlns="">
          <p:sp>
            <p:nvSpPr>
              <p:cNvPr id="1050256" name=""/>
              <p:cNvSpPr/>
              <p:nvPr/>
            </p:nvSpPr>
            <p:spPr>
              <a:xfrm>
                <a:off x="1869877" y="677014"/>
                <a:ext cx="267486" cy="208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257" name="Encre 1050256"/>
              <p14:cNvContentPartPr/>
              <p14:nvPr/>
            </p14:nvContentPartPr>
            <p14:xfrm>
              <a:off x="2091823" y="618194"/>
              <a:ext cx="114468" cy="152799"/>
            </p14:xfrm>
          </p:contentPart>
        </mc:Choice>
        <mc:Fallback xmlns="">
          <p:sp>
            <p:nvSpPr>
              <p:cNvPr id="1050257" name=""/>
              <p:cNvSpPr/>
              <p:nvPr/>
            </p:nvSpPr>
            <p:spPr>
              <a:xfrm>
                <a:off x="2091823" y="618194"/>
                <a:ext cx="114468" cy="152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258" name="Encre 1050257"/>
              <p14:cNvContentPartPr/>
              <p14:nvPr/>
            </p14:nvContentPartPr>
            <p14:xfrm>
              <a:off x="2356128" y="849594"/>
              <a:ext cx="120049" cy="13122"/>
            </p14:xfrm>
          </p:contentPart>
        </mc:Choice>
        <mc:Fallback xmlns="">
          <p:sp>
            <p:nvSpPr>
              <p:cNvPr id="1050258" name=""/>
              <p:cNvSpPr/>
              <p:nvPr/>
            </p:nvSpPr>
            <p:spPr>
              <a:xfrm>
                <a:off x="2356128" y="849594"/>
                <a:ext cx="120049" cy="13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259" name="Encre 1050258"/>
              <p14:cNvContentPartPr/>
              <p14:nvPr/>
            </p14:nvContentPartPr>
            <p14:xfrm>
              <a:off x="2334948" y="935759"/>
              <a:ext cx="191044" cy="30163"/>
            </p14:xfrm>
          </p:contentPart>
        </mc:Choice>
        <mc:Fallback xmlns="">
          <p:sp>
            <p:nvSpPr>
              <p:cNvPr id="1050259" name=""/>
              <p:cNvSpPr/>
              <p:nvPr/>
            </p:nvSpPr>
            <p:spPr>
              <a:xfrm>
                <a:off x="2334948" y="935759"/>
                <a:ext cx="191044" cy="30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260" name="Encre 1050259"/>
              <p14:cNvContentPartPr/>
              <p14:nvPr/>
            </p14:nvContentPartPr>
            <p14:xfrm>
              <a:off x="2634995" y="546454"/>
              <a:ext cx="212656" cy="448755"/>
            </p14:xfrm>
          </p:contentPart>
        </mc:Choice>
        <mc:Fallback xmlns="">
          <p:sp>
            <p:nvSpPr>
              <p:cNvPr id="1050260" name=""/>
              <p:cNvSpPr/>
              <p:nvPr/>
            </p:nvSpPr>
            <p:spPr>
              <a:xfrm>
                <a:off x="2634995" y="546454"/>
                <a:ext cx="212656" cy="448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261" name="Encre 1050260"/>
              <p14:cNvContentPartPr/>
              <p14:nvPr/>
            </p14:nvContentPartPr>
            <p14:xfrm>
              <a:off x="2997617" y="737828"/>
              <a:ext cx="462020" cy="262472"/>
            </p14:xfrm>
          </p:contentPart>
        </mc:Choice>
        <mc:Fallback xmlns="">
          <p:sp>
            <p:nvSpPr>
              <p:cNvPr id="1050261" name=""/>
              <p:cNvSpPr/>
              <p:nvPr/>
            </p:nvSpPr>
            <p:spPr>
              <a:xfrm>
                <a:off x="2997617" y="737828"/>
                <a:ext cx="462020" cy="262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262" name="Encre 1050261"/>
              <p14:cNvContentPartPr/>
              <p14:nvPr/>
            </p14:nvContentPartPr>
            <p14:xfrm>
              <a:off x="3057266" y="589155"/>
              <a:ext cx="271806" cy="43435"/>
            </p14:xfrm>
          </p:contentPart>
        </mc:Choice>
        <mc:Fallback xmlns="">
          <p:sp>
            <p:nvSpPr>
              <p:cNvPr id="1050262" name=""/>
              <p:cNvSpPr/>
              <p:nvPr/>
            </p:nvSpPr>
            <p:spPr>
              <a:xfrm>
                <a:off x="3057266" y="589155"/>
                <a:ext cx="271806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263" name="Encre 1050262"/>
              <p14:cNvContentPartPr/>
              <p14:nvPr/>
            </p14:nvContentPartPr>
            <p14:xfrm>
              <a:off x="3250090" y="545720"/>
              <a:ext cx="95324" cy="140122"/>
            </p14:xfrm>
          </p:contentPart>
        </mc:Choice>
        <mc:Fallback xmlns="">
          <p:sp>
            <p:nvSpPr>
              <p:cNvPr id="1050263" name=""/>
              <p:cNvSpPr/>
              <p:nvPr/>
            </p:nvSpPr>
            <p:spPr>
              <a:xfrm>
                <a:off x="3250090" y="545720"/>
                <a:ext cx="95324" cy="140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264" name="Encre 1050263"/>
              <p14:cNvContentPartPr/>
              <p14:nvPr/>
            </p14:nvContentPartPr>
            <p14:xfrm>
              <a:off x="3548294" y="755945"/>
              <a:ext cx="138187" cy="200495"/>
            </p14:xfrm>
          </p:contentPart>
        </mc:Choice>
        <mc:Fallback xmlns="">
          <p:sp>
            <p:nvSpPr>
              <p:cNvPr id="1050264" name=""/>
              <p:cNvSpPr/>
              <p:nvPr/>
            </p:nvSpPr>
            <p:spPr>
              <a:xfrm>
                <a:off x="3548294" y="755945"/>
                <a:ext cx="138187" cy="200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265" name="Encre 1050264"/>
              <p14:cNvContentPartPr/>
              <p14:nvPr/>
            </p14:nvContentPartPr>
            <p14:xfrm>
              <a:off x="3657800" y="770341"/>
              <a:ext cx="82097" cy="172651"/>
            </p14:xfrm>
          </p:contentPart>
        </mc:Choice>
        <mc:Fallback xmlns="">
          <p:sp>
            <p:nvSpPr>
              <p:cNvPr id="1050265" name=""/>
              <p:cNvSpPr/>
              <p:nvPr/>
            </p:nvSpPr>
            <p:spPr>
              <a:xfrm>
                <a:off x="3657800" y="770341"/>
                <a:ext cx="82097" cy="172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266" name="Encre 1050265"/>
              <p14:cNvContentPartPr/>
              <p14:nvPr/>
            </p14:nvContentPartPr>
            <p14:xfrm>
              <a:off x="3877960" y="726906"/>
              <a:ext cx="227581" cy="167314"/>
            </p14:xfrm>
          </p:contentPart>
        </mc:Choice>
        <mc:Fallback xmlns="">
          <p:sp>
            <p:nvSpPr>
              <p:cNvPr id="1050266" name=""/>
              <p:cNvSpPr/>
              <p:nvPr/>
            </p:nvSpPr>
            <p:spPr>
              <a:xfrm>
                <a:off x="3877960" y="726906"/>
                <a:ext cx="227581" cy="1673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267" name="Encre 1050266"/>
              <p14:cNvContentPartPr/>
              <p14:nvPr/>
            </p14:nvContentPartPr>
            <p14:xfrm>
              <a:off x="4204679" y="678247"/>
              <a:ext cx="178643" cy="439331"/>
            </p14:xfrm>
          </p:contentPart>
        </mc:Choice>
        <mc:Fallback xmlns="">
          <p:sp>
            <p:nvSpPr>
              <p:cNvPr id="1050267" name=""/>
              <p:cNvSpPr/>
              <p:nvPr/>
            </p:nvSpPr>
            <p:spPr>
              <a:xfrm>
                <a:off x="4204679" y="678247"/>
                <a:ext cx="178643" cy="4393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268" name="Encre 1050267"/>
              <p14:cNvContentPartPr/>
              <p14:nvPr/>
            </p14:nvContentPartPr>
            <p14:xfrm>
              <a:off x="4528696" y="629509"/>
              <a:ext cx="132141" cy="190435"/>
            </p14:xfrm>
          </p:contentPart>
        </mc:Choice>
        <mc:Fallback xmlns="">
          <p:sp>
            <p:nvSpPr>
              <p:cNvPr id="1050268" name=""/>
              <p:cNvSpPr/>
              <p:nvPr/>
            </p:nvSpPr>
            <p:spPr>
              <a:xfrm>
                <a:off x="4528696" y="629509"/>
                <a:ext cx="132141" cy="190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269" name="Encre 1050268"/>
              <p14:cNvContentPartPr/>
              <p14:nvPr/>
            </p14:nvContentPartPr>
            <p14:xfrm>
              <a:off x="4673545" y="748499"/>
              <a:ext cx="178704" cy="177711"/>
            </p14:xfrm>
          </p:contentPart>
        </mc:Choice>
        <mc:Fallback xmlns="">
          <p:sp>
            <p:nvSpPr>
              <p:cNvPr id="1050269" name=""/>
              <p:cNvSpPr/>
              <p:nvPr/>
            </p:nvSpPr>
            <p:spPr>
              <a:xfrm>
                <a:off x="4673545" y="748499"/>
                <a:ext cx="178704" cy="177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270" name="Encre 1050269"/>
              <p14:cNvContentPartPr/>
              <p14:nvPr/>
            </p14:nvContentPartPr>
            <p14:xfrm>
              <a:off x="4730466" y="784736"/>
              <a:ext cx="102426" cy="111608"/>
            </p14:xfrm>
          </p:contentPart>
        </mc:Choice>
        <mc:Fallback xmlns="">
          <p:sp>
            <p:nvSpPr>
              <p:cNvPr id="1050270" name=""/>
              <p:cNvSpPr/>
              <p:nvPr/>
            </p:nvSpPr>
            <p:spPr>
              <a:xfrm>
                <a:off x="4730466" y="784736"/>
                <a:ext cx="102426" cy="111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271" name="Encre 1050270"/>
              <p14:cNvContentPartPr/>
              <p14:nvPr/>
            </p14:nvContentPartPr>
            <p14:xfrm>
              <a:off x="4480280" y="531324"/>
              <a:ext cx="293428" cy="14395"/>
            </p14:xfrm>
          </p:contentPart>
        </mc:Choice>
        <mc:Fallback xmlns="">
          <p:sp>
            <p:nvSpPr>
              <p:cNvPr id="1050271" name=""/>
              <p:cNvSpPr/>
              <p:nvPr/>
            </p:nvSpPr>
            <p:spPr>
              <a:xfrm>
                <a:off x="4480280" y="531324"/>
                <a:ext cx="293428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272" name="Encre 1050271"/>
              <p14:cNvContentPartPr/>
              <p14:nvPr/>
            </p14:nvContentPartPr>
            <p14:xfrm>
              <a:off x="4723406" y="495335"/>
              <a:ext cx="79464" cy="107358"/>
            </p14:xfrm>
          </p:contentPart>
        </mc:Choice>
        <mc:Fallback xmlns="">
          <p:sp>
            <p:nvSpPr>
              <p:cNvPr id="1050272" name=""/>
              <p:cNvSpPr/>
              <p:nvPr/>
            </p:nvSpPr>
            <p:spPr>
              <a:xfrm>
                <a:off x="4723406" y="495335"/>
                <a:ext cx="79464" cy="107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273" name="Encre 1050272"/>
              <p14:cNvContentPartPr/>
              <p14:nvPr/>
            </p14:nvContentPartPr>
            <p14:xfrm>
              <a:off x="8985829" y="1401128"/>
              <a:ext cx="1571633" cy="57471"/>
            </p14:xfrm>
          </p:contentPart>
        </mc:Choice>
        <mc:Fallback xmlns="">
          <p:sp>
            <p:nvSpPr>
              <p:cNvPr id="1050273" name=""/>
              <p:cNvSpPr/>
              <p:nvPr/>
            </p:nvSpPr>
            <p:spPr>
              <a:xfrm>
                <a:off x="8985829" y="1401128"/>
                <a:ext cx="1571633" cy="57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274" name="Encre 1050273"/>
              <p14:cNvContentPartPr/>
              <p14:nvPr/>
            </p14:nvContentPartPr>
            <p14:xfrm>
              <a:off x="10475922" y="1342690"/>
              <a:ext cx="169945" cy="196670"/>
            </p14:xfrm>
          </p:contentPart>
        </mc:Choice>
        <mc:Fallback xmlns="">
          <p:sp>
            <p:nvSpPr>
              <p:cNvPr id="1050274" name=""/>
              <p:cNvSpPr/>
              <p:nvPr/>
            </p:nvSpPr>
            <p:spPr>
              <a:xfrm>
                <a:off x="10475922" y="1342690"/>
                <a:ext cx="169945" cy="196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275" name="Encre 1050274"/>
              <p14:cNvContentPartPr/>
              <p14:nvPr/>
            </p14:nvContentPartPr>
            <p14:xfrm>
              <a:off x="10774417" y="1335244"/>
              <a:ext cx="116803" cy="206490"/>
            </p14:xfrm>
          </p:contentPart>
        </mc:Choice>
        <mc:Fallback xmlns="">
          <p:sp>
            <p:nvSpPr>
              <p:cNvPr id="1050275" name=""/>
              <p:cNvSpPr/>
              <p:nvPr/>
            </p:nvSpPr>
            <p:spPr>
              <a:xfrm>
                <a:off x="10774417" y="1335244"/>
                <a:ext cx="116803" cy="206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276" name="Encre 1050275"/>
              <p14:cNvContentPartPr/>
              <p14:nvPr/>
            </p14:nvContentPartPr>
            <p14:xfrm>
              <a:off x="10998100" y="1473243"/>
              <a:ext cx="66957" cy="247785"/>
            </p14:xfrm>
          </p:contentPart>
        </mc:Choice>
        <mc:Fallback xmlns="">
          <p:sp>
            <p:nvSpPr>
              <p:cNvPr id="1050276" name=""/>
              <p:cNvSpPr/>
              <p:nvPr/>
            </p:nvSpPr>
            <p:spPr>
              <a:xfrm>
                <a:off x="10998100" y="1473243"/>
                <a:ext cx="66957" cy="247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277" name="Encre 1050276"/>
              <p14:cNvContentPartPr/>
              <p14:nvPr/>
            </p14:nvContentPartPr>
            <p14:xfrm>
              <a:off x="10716390" y="1204939"/>
              <a:ext cx="250627" cy="43435"/>
            </p14:xfrm>
          </p:contentPart>
        </mc:Choice>
        <mc:Fallback xmlns="">
          <p:sp>
            <p:nvSpPr>
              <p:cNvPr id="1050277" name=""/>
              <p:cNvSpPr/>
              <p:nvPr/>
            </p:nvSpPr>
            <p:spPr>
              <a:xfrm>
                <a:off x="10716390" y="1204939"/>
                <a:ext cx="250627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278" name="Encre 1050277"/>
              <p14:cNvContentPartPr/>
              <p14:nvPr/>
            </p14:nvContentPartPr>
            <p14:xfrm>
              <a:off x="10938336" y="1139662"/>
              <a:ext cx="109183" cy="224140"/>
            </p14:xfrm>
          </p:contentPart>
        </mc:Choice>
        <mc:Fallback xmlns="">
          <p:sp>
            <p:nvSpPr>
              <p:cNvPr id="1050278" name=""/>
              <p:cNvSpPr/>
              <p:nvPr/>
            </p:nvSpPr>
            <p:spPr>
              <a:xfrm>
                <a:off x="10938336" y="1139662"/>
                <a:ext cx="109183" cy="224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279" name="Encre 1050278"/>
              <p14:cNvContentPartPr/>
              <p14:nvPr/>
            </p14:nvContentPartPr>
            <p14:xfrm>
              <a:off x="11067494" y="1458600"/>
              <a:ext cx="27925" cy="122614"/>
            </p14:xfrm>
          </p:contentPart>
        </mc:Choice>
        <mc:Fallback xmlns="">
          <p:sp>
            <p:nvSpPr>
              <p:cNvPr id="1050279" name=""/>
              <p:cNvSpPr/>
              <p:nvPr/>
            </p:nvSpPr>
            <p:spPr>
              <a:xfrm>
                <a:off x="11067494" y="1458600"/>
                <a:ext cx="27925" cy="122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280" name="Encre 1050279"/>
              <p14:cNvContentPartPr/>
              <p14:nvPr/>
            </p14:nvContentPartPr>
            <p14:xfrm>
              <a:off x="8981519" y="1480193"/>
              <a:ext cx="31316" cy="943145"/>
            </p14:xfrm>
          </p:contentPart>
        </mc:Choice>
        <mc:Fallback xmlns="">
          <p:sp>
            <p:nvSpPr>
              <p:cNvPr id="1050280" name=""/>
              <p:cNvSpPr/>
              <p:nvPr/>
            </p:nvSpPr>
            <p:spPr>
              <a:xfrm>
                <a:off x="8981519" y="1480193"/>
                <a:ext cx="31316" cy="943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281" name="Encre 1050280"/>
              <p14:cNvContentPartPr/>
              <p14:nvPr/>
            </p14:nvContentPartPr>
            <p14:xfrm>
              <a:off x="8909480" y="1358295"/>
              <a:ext cx="232746" cy="238139"/>
            </p14:xfrm>
          </p:contentPart>
        </mc:Choice>
        <mc:Fallback xmlns="">
          <p:sp>
            <p:nvSpPr>
              <p:cNvPr id="1050281" name=""/>
              <p:cNvSpPr/>
              <p:nvPr/>
            </p:nvSpPr>
            <p:spPr>
              <a:xfrm>
                <a:off x="8909480" y="1358295"/>
                <a:ext cx="232746" cy="238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282" name="Encre 1050281"/>
              <p14:cNvContentPartPr/>
              <p14:nvPr/>
            </p14:nvContentPartPr>
            <p14:xfrm>
              <a:off x="8952750" y="1461174"/>
              <a:ext cx="81984" cy="73563"/>
            </p14:xfrm>
          </p:contentPart>
        </mc:Choice>
        <mc:Fallback xmlns="">
          <p:sp>
            <p:nvSpPr>
              <p:cNvPr id="1050282" name=""/>
              <p:cNvSpPr/>
              <p:nvPr/>
            </p:nvSpPr>
            <p:spPr>
              <a:xfrm>
                <a:off x="8952750" y="1461174"/>
                <a:ext cx="81984" cy="73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283" name="Encre 1050282"/>
              <p14:cNvContentPartPr/>
              <p14:nvPr/>
            </p14:nvContentPartPr>
            <p14:xfrm>
              <a:off x="8516663" y="1306701"/>
              <a:ext cx="150615" cy="209120"/>
            </p14:xfrm>
          </p:contentPart>
        </mc:Choice>
        <mc:Fallback xmlns="">
          <p:sp>
            <p:nvSpPr>
              <p:cNvPr id="1050283" name=""/>
              <p:cNvSpPr/>
              <p:nvPr/>
            </p:nvSpPr>
            <p:spPr>
              <a:xfrm>
                <a:off x="8516663" y="1306701"/>
                <a:ext cx="150615" cy="209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284" name="Encre 1050283"/>
              <p14:cNvContentPartPr/>
              <p14:nvPr/>
            </p14:nvContentPartPr>
            <p14:xfrm>
              <a:off x="8617792" y="1449335"/>
              <a:ext cx="160825" cy="268223"/>
            </p14:xfrm>
          </p:contentPart>
        </mc:Choice>
        <mc:Fallback xmlns="">
          <p:sp>
            <p:nvSpPr>
              <p:cNvPr id="1050284" name=""/>
              <p:cNvSpPr/>
              <p:nvPr/>
            </p:nvSpPr>
            <p:spPr>
              <a:xfrm>
                <a:off x="8617792" y="1449335"/>
                <a:ext cx="160825" cy="268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285" name="Encre 1050284"/>
              <p14:cNvContentPartPr/>
              <p14:nvPr/>
            </p14:nvContentPartPr>
            <p14:xfrm>
              <a:off x="8499577" y="1175900"/>
              <a:ext cx="196795" cy="43435"/>
            </p14:xfrm>
          </p:contentPart>
        </mc:Choice>
        <mc:Fallback xmlns="">
          <p:sp>
            <p:nvSpPr>
              <p:cNvPr id="1050285" name=""/>
              <p:cNvSpPr/>
              <p:nvPr/>
            </p:nvSpPr>
            <p:spPr>
              <a:xfrm>
                <a:off x="8499577" y="1175900"/>
                <a:ext cx="196795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286" name="Encre 1050285"/>
              <p14:cNvContentPartPr/>
              <p14:nvPr/>
            </p14:nvContentPartPr>
            <p14:xfrm>
              <a:off x="8649601" y="1118069"/>
              <a:ext cx="120230" cy="193452"/>
            </p14:xfrm>
          </p:contentPart>
        </mc:Choice>
        <mc:Fallback xmlns="">
          <p:sp>
            <p:nvSpPr>
              <p:cNvPr id="1050286" name=""/>
              <p:cNvSpPr/>
              <p:nvPr/>
            </p:nvSpPr>
            <p:spPr>
              <a:xfrm>
                <a:off x="8649601" y="1118069"/>
                <a:ext cx="120230" cy="193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287" name="Encre 1050286"/>
              <p14:cNvContentPartPr/>
              <p14:nvPr/>
            </p14:nvContentPartPr>
            <p14:xfrm>
              <a:off x="8907287" y="2352978"/>
              <a:ext cx="224485" cy="228518"/>
            </p14:xfrm>
          </p:contentPart>
        </mc:Choice>
        <mc:Fallback xmlns="">
          <p:sp>
            <p:nvSpPr>
              <p:cNvPr id="1050287" name=""/>
              <p:cNvSpPr/>
              <p:nvPr/>
            </p:nvSpPr>
            <p:spPr>
              <a:xfrm>
                <a:off x="8907287" y="2352978"/>
                <a:ext cx="224485" cy="228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288" name="Encre 1050287"/>
              <p14:cNvContentPartPr/>
              <p14:nvPr/>
            </p14:nvContentPartPr>
            <p14:xfrm>
              <a:off x="8904172" y="2719208"/>
              <a:ext cx="141360" cy="233541"/>
            </p14:xfrm>
          </p:contentPart>
        </mc:Choice>
        <mc:Fallback xmlns="">
          <p:sp>
            <p:nvSpPr>
              <p:cNvPr id="1050288" name=""/>
              <p:cNvSpPr/>
              <p:nvPr/>
            </p:nvSpPr>
            <p:spPr>
              <a:xfrm>
                <a:off x="8904172" y="2719208"/>
                <a:ext cx="141360" cy="233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289" name="Encre 1050288"/>
              <p14:cNvContentPartPr/>
              <p14:nvPr/>
            </p14:nvContentPartPr>
            <p14:xfrm>
              <a:off x="9076888" y="2892948"/>
              <a:ext cx="94705" cy="163735"/>
            </p14:xfrm>
          </p:contentPart>
        </mc:Choice>
        <mc:Fallback xmlns="">
          <p:sp>
            <p:nvSpPr>
              <p:cNvPr id="1050289" name=""/>
              <p:cNvSpPr/>
              <p:nvPr/>
            </p:nvSpPr>
            <p:spPr>
              <a:xfrm>
                <a:off x="9076888" y="2892948"/>
                <a:ext cx="94705" cy="163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290" name="Encre 1050289"/>
              <p14:cNvContentPartPr/>
              <p14:nvPr/>
            </p14:nvContentPartPr>
            <p14:xfrm>
              <a:off x="9064370" y="2943829"/>
              <a:ext cx="121784" cy="93819"/>
            </p14:xfrm>
          </p:contentPart>
        </mc:Choice>
        <mc:Fallback xmlns="">
          <p:sp>
            <p:nvSpPr>
              <p:cNvPr id="1050290" name=""/>
              <p:cNvSpPr/>
              <p:nvPr/>
            </p:nvSpPr>
            <p:spPr>
              <a:xfrm>
                <a:off x="9064370" y="2943829"/>
                <a:ext cx="121784" cy="93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291" name="Encre 1050290"/>
              <p14:cNvContentPartPr/>
              <p14:nvPr/>
            </p14:nvContentPartPr>
            <p14:xfrm>
              <a:off x="8892726" y="2711762"/>
              <a:ext cx="181394" cy="56244"/>
            </p14:xfrm>
          </p:contentPart>
        </mc:Choice>
        <mc:Fallback xmlns="">
          <p:sp>
            <p:nvSpPr>
              <p:cNvPr id="1050291" name=""/>
              <p:cNvSpPr/>
              <p:nvPr/>
            </p:nvSpPr>
            <p:spPr>
              <a:xfrm>
                <a:off x="8892726" y="2711762"/>
                <a:ext cx="181394" cy="56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292" name="Encre 1050291"/>
              <p14:cNvContentPartPr/>
              <p14:nvPr/>
            </p14:nvContentPartPr>
            <p14:xfrm>
              <a:off x="9071872" y="2668575"/>
              <a:ext cx="41705" cy="179209"/>
            </p14:xfrm>
          </p:contentPart>
        </mc:Choice>
        <mc:Fallback xmlns="">
          <p:sp>
            <p:nvSpPr>
              <p:cNvPr id="1050292" name=""/>
              <p:cNvSpPr/>
              <p:nvPr/>
            </p:nvSpPr>
            <p:spPr>
              <a:xfrm>
                <a:off x="9071872" y="2668575"/>
                <a:ext cx="41705" cy="179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293" name="Encre 1050292"/>
              <p14:cNvContentPartPr/>
              <p14:nvPr/>
            </p14:nvContentPartPr>
            <p14:xfrm>
              <a:off x="8999949" y="1487391"/>
              <a:ext cx="734755" cy="845408"/>
            </p14:xfrm>
          </p:contentPart>
        </mc:Choice>
        <mc:Fallback xmlns="">
          <p:sp>
            <p:nvSpPr>
              <p:cNvPr id="1050293" name=""/>
              <p:cNvSpPr/>
              <p:nvPr/>
            </p:nvSpPr>
            <p:spPr>
              <a:xfrm>
                <a:off x="8999949" y="1487391"/>
                <a:ext cx="734755" cy="845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294" name="Encre 1050293"/>
              <p14:cNvContentPartPr/>
              <p14:nvPr/>
            </p14:nvContentPartPr>
            <p14:xfrm>
              <a:off x="9622545" y="2228360"/>
              <a:ext cx="168808" cy="191673"/>
            </p14:xfrm>
          </p:contentPart>
        </mc:Choice>
        <mc:Fallback xmlns="">
          <p:sp>
            <p:nvSpPr>
              <p:cNvPr id="1050294" name=""/>
              <p:cNvSpPr/>
              <p:nvPr/>
            </p:nvSpPr>
            <p:spPr>
              <a:xfrm>
                <a:off x="9622545" y="2228360"/>
                <a:ext cx="168808" cy="1916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295" name="Encre 1050294"/>
              <p14:cNvContentPartPr/>
              <p14:nvPr/>
            </p14:nvContentPartPr>
            <p14:xfrm>
              <a:off x="9859934" y="2434420"/>
              <a:ext cx="413447" cy="317691"/>
            </p14:xfrm>
          </p:contentPart>
        </mc:Choice>
        <mc:Fallback xmlns="">
          <p:sp>
            <p:nvSpPr>
              <p:cNvPr id="1050295" name=""/>
              <p:cNvSpPr/>
              <p:nvPr/>
            </p:nvSpPr>
            <p:spPr>
              <a:xfrm>
                <a:off x="9859934" y="2434420"/>
                <a:ext cx="413447" cy="317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296" name="Encre 1050295"/>
              <p14:cNvContentPartPr/>
              <p14:nvPr/>
            </p14:nvContentPartPr>
            <p14:xfrm>
              <a:off x="9893910" y="2371290"/>
              <a:ext cx="230552" cy="21535"/>
            </p14:xfrm>
          </p:contentPart>
        </mc:Choice>
        <mc:Fallback xmlns="">
          <p:sp>
            <p:nvSpPr>
              <p:cNvPr id="1050296" name=""/>
              <p:cNvSpPr/>
              <p:nvPr/>
            </p:nvSpPr>
            <p:spPr>
              <a:xfrm>
                <a:off x="9893910" y="2371290"/>
                <a:ext cx="230552" cy="21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297" name="Encre 1050296"/>
              <p14:cNvContentPartPr/>
              <p14:nvPr/>
            </p14:nvContentPartPr>
            <p14:xfrm>
              <a:off x="10029814" y="2328045"/>
              <a:ext cx="65741" cy="127961"/>
            </p14:xfrm>
          </p:contentPart>
        </mc:Choice>
        <mc:Fallback xmlns="">
          <p:sp>
            <p:nvSpPr>
              <p:cNvPr id="1050297" name=""/>
              <p:cNvSpPr/>
              <p:nvPr/>
            </p:nvSpPr>
            <p:spPr>
              <a:xfrm>
                <a:off x="10029814" y="2328045"/>
                <a:ext cx="65741" cy="127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298" name="Encre 1050297"/>
              <p14:cNvContentPartPr/>
              <p14:nvPr/>
            </p14:nvContentPartPr>
            <p14:xfrm>
              <a:off x="8957148" y="716964"/>
              <a:ext cx="1072272" cy="763229"/>
            </p14:xfrm>
          </p:contentPart>
        </mc:Choice>
        <mc:Fallback xmlns="">
          <p:sp>
            <p:nvSpPr>
              <p:cNvPr id="1050298" name=""/>
              <p:cNvSpPr/>
              <p:nvPr/>
            </p:nvSpPr>
            <p:spPr>
              <a:xfrm>
                <a:off x="8957148" y="716964"/>
                <a:ext cx="1072272" cy="763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299" name="Encre 1050298"/>
              <p14:cNvContentPartPr/>
              <p14:nvPr/>
            </p14:nvContentPartPr>
            <p14:xfrm>
              <a:off x="9886850" y="707085"/>
              <a:ext cx="177923" cy="165174"/>
            </p14:xfrm>
          </p:contentPart>
        </mc:Choice>
        <mc:Fallback xmlns="">
          <p:sp>
            <p:nvSpPr>
              <p:cNvPr id="1050299" name=""/>
              <p:cNvSpPr/>
              <p:nvPr/>
            </p:nvSpPr>
            <p:spPr>
              <a:xfrm>
                <a:off x="9886850" y="707085"/>
                <a:ext cx="177923" cy="165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300" name="Encre 1050299"/>
              <p14:cNvContentPartPr/>
              <p14:nvPr/>
            </p14:nvContentPartPr>
            <p14:xfrm>
              <a:off x="10144537" y="582899"/>
              <a:ext cx="374819" cy="185114"/>
            </p14:xfrm>
          </p:contentPart>
        </mc:Choice>
        <mc:Fallback xmlns="">
          <p:sp>
            <p:nvSpPr>
              <p:cNvPr id="1050300" name=""/>
              <p:cNvSpPr/>
              <p:nvPr/>
            </p:nvSpPr>
            <p:spPr>
              <a:xfrm>
                <a:off x="10144537" y="582899"/>
                <a:ext cx="374819" cy="185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301" name="Encre 1050300"/>
              <p14:cNvContentPartPr/>
              <p14:nvPr/>
            </p14:nvContentPartPr>
            <p14:xfrm>
              <a:off x="10094235" y="425885"/>
              <a:ext cx="222769" cy="69449"/>
            </p14:xfrm>
          </p:contentPart>
        </mc:Choice>
        <mc:Fallback xmlns="">
          <p:sp>
            <p:nvSpPr>
              <p:cNvPr id="1050301" name=""/>
              <p:cNvSpPr/>
              <p:nvPr/>
            </p:nvSpPr>
            <p:spPr>
              <a:xfrm>
                <a:off x="10094235" y="425885"/>
                <a:ext cx="222769" cy="69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302" name="Encre 1050301"/>
              <p14:cNvContentPartPr/>
              <p14:nvPr/>
            </p14:nvContentPartPr>
            <p14:xfrm>
              <a:off x="10237199" y="379177"/>
              <a:ext cx="144809" cy="150724"/>
            </p14:xfrm>
          </p:contentPart>
        </mc:Choice>
        <mc:Fallback xmlns="">
          <p:sp>
            <p:nvSpPr>
              <p:cNvPr id="1050302" name=""/>
              <p:cNvSpPr/>
              <p:nvPr/>
            </p:nvSpPr>
            <p:spPr>
              <a:xfrm>
                <a:off x="10237199" y="379177"/>
                <a:ext cx="144809" cy="150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303" name="Encre 1050302"/>
              <p14:cNvContentPartPr/>
              <p14:nvPr/>
            </p14:nvContentPartPr>
            <p14:xfrm>
              <a:off x="9007450" y="1837464"/>
              <a:ext cx="247238" cy="120762"/>
            </p14:xfrm>
          </p:contentPart>
        </mc:Choice>
        <mc:Fallback xmlns="">
          <p:sp>
            <p:nvSpPr>
              <p:cNvPr id="1050303" name=""/>
              <p:cNvSpPr/>
              <p:nvPr/>
            </p:nvSpPr>
            <p:spPr>
              <a:xfrm>
                <a:off x="9007450" y="1837464"/>
                <a:ext cx="247238" cy="120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304" name="Encre 1050303"/>
              <p14:cNvContentPartPr/>
              <p14:nvPr/>
            </p14:nvContentPartPr>
            <p14:xfrm>
              <a:off x="9157473" y="2027519"/>
              <a:ext cx="158583" cy="203909"/>
            </p14:xfrm>
          </p:contentPart>
        </mc:Choice>
        <mc:Fallback xmlns="">
          <p:sp>
            <p:nvSpPr>
              <p:cNvPr id="1050304" name=""/>
              <p:cNvSpPr/>
              <p:nvPr/>
            </p:nvSpPr>
            <p:spPr>
              <a:xfrm>
                <a:off x="9157473" y="2027519"/>
                <a:ext cx="158583" cy="203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305" name="Encre 1050304"/>
              <p14:cNvContentPartPr/>
              <p14:nvPr/>
            </p14:nvContentPartPr>
            <p14:xfrm>
              <a:off x="9050251" y="2522777"/>
              <a:ext cx="30981" cy="22194"/>
            </p14:xfrm>
          </p:contentPart>
        </mc:Choice>
        <mc:Fallback xmlns="">
          <p:sp>
            <p:nvSpPr>
              <p:cNvPr id="1050305" name=""/>
              <p:cNvSpPr/>
              <p:nvPr/>
            </p:nvSpPr>
            <p:spPr>
              <a:xfrm>
                <a:off x="9050251" y="2522777"/>
                <a:ext cx="30981" cy="22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306" name="Encre 1050305"/>
              <p14:cNvContentPartPr/>
              <p14:nvPr/>
            </p14:nvContentPartPr>
            <p14:xfrm>
              <a:off x="9221895" y="2393611"/>
              <a:ext cx="56653" cy="64490"/>
            </p14:xfrm>
          </p:contentPart>
        </mc:Choice>
        <mc:Fallback xmlns="">
          <p:sp>
            <p:nvSpPr>
              <p:cNvPr id="1050306" name=""/>
              <p:cNvSpPr/>
              <p:nvPr/>
            </p:nvSpPr>
            <p:spPr>
              <a:xfrm>
                <a:off x="9221895" y="2393611"/>
                <a:ext cx="56653" cy="64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307" name="Encre 1050306"/>
              <p14:cNvContentPartPr/>
              <p14:nvPr/>
            </p14:nvContentPartPr>
            <p14:xfrm>
              <a:off x="9400599" y="2317223"/>
              <a:ext cx="64195" cy="39861"/>
            </p14:xfrm>
          </p:contentPart>
        </mc:Choice>
        <mc:Fallback xmlns="">
          <p:sp>
            <p:nvSpPr>
              <p:cNvPr id="1050307" name=""/>
              <p:cNvSpPr/>
              <p:nvPr/>
            </p:nvSpPr>
            <p:spPr>
              <a:xfrm>
                <a:off x="9400599" y="2317223"/>
                <a:ext cx="64195" cy="398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308" name="Encre 1050307"/>
              <p14:cNvContentPartPr/>
              <p14:nvPr/>
            </p14:nvContentPartPr>
            <p14:xfrm>
              <a:off x="8964208" y="1473243"/>
              <a:ext cx="671211" cy="760196"/>
            </p14:xfrm>
          </p:contentPart>
        </mc:Choice>
        <mc:Fallback xmlns="">
          <p:sp>
            <p:nvSpPr>
              <p:cNvPr id="1050308" name=""/>
              <p:cNvSpPr/>
              <p:nvPr/>
            </p:nvSpPr>
            <p:spPr>
              <a:xfrm>
                <a:off x="8964208" y="1473243"/>
                <a:ext cx="671211" cy="760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309" name="Encre 1050308"/>
              <p14:cNvContentPartPr/>
              <p14:nvPr/>
            </p14:nvContentPartPr>
            <p14:xfrm>
              <a:off x="9458031" y="1827921"/>
              <a:ext cx="239994" cy="187507"/>
            </p14:xfrm>
          </p:contentPart>
        </mc:Choice>
        <mc:Fallback xmlns="">
          <p:sp>
            <p:nvSpPr>
              <p:cNvPr id="1050309" name=""/>
              <p:cNvSpPr/>
              <p:nvPr/>
            </p:nvSpPr>
            <p:spPr>
              <a:xfrm>
                <a:off x="9458031" y="1827921"/>
                <a:ext cx="239994" cy="187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310" name="Encre 1050309"/>
              <p14:cNvContentPartPr/>
              <p14:nvPr/>
            </p14:nvContentPartPr>
            <p14:xfrm>
              <a:off x="9730494" y="1866078"/>
              <a:ext cx="159810" cy="164155"/>
            </p14:xfrm>
          </p:contentPart>
        </mc:Choice>
        <mc:Fallback xmlns="">
          <p:sp>
            <p:nvSpPr>
              <p:cNvPr id="1050310" name=""/>
              <p:cNvSpPr/>
              <p:nvPr/>
            </p:nvSpPr>
            <p:spPr>
              <a:xfrm>
                <a:off x="9730494" y="1866078"/>
                <a:ext cx="159810" cy="164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311" name="Encre 1050310"/>
              <p14:cNvContentPartPr/>
              <p14:nvPr/>
            </p14:nvContentPartPr>
            <p14:xfrm>
              <a:off x="8891188" y="2511409"/>
              <a:ext cx="30219" cy="69799"/>
            </p14:xfrm>
          </p:contentPart>
        </mc:Choice>
        <mc:Fallback xmlns="">
          <p:sp>
            <p:nvSpPr>
              <p:cNvPr id="1050311" name=""/>
              <p:cNvSpPr/>
              <p:nvPr/>
            </p:nvSpPr>
            <p:spPr>
              <a:xfrm>
                <a:off x="8891188" y="2511409"/>
                <a:ext cx="30219" cy="69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312" name="Encre 1050311"/>
              <p14:cNvContentPartPr/>
              <p14:nvPr/>
            </p14:nvContentPartPr>
            <p14:xfrm>
              <a:off x="8610139" y="2244537"/>
              <a:ext cx="68142" cy="104852"/>
            </p14:xfrm>
          </p:contentPart>
        </mc:Choice>
        <mc:Fallback xmlns="">
          <p:sp>
            <p:nvSpPr>
              <p:cNvPr id="1050312" name=""/>
              <p:cNvSpPr/>
              <p:nvPr/>
            </p:nvSpPr>
            <p:spPr>
              <a:xfrm>
                <a:off x="8610139" y="2244537"/>
                <a:ext cx="68142" cy="1048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313" name="Encre 1050312"/>
              <p14:cNvContentPartPr/>
              <p14:nvPr/>
            </p14:nvContentPartPr>
            <p14:xfrm>
              <a:off x="8455683" y="2016758"/>
              <a:ext cx="36834" cy="72021"/>
            </p14:xfrm>
          </p:contentPart>
        </mc:Choice>
        <mc:Fallback xmlns="">
          <p:sp>
            <p:nvSpPr>
              <p:cNvPr id="1050313" name=""/>
              <p:cNvSpPr/>
              <p:nvPr/>
            </p:nvSpPr>
            <p:spPr>
              <a:xfrm>
                <a:off x="8455683" y="2016758"/>
                <a:ext cx="36834" cy="720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314" name="Encre 1050313"/>
              <p14:cNvContentPartPr/>
              <p14:nvPr/>
            </p14:nvContentPartPr>
            <p14:xfrm>
              <a:off x="8378963" y="1552916"/>
              <a:ext cx="521264" cy="343857"/>
            </p14:xfrm>
          </p:contentPart>
        </mc:Choice>
        <mc:Fallback xmlns="">
          <p:sp>
            <p:nvSpPr>
              <p:cNvPr id="1050314" name=""/>
              <p:cNvSpPr/>
              <p:nvPr/>
            </p:nvSpPr>
            <p:spPr>
              <a:xfrm>
                <a:off x="8378963" y="1552916"/>
                <a:ext cx="521264" cy="3438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315" name="Encre 1050314"/>
              <p14:cNvContentPartPr/>
              <p14:nvPr/>
            </p14:nvContentPartPr>
            <p14:xfrm>
              <a:off x="8372203" y="1530826"/>
              <a:ext cx="520523" cy="392974"/>
            </p14:xfrm>
          </p:contentPart>
        </mc:Choice>
        <mc:Fallback xmlns="">
          <p:sp>
            <p:nvSpPr>
              <p:cNvPr id="1050315" name=""/>
              <p:cNvSpPr/>
              <p:nvPr/>
            </p:nvSpPr>
            <p:spPr>
              <a:xfrm>
                <a:off x="8372203" y="1530826"/>
                <a:ext cx="520523" cy="392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316" name="Encre 1050315"/>
              <p14:cNvContentPartPr/>
              <p14:nvPr/>
            </p14:nvContentPartPr>
            <p14:xfrm>
              <a:off x="7891542" y="1741051"/>
              <a:ext cx="136036" cy="0"/>
            </p14:xfrm>
          </p:contentPart>
        </mc:Choice>
        <mc:Fallback xmlns="">
          <p:sp>
            <p:nvSpPr>
              <p:cNvPr id="1050316" name=""/>
              <p:cNvSpPr/>
              <p:nvPr/>
            </p:nvSpPr>
            <p:spPr>
              <a:xfrm>
                <a:off x="7891542" y="1741051"/>
                <a:ext cx="136036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317" name="Encre 1050316"/>
              <p14:cNvContentPartPr/>
              <p14:nvPr/>
            </p14:nvContentPartPr>
            <p14:xfrm>
              <a:off x="8069730" y="1603300"/>
              <a:ext cx="72438" cy="231105"/>
            </p14:xfrm>
          </p:contentPart>
        </mc:Choice>
        <mc:Fallback xmlns="">
          <p:sp>
            <p:nvSpPr>
              <p:cNvPr id="1050317" name=""/>
              <p:cNvSpPr/>
              <p:nvPr/>
            </p:nvSpPr>
            <p:spPr>
              <a:xfrm>
                <a:off x="8069730" y="1603300"/>
                <a:ext cx="72438" cy="231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318" name="Encre 1050317"/>
              <p14:cNvContentPartPr/>
              <p14:nvPr/>
            </p14:nvContentPartPr>
            <p14:xfrm>
              <a:off x="8187779" y="1675775"/>
              <a:ext cx="4250" cy="128001"/>
            </p14:xfrm>
          </p:contentPart>
        </mc:Choice>
        <mc:Fallback xmlns="">
          <p:sp>
            <p:nvSpPr>
              <p:cNvPr id="1050318" name=""/>
              <p:cNvSpPr/>
              <p:nvPr/>
            </p:nvSpPr>
            <p:spPr>
              <a:xfrm>
                <a:off x="8187779" y="1675775"/>
                <a:ext cx="4250" cy="128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319" name="Encre 1050318"/>
              <p14:cNvContentPartPr/>
              <p14:nvPr/>
            </p14:nvContentPartPr>
            <p14:xfrm>
              <a:off x="8238478" y="1696464"/>
              <a:ext cx="108126" cy="130245"/>
            </p14:xfrm>
          </p:contentPart>
        </mc:Choice>
        <mc:Fallback xmlns="">
          <p:sp>
            <p:nvSpPr>
              <p:cNvPr id="1050319" name=""/>
              <p:cNvSpPr/>
              <p:nvPr/>
            </p:nvSpPr>
            <p:spPr>
              <a:xfrm>
                <a:off x="8238478" y="1696464"/>
                <a:ext cx="108126" cy="130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320" name="Encre 1050319"/>
              <p14:cNvContentPartPr/>
              <p14:nvPr/>
            </p14:nvContentPartPr>
            <p14:xfrm>
              <a:off x="8226484" y="1552916"/>
              <a:ext cx="1286" cy="31488"/>
            </p14:xfrm>
          </p:contentPart>
        </mc:Choice>
        <mc:Fallback xmlns="">
          <p:sp>
            <p:nvSpPr>
              <p:cNvPr id="1050320" name=""/>
              <p:cNvSpPr/>
              <p:nvPr/>
            </p:nvSpPr>
            <p:spPr>
              <a:xfrm>
                <a:off x="8226484" y="1552916"/>
                <a:ext cx="1286" cy="314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321" name="Encre 1050320"/>
              <p14:cNvContentPartPr/>
              <p14:nvPr/>
            </p14:nvContentPartPr>
            <p14:xfrm>
              <a:off x="8387509" y="1646510"/>
              <a:ext cx="114583" cy="144852"/>
            </p14:xfrm>
          </p:contentPart>
        </mc:Choice>
        <mc:Fallback xmlns="">
          <p:sp>
            <p:nvSpPr>
              <p:cNvPr id="1050321" name=""/>
              <p:cNvSpPr/>
              <p:nvPr/>
            </p:nvSpPr>
            <p:spPr>
              <a:xfrm>
                <a:off x="8387509" y="1646510"/>
                <a:ext cx="114583" cy="1448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322" name="Encre 1050321"/>
              <p14:cNvContentPartPr/>
              <p14:nvPr/>
            </p14:nvContentPartPr>
            <p14:xfrm>
              <a:off x="7870362" y="1726159"/>
              <a:ext cx="114505" cy="16429"/>
            </p14:xfrm>
          </p:contentPart>
        </mc:Choice>
        <mc:Fallback xmlns="">
          <p:sp>
            <p:nvSpPr>
              <p:cNvPr id="1050322" name=""/>
              <p:cNvSpPr/>
              <p:nvPr/>
            </p:nvSpPr>
            <p:spPr>
              <a:xfrm>
                <a:off x="7870362" y="1726159"/>
                <a:ext cx="114505" cy="16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323" name="Encre 1050322"/>
              <p14:cNvContentPartPr/>
              <p14:nvPr/>
            </p14:nvContentPartPr>
            <p14:xfrm>
              <a:off x="2320387" y="1662150"/>
              <a:ext cx="165140" cy="6675"/>
            </p14:xfrm>
          </p:contentPart>
        </mc:Choice>
        <mc:Fallback xmlns="">
          <p:sp>
            <p:nvSpPr>
              <p:cNvPr id="1050323" name=""/>
              <p:cNvSpPr/>
              <p:nvPr/>
            </p:nvSpPr>
            <p:spPr>
              <a:xfrm>
                <a:off x="2320387" y="1662150"/>
                <a:ext cx="165140" cy="6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324" name="Encre 1050323"/>
              <p14:cNvContentPartPr/>
              <p14:nvPr/>
            </p14:nvContentPartPr>
            <p14:xfrm>
              <a:off x="2349068" y="1750724"/>
              <a:ext cx="162109" cy="33762"/>
            </p14:xfrm>
          </p:contentPart>
        </mc:Choice>
        <mc:Fallback xmlns="">
          <p:sp>
            <p:nvSpPr>
              <p:cNvPr id="1050324" name=""/>
              <p:cNvSpPr/>
              <p:nvPr/>
            </p:nvSpPr>
            <p:spPr>
              <a:xfrm>
                <a:off x="2349068" y="1750724"/>
                <a:ext cx="162109" cy="33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325" name="Encre 1050324"/>
              <p14:cNvContentPartPr/>
              <p14:nvPr/>
            </p14:nvContentPartPr>
            <p14:xfrm>
              <a:off x="2649556" y="1692650"/>
              <a:ext cx="103938" cy="19362"/>
            </p14:xfrm>
          </p:contentPart>
        </mc:Choice>
        <mc:Fallback xmlns="">
          <p:sp>
            <p:nvSpPr>
              <p:cNvPr id="1050325" name=""/>
              <p:cNvSpPr/>
              <p:nvPr/>
            </p:nvSpPr>
            <p:spPr>
              <a:xfrm>
                <a:off x="2649556" y="1692650"/>
                <a:ext cx="103938" cy="19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326" name="Encre 1050325"/>
              <p14:cNvContentPartPr/>
              <p14:nvPr/>
            </p14:nvContentPartPr>
            <p14:xfrm>
              <a:off x="2871061" y="1588905"/>
              <a:ext cx="237956" cy="173014"/>
            </p14:xfrm>
          </p:contentPart>
        </mc:Choice>
        <mc:Fallback xmlns="">
          <p:sp>
            <p:nvSpPr>
              <p:cNvPr id="1050326" name=""/>
              <p:cNvSpPr/>
              <p:nvPr/>
            </p:nvSpPr>
            <p:spPr>
              <a:xfrm>
                <a:off x="2871061" y="1588905"/>
                <a:ext cx="237956" cy="1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327" name="Encre 1050326"/>
              <p14:cNvContentPartPr/>
              <p14:nvPr/>
            </p14:nvContentPartPr>
            <p14:xfrm>
              <a:off x="3211505" y="1552916"/>
              <a:ext cx="150995" cy="347352"/>
            </p14:xfrm>
          </p:contentPart>
        </mc:Choice>
        <mc:Fallback xmlns="">
          <p:sp>
            <p:nvSpPr>
              <p:cNvPr id="1050327" name=""/>
              <p:cNvSpPr/>
              <p:nvPr/>
            </p:nvSpPr>
            <p:spPr>
              <a:xfrm>
                <a:off x="3211505" y="1552916"/>
                <a:ext cx="150995" cy="347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328" name="Encre 1050327"/>
              <p14:cNvContentPartPr/>
              <p14:nvPr/>
            </p14:nvContentPartPr>
            <p14:xfrm>
              <a:off x="3443355" y="1388977"/>
              <a:ext cx="107419" cy="330232"/>
            </p14:xfrm>
          </p:contentPart>
        </mc:Choice>
        <mc:Fallback xmlns="">
          <p:sp>
            <p:nvSpPr>
              <p:cNvPr id="1050328" name=""/>
              <p:cNvSpPr/>
              <p:nvPr/>
            </p:nvSpPr>
            <p:spPr>
              <a:xfrm>
                <a:off x="3443355" y="1388977"/>
                <a:ext cx="107419" cy="3302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329" name="Encre 1050328"/>
              <p14:cNvContentPartPr/>
              <p14:nvPr/>
            </p14:nvContentPartPr>
            <p14:xfrm>
              <a:off x="3685873" y="1487391"/>
              <a:ext cx="129450" cy="217821"/>
            </p14:xfrm>
          </p:contentPart>
        </mc:Choice>
        <mc:Fallback xmlns="">
          <p:sp>
            <p:nvSpPr>
              <p:cNvPr id="1050329" name=""/>
              <p:cNvSpPr/>
              <p:nvPr/>
            </p:nvSpPr>
            <p:spPr>
              <a:xfrm>
                <a:off x="3685873" y="1487391"/>
                <a:ext cx="129450" cy="217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330" name="Encre 1050329"/>
              <p14:cNvContentPartPr/>
              <p14:nvPr/>
            </p14:nvContentPartPr>
            <p14:xfrm>
              <a:off x="3906449" y="1523628"/>
              <a:ext cx="23157" cy="157606"/>
            </p14:xfrm>
          </p:contentPart>
        </mc:Choice>
        <mc:Fallback xmlns="">
          <p:sp>
            <p:nvSpPr>
              <p:cNvPr id="1050330" name=""/>
              <p:cNvSpPr/>
              <p:nvPr/>
            </p:nvSpPr>
            <p:spPr>
              <a:xfrm>
                <a:off x="3906449" y="1523628"/>
                <a:ext cx="23157" cy="1576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331" name="Encre 1050330"/>
              <p14:cNvContentPartPr/>
              <p14:nvPr/>
            </p14:nvContentPartPr>
            <p14:xfrm>
              <a:off x="4031463" y="1510125"/>
              <a:ext cx="149772" cy="161547"/>
            </p14:xfrm>
          </p:contentPart>
        </mc:Choice>
        <mc:Fallback xmlns="">
          <p:sp>
            <p:nvSpPr>
              <p:cNvPr id="1050331" name=""/>
              <p:cNvSpPr/>
              <p:nvPr/>
            </p:nvSpPr>
            <p:spPr>
              <a:xfrm>
                <a:off x="4031463" y="1510125"/>
                <a:ext cx="149772" cy="161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332" name="Encre 1050331"/>
              <p14:cNvContentPartPr/>
              <p14:nvPr/>
            </p14:nvContentPartPr>
            <p14:xfrm>
              <a:off x="3988829" y="1407719"/>
              <a:ext cx="12258" cy="69247"/>
            </p14:xfrm>
          </p:contentPart>
        </mc:Choice>
        <mc:Fallback xmlns="">
          <p:sp>
            <p:nvSpPr>
              <p:cNvPr id="1050332" name=""/>
              <p:cNvSpPr/>
              <p:nvPr/>
            </p:nvSpPr>
            <p:spPr>
              <a:xfrm>
                <a:off x="3988829" y="1407719"/>
                <a:ext cx="12258" cy="69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333" name="Encre 1050332"/>
              <p14:cNvContentPartPr/>
              <p14:nvPr/>
            </p14:nvContentPartPr>
            <p14:xfrm>
              <a:off x="4254916" y="1427936"/>
              <a:ext cx="148165" cy="251416"/>
            </p14:xfrm>
          </p:contentPart>
        </mc:Choice>
        <mc:Fallback xmlns="">
          <p:sp>
            <p:nvSpPr>
              <p:cNvPr id="1050333" name=""/>
              <p:cNvSpPr/>
              <p:nvPr/>
            </p:nvSpPr>
            <p:spPr>
              <a:xfrm>
                <a:off x="4254916" y="1427936"/>
                <a:ext cx="148165" cy="251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334" name="Encre 1050333"/>
              <p14:cNvContentPartPr/>
              <p14:nvPr/>
            </p14:nvContentPartPr>
            <p14:xfrm>
              <a:off x="4576815" y="1466046"/>
              <a:ext cx="362122" cy="396886"/>
            </p14:xfrm>
          </p:contentPart>
        </mc:Choice>
        <mc:Fallback xmlns="">
          <p:sp>
            <p:nvSpPr>
              <p:cNvPr id="1050334" name=""/>
              <p:cNvSpPr/>
              <p:nvPr/>
            </p:nvSpPr>
            <p:spPr>
              <a:xfrm>
                <a:off x="4576815" y="1466046"/>
                <a:ext cx="362122" cy="396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335" name="Encre 1050334"/>
              <p14:cNvContentPartPr/>
              <p14:nvPr/>
            </p14:nvContentPartPr>
            <p14:xfrm>
              <a:off x="4551762" y="1357321"/>
              <a:ext cx="265878" cy="7210"/>
            </p14:xfrm>
          </p:contentPart>
        </mc:Choice>
        <mc:Fallback xmlns="">
          <p:sp>
            <p:nvSpPr>
              <p:cNvPr id="1050335" name=""/>
              <p:cNvSpPr/>
              <p:nvPr/>
            </p:nvSpPr>
            <p:spPr>
              <a:xfrm>
                <a:off x="4551762" y="1357321"/>
                <a:ext cx="265878" cy="7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336" name="Encre 1050335"/>
              <p14:cNvContentPartPr/>
              <p14:nvPr/>
            </p14:nvContentPartPr>
            <p14:xfrm>
              <a:off x="4766206" y="1277662"/>
              <a:ext cx="97979" cy="162239"/>
            </p14:xfrm>
          </p:contentPart>
        </mc:Choice>
        <mc:Fallback xmlns="">
          <p:sp>
            <p:nvSpPr>
              <p:cNvPr id="1050336" name=""/>
              <p:cNvSpPr/>
              <p:nvPr/>
            </p:nvSpPr>
            <p:spPr>
              <a:xfrm>
                <a:off x="4766206" y="1277662"/>
                <a:ext cx="97979" cy="1622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337" name="Encre 1050336"/>
              <p14:cNvContentPartPr/>
              <p14:nvPr/>
            </p14:nvContentPartPr>
            <p14:xfrm>
              <a:off x="386642" y="2371231"/>
              <a:ext cx="288785" cy="457337"/>
            </p14:xfrm>
          </p:contentPart>
        </mc:Choice>
        <mc:Fallback xmlns="">
          <p:sp>
            <p:nvSpPr>
              <p:cNvPr id="1050337" name=""/>
              <p:cNvSpPr/>
              <p:nvPr/>
            </p:nvSpPr>
            <p:spPr>
              <a:xfrm>
                <a:off x="386642" y="2371231"/>
                <a:ext cx="288785" cy="457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338" name="Encre 1050337"/>
              <p14:cNvContentPartPr/>
              <p14:nvPr/>
            </p14:nvContentPartPr>
            <p14:xfrm>
              <a:off x="879090" y="2450904"/>
              <a:ext cx="11223" cy="303043"/>
            </p14:xfrm>
          </p:contentPart>
        </mc:Choice>
        <mc:Fallback xmlns="">
          <p:sp>
            <p:nvSpPr>
              <p:cNvPr id="1050338" name=""/>
              <p:cNvSpPr/>
              <p:nvPr/>
            </p:nvSpPr>
            <p:spPr>
              <a:xfrm>
                <a:off x="879090" y="2450904"/>
                <a:ext cx="11223" cy="303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339" name="Encre 1050338"/>
              <p14:cNvContentPartPr/>
              <p14:nvPr/>
            </p14:nvContentPartPr>
            <p14:xfrm>
              <a:off x="790151" y="2425791"/>
              <a:ext cx="285926" cy="3271"/>
            </p14:xfrm>
          </p:contentPart>
        </mc:Choice>
        <mc:Fallback xmlns="">
          <p:sp>
            <p:nvSpPr>
              <p:cNvPr id="1050339" name=""/>
              <p:cNvSpPr/>
              <p:nvPr/>
            </p:nvSpPr>
            <p:spPr>
              <a:xfrm>
                <a:off x="790151" y="2425791"/>
                <a:ext cx="285926" cy="3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340" name="Encre 1050339"/>
              <p14:cNvContentPartPr/>
              <p14:nvPr/>
            </p14:nvContentPartPr>
            <p14:xfrm>
              <a:off x="1115577" y="2486644"/>
              <a:ext cx="59339" cy="296129"/>
            </p14:xfrm>
          </p:contentPart>
        </mc:Choice>
        <mc:Fallback xmlns="">
          <p:sp>
            <p:nvSpPr>
              <p:cNvPr id="1050340" name=""/>
              <p:cNvSpPr/>
              <p:nvPr/>
            </p:nvSpPr>
            <p:spPr>
              <a:xfrm>
                <a:off x="1115577" y="2486644"/>
                <a:ext cx="59339" cy="296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341" name="Encre 1050340"/>
              <p14:cNvContentPartPr/>
              <p14:nvPr/>
            </p14:nvContentPartPr>
            <p14:xfrm>
              <a:off x="1190360" y="2456395"/>
              <a:ext cx="221221" cy="232152"/>
            </p14:xfrm>
          </p:contentPart>
        </mc:Choice>
        <mc:Fallback xmlns="">
          <p:sp>
            <p:nvSpPr>
              <p:cNvPr id="1050341" name=""/>
              <p:cNvSpPr/>
              <p:nvPr/>
            </p:nvSpPr>
            <p:spPr>
              <a:xfrm>
                <a:off x="1190360" y="2456395"/>
                <a:ext cx="221221" cy="2321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342" name="Encre 1050341"/>
              <p14:cNvContentPartPr/>
              <p14:nvPr/>
            </p14:nvContentPartPr>
            <p14:xfrm>
              <a:off x="1004596" y="2704316"/>
              <a:ext cx="13871" cy="68265"/>
            </p14:xfrm>
          </p:contentPart>
        </mc:Choice>
        <mc:Fallback xmlns="">
          <p:sp>
            <p:nvSpPr>
              <p:cNvPr id="1050342" name=""/>
              <p:cNvSpPr/>
              <p:nvPr/>
            </p:nvSpPr>
            <p:spPr>
              <a:xfrm>
                <a:off x="1004596" y="2704316"/>
                <a:ext cx="13871" cy="68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343" name="Encre 1050342"/>
              <p14:cNvContentPartPr/>
              <p14:nvPr/>
            </p14:nvContentPartPr>
            <p14:xfrm>
              <a:off x="1472060" y="2682723"/>
              <a:ext cx="18787" cy="76359"/>
            </p14:xfrm>
          </p:contentPart>
        </mc:Choice>
        <mc:Fallback xmlns="">
          <p:sp>
            <p:nvSpPr>
              <p:cNvPr id="1050343" name=""/>
              <p:cNvSpPr/>
              <p:nvPr/>
            </p:nvSpPr>
            <p:spPr>
              <a:xfrm>
                <a:off x="1472060" y="2682723"/>
                <a:ext cx="18787" cy="76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344" name="Encre 1050343"/>
              <p14:cNvContentPartPr/>
              <p14:nvPr/>
            </p14:nvContentPartPr>
            <p14:xfrm>
              <a:off x="1613044" y="2516180"/>
              <a:ext cx="185350" cy="218131"/>
            </p14:xfrm>
          </p:contentPart>
        </mc:Choice>
        <mc:Fallback xmlns="">
          <p:sp>
            <p:nvSpPr>
              <p:cNvPr id="1050344" name=""/>
              <p:cNvSpPr/>
              <p:nvPr/>
            </p:nvSpPr>
            <p:spPr>
              <a:xfrm>
                <a:off x="1613044" y="2516180"/>
                <a:ext cx="185350" cy="218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345" name="Encre 1050344"/>
              <p14:cNvContentPartPr/>
              <p14:nvPr/>
            </p14:nvContentPartPr>
            <p14:xfrm>
              <a:off x="1864796" y="2328045"/>
              <a:ext cx="234087" cy="584531"/>
            </p14:xfrm>
          </p:contentPart>
        </mc:Choice>
        <mc:Fallback xmlns="">
          <p:sp>
            <p:nvSpPr>
              <p:cNvPr id="1050345" name=""/>
              <p:cNvSpPr/>
              <p:nvPr/>
            </p:nvSpPr>
            <p:spPr>
              <a:xfrm>
                <a:off x="1864796" y="2328045"/>
                <a:ext cx="234087" cy="584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346" name="Encre 1050345"/>
              <p14:cNvContentPartPr/>
              <p14:nvPr/>
            </p14:nvContentPartPr>
            <p14:xfrm>
              <a:off x="2048581" y="2616818"/>
              <a:ext cx="412594" cy="395623"/>
            </p14:xfrm>
          </p:contentPart>
        </mc:Choice>
        <mc:Fallback xmlns="">
          <p:sp>
            <p:nvSpPr>
              <p:cNvPr id="1050346" name=""/>
              <p:cNvSpPr/>
              <p:nvPr/>
            </p:nvSpPr>
            <p:spPr>
              <a:xfrm>
                <a:off x="2048581" y="2616818"/>
                <a:ext cx="412594" cy="395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347" name="Encre 1050346"/>
              <p14:cNvContentPartPr/>
              <p14:nvPr/>
            </p14:nvContentPartPr>
            <p14:xfrm>
              <a:off x="2098883" y="2494641"/>
              <a:ext cx="313577" cy="50330"/>
            </p14:xfrm>
          </p:contentPart>
        </mc:Choice>
        <mc:Fallback xmlns="">
          <p:sp>
            <p:nvSpPr>
              <p:cNvPr id="1050347" name=""/>
              <p:cNvSpPr/>
              <p:nvPr/>
            </p:nvSpPr>
            <p:spPr>
              <a:xfrm>
                <a:off x="2098883" y="2494641"/>
                <a:ext cx="313577" cy="503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348" name="Encre 1050347"/>
              <p14:cNvContentPartPr/>
              <p14:nvPr/>
            </p14:nvContentPartPr>
            <p14:xfrm>
              <a:off x="2284647" y="2450904"/>
              <a:ext cx="145621" cy="146479"/>
            </p14:xfrm>
          </p:contentPart>
        </mc:Choice>
        <mc:Fallback xmlns="">
          <p:sp>
            <p:nvSpPr>
              <p:cNvPr id="1050348" name=""/>
              <p:cNvSpPr/>
              <p:nvPr/>
            </p:nvSpPr>
            <p:spPr>
              <a:xfrm>
                <a:off x="2284647" y="2450904"/>
                <a:ext cx="145621" cy="146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349" name="Encre 1050348"/>
              <p14:cNvContentPartPr/>
              <p14:nvPr/>
            </p14:nvContentPartPr>
            <p14:xfrm>
              <a:off x="2634995" y="2588158"/>
              <a:ext cx="7501" cy="76693"/>
            </p14:xfrm>
          </p:contentPart>
        </mc:Choice>
        <mc:Fallback xmlns="">
          <p:sp>
            <p:nvSpPr>
              <p:cNvPr id="1050349" name=""/>
              <p:cNvSpPr/>
              <p:nvPr/>
            </p:nvSpPr>
            <p:spPr>
              <a:xfrm>
                <a:off x="2634995" y="2588158"/>
                <a:ext cx="7501" cy="76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350" name="Encre 1050349"/>
              <p14:cNvContentPartPr/>
              <p14:nvPr/>
            </p14:nvContentPartPr>
            <p14:xfrm>
              <a:off x="2649556" y="2776790"/>
              <a:ext cx="16715" cy="70029"/>
            </p14:xfrm>
          </p:contentPart>
        </mc:Choice>
        <mc:Fallback xmlns="">
          <p:sp>
            <p:nvSpPr>
              <p:cNvPr id="1050350" name=""/>
              <p:cNvSpPr/>
              <p:nvPr/>
            </p:nvSpPr>
            <p:spPr>
              <a:xfrm>
                <a:off x="2649556" y="2776790"/>
                <a:ext cx="16715" cy="70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351" name="Encre 1050350"/>
              <p14:cNvContentPartPr/>
              <p14:nvPr/>
            </p14:nvContentPartPr>
            <p14:xfrm>
              <a:off x="1354944" y="3464308"/>
              <a:ext cx="348363" cy="232807"/>
            </p14:xfrm>
          </p:contentPart>
        </mc:Choice>
        <mc:Fallback xmlns="">
          <p:sp>
            <p:nvSpPr>
              <p:cNvPr id="1050351" name=""/>
              <p:cNvSpPr/>
              <p:nvPr/>
            </p:nvSpPr>
            <p:spPr>
              <a:xfrm>
                <a:off x="1354944" y="3464308"/>
                <a:ext cx="348363" cy="232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352" name="Encre 1050351"/>
              <p14:cNvContentPartPr/>
              <p14:nvPr/>
            </p14:nvContentPartPr>
            <p14:xfrm>
              <a:off x="1784275" y="3255116"/>
              <a:ext cx="134055" cy="453967"/>
            </p14:xfrm>
          </p:contentPart>
        </mc:Choice>
        <mc:Fallback xmlns="">
          <p:sp>
            <p:nvSpPr>
              <p:cNvPr id="1050352" name=""/>
              <p:cNvSpPr/>
              <p:nvPr/>
            </p:nvSpPr>
            <p:spPr>
              <a:xfrm>
                <a:off x="1784275" y="3255116"/>
                <a:ext cx="134055" cy="453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353" name="Encre 1050352"/>
              <p14:cNvContentPartPr/>
              <p14:nvPr/>
            </p14:nvContentPartPr>
            <p14:xfrm>
              <a:off x="1955919" y="3146507"/>
              <a:ext cx="193199" cy="189743"/>
            </p14:xfrm>
          </p:contentPart>
        </mc:Choice>
        <mc:Fallback xmlns="">
          <p:sp>
            <p:nvSpPr>
              <p:cNvPr id="1050353" name=""/>
              <p:cNvSpPr/>
              <p:nvPr/>
            </p:nvSpPr>
            <p:spPr>
              <a:xfrm>
                <a:off x="1955919" y="3146507"/>
                <a:ext cx="193199" cy="189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354" name="Encre 1050353"/>
              <p14:cNvContentPartPr/>
              <p14:nvPr/>
            </p14:nvContentPartPr>
            <p14:xfrm>
              <a:off x="2230532" y="3388221"/>
              <a:ext cx="178170" cy="264918"/>
            </p14:xfrm>
          </p:contentPart>
        </mc:Choice>
        <mc:Fallback xmlns="">
          <p:sp>
            <p:nvSpPr>
              <p:cNvPr id="1050354" name=""/>
              <p:cNvSpPr/>
              <p:nvPr/>
            </p:nvSpPr>
            <p:spPr>
              <a:xfrm>
                <a:off x="2230532" y="3388221"/>
                <a:ext cx="178170" cy="264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355" name="Encre 1050354"/>
              <p14:cNvContentPartPr/>
              <p14:nvPr/>
            </p14:nvContentPartPr>
            <p14:xfrm>
              <a:off x="2334948" y="3269468"/>
              <a:ext cx="7060" cy="76197"/>
            </p14:xfrm>
          </p:contentPart>
        </mc:Choice>
        <mc:Fallback xmlns="">
          <p:sp>
            <p:nvSpPr>
              <p:cNvPr id="1050355" name=""/>
              <p:cNvSpPr/>
              <p:nvPr/>
            </p:nvSpPr>
            <p:spPr>
              <a:xfrm>
                <a:off x="2334948" y="3269468"/>
                <a:ext cx="7060" cy="76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356" name="Encre 1050355"/>
              <p14:cNvContentPartPr/>
              <p14:nvPr/>
            </p14:nvContentPartPr>
            <p14:xfrm>
              <a:off x="2435111" y="3255320"/>
              <a:ext cx="14120" cy="79671"/>
            </p14:xfrm>
          </p:contentPart>
        </mc:Choice>
        <mc:Fallback xmlns="">
          <p:sp>
            <p:nvSpPr>
              <p:cNvPr id="1050356" name=""/>
              <p:cNvSpPr/>
              <p:nvPr/>
            </p:nvSpPr>
            <p:spPr>
              <a:xfrm>
                <a:off x="2435111" y="3255320"/>
                <a:ext cx="14120" cy="79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357" name="Encre 1050356"/>
              <p14:cNvContentPartPr/>
              <p14:nvPr/>
            </p14:nvContentPartPr>
            <p14:xfrm>
              <a:off x="2585134" y="3505263"/>
              <a:ext cx="166710" cy="3221"/>
            </p14:xfrm>
          </p:contentPart>
        </mc:Choice>
        <mc:Fallback xmlns="">
          <p:sp>
            <p:nvSpPr>
              <p:cNvPr id="1050357" name=""/>
              <p:cNvSpPr/>
              <p:nvPr/>
            </p:nvSpPr>
            <p:spPr>
              <a:xfrm>
                <a:off x="2585134" y="3505263"/>
                <a:ext cx="166710" cy="3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358" name="Encre 1050357"/>
              <p14:cNvContentPartPr/>
              <p14:nvPr/>
            </p14:nvContentPartPr>
            <p14:xfrm>
              <a:off x="2585134" y="3615134"/>
              <a:ext cx="200432" cy="18265"/>
            </p14:xfrm>
          </p:contentPart>
        </mc:Choice>
        <mc:Fallback xmlns="">
          <p:sp>
            <p:nvSpPr>
              <p:cNvPr id="1050358" name=""/>
              <p:cNvSpPr/>
              <p:nvPr/>
            </p:nvSpPr>
            <p:spPr>
              <a:xfrm>
                <a:off x="2585134" y="3615134"/>
                <a:ext cx="200432" cy="18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359" name="Encre 1050358"/>
              <p14:cNvContentPartPr/>
              <p14:nvPr/>
            </p14:nvContentPartPr>
            <p14:xfrm>
              <a:off x="2849881" y="3556538"/>
              <a:ext cx="215898" cy="24669"/>
            </p14:xfrm>
          </p:contentPart>
        </mc:Choice>
        <mc:Fallback xmlns="">
          <p:sp>
            <p:nvSpPr>
              <p:cNvPr id="1050359" name=""/>
              <p:cNvSpPr/>
              <p:nvPr/>
            </p:nvSpPr>
            <p:spPr>
              <a:xfrm>
                <a:off x="2849881" y="3556538"/>
                <a:ext cx="215898" cy="246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360" name="Encre 1050359"/>
              <p14:cNvContentPartPr/>
              <p14:nvPr/>
            </p14:nvContentPartPr>
            <p14:xfrm>
              <a:off x="3135807" y="3457851"/>
              <a:ext cx="293101" cy="168261"/>
            </p14:xfrm>
          </p:contentPart>
        </mc:Choice>
        <mc:Fallback xmlns="">
          <p:sp>
            <p:nvSpPr>
              <p:cNvPr id="1050360" name=""/>
              <p:cNvSpPr/>
              <p:nvPr/>
            </p:nvSpPr>
            <p:spPr>
              <a:xfrm>
                <a:off x="3135807" y="3457851"/>
                <a:ext cx="293101" cy="16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361" name="Encre 1050360"/>
              <p14:cNvContentPartPr/>
              <p14:nvPr/>
            </p14:nvContentPartPr>
            <p14:xfrm>
              <a:off x="3545035" y="3453730"/>
              <a:ext cx="156897" cy="267469"/>
            </p14:xfrm>
          </p:contentPart>
        </mc:Choice>
        <mc:Fallback xmlns="">
          <p:sp>
            <p:nvSpPr>
              <p:cNvPr id="1050361" name=""/>
              <p:cNvSpPr/>
              <p:nvPr/>
            </p:nvSpPr>
            <p:spPr>
              <a:xfrm>
                <a:off x="3545035" y="3453730"/>
                <a:ext cx="156897" cy="267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362" name="Encre 1050361"/>
              <p14:cNvContentPartPr/>
              <p14:nvPr/>
            </p14:nvContentPartPr>
            <p14:xfrm>
              <a:off x="3786643" y="3279636"/>
              <a:ext cx="161152" cy="348687"/>
            </p14:xfrm>
          </p:contentPart>
        </mc:Choice>
        <mc:Fallback xmlns="">
          <p:sp>
            <p:nvSpPr>
              <p:cNvPr id="1050362" name=""/>
              <p:cNvSpPr/>
              <p:nvPr/>
            </p:nvSpPr>
            <p:spPr>
              <a:xfrm>
                <a:off x="3786643" y="3279636"/>
                <a:ext cx="161152" cy="348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363" name="Encre 1050362"/>
              <p14:cNvContentPartPr/>
              <p14:nvPr/>
            </p14:nvContentPartPr>
            <p14:xfrm>
              <a:off x="4073332" y="3356338"/>
              <a:ext cx="99400" cy="213948"/>
            </p14:xfrm>
          </p:contentPart>
        </mc:Choice>
        <mc:Fallback xmlns="">
          <p:sp>
            <p:nvSpPr>
              <p:cNvPr id="1050363" name=""/>
              <p:cNvSpPr/>
              <p:nvPr/>
            </p:nvSpPr>
            <p:spPr>
              <a:xfrm>
                <a:off x="4073332" y="3356338"/>
                <a:ext cx="99400" cy="213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364" name="Encre 1050363"/>
              <p14:cNvContentPartPr/>
              <p14:nvPr/>
            </p14:nvContentPartPr>
            <p14:xfrm>
              <a:off x="4260571" y="3421862"/>
              <a:ext cx="5264" cy="145580"/>
            </p14:xfrm>
          </p:contentPart>
        </mc:Choice>
        <mc:Fallback xmlns="">
          <p:sp>
            <p:nvSpPr>
              <p:cNvPr id="1050364" name=""/>
              <p:cNvSpPr/>
              <p:nvPr/>
            </p:nvSpPr>
            <p:spPr>
              <a:xfrm>
                <a:off x="4260571" y="3421862"/>
                <a:ext cx="5264" cy="145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365" name="Encre 1050364"/>
              <p14:cNvContentPartPr/>
              <p14:nvPr/>
            </p14:nvContentPartPr>
            <p14:xfrm>
              <a:off x="4373057" y="3397123"/>
              <a:ext cx="123004" cy="125756"/>
            </p14:xfrm>
          </p:contentPart>
        </mc:Choice>
        <mc:Fallback xmlns="">
          <p:sp>
            <p:nvSpPr>
              <p:cNvPr id="1050365" name=""/>
              <p:cNvSpPr/>
              <p:nvPr/>
            </p:nvSpPr>
            <p:spPr>
              <a:xfrm>
                <a:off x="4373057" y="3397123"/>
                <a:ext cx="123004" cy="125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366" name="Encre 1050365"/>
              <p14:cNvContentPartPr/>
              <p14:nvPr/>
            </p14:nvContentPartPr>
            <p14:xfrm>
              <a:off x="4287015" y="3255320"/>
              <a:ext cx="13708" cy="31054"/>
            </p14:xfrm>
          </p:contentPart>
        </mc:Choice>
        <mc:Fallback xmlns="">
          <p:sp>
            <p:nvSpPr>
              <p:cNvPr id="1050366" name=""/>
              <p:cNvSpPr/>
              <p:nvPr/>
            </p:nvSpPr>
            <p:spPr>
              <a:xfrm>
                <a:off x="4287015" y="3255320"/>
                <a:ext cx="13708" cy="31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367" name="Encre 1050366"/>
              <p14:cNvContentPartPr/>
              <p14:nvPr/>
            </p14:nvContentPartPr>
            <p14:xfrm>
              <a:off x="4585654" y="3247814"/>
              <a:ext cx="181787" cy="266915"/>
            </p14:xfrm>
          </p:contentPart>
        </mc:Choice>
        <mc:Fallback xmlns="">
          <p:sp>
            <p:nvSpPr>
              <p:cNvPr id="1050367" name=""/>
              <p:cNvSpPr/>
              <p:nvPr/>
            </p:nvSpPr>
            <p:spPr>
              <a:xfrm>
                <a:off x="4585654" y="3247814"/>
                <a:ext cx="181787" cy="266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368" name="Encre 1050367"/>
              <p14:cNvContentPartPr/>
              <p14:nvPr/>
            </p14:nvContentPartPr>
            <p14:xfrm>
              <a:off x="1466528" y="4276898"/>
              <a:ext cx="192989" cy="333178"/>
            </p14:xfrm>
          </p:contentPart>
        </mc:Choice>
        <mc:Fallback xmlns="">
          <p:sp>
            <p:nvSpPr>
              <p:cNvPr id="1050368" name=""/>
              <p:cNvSpPr/>
              <p:nvPr/>
            </p:nvSpPr>
            <p:spPr>
              <a:xfrm>
                <a:off x="1466528" y="4276898"/>
                <a:ext cx="192989" cy="3331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369" name="Encre 1050368"/>
              <p14:cNvContentPartPr/>
              <p14:nvPr/>
            </p14:nvContentPartPr>
            <p14:xfrm>
              <a:off x="1555269" y="4117319"/>
              <a:ext cx="10590" cy="86621"/>
            </p14:xfrm>
          </p:contentPart>
        </mc:Choice>
        <mc:Fallback xmlns="">
          <p:sp>
            <p:nvSpPr>
              <p:cNvPr id="1050369" name=""/>
              <p:cNvSpPr/>
              <p:nvPr/>
            </p:nvSpPr>
            <p:spPr>
              <a:xfrm>
                <a:off x="1555269" y="4117319"/>
                <a:ext cx="10590" cy="86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370" name="Encre 1050369"/>
              <p14:cNvContentPartPr/>
              <p14:nvPr/>
            </p14:nvContentPartPr>
            <p14:xfrm>
              <a:off x="1654877" y="4117319"/>
              <a:ext cx="8251" cy="115731"/>
            </p14:xfrm>
          </p:contentPart>
        </mc:Choice>
        <mc:Fallback xmlns="">
          <p:sp>
            <p:nvSpPr>
              <p:cNvPr id="1050370" name=""/>
              <p:cNvSpPr/>
              <p:nvPr/>
            </p:nvSpPr>
            <p:spPr>
              <a:xfrm>
                <a:off x="1654877" y="4117319"/>
                <a:ext cx="8251" cy="115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371" name="Encre 1050370"/>
              <p14:cNvContentPartPr/>
              <p14:nvPr/>
            </p14:nvContentPartPr>
            <p14:xfrm>
              <a:off x="1912677" y="4457339"/>
              <a:ext cx="237818" cy="9091"/>
            </p14:xfrm>
          </p:contentPart>
        </mc:Choice>
        <mc:Fallback xmlns="">
          <p:sp>
            <p:nvSpPr>
              <p:cNvPr id="1050371" name=""/>
              <p:cNvSpPr/>
              <p:nvPr/>
            </p:nvSpPr>
            <p:spPr>
              <a:xfrm>
                <a:off x="1912677" y="4457339"/>
                <a:ext cx="237818" cy="9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372" name="Encre 1050371"/>
              <p14:cNvContentPartPr/>
              <p14:nvPr/>
            </p14:nvContentPartPr>
            <p14:xfrm>
              <a:off x="1998720" y="4348890"/>
              <a:ext cx="5645" cy="187458"/>
            </p14:xfrm>
          </p:contentPart>
        </mc:Choice>
        <mc:Fallback xmlns="">
          <p:sp>
            <p:nvSpPr>
              <p:cNvPr id="1050372" name=""/>
              <p:cNvSpPr/>
              <p:nvPr/>
            </p:nvSpPr>
            <p:spPr>
              <a:xfrm>
                <a:off x="1998720" y="4348890"/>
                <a:ext cx="5645" cy="187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373" name="Encre 1050372"/>
              <p14:cNvContentPartPr/>
              <p14:nvPr/>
            </p14:nvContentPartPr>
            <p14:xfrm>
              <a:off x="2328429" y="4095273"/>
              <a:ext cx="178695" cy="284110"/>
            </p14:xfrm>
          </p:contentPart>
        </mc:Choice>
        <mc:Fallback xmlns="">
          <p:sp>
            <p:nvSpPr>
              <p:cNvPr id="1050373" name=""/>
              <p:cNvSpPr/>
              <p:nvPr/>
            </p:nvSpPr>
            <p:spPr>
              <a:xfrm>
                <a:off x="2328429" y="4095273"/>
                <a:ext cx="178695" cy="284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374" name="Encre 1050373"/>
              <p14:cNvContentPartPr/>
              <p14:nvPr/>
            </p14:nvContentPartPr>
            <p14:xfrm>
              <a:off x="2337868" y="4463627"/>
              <a:ext cx="265798" cy="6156"/>
            </p14:xfrm>
          </p:contentPart>
        </mc:Choice>
        <mc:Fallback xmlns="">
          <p:sp>
            <p:nvSpPr>
              <p:cNvPr id="1050374" name=""/>
              <p:cNvSpPr/>
              <p:nvPr/>
            </p:nvSpPr>
            <p:spPr>
              <a:xfrm>
                <a:off x="2337868" y="4463627"/>
                <a:ext cx="265798" cy="6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375" name="Encre 1050374"/>
              <p14:cNvContentPartPr/>
              <p14:nvPr/>
            </p14:nvContentPartPr>
            <p14:xfrm>
              <a:off x="2406430" y="4576574"/>
              <a:ext cx="100501" cy="360618"/>
            </p14:xfrm>
          </p:contentPart>
        </mc:Choice>
        <mc:Fallback xmlns="">
          <p:sp>
            <p:nvSpPr>
              <p:cNvPr id="1050375" name=""/>
              <p:cNvSpPr/>
              <p:nvPr/>
            </p:nvSpPr>
            <p:spPr>
              <a:xfrm>
                <a:off x="2406430" y="4576574"/>
                <a:ext cx="100501" cy="360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376" name="Encre 1050375"/>
              <p14:cNvContentPartPr/>
              <p14:nvPr/>
            </p14:nvContentPartPr>
            <p14:xfrm>
              <a:off x="2707869" y="4283862"/>
              <a:ext cx="78477" cy="247130"/>
            </p14:xfrm>
          </p:contentPart>
        </mc:Choice>
        <mc:Fallback xmlns="">
          <p:sp>
            <p:nvSpPr>
              <p:cNvPr id="1050376" name=""/>
              <p:cNvSpPr/>
              <p:nvPr/>
            </p:nvSpPr>
            <p:spPr>
              <a:xfrm>
                <a:off x="2707869" y="4283862"/>
                <a:ext cx="78477" cy="247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377" name="Encre 1050376"/>
              <p14:cNvContentPartPr/>
              <p14:nvPr/>
            </p14:nvContentPartPr>
            <p14:xfrm>
              <a:off x="2863511" y="4363534"/>
              <a:ext cx="3479" cy="159817"/>
            </p14:xfrm>
          </p:contentPart>
        </mc:Choice>
        <mc:Fallback xmlns="">
          <p:sp>
            <p:nvSpPr>
              <p:cNvPr id="1050377" name=""/>
              <p:cNvSpPr/>
              <p:nvPr/>
            </p:nvSpPr>
            <p:spPr>
              <a:xfrm>
                <a:off x="2863511" y="4363534"/>
                <a:ext cx="3479" cy="159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378" name="Encre 1050377"/>
              <p14:cNvContentPartPr/>
              <p14:nvPr/>
            </p14:nvContentPartPr>
            <p14:xfrm>
              <a:off x="2980446" y="4369694"/>
              <a:ext cx="125892" cy="154169"/>
            </p14:xfrm>
          </p:contentPart>
        </mc:Choice>
        <mc:Fallback xmlns="">
          <p:sp>
            <p:nvSpPr>
              <p:cNvPr id="1050378" name=""/>
              <p:cNvSpPr/>
              <p:nvPr/>
            </p:nvSpPr>
            <p:spPr>
              <a:xfrm>
                <a:off x="2980446" y="4369694"/>
                <a:ext cx="125892" cy="154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379" name="Encre 1050378"/>
              <p14:cNvContentPartPr/>
              <p14:nvPr/>
            </p14:nvContentPartPr>
            <p14:xfrm>
              <a:off x="2901603" y="4182100"/>
              <a:ext cx="12258" cy="69241"/>
            </p14:xfrm>
          </p:contentPart>
        </mc:Choice>
        <mc:Fallback xmlns="">
          <p:sp>
            <p:nvSpPr>
              <p:cNvPr id="1050379" name=""/>
              <p:cNvSpPr/>
              <p:nvPr/>
            </p:nvSpPr>
            <p:spPr>
              <a:xfrm>
                <a:off x="2901603" y="4182100"/>
                <a:ext cx="12258" cy="692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380" name="Encre 1050379"/>
              <p14:cNvContentPartPr/>
              <p14:nvPr/>
            </p14:nvContentPartPr>
            <p14:xfrm>
              <a:off x="3146791" y="4238101"/>
              <a:ext cx="181362" cy="279470"/>
            </p14:xfrm>
          </p:contentPart>
        </mc:Choice>
        <mc:Fallback xmlns="">
          <p:sp>
            <p:nvSpPr>
              <p:cNvPr id="1050380" name=""/>
              <p:cNvSpPr/>
              <p:nvPr/>
            </p:nvSpPr>
            <p:spPr>
              <a:xfrm>
                <a:off x="3146791" y="4238101"/>
                <a:ext cx="181362" cy="2794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381" name="Encre 1050380"/>
              <p14:cNvContentPartPr/>
              <p14:nvPr/>
            </p14:nvContentPartPr>
            <p14:xfrm>
              <a:off x="3472036" y="4360088"/>
              <a:ext cx="164143" cy="3446"/>
            </p14:xfrm>
          </p:contentPart>
        </mc:Choice>
        <mc:Fallback xmlns="">
          <p:sp>
            <p:nvSpPr>
              <p:cNvPr id="1050381" name=""/>
              <p:cNvSpPr/>
              <p:nvPr/>
            </p:nvSpPr>
            <p:spPr>
              <a:xfrm>
                <a:off x="3472036" y="4360088"/>
                <a:ext cx="164143" cy="3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382" name="Encre 1050381"/>
              <p14:cNvContentPartPr/>
              <p14:nvPr/>
            </p14:nvContentPartPr>
            <p14:xfrm>
              <a:off x="3489685" y="4450404"/>
              <a:ext cx="161054" cy="14643"/>
            </p14:xfrm>
          </p:contentPart>
        </mc:Choice>
        <mc:Fallback xmlns="">
          <p:sp>
            <p:nvSpPr>
              <p:cNvPr id="1050382" name=""/>
              <p:cNvSpPr/>
              <p:nvPr/>
            </p:nvSpPr>
            <p:spPr>
              <a:xfrm>
                <a:off x="3489685" y="4450404"/>
                <a:ext cx="161054" cy="1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383" name="Encre 1050382"/>
              <p14:cNvContentPartPr/>
              <p14:nvPr/>
            </p14:nvContentPartPr>
            <p14:xfrm>
              <a:off x="3768745" y="4283929"/>
              <a:ext cx="182442" cy="221888"/>
            </p14:xfrm>
          </p:contentPart>
        </mc:Choice>
        <mc:Fallback xmlns="">
          <p:sp>
            <p:nvSpPr>
              <p:cNvPr id="1050383" name=""/>
              <p:cNvSpPr/>
              <p:nvPr/>
            </p:nvSpPr>
            <p:spPr>
              <a:xfrm>
                <a:off x="3768745" y="4283929"/>
                <a:ext cx="182442" cy="221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384" name="Encre 1050383"/>
              <p14:cNvContentPartPr/>
              <p14:nvPr/>
            </p14:nvContentPartPr>
            <p14:xfrm>
              <a:off x="1209781" y="3966085"/>
              <a:ext cx="2965612" cy="1041933"/>
            </p14:xfrm>
          </p:contentPart>
        </mc:Choice>
        <mc:Fallback xmlns="">
          <p:sp>
            <p:nvSpPr>
              <p:cNvPr id="1050384" name=""/>
              <p:cNvSpPr/>
              <p:nvPr/>
            </p:nvSpPr>
            <p:spPr>
              <a:xfrm>
                <a:off x="1209781" y="3966085"/>
                <a:ext cx="2965612" cy="1041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385" name="Encre 1050384"/>
              <p14:cNvContentPartPr/>
              <p14:nvPr/>
            </p14:nvContentPartPr>
            <p14:xfrm>
              <a:off x="632627" y="5203550"/>
              <a:ext cx="688118" cy="577299"/>
            </p14:xfrm>
          </p:contentPart>
        </mc:Choice>
        <mc:Fallback xmlns="">
          <p:sp>
            <p:nvSpPr>
              <p:cNvPr id="1050385" name=""/>
              <p:cNvSpPr/>
              <p:nvPr/>
            </p:nvSpPr>
            <p:spPr>
              <a:xfrm>
                <a:off x="632627" y="5203550"/>
                <a:ext cx="688118" cy="5772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386" name="Encre 1050385"/>
              <p14:cNvContentPartPr/>
              <p14:nvPr/>
            </p14:nvContentPartPr>
            <p14:xfrm>
              <a:off x="1183300" y="5406471"/>
              <a:ext cx="121783" cy="0"/>
            </p14:xfrm>
          </p:contentPart>
        </mc:Choice>
        <mc:Fallback xmlns="">
          <p:sp>
            <p:nvSpPr>
              <p:cNvPr id="1050386" name=""/>
              <p:cNvSpPr/>
              <p:nvPr/>
            </p:nvSpPr>
            <p:spPr>
              <a:xfrm>
                <a:off x="1183300" y="5406471"/>
                <a:ext cx="121783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387" name="Encre 1050386"/>
              <p14:cNvContentPartPr/>
              <p14:nvPr/>
            </p14:nvContentPartPr>
            <p14:xfrm>
              <a:off x="1111818" y="5203939"/>
              <a:ext cx="7060" cy="79672"/>
            </p14:xfrm>
          </p:contentPart>
        </mc:Choice>
        <mc:Fallback xmlns="">
          <p:sp>
            <p:nvSpPr>
              <p:cNvPr id="1050387" name=""/>
              <p:cNvSpPr/>
              <p:nvPr/>
            </p:nvSpPr>
            <p:spPr>
              <a:xfrm>
                <a:off x="1111818" y="5203939"/>
                <a:ext cx="706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388" name="Encre 1050387"/>
              <p14:cNvContentPartPr/>
              <p14:nvPr/>
            </p14:nvContentPartPr>
            <p14:xfrm>
              <a:off x="918553" y="5304957"/>
              <a:ext cx="176211" cy="17780"/>
            </p14:xfrm>
          </p:contentPart>
        </mc:Choice>
        <mc:Fallback xmlns="">
          <p:sp>
            <p:nvSpPr>
              <p:cNvPr id="1050388" name=""/>
              <p:cNvSpPr/>
              <p:nvPr/>
            </p:nvSpPr>
            <p:spPr>
              <a:xfrm>
                <a:off x="918553" y="5304957"/>
                <a:ext cx="176211" cy="17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389" name="Encre 1050388"/>
              <p14:cNvContentPartPr/>
              <p14:nvPr/>
            </p14:nvContentPartPr>
            <p14:xfrm>
              <a:off x="1526588" y="5323849"/>
              <a:ext cx="1728350" cy="380735"/>
            </p14:xfrm>
          </p:contentPart>
        </mc:Choice>
        <mc:Fallback xmlns="">
          <p:sp>
            <p:nvSpPr>
              <p:cNvPr id="1050389" name=""/>
              <p:cNvSpPr/>
              <p:nvPr/>
            </p:nvSpPr>
            <p:spPr>
              <a:xfrm>
                <a:off x="1526588" y="5323849"/>
                <a:ext cx="1728350" cy="380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390" name="Encre 1050389"/>
              <p14:cNvContentPartPr/>
              <p14:nvPr/>
            </p14:nvContentPartPr>
            <p14:xfrm>
              <a:off x="3678693" y="5413917"/>
              <a:ext cx="98442" cy="323670"/>
            </p14:xfrm>
          </p:contentPart>
        </mc:Choice>
        <mc:Fallback xmlns="">
          <p:sp>
            <p:nvSpPr>
              <p:cNvPr id="1050390" name=""/>
              <p:cNvSpPr/>
              <p:nvPr/>
            </p:nvSpPr>
            <p:spPr>
              <a:xfrm>
                <a:off x="3678693" y="5413917"/>
                <a:ext cx="98442" cy="323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391" name="Encre 1050390"/>
              <p14:cNvContentPartPr/>
              <p14:nvPr/>
            </p14:nvContentPartPr>
            <p14:xfrm>
              <a:off x="3829444" y="5515431"/>
              <a:ext cx="13130" cy="183767"/>
            </p14:xfrm>
          </p:contentPart>
        </mc:Choice>
        <mc:Fallback xmlns="">
          <p:sp>
            <p:nvSpPr>
              <p:cNvPr id="1050391" name=""/>
              <p:cNvSpPr/>
              <p:nvPr/>
            </p:nvSpPr>
            <p:spPr>
              <a:xfrm>
                <a:off x="3829444" y="5515431"/>
                <a:ext cx="13130" cy="183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392" name="Encre 1050391"/>
              <p14:cNvContentPartPr/>
              <p14:nvPr/>
            </p14:nvContentPartPr>
            <p14:xfrm>
              <a:off x="3858846" y="5334245"/>
              <a:ext cx="6338" cy="31160"/>
            </p14:xfrm>
          </p:contentPart>
        </mc:Choice>
        <mc:Fallback xmlns="">
          <p:sp>
            <p:nvSpPr>
              <p:cNvPr id="1050392" name=""/>
              <p:cNvSpPr/>
              <p:nvPr/>
            </p:nvSpPr>
            <p:spPr>
              <a:xfrm>
                <a:off x="3858846" y="5334245"/>
                <a:ext cx="6338" cy="31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393" name="Encre 1050392"/>
              <p14:cNvContentPartPr/>
              <p14:nvPr/>
            </p14:nvContentPartPr>
            <p14:xfrm>
              <a:off x="3250090" y="5551171"/>
              <a:ext cx="108668" cy="159479"/>
            </p14:xfrm>
          </p:contentPart>
        </mc:Choice>
        <mc:Fallback xmlns="">
          <p:sp>
            <p:nvSpPr>
              <p:cNvPr id="1050393" name=""/>
              <p:cNvSpPr/>
              <p:nvPr/>
            </p:nvSpPr>
            <p:spPr>
              <a:xfrm>
                <a:off x="3250090" y="5551171"/>
                <a:ext cx="108668" cy="159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394" name="Encre 1050393"/>
              <p14:cNvContentPartPr/>
              <p14:nvPr/>
            </p14:nvContentPartPr>
            <p14:xfrm>
              <a:off x="3930517" y="5486628"/>
              <a:ext cx="99980" cy="166057"/>
            </p14:xfrm>
          </p:contentPart>
        </mc:Choice>
        <mc:Fallback xmlns="">
          <p:sp>
            <p:nvSpPr>
              <p:cNvPr id="1050394" name=""/>
              <p:cNvSpPr/>
              <p:nvPr/>
            </p:nvSpPr>
            <p:spPr>
              <a:xfrm>
                <a:off x="3930517" y="5486628"/>
                <a:ext cx="99980" cy="166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395" name="Encre 1050394"/>
              <p14:cNvContentPartPr/>
              <p14:nvPr/>
            </p14:nvContentPartPr>
            <p14:xfrm>
              <a:off x="4105435" y="5383342"/>
              <a:ext cx="140332" cy="322376"/>
            </p14:xfrm>
          </p:contentPart>
        </mc:Choice>
        <mc:Fallback xmlns="">
          <p:sp>
            <p:nvSpPr>
              <p:cNvPr id="1050395" name=""/>
              <p:cNvSpPr/>
              <p:nvPr/>
            </p:nvSpPr>
            <p:spPr>
              <a:xfrm>
                <a:off x="4105435" y="5383342"/>
                <a:ext cx="140332" cy="322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396" name="Encre 1050395"/>
              <p14:cNvContentPartPr/>
              <p14:nvPr/>
            </p14:nvContentPartPr>
            <p14:xfrm>
              <a:off x="4358496" y="5545966"/>
              <a:ext cx="208665" cy="113917"/>
            </p14:xfrm>
          </p:contentPart>
        </mc:Choice>
        <mc:Fallback xmlns="">
          <p:sp>
            <p:nvSpPr>
              <p:cNvPr id="1050396" name=""/>
              <p:cNvSpPr/>
              <p:nvPr/>
            </p:nvSpPr>
            <p:spPr>
              <a:xfrm>
                <a:off x="4358496" y="5545966"/>
                <a:ext cx="208665" cy="113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397" name="Encre 1050396"/>
              <p14:cNvContentPartPr/>
              <p14:nvPr/>
            </p14:nvContentPartPr>
            <p14:xfrm>
              <a:off x="4675587" y="5379090"/>
              <a:ext cx="149267" cy="316210"/>
            </p14:xfrm>
          </p:contentPart>
        </mc:Choice>
        <mc:Fallback xmlns="">
          <p:sp>
            <p:nvSpPr>
              <p:cNvPr id="1050397" name=""/>
              <p:cNvSpPr/>
              <p:nvPr/>
            </p:nvSpPr>
            <p:spPr>
              <a:xfrm>
                <a:off x="4675587" y="5379090"/>
                <a:ext cx="149267" cy="316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398" name="Encre 1050397"/>
              <p14:cNvContentPartPr/>
              <p14:nvPr/>
            </p14:nvContentPartPr>
            <p14:xfrm>
              <a:off x="4666044" y="4124269"/>
              <a:ext cx="416132" cy="1561370"/>
            </p14:xfrm>
          </p:contentPart>
        </mc:Choice>
        <mc:Fallback xmlns="">
          <p:sp>
            <p:nvSpPr>
              <p:cNvPr id="1050398" name=""/>
              <p:cNvSpPr/>
              <p:nvPr/>
            </p:nvSpPr>
            <p:spPr>
              <a:xfrm>
                <a:off x="4666044" y="4124269"/>
                <a:ext cx="416132" cy="1561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399" name="Encre 1050398"/>
              <p14:cNvContentPartPr/>
              <p14:nvPr/>
            </p14:nvContentPartPr>
            <p14:xfrm>
              <a:off x="5116996" y="4859686"/>
              <a:ext cx="189294" cy="10673"/>
            </p14:xfrm>
          </p:contentPart>
        </mc:Choice>
        <mc:Fallback xmlns="">
          <p:sp>
            <p:nvSpPr>
              <p:cNvPr id="1050399" name=""/>
              <p:cNvSpPr/>
              <p:nvPr/>
            </p:nvSpPr>
            <p:spPr>
              <a:xfrm>
                <a:off x="5116996" y="4859686"/>
                <a:ext cx="189294" cy="106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400" name="Encre 1050399"/>
              <p14:cNvContentPartPr/>
              <p14:nvPr/>
            </p14:nvContentPartPr>
            <p14:xfrm>
              <a:off x="5131116" y="4911132"/>
              <a:ext cx="187687" cy="24751"/>
            </p14:xfrm>
          </p:contentPart>
        </mc:Choice>
        <mc:Fallback xmlns="">
          <p:sp>
            <p:nvSpPr>
              <p:cNvPr id="1050400" name=""/>
              <p:cNvSpPr/>
              <p:nvPr/>
            </p:nvSpPr>
            <p:spPr>
              <a:xfrm>
                <a:off x="5131116" y="4911132"/>
                <a:ext cx="187687" cy="24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0401" name="Encre 1050400"/>
              <p14:cNvContentPartPr/>
              <p14:nvPr/>
            </p14:nvContentPartPr>
            <p14:xfrm>
              <a:off x="5267019" y="4776539"/>
              <a:ext cx="114184" cy="230467"/>
            </p14:xfrm>
          </p:contentPart>
        </mc:Choice>
        <mc:Fallback xmlns="">
          <p:sp>
            <p:nvSpPr>
              <p:cNvPr id="1050401" name=""/>
              <p:cNvSpPr/>
              <p:nvPr/>
            </p:nvSpPr>
            <p:spPr>
              <a:xfrm>
                <a:off x="5267019" y="4776539"/>
                <a:ext cx="114184" cy="2304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0402" name="Encre 1050401"/>
              <p14:cNvContentPartPr/>
              <p14:nvPr/>
            </p14:nvContentPartPr>
            <p14:xfrm>
              <a:off x="5619509" y="4710429"/>
              <a:ext cx="191091" cy="315826"/>
            </p14:xfrm>
          </p:contentPart>
        </mc:Choice>
        <mc:Fallback xmlns="">
          <p:sp>
            <p:nvSpPr>
              <p:cNvPr id="1050402" name=""/>
              <p:cNvSpPr/>
              <p:nvPr/>
            </p:nvSpPr>
            <p:spPr>
              <a:xfrm>
                <a:off x="5619509" y="4710429"/>
                <a:ext cx="191091" cy="315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0403" name="Encre 1050402"/>
              <p14:cNvContentPartPr/>
              <p14:nvPr/>
            </p14:nvContentPartPr>
            <p14:xfrm>
              <a:off x="5703410" y="4529828"/>
              <a:ext cx="11897" cy="102267"/>
            </p14:xfrm>
          </p:contentPart>
        </mc:Choice>
        <mc:Fallback xmlns="">
          <p:sp>
            <p:nvSpPr>
              <p:cNvPr id="1050403" name=""/>
              <p:cNvSpPr/>
              <p:nvPr/>
            </p:nvSpPr>
            <p:spPr>
              <a:xfrm>
                <a:off x="5703410" y="4529828"/>
                <a:ext cx="11897" cy="102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0404" name="Encre 1050403"/>
              <p14:cNvContentPartPr/>
              <p14:nvPr/>
            </p14:nvContentPartPr>
            <p14:xfrm>
              <a:off x="5785481" y="4522630"/>
              <a:ext cx="3530" cy="83147"/>
            </p14:xfrm>
          </p:contentPart>
        </mc:Choice>
        <mc:Fallback xmlns="">
          <p:sp>
            <p:nvSpPr>
              <p:cNvPr id="1050404" name=""/>
              <p:cNvSpPr/>
              <p:nvPr/>
            </p:nvSpPr>
            <p:spPr>
              <a:xfrm>
                <a:off x="5785481" y="4522630"/>
                <a:ext cx="3530" cy="83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0405" name="Encre 1050404"/>
              <p14:cNvContentPartPr/>
              <p14:nvPr/>
            </p14:nvContentPartPr>
            <p14:xfrm>
              <a:off x="5967715" y="4943081"/>
              <a:ext cx="174098" cy="5346"/>
            </p14:xfrm>
          </p:contentPart>
        </mc:Choice>
        <mc:Fallback xmlns="">
          <p:sp>
            <p:nvSpPr>
              <p:cNvPr id="1050405" name=""/>
              <p:cNvSpPr/>
              <p:nvPr/>
            </p:nvSpPr>
            <p:spPr>
              <a:xfrm>
                <a:off x="5967715" y="4943081"/>
                <a:ext cx="174098" cy="5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0406" name="Encre 1050405"/>
              <p14:cNvContentPartPr/>
              <p14:nvPr/>
            </p14:nvContentPartPr>
            <p14:xfrm>
              <a:off x="6039197" y="4863409"/>
              <a:ext cx="34457" cy="197695"/>
            </p14:xfrm>
          </p:contentPart>
        </mc:Choice>
        <mc:Fallback xmlns="">
          <p:sp>
            <p:nvSpPr>
              <p:cNvPr id="1050406" name=""/>
              <p:cNvSpPr/>
              <p:nvPr/>
            </p:nvSpPr>
            <p:spPr>
              <a:xfrm>
                <a:off x="6039197" y="4863409"/>
                <a:ext cx="34457" cy="197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0407" name="Encre 1050406"/>
              <p14:cNvContentPartPr/>
              <p14:nvPr/>
            </p14:nvContentPartPr>
            <p14:xfrm>
              <a:off x="6247986" y="4581289"/>
              <a:ext cx="135953" cy="305403"/>
            </p14:xfrm>
          </p:contentPart>
        </mc:Choice>
        <mc:Fallback xmlns="">
          <p:sp>
            <p:nvSpPr>
              <p:cNvPr id="1050407" name=""/>
              <p:cNvSpPr/>
              <p:nvPr/>
            </p:nvSpPr>
            <p:spPr>
              <a:xfrm>
                <a:off x="6247986" y="4581289"/>
                <a:ext cx="135953" cy="3054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0408" name="Encre 1050407"/>
              <p14:cNvContentPartPr/>
              <p14:nvPr/>
            </p14:nvContentPartPr>
            <p14:xfrm>
              <a:off x="6263817" y="4966814"/>
              <a:ext cx="151761" cy="3569"/>
            </p14:xfrm>
          </p:contentPart>
        </mc:Choice>
        <mc:Fallback xmlns="">
          <p:sp>
            <p:nvSpPr>
              <p:cNvPr id="1050408" name=""/>
              <p:cNvSpPr/>
              <p:nvPr/>
            </p:nvSpPr>
            <p:spPr>
              <a:xfrm>
                <a:off x="6263817" y="4966814"/>
                <a:ext cx="151761" cy="3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0409" name="Encre 1050408"/>
              <p14:cNvContentPartPr/>
              <p14:nvPr/>
            </p14:nvContentPartPr>
            <p14:xfrm>
              <a:off x="6296884" y="5066468"/>
              <a:ext cx="175557" cy="374526"/>
            </p14:xfrm>
          </p:contentPart>
        </mc:Choice>
        <mc:Fallback xmlns="">
          <p:sp>
            <p:nvSpPr>
              <p:cNvPr id="1050409" name=""/>
              <p:cNvSpPr/>
              <p:nvPr/>
            </p:nvSpPr>
            <p:spPr>
              <a:xfrm>
                <a:off x="6296884" y="5066468"/>
                <a:ext cx="175557" cy="3745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0410" name="Encre 1050409"/>
              <p14:cNvContentPartPr/>
              <p14:nvPr/>
            </p14:nvContentPartPr>
            <p14:xfrm>
              <a:off x="6575505" y="4800135"/>
              <a:ext cx="130234" cy="231536"/>
            </p14:xfrm>
          </p:contentPart>
        </mc:Choice>
        <mc:Fallback xmlns="">
          <p:sp>
            <p:nvSpPr>
              <p:cNvPr id="1050410" name=""/>
              <p:cNvSpPr/>
              <p:nvPr/>
            </p:nvSpPr>
            <p:spPr>
              <a:xfrm>
                <a:off x="6575505" y="4800135"/>
                <a:ext cx="130234" cy="2315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0411" name="Encre 1050410"/>
              <p14:cNvContentPartPr/>
              <p14:nvPr/>
            </p14:nvContentPartPr>
            <p14:xfrm>
              <a:off x="6754455" y="4877556"/>
              <a:ext cx="16381" cy="134288"/>
            </p14:xfrm>
          </p:contentPart>
        </mc:Choice>
        <mc:Fallback xmlns="">
          <p:sp>
            <p:nvSpPr>
              <p:cNvPr id="1050411" name=""/>
              <p:cNvSpPr/>
              <p:nvPr/>
            </p:nvSpPr>
            <p:spPr>
              <a:xfrm>
                <a:off x="6754455" y="4877556"/>
                <a:ext cx="16381" cy="134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0412" name="Encre 1050411"/>
              <p14:cNvContentPartPr/>
              <p14:nvPr/>
            </p14:nvContentPartPr>
            <p14:xfrm>
              <a:off x="6561742" y="4764255"/>
              <a:ext cx="239267" cy="317899"/>
            </p14:xfrm>
          </p:contentPart>
        </mc:Choice>
        <mc:Fallback xmlns="">
          <p:sp>
            <p:nvSpPr>
              <p:cNvPr id="1050412" name=""/>
              <p:cNvSpPr/>
              <p:nvPr/>
            </p:nvSpPr>
            <p:spPr>
              <a:xfrm>
                <a:off x="6561742" y="4764255"/>
                <a:ext cx="239267" cy="317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0413" name="Encre 1050412"/>
              <p14:cNvContentPartPr/>
              <p14:nvPr/>
            </p14:nvContentPartPr>
            <p14:xfrm>
              <a:off x="6559778" y="4776539"/>
              <a:ext cx="285761" cy="291131"/>
            </p14:xfrm>
          </p:contentPart>
        </mc:Choice>
        <mc:Fallback xmlns="">
          <p:sp>
            <p:nvSpPr>
              <p:cNvPr id="1050413" name=""/>
              <p:cNvSpPr/>
              <p:nvPr/>
            </p:nvSpPr>
            <p:spPr>
              <a:xfrm>
                <a:off x="6559778" y="4776539"/>
                <a:ext cx="285761" cy="291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0414" name="Encre 1050413"/>
              <p14:cNvContentPartPr/>
              <p14:nvPr/>
            </p14:nvContentPartPr>
            <p14:xfrm>
              <a:off x="6933159" y="4928189"/>
              <a:ext cx="114968" cy="16949"/>
            </p14:xfrm>
          </p:contentPart>
        </mc:Choice>
        <mc:Fallback xmlns="">
          <p:sp>
            <p:nvSpPr>
              <p:cNvPr id="1050414" name=""/>
              <p:cNvSpPr/>
              <p:nvPr/>
            </p:nvSpPr>
            <p:spPr>
              <a:xfrm>
                <a:off x="6933159" y="4928189"/>
                <a:ext cx="114968" cy="1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0415" name="Encre 1050414"/>
              <p14:cNvContentPartPr/>
              <p14:nvPr/>
            </p14:nvContentPartPr>
            <p14:xfrm>
              <a:off x="6926099" y="5007307"/>
              <a:ext cx="163559" cy="15820"/>
            </p14:xfrm>
          </p:contentPart>
        </mc:Choice>
        <mc:Fallback xmlns="">
          <p:sp>
            <p:nvSpPr>
              <p:cNvPr id="1050415" name=""/>
              <p:cNvSpPr/>
              <p:nvPr/>
            </p:nvSpPr>
            <p:spPr>
              <a:xfrm>
                <a:off x="6926099" y="5007307"/>
                <a:ext cx="163559" cy="15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0416" name="Encre 1050415"/>
              <p14:cNvContentPartPr/>
              <p14:nvPr/>
            </p14:nvContentPartPr>
            <p14:xfrm>
              <a:off x="7152141" y="4871568"/>
              <a:ext cx="163428" cy="213908"/>
            </p14:xfrm>
          </p:contentPart>
        </mc:Choice>
        <mc:Fallback xmlns="">
          <p:sp>
            <p:nvSpPr>
              <p:cNvPr id="1050416" name=""/>
              <p:cNvSpPr/>
              <p:nvPr/>
            </p:nvSpPr>
            <p:spPr>
              <a:xfrm>
                <a:off x="7152141" y="4871568"/>
                <a:ext cx="163428" cy="213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0417" name="Encre 1050416"/>
              <p14:cNvContentPartPr/>
              <p14:nvPr/>
            </p14:nvContentPartPr>
            <p14:xfrm>
              <a:off x="5421947" y="4416007"/>
              <a:ext cx="1976766" cy="1076055"/>
            </p14:xfrm>
          </p:contentPart>
        </mc:Choice>
        <mc:Fallback xmlns="">
          <p:sp>
            <p:nvSpPr>
              <p:cNvPr id="1050417" name=""/>
              <p:cNvSpPr/>
              <p:nvPr/>
            </p:nvSpPr>
            <p:spPr>
              <a:xfrm>
                <a:off x="5421947" y="4416007"/>
                <a:ext cx="1976766" cy="1076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0418" name="Encre 1050417"/>
              <p14:cNvContentPartPr/>
              <p14:nvPr/>
            </p14:nvContentPartPr>
            <p14:xfrm>
              <a:off x="7969987" y="4195464"/>
              <a:ext cx="240970" cy="353466"/>
            </p14:xfrm>
          </p:contentPart>
        </mc:Choice>
        <mc:Fallback xmlns="">
          <p:sp>
            <p:nvSpPr>
              <p:cNvPr id="1050418" name=""/>
              <p:cNvSpPr/>
              <p:nvPr/>
            </p:nvSpPr>
            <p:spPr>
              <a:xfrm>
                <a:off x="7969987" y="4195464"/>
                <a:ext cx="240970" cy="353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0419" name="Encre 1050418"/>
              <p14:cNvContentPartPr/>
              <p14:nvPr/>
            </p14:nvContentPartPr>
            <p14:xfrm>
              <a:off x="8296932" y="4263757"/>
              <a:ext cx="57033" cy="300367"/>
            </p14:xfrm>
          </p:contentPart>
        </mc:Choice>
        <mc:Fallback xmlns="">
          <p:sp>
            <p:nvSpPr>
              <p:cNvPr id="1050419" name=""/>
              <p:cNvSpPr/>
              <p:nvPr/>
            </p:nvSpPr>
            <p:spPr>
              <a:xfrm>
                <a:off x="8296932" y="4263757"/>
                <a:ext cx="57033" cy="3003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0420" name="Encre 1050419"/>
              <p14:cNvContentPartPr/>
              <p14:nvPr/>
            </p14:nvContentPartPr>
            <p14:xfrm>
              <a:off x="8422359" y="4305703"/>
              <a:ext cx="206062" cy="182244"/>
            </p14:xfrm>
          </p:contentPart>
        </mc:Choice>
        <mc:Fallback xmlns="">
          <p:sp>
            <p:nvSpPr>
              <p:cNvPr id="1050420" name=""/>
              <p:cNvSpPr/>
              <p:nvPr/>
            </p:nvSpPr>
            <p:spPr>
              <a:xfrm>
                <a:off x="8422359" y="4305703"/>
                <a:ext cx="206062" cy="182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0421" name="Encre 1050420"/>
              <p14:cNvContentPartPr/>
              <p14:nvPr/>
            </p14:nvContentPartPr>
            <p14:xfrm>
              <a:off x="8565888" y="4160754"/>
              <a:ext cx="26792" cy="68735"/>
            </p14:xfrm>
          </p:contentPart>
        </mc:Choice>
        <mc:Fallback xmlns="">
          <p:sp>
            <p:nvSpPr>
              <p:cNvPr id="1050421" name=""/>
              <p:cNvSpPr/>
              <p:nvPr/>
            </p:nvSpPr>
            <p:spPr>
              <a:xfrm>
                <a:off x="8565888" y="4160754"/>
                <a:ext cx="26792" cy="68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0422" name="Encre 1050421"/>
              <p14:cNvContentPartPr/>
              <p14:nvPr/>
            </p14:nvContentPartPr>
            <p14:xfrm>
              <a:off x="8734729" y="4015557"/>
              <a:ext cx="50775" cy="326502"/>
            </p14:xfrm>
          </p:contentPart>
        </mc:Choice>
        <mc:Fallback xmlns="">
          <p:sp>
            <p:nvSpPr>
              <p:cNvPr id="1050422" name=""/>
              <p:cNvSpPr/>
              <p:nvPr/>
            </p:nvSpPr>
            <p:spPr>
              <a:xfrm>
                <a:off x="8734729" y="4015557"/>
                <a:ext cx="50775" cy="326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0423" name="Encre 1050422"/>
              <p14:cNvContentPartPr/>
              <p14:nvPr/>
            </p14:nvContentPartPr>
            <p14:xfrm>
              <a:off x="8825478" y="4029953"/>
              <a:ext cx="31507" cy="367570"/>
            </p14:xfrm>
          </p:contentPart>
        </mc:Choice>
        <mc:Fallback xmlns="">
          <p:sp>
            <p:nvSpPr>
              <p:cNvPr id="1050423" name=""/>
              <p:cNvSpPr/>
              <p:nvPr/>
            </p:nvSpPr>
            <p:spPr>
              <a:xfrm>
                <a:off x="8825478" y="4029953"/>
                <a:ext cx="31507" cy="367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0424" name="Encre 1050423"/>
              <p14:cNvContentPartPr/>
              <p14:nvPr/>
            </p14:nvContentPartPr>
            <p14:xfrm>
              <a:off x="8886670" y="4224180"/>
              <a:ext cx="262532" cy="198073"/>
            </p14:xfrm>
          </p:contentPart>
        </mc:Choice>
        <mc:Fallback xmlns="">
          <p:sp>
            <p:nvSpPr>
              <p:cNvPr id="1050424" name=""/>
              <p:cNvSpPr/>
              <p:nvPr/>
            </p:nvSpPr>
            <p:spPr>
              <a:xfrm>
                <a:off x="8886670" y="4224180"/>
                <a:ext cx="262532" cy="198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0425" name="Encre 1050424"/>
              <p14:cNvContentPartPr/>
              <p14:nvPr/>
            </p14:nvContentPartPr>
            <p14:xfrm>
              <a:off x="9133639" y="4008359"/>
              <a:ext cx="37954" cy="364194"/>
            </p14:xfrm>
          </p:contentPart>
        </mc:Choice>
        <mc:Fallback xmlns="">
          <p:sp>
            <p:nvSpPr>
              <p:cNvPr id="1050425" name=""/>
              <p:cNvSpPr/>
              <p:nvPr/>
            </p:nvSpPr>
            <p:spPr>
              <a:xfrm>
                <a:off x="9133639" y="4008359"/>
                <a:ext cx="37954" cy="364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0426" name="Encre 1050425"/>
              <p14:cNvContentPartPr/>
              <p14:nvPr/>
            </p14:nvContentPartPr>
            <p14:xfrm>
              <a:off x="9128792" y="4245767"/>
              <a:ext cx="700641" cy="170285"/>
            </p14:xfrm>
          </p:contentPart>
        </mc:Choice>
        <mc:Fallback xmlns="">
          <p:sp>
            <p:nvSpPr>
              <p:cNvPr id="1050426" name=""/>
              <p:cNvSpPr/>
              <p:nvPr/>
            </p:nvSpPr>
            <p:spPr>
              <a:xfrm>
                <a:off x="9128792" y="4245767"/>
                <a:ext cx="700641" cy="170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0427" name="Encre 1050426"/>
              <p14:cNvContentPartPr/>
              <p14:nvPr/>
            </p14:nvContentPartPr>
            <p14:xfrm>
              <a:off x="9304276" y="4124269"/>
              <a:ext cx="31901" cy="62535"/>
            </p14:xfrm>
          </p:contentPart>
        </mc:Choice>
        <mc:Fallback xmlns="">
          <p:sp>
            <p:nvSpPr>
              <p:cNvPr id="1050427" name=""/>
              <p:cNvSpPr/>
              <p:nvPr/>
            </p:nvSpPr>
            <p:spPr>
              <a:xfrm>
                <a:off x="9304276" y="4124269"/>
                <a:ext cx="31901" cy="62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0428" name="Encre 1050427"/>
              <p14:cNvContentPartPr/>
              <p14:nvPr/>
            </p14:nvContentPartPr>
            <p14:xfrm>
              <a:off x="10194130" y="4109625"/>
              <a:ext cx="71750" cy="272929"/>
            </p14:xfrm>
          </p:contentPart>
        </mc:Choice>
        <mc:Fallback xmlns="">
          <p:sp>
            <p:nvSpPr>
              <p:cNvPr id="1050428" name=""/>
              <p:cNvSpPr/>
              <p:nvPr/>
            </p:nvSpPr>
            <p:spPr>
              <a:xfrm>
                <a:off x="10194130" y="4109625"/>
                <a:ext cx="71750" cy="272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0429" name="Encre 1050428"/>
              <p14:cNvContentPartPr/>
              <p14:nvPr/>
            </p14:nvContentPartPr>
            <p14:xfrm>
              <a:off x="10343027" y="4240178"/>
              <a:ext cx="15955" cy="105081"/>
            </p14:xfrm>
          </p:contentPart>
        </mc:Choice>
        <mc:Fallback xmlns="">
          <p:sp>
            <p:nvSpPr>
              <p:cNvPr id="1050429" name=""/>
              <p:cNvSpPr/>
              <p:nvPr/>
            </p:nvSpPr>
            <p:spPr>
              <a:xfrm>
                <a:off x="10343027" y="4240178"/>
                <a:ext cx="15955" cy="1050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0430" name="Encre 1050429"/>
              <p14:cNvContentPartPr/>
              <p14:nvPr/>
            </p14:nvContentPartPr>
            <p14:xfrm>
              <a:off x="10494444" y="4193215"/>
              <a:ext cx="391788" cy="169181"/>
            </p14:xfrm>
          </p:contentPart>
        </mc:Choice>
        <mc:Fallback xmlns="">
          <p:sp>
            <p:nvSpPr>
              <p:cNvPr id="1050430" name=""/>
              <p:cNvSpPr/>
              <p:nvPr/>
            </p:nvSpPr>
            <p:spPr>
              <a:xfrm>
                <a:off x="10494444" y="4193215"/>
                <a:ext cx="391788" cy="169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0431" name="Encre 1050430"/>
              <p14:cNvContentPartPr/>
              <p14:nvPr/>
            </p14:nvContentPartPr>
            <p14:xfrm>
              <a:off x="10959795" y="4160754"/>
              <a:ext cx="418947" cy="247105"/>
            </p14:xfrm>
          </p:contentPart>
        </mc:Choice>
        <mc:Fallback xmlns="">
          <p:sp>
            <p:nvSpPr>
              <p:cNvPr id="1050431" name=""/>
              <p:cNvSpPr/>
              <p:nvPr/>
            </p:nvSpPr>
            <p:spPr>
              <a:xfrm>
                <a:off x="10959795" y="4160754"/>
                <a:ext cx="418947" cy="247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0432" name="Encre 1050431"/>
              <p14:cNvContentPartPr/>
              <p14:nvPr/>
            </p14:nvContentPartPr>
            <p14:xfrm>
              <a:off x="11210143" y="4124269"/>
              <a:ext cx="208747" cy="11912"/>
            </p14:xfrm>
          </p:contentPart>
        </mc:Choice>
        <mc:Fallback xmlns="">
          <p:sp>
            <p:nvSpPr>
              <p:cNvPr id="1050432" name=""/>
              <p:cNvSpPr/>
              <p:nvPr/>
            </p:nvSpPr>
            <p:spPr>
              <a:xfrm>
                <a:off x="11210143" y="4124269"/>
                <a:ext cx="208747" cy="119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0433" name="Encre 1050432"/>
              <p14:cNvContentPartPr/>
              <p14:nvPr/>
            </p14:nvContentPartPr>
            <p14:xfrm>
              <a:off x="11401678" y="4083147"/>
              <a:ext cx="202286" cy="306908"/>
            </p14:xfrm>
          </p:contentPart>
        </mc:Choice>
        <mc:Fallback xmlns="">
          <p:sp>
            <p:nvSpPr>
              <p:cNvPr id="1050433" name=""/>
              <p:cNvSpPr/>
              <p:nvPr/>
            </p:nvSpPr>
            <p:spPr>
              <a:xfrm>
                <a:off x="11401678" y="4083147"/>
                <a:ext cx="202286" cy="306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0434" name="Encre 1050433"/>
              <p14:cNvContentPartPr/>
              <p14:nvPr/>
            </p14:nvContentPartPr>
            <p14:xfrm>
              <a:off x="11633958" y="4018611"/>
              <a:ext cx="399391" cy="438742"/>
            </p14:xfrm>
          </p:contentPart>
        </mc:Choice>
        <mc:Fallback xmlns="">
          <p:sp>
            <p:nvSpPr>
              <p:cNvPr id="1050434" name=""/>
              <p:cNvSpPr/>
              <p:nvPr/>
            </p:nvSpPr>
            <p:spPr>
              <a:xfrm>
                <a:off x="11633958" y="4018611"/>
                <a:ext cx="399391" cy="438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0435" name="Encre 1050434"/>
              <p14:cNvContentPartPr/>
              <p14:nvPr/>
            </p14:nvContentPartPr>
            <p14:xfrm>
              <a:off x="10456704" y="4037399"/>
              <a:ext cx="45241" cy="67939"/>
            </p14:xfrm>
          </p:contentPart>
        </mc:Choice>
        <mc:Fallback xmlns="">
          <p:sp>
            <p:nvSpPr>
              <p:cNvPr id="1050435" name=""/>
              <p:cNvSpPr/>
              <p:nvPr/>
            </p:nvSpPr>
            <p:spPr>
              <a:xfrm>
                <a:off x="10456704" y="4037399"/>
                <a:ext cx="45241" cy="67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0436" name="Encre 1050435"/>
              <p14:cNvContentPartPr/>
              <p14:nvPr/>
            </p14:nvContentPartPr>
            <p14:xfrm>
              <a:off x="7959945" y="4716148"/>
              <a:ext cx="301819" cy="425234"/>
            </p14:xfrm>
          </p:contentPart>
        </mc:Choice>
        <mc:Fallback xmlns="">
          <p:sp>
            <p:nvSpPr>
              <p:cNvPr id="1050436" name=""/>
              <p:cNvSpPr/>
              <p:nvPr/>
            </p:nvSpPr>
            <p:spPr>
              <a:xfrm>
                <a:off x="7959945" y="4716148"/>
                <a:ext cx="301819" cy="4252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0437" name="Encre 1050436"/>
              <p14:cNvContentPartPr/>
              <p14:nvPr/>
            </p14:nvContentPartPr>
            <p14:xfrm>
              <a:off x="8406475" y="4825544"/>
              <a:ext cx="379423" cy="454834"/>
            </p14:xfrm>
          </p:contentPart>
        </mc:Choice>
        <mc:Fallback xmlns="">
          <p:sp>
            <p:nvSpPr>
              <p:cNvPr id="1050437" name=""/>
              <p:cNvSpPr/>
              <p:nvPr/>
            </p:nvSpPr>
            <p:spPr>
              <a:xfrm>
                <a:off x="8406475" y="4825544"/>
                <a:ext cx="379423" cy="454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0438" name="Encre 1050437"/>
              <p14:cNvContentPartPr/>
              <p14:nvPr/>
            </p14:nvContentPartPr>
            <p14:xfrm>
              <a:off x="8706962" y="4667827"/>
              <a:ext cx="49861" cy="93819"/>
            </p14:xfrm>
          </p:contentPart>
        </mc:Choice>
        <mc:Fallback xmlns="">
          <p:sp>
            <p:nvSpPr>
              <p:cNvPr id="1050438" name=""/>
              <p:cNvSpPr/>
              <p:nvPr/>
            </p:nvSpPr>
            <p:spPr>
              <a:xfrm>
                <a:off x="8706962" y="4667827"/>
                <a:ext cx="49861" cy="93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0439" name="Encre 1050438"/>
              <p14:cNvContentPartPr/>
              <p14:nvPr/>
            </p14:nvContentPartPr>
            <p14:xfrm>
              <a:off x="8835806" y="4809052"/>
              <a:ext cx="138805" cy="217417"/>
            </p14:xfrm>
          </p:contentPart>
        </mc:Choice>
        <mc:Fallback xmlns="">
          <p:sp>
            <p:nvSpPr>
              <p:cNvPr id="1050439" name=""/>
              <p:cNvSpPr/>
              <p:nvPr/>
            </p:nvSpPr>
            <p:spPr>
              <a:xfrm>
                <a:off x="8835806" y="4809052"/>
                <a:ext cx="138805" cy="217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0440" name="Encre 1050439"/>
              <p14:cNvContentPartPr/>
              <p14:nvPr/>
            </p14:nvContentPartPr>
            <p14:xfrm>
              <a:off x="8987715" y="4689172"/>
              <a:ext cx="12234" cy="69466"/>
            </p14:xfrm>
          </p:contentPart>
        </mc:Choice>
        <mc:Fallback xmlns="">
          <p:sp>
            <p:nvSpPr>
              <p:cNvPr id="1050440" name=""/>
              <p:cNvSpPr/>
              <p:nvPr/>
            </p:nvSpPr>
            <p:spPr>
              <a:xfrm>
                <a:off x="8987715" y="4689172"/>
                <a:ext cx="12234" cy="69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0441" name="Encre 1050440"/>
              <p14:cNvContentPartPr/>
              <p14:nvPr/>
            </p14:nvContentPartPr>
            <p14:xfrm>
              <a:off x="9057311" y="4900870"/>
              <a:ext cx="74210" cy="79068"/>
            </p14:xfrm>
          </p:contentPart>
        </mc:Choice>
        <mc:Fallback xmlns="">
          <p:sp>
            <p:nvSpPr>
              <p:cNvPr id="1050441" name=""/>
              <p:cNvSpPr/>
              <p:nvPr/>
            </p:nvSpPr>
            <p:spPr>
              <a:xfrm>
                <a:off x="9057311" y="4900870"/>
                <a:ext cx="74210" cy="79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0442" name="Encre 1050441"/>
              <p14:cNvContentPartPr/>
              <p14:nvPr/>
            </p14:nvContentPartPr>
            <p14:xfrm>
              <a:off x="9210090" y="4645980"/>
              <a:ext cx="294739" cy="315271"/>
            </p14:xfrm>
          </p:contentPart>
        </mc:Choice>
        <mc:Fallback xmlns="">
          <p:sp>
            <p:nvSpPr>
              <p:cNvPr id="1050442" name=""/>
              <p:cNvSpPr/>
              <p:nvPr/>
            </p:nvSpPr>
            <p:spPr>
              <a:xfrm>
                <a:off x="9210090" y="4645980"/>
                <a:ext cx="294739" cy="315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0443" name="Encre 1050442"/>
              <p14:cNvContentPartPr/>
              <p14:nvPr/>
            </p14:nvContentPartPr>
            <p14:xfrm>
              <a:off x="9405276" y="4760028"/>
              <a:ext cx="206545" cy="221039"/>
            </p14:xfrm>
          </p:contentPart>
        </mc:Choice>
        <mc:Fallback xmlns="">
          <p:sp>
            <p:nvSpPr>
              <p:cNvPr id="1050443" name=""/>
              <p:cNvSpPr/>
              <p:nvPr/>
            </p:nvSpPr>
            <p:spPr>
              <a:xfrm>
                <a:off x="9405276" y="4760028"/>
                <a:ext cx="206545" cy="221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0444" name="Encre 1050443"/>
              <p14:cNvContentPartPr/>
              <p14:nvPr/>
            </p14:nvContentPartPr>
            <p14:xfrm>
              <a:off x="9933373" y="4732607"/>
              <a:ext cx="32460" cy="384806"/>
            </p14:xfrm>
          </p:contentPart>
        </mc:Choice>
        <mc:Fallback xmlns="">
          <p:sp>
            <p:nvSpPr>
              <p:cNvPr id="1050444" name=""/>
              <p:cNvSpPr/>
              <p:nvPr/>
            </p:nvSpPr>
            <p:spPr>
              <a:xfrm>
                <a:off x="9933373" y="4732607"/>
                <a:ext cx="32460" cy="384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0445" name="Encre 1050444"/>
              <p14:cNvContentPartPr/>
              <p14:nvPr/>
            </p14:nvContentPartPr>
            <p14:xfrm>
              <a:off x="9786688" y="4675520"/>
              <a:ext cx="359062" cy="42692"/>
            </p14:xfrm>
          </p:contentPart>
        </mc:Choice>
        <mc:Fallback xmlns="">
          <p:sp>
            <p:nvSpPr>
              <p:cNvPr id="1050445" name=""/>
              <p:cNvSpPr/>
              <p:nvPr/>
            </p:nvSpPr>
            <p:spPr>
              <a:xfrm>
                <a:off x="9786688" y="4675520"/>
                <a:ext cx="359062" cy="42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0446" name="Encre 1050445"/>
              <p14:cNvContentPartPr/>
              <p14:nvPr/>
            </p14:nvContentPartPr>
            <p14:xfrm>
              <a:off x="9992210" y="5182314"/>
              <a:ext cx="85807" cy="127604"/>
            </p14:xfrm>
          </p:contentPart>
        </mc:Choice>
        <mc:Fallback xmlns="">
          <p:sp>
            <p:nvSpPr>
              <p:cNvPr id="1050446" name=""/>
              <p:cNvSpPr/>
              <p:nvPr/>
            </p:nvSpPr>
            <p:spPr>
              <a:xfrm>
                <a:off x="9992210" y="5182314"/>
                <a:ext cx="85807" cy="127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0447" name="Encre 1050446"/>
              <p14:cNvContentPartPr/>
              <p14:nvPr/>
            </p14:nvContentPartPr>
            <p14:xfrm>
              <a:off x="10165717" y="4979318"/>
              <a:ext cx="111438" cy="6595"/>
            </p14:xfrm>
          </p:contentPart>
        </mc:Choice>
        <mc:Fallback xmlns="">
          <p:sp>
            <p:nvSpPr>
              <p:cNvPr id="1050447" name=""/>
              <p:cNvSpPr/>
              <p:nvPr/>
            </p:nvSpPr>
            <p:spPr>
              <a:xfrm>
                <a:off x="10165717" y="4979318"/>
                <a:ext cx="111438" cy="6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0448" name="Encre 1050447"/>
              <p14:cNvContentPartPr/>
              <p14:nvPr/>
            </p14:nvContentPartPr>
            <p14:xfrm>
              <a:off x="10151597" y="5075622"/>
              <a:ext cx="114453" cy="26555"/>
            </p14:xfrm>
          </p:contentPart>
        </mc:Choice>
        <mc:Fallback xmlns="">
          <p:sp>
            <p:nvSpPr>
              <p:cNvPr id="1050448" name=""/>
              <p:cNvSpPr/>
              <p:nvPr/>
            </p:nvSpPr>
            <p:spPr>
              <a:xfrm>
                <a:off x="10151597" y="5075622"/>
                <a:ext cx="114453" cy="26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0449" name="Encre 1050448"/>
              <p14:cNvContentPartPr/>
              <p14:nvPr/>
            </p14:nvContentPartPr>
            <p14:xfrm>
              <a:off x="10561956" y="4567504"/>
              <a:ext cx="155297" cy="418903"/>
            </p14:xfrm>
          </p:contentPart>
        </mc:Choice>
        <mc:Fallback xmlns="">
          <p:sp>
            <p:nvSpPr>
              <p:cNvPr id="1050449" name=""/>
              <p:cNvSpPr/>
              <p:nvPr/>
            </p:nvSpPr>
            <p:spPr>
              <a:xfrm>
                <a:off x="10561956" y="4567504"/>
                <a:ext cx="155297" cy="418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0450" name="Encre 1050449"/>
              <p14:cNvContentPartPr/>
              <p14:nvPr/>
            </p14:nvContentPartPr>
            <p14:xfrm>
              <a:off x="10769863" y="4703816"/>
              <a:ext cx="39630" cy="219324"/>
            </p14:xfrm>
          </p:contentPart>
        </mc:Choice>
        <mc:Fallback xmlns="">
          <p:sp>
            <p:nvSpPr>
              <p:cNvPr id="1050450" name=""/>
              <p:cNvSpPr/>
              <p:nvPr/>
            </p:nvSpPr>
            <p:spPr>
              <a:xfrm>
                <a:off x="10769863" y="4703816"/>
                <a:ext cx="39630" cy="219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0451" name="Encre 1050450"/>
              <p14:cNvContentPartPr/>
              <p14:nvPr/>
            </p14:nvContentPartPr>
            <p14:xfrm>
              <a:off x="10857827" y="4725658"/>
              <a:ext cx="16088" cy="180376"/>
            </p14:xfrm>
          </p:contentPart>
        </mc:Choice>
        <mc:Fallback xmlns="">
          <p:sp>
            <p:nvSpPr>
              <p:cNvPr id="1050451" name=""/>
              <p:cNvSpPr/>
              <p:nvPr/>
            </p:nvSpPr>
            <p:spPr>
              <a:xfrm>
                <a:off x="10857827" y="4725658"/>
                <a:ext cx="16088" cy="180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0452" name="Encre 1050451"/>
              <p14:cNvContentPartPr/>
              <p14:nvPr/>
            </p14:nvContentPartPr>
            <p14:xfrm>
              <a:off x="10795373" y="4667827"/>
              <a:ext cx="165745" cy="38290"/>
            </p14:xfrm>
          </p:contentPart>
        </mc:Choice>
        <mc:Fallback xmlns="">
          <p:sp>
            <p:nvSpPr>
              <p:cNvPr id="1050452" name=""/>
              <p:cNvSpPr/>
              <p:nvPr/>
            </p:nvSpPr>
            <p:spPr>
              <a:xfrm>
                <a:off x="10795373" y="4667827"/>
                <a:ext cx="165745" cy="38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0453" name="Encre 1050452"/>
              <p14:cNvContentPartPr/>
              <p14:nvPr/>
            </p14:nvContentPartPr>
            <p14:xfrm>
              <a:off x="10380603" y="5022505"/>
              <a:ext cx="714816" cy="11063"/>
            </p14:xfrm>
          </p:contentPart>
        </mc:Choice>
        <mc:Fallback xmlns="">
          <p:sp>
            <p:nvSpPr>
              <p:cNvPr id="1050453" name=""/>
              <p:cNvSpPr/>
              <p:nvPr/>
            </p:nvSpPr>
            <p:spPr>
              <a:xfrm>
                <a:off x="10380603" y="5022505"/>
                <a:ext cx="714816" cy="11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0454" name="Encre 1050453"/>
              <p14:cNvContentPartPr/>
              <p14:nvPr/>
            </p14:nvContentPartPr>
            <p14:xfrm>
              <a:off x="10553450" y="5086915"/>
              <a:ext cx="513730" cy="779637"/>
            </p14:xfrm>
          </p:contentPart>
        </mc:Choice>
        <mc:Fallback xmlns="">
          <p:sp>
            <p:nvSpPr>
              <p:cNvPr id="1050454" name=""/>
              <p:cNvSpPr/>
              <p:nvPr/>
            </p:nvSpPr>
            <p:spPr>
              <a:xfrm>
                <a:off x="10553450" y="5086915"/>
                <a:ext cx="513730" cy="779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0455" name="Encre 1050454"/>
              <p14:cNvContentPartPr/>
              <p14:nvPr/>
            </p14:nvContentPartPr>
            <p14:xfrm>
              <a:off x="10773297" y="5232482"/>
              <a:ext cx="125652" cy="295677"/>
            </p14:xfrm>
          </p:contentPart>
        </mc:Choice>
        <mc:Fallback xmlns="">
          <p:sp>
            <p:nvSpPr>
              <p:cNvPr id="1050455" name=""/>
              <p:cNvSpPr/>
              <p:nvPr/>
            </p:nvSpPr>
            <p:spPr>
              <a:xfrm>
                <a:off x="10773297" y="5232482"/>
                <a:ext cx="125652" cy="295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0456" name="Encre 1050455"/>
              <p14:cNvContentPartPr/>
              <p14:nvPr/>
            </p14:nvContentPartPr>
            <p14:xfrm>
              <a:off x="10709330" y="5623164"/>
              <a:ext cx="211522" cy="36719"/>
            </p14:xfrm>
          </p:contentPart>
        </mc:Choice>
        <mc:Fallback xmlns="">
          <p:sp>
            <p:nvSpPr>
              <p:cNvPr id="1050456" name=""/>
              <p:cNvSpPr/>
              <p:nvPr/>
            </p:nvSpPr>
            <p:spPr>
              <a:xfrm>
                <a:off x="10709330" y="5623164"/>
                <a:ext cx="211522" cy="36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0457" name="Encre 1050456"/>
              <p14:cNvContentPartPr/>
              <p14:nvPr/>
            </p14:nvContentPartPr>
            <p14:xfrm>
              <a:off x="10759632" y="5657955"/>
              <a:ext cx="87053" cy="278146"/>
            </p14:xfrm>
          </p:contentPart>
        </mc:Choice>
        <mc:Fallback xmlns="">
          <p:sp>
            <p:nvSpPr>
              <p:cNvPr id="1050457" name=""/>
              <p:cNvSpPr/>
              <p:nvPr/>
            </p:nvSpPr>
            <p:spPr>
              <a:xfrm>
                <a:off x="10759632" y="5657955"/>
                <a:ext cx="87053" cy="278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0458" name="Encre 1050457"/>
              <p14:cNvContentPartPr/>
              <p14:nvPr/>
            </p14:nvContentPartPr>
            <p14:xfrm>
              <a:off x="9688047" y="4456859"/>
              <a:ext cx="1664203" cy="1485290"/>
            </p14:xfrm>
          </p:contentPart>
        </mc:Choice>
        <mc:Fallback xmlns="">
          <p:sp>
            <p:nvSpPr>
              <p:cNvPr id="1050458" name=""/>
              <p:cNvSpPr/>
              <p:nvPr/>
            </p:nvSpPr>
            <p:spPr>
              <a:xfrm>
                <a:off x="9688047" y="4456859"/>
                <a:ext cx="1664203" cy="1485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0459" name="Encre 1050458"/>
              <p14:cNvContentPartPr/>
              <p14:nvPr/>
            </p14:nvContentPartPr>
            <p14:xfrm>
              <a:off x="11281625" y="4468026"/>
              <a:ext cx="51691" cy="1474307"/>
            </p14:xfrm>
          </p:contentPart>
        </mc:Choice>
        <mc:Fallback xmlns="">
          <p:sp>
            <p:nvSpPr>
              <p:cNvPr id="1050459" name=""/>
              <p:cNvSpPr/>
              <p:nvPr/>
            </p:nvSpPr>
            <p:spPr>
              <a:xfrm>
                <a:off x="11281625" y="4468026"/>
                <a:ext cx="51691" cy="1474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0460" name="Encre 1050459"/>
              <p14:cNvContentPartPr/>
              <p14:nvPr/>
            </p14:nvContentPartPr>
            <p14:xfrm>
              <a:off x="4232348" y="6074740"/>
              <a:ext cx="172756" cy="121786"/>
            </p14:xfrm>
          </p:contentPart>
        </mc:Choice>
        <mc:Fallback xmlns="">
          <p:sp>
            <p:nvSpPr>
              <p:cNvPr id="1050460" name=""/>
              <p:cNvSpPr/>
              <p:nvPr/>
            </p:nvSpPr>
            <p:spPr>
              <a:xfrm>
                <a:off x="4232348" y="6074740"/>
                <a:ext cx="172756" cy="121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0461" name="Encre 1050460"/>
              <p14:cNvContentPartPr/>
              <p14:nvPr/>
            </p14:nvContentPartPr>
            <p14:xfrm>
              <a:off x="4230094" y="5950029"/>
              <a:ext cx="42800" cy="69000"/>
            </p14:xfrm>
          </p:contentPart>
        </mc:Choice>
        <mc:Fallback xmlns="">
          <p:sp>
            <p:nvSpPr>
              <p:cNvPr id="1050461" name=""/>
              <p:cNvSpPr/>
              <p:nvPr/>
            </p:nvSpPr>
            <p:spPr>
              <a:xfrm>
                <a:off x="4230094" y="5950029"/>
                <a:ext cx="42800" cy="690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0462" name="Encre 1050461"/>
              <p14:cNvContentPartPr/>
              <p14:nvPr/>
            </p14:nvContentPartPr>
            <p14:xfrm>
              <a:off x="4473220" y="5834119"/>
              <a:ext cx="28923" cy="358602"/>
            </p14:xfrm>
          </p:contentPart>
        </mc:Choice>
        <mc:Fallback xmlns="">
          <p:sp>
            <p:nvSpPr>
              <p:cNvPr id="1050462" name=""/>
              <p:cNvSpPr/>
              <p:nvPr/>
            </p:nvSpPr>
            <p:spPr>
              <a:xfrm>
                <a:off x="4473220" y="5834119"/>
                <a:ext cx="28923" cy="358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0463" name="Encre 1050462"/>
              <p14:cNvContentPartPr/>
              <p14:nvPr/>
            </p14:nvContentPartPr>
            <p14:xfrm>
              <a:off x="4451599" y="6007018"/>
              <a:ext cx="156192" cy="6871"/>
            </p14:xfrm>
          </p:contentPart>
        </mc:Choice>
        <mc:Fallback xmlns="">
          <p:sp>
            <p:nvSpPr>
              <p:cNvPr id="1050463" name=""/>
              <p:cNvSpPr/>
              <p:nvPr/>
            </p:nvSpPr>
            <p:spPr>
              <a:xfrm>
                <a:off x="4451599" y="6007018"/>
                <a:ext cx="156192" cy="6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0464" name="Encre 1050463"/>
              <p14:cNvContentPartPr/>
              <p14:nvPr/>
            </p14:nvContentPartPr>
            <p14:xfrm>
              <a:off x="4630303" y="6029700"/>
              <a:ext cx="73411" cy="257"/>
            </p14:xfrm>
          </p:contentPart>
        </mc:Choice>
        <mc:Fallback xmlns="">
          <p:sp>
            <p:nvSpPr>
              <p:cNvPr id="1050464" name=""/>
              <p:cNvSpPr/>
              <p:nvPr/>
            </p:nvSpPr>
            <p:spPr>
              <a:xfrm>
                <a:off x="4630303" y="6029700"/>
                <a:ext cx="73411" cy="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0465" name="Encre 1050464"/>
              <p14:cNvContentPartPr/>
              <p14:nvPr/>
            </p14:nvContentPartPr>
            <p14:xfrm>
              <a:off x="4644864" y="6088107"/>
              <a:ext cx="104168" cy="35413"/>
            </p14:xfrm>
          </p:contentPart>
        </mc:Choice>
        <mc:Fallback xmlns="">
          <p:sp>
            <p:nvSpPr>
              <p:cNvPr id="1050465" name=""/>
              <p:cNvSpPr/>
              <p:nvPr/>
            </p:nvSpPr>
            <p:spPr>
              <a:xfrm>
                <a:off x="4644864" y="6088107"/>
                <a:ext cx="104168" cy="35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0466" name="Encre 1050465"/>
              <p14:cNvContentPartPr/>
              <p14:nvPr/>
            </p14:nvContentPartPr>
            <p14:xfrm>
              <a:off x="4809089" y="5952355"/>
              <a:ext cx="115577" cy="90813"/>
            </p14:xfrm>
          </p:contentPart>
        </mc:Choice>
        <mc:Fallback xmlns="">
          <p:sp>
            <p:nvSpPr>
              <p:cNvPr id="1050466" name=""/>
              <p:cNvSpPr/>
              <p:nvPr/>
            </p:nvSpPr>
            <p:spPr>
              <a:xfrm>
                <a:off x="4809089" y="5952355"/>
                <a:ext cx="115577" cy="90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0467" name="Encre 1050466"/>
              <p14:cNvContentPartPr/>
              <p14:nvPr/>
            </p14:nvContentPartPr>
            <p14:xfrm>
              <a:off x="4272895" y="6192559"/>
              <a:ext cx="544644" cy="61266"/>
            </p14:xfrm>
          </p:contentPart>
        </mc:Choice>
        <mc:Fallback xmlns="">
          <p:sp>
            <p:nvSpPr>
              <p:cNvPr id="1050467" name=""/>
              <p:cNvSpPr/>
              <p:nvPr/>
            </p:nvSpPr>
            <p:spPr>
              <a:xfrm>
                <a:off x="4272895" y="6192559"/>
                <a:ext cx="544644" cy="61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0468" name="Encre 1050467"/>
              <p14:cNvContentPartPr/>
              <p14:nvPr/>
            </p14:nvContentPartPr>
            <p14:xfrm>
              <a:off x="5193168" y="5791276"/>
              <a:ext cx="130760" cy="343005"/>
            </p14:xfrm>
          </p:contentPart>
        </mc:Choice>
        <mc:Fallback xmlns="">
          <p:sp>
            <p:nvSpPr>
              <p:cNvPr id="1050468" name=""/>
              <p:cNvSpPr/>
              <p:nvPr/>
            </p:nvSpPr>
            <p:spPr>
              <a:xfrm>
                <a:off x="5193168" y="5791276"/>
                <a:ext cx="130760" cy="343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0469" name="Encre 1050468"/>
              <p14:cNvContentPartPr/>
              <p14:nvPr/>
            </p14:nvContentPartPr>
            <p14:xfrm>
              <a:off x="5438663" y="5964176"/>
              <a:ext cx="94786" cy="11138"/>
            </p14:xfrm>
          </p:contentPart>
        </mc:Choice>
        <mc:Fallback xmlns="">
          <p:sp>
            <p:nvSpPr>
              <p:cNvPr id="1050469" name=""/>
              <p:cNvSpPr/>
              <p:nvPr/>
            </p:nvSpPr>
            <p:spPr>
              <a:xfrm>
                <a:off x="5438663" y="5964176"/>
                <a:ext cx="94786" cy="111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0470" name="Encre 1050469"/>
              <p14:cNvContentPartPr/>
              <p14:nvPr/>
            </p14:nvContentPartPr>
            <p14:xfrm>
              <a:off x="5424102" y="6083809"/>
              <a:ext cx="78982" cy="3723"/>
            </p14:xfrm>
          </p:contentPart>
        </mc:Choice>
        <mc:Fallback xmlns="">
          <p:sp>
            <p:nvSpPr>
              <p:cNvPr id="1050470" name=""/>
              <p:cNvSpPr/>
              <p:nvPr/>
            </p:nvSpPr>
            <p:spPr>
              <a:xfrm>
                <a:off x="5424102" y="6083809"/>
                <a:ext cx="78982" cy="3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0471" name="Encre 1050470"/>
              <p14:cNvContentPartPr/>
              <p14:nvPr/>
            </p14:nvContentPartPr>
            <p14:xfrm>
              <a:off x="5654236" y="5751595"/>
              <a:ext cx="112411" cy="339962"/>
            </p14:xfrm>
          </p:contentPart>
        </mc:Choice>
        <mc:Fallback xmlns="">
          <p:sp>
            <p:nvSpPr>
              <p:cNvPr id="1050471" name=""/>
              <p:cNvSpPr/>
              <p:nvPr/>
            </p:nvSpPr>
            <p:spPr>
              <a:xfrm>
                <a:off x="5654236" y="5751595"/>
                <a:ext cx="112411" cy="339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0472" name="Encre 1050471"/>
              <p14:cNvContentPartPr/>
              <p14:nvPr/>
            </p14:nvContentPartPr>
            <p14:xfrm>
              <a:off x="5812816" y="6101671"/>
              <a:ext cx="43625" cy="38132"/>
            </p14:xfrm>
          </p:contentPart>
        </mc:Choice>
        <mc:Fallback xmlns="">
          <p:sp>
            <p:nvSpPr>
              <p:cNvPr id="1050472" name=""/>
              <p:cNvSpPr/>
              <p:nvPr/>
            </p:nvSpPr>
            <p:spPr>
              <a:xfrm>
                <a:off x="5812816" y="6101671"/>
                <a:ext cx="43625" cy="38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0473" name="Encre 1050472"/>
              <p14:cNvContentPartPr/>
              <p14:nvPr/>
            </p14:nvContentPartPr>
            <p14:xfrm>
              <a:off x="5917855" y="5812278"/>
              <a:ext cx="130557" cy="354446"/>
            </p14:xfrm>
          </p:contentPart>
        </mc:Choice>
        <mc:Fallback xmlns="">
          <p:sp>
            <p:nvSpPr>
              <p:cNvPr id="1050473" name=""/>
              <p:cNvSpPr/>
              <p:nvPr/>
            </p:nvSpPr>
            <p:spPr>
              <a:xfrm>
                <a:off x="5917855" y="5812278"/>
                <a:ext cx="130557" cy="354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0474" name="Encre 1050473"/>
              <p14:cNvContentPartPr/>
              <p14:nvPr/>
            </p14:nvContentPartPr>
            <p14:xfrm>
              <a:off x="6151078" y="5905194"/>
              <a:ext cx="80065" cy="118497"/>
            </p14:xfrm>
          </p:contentPart>
        </mc:Choice>
        <mc:Fallback xmlns="">
          <p:sp>
            <p:nvSpPr>
              <p:cNvPr id="1050474" name=""/>
              <p:cNvSpPr/>
              <p:nvPr/>
            </p:nvSpPr>
            <p:spPr>
              <a:xfrm>
                <a:off x="6151078" y="5905194"/>
                <a:ext cx="80065" cy="118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0475" name="Encre 1050474"/>
              <p14:cNvContentPartPr/>
              <p14:nvPr/>
            </p14:nvContentPartPr>
            <p14:xfrm>
              <a:off x="5793437" y="6050072"/>
              <a:ext cx="106420" cy="149460"/>
            </p14:xfrm>
          </p:contentPart>
        </mc:Choice>
        <mc:Fallback xmlns="">
          <p:sp>
            <p:nvSpPr>
              <p:cNvPr id="1050475" name=""/>
              <p:cNvSpPr/>
              <p:nvPr/>
            </p:nvSpPr>
            <p:spPr>
              <a:xfrm>
                <a:off x="5793437" y="6050072"/>
                <a:ext cx="106420" cy="1494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0476" name="Encre 1050475"/>
              <p14:cNvContentPartPr/>
              <p14:nvPr/>
            </p14:nvContentPartPr>
            <p14:xfrm>
              <a:off x="6668587" y="5855510"/>
              <a:ext cx="110742" cy="241844"/>
            </p14:xfrm>
          </p:contentPart>
        </mc:Choice>
        <mc:Fallback xmlns="">
          <p:sp>
            <p:nvSpPr>
              <p:cNvPr id="1050476" name=""/>
              <p:cNvSpPr/>
              <p:nvPr/>
            </p:nvSpPr>
            <p:spPr>
              <a:xfrm>
                <a:off x="6668587" y="5855510"/>
                <a:ext cx="110742" cy="241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0477" name="Encre 1050476"/>
              <p14:cNvContentPartPr/>
              <p14:nvPr/>
            </p14:nvContentPartPr>
            <p14:xfrm>
              <a:off x="6749866" y="5667081"/>
              <a:ext cx="4588" cy="100359"/>
            </p14:xfrm>
          </p:contentPart>
        </mc:Choice>
        <mc:Fallback xmlns="">
          <p:sp>
            <p:nvSpPr>
              <p:cNvPr id="1050477" name=""/>
              <p:cNvSpPr/>
              <p:nvPr/>
            </p:nvSpPr>
            <p:spPr>
              <a:xfrm>
                <a:off x="6749866" y="5667081"/>
                <a:ext cx="4588" cy="100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0478" name="Encre 1050477"/>
              <p14:cNvContentPartPr/>
              <p14:nvPr/>
            </p14:nvContentPartPr>
            <p14:xfrm>
              <a:off x="6867373" y="5711012"/>
              <a:ext cx="87407" cy="410108"/>
            </p14:xfrm>
          </p:contentPart>
        </mc:Choice>
        <mc:Fallback xmlns="">
          <p:sp>
            <p:nvSpPr>
              <p:cNvPr id="1050478" name=""/>
              <p:cNvSpPr/>
              <p:nvPr/>
            </p:nvSpPr>
            <p:spPr>
              <a:xfrm>
                <a:off x="6867373" y="5711012"/>
                <a:ext cx="87407" cy="410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0479" name="Encre 1050478"/>
              <p14:cNvContentPartPr/>
              <p14:nvPr/>
            </p14:nvContentPartPr>
            <p14:xfrm>
              <a:off x="6980242" y="5884504"/>
              <a:ext cx="82686" cy="108478"/>
            </p14:xfrm>
          </p:contentPart>
        </mc:Choice>
        <mc:Fallback xmlns="">
          <p:sp>
            <p:nvSpPr>
              <p:cNvPr id="1050479" name=""/>
              <p:cNvSpPr/>
              <p:nvPr/>
            </p:nvSpPr>
            <p:spPr>
              <a:xfrm>
                <a:off x="6980242" y="5884504"/>
                <a:ext cx="82686" cy="108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0480" name="Encre 1050479"/>
              <p14:cNvContentPartPr/>
              <p14:nvPr/>
            </p14:nvContentPartPr>
            <p14:xfrm>
              <a:off x="7133484" y="5739555"/>
              <a:ext cx="38555" cy="352424"/>
            </p14:xfrm>
          </p:contentPart>
        </mc:Choice>
        <mc:Fallback xmlns="">
          <p:sp>
            <p:nvSpPr>
              <p:cNvPr id="1050480" name=""/>
              <p:cNvSpPr/>
              <p:nvPr/>
            </p:nvSpPr>
            <p:spPr>
              <a:xfrm>
                <a:off x="7133484" y="5739555"/>
                <a:ext cx="38555" cy="352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0481" name="Encre 1050480"/>
              <p14:cNvContentPartPr/>
              <p14:nvPr/>
            </p14:nvContentPartPr>
            <p14:xfrm>
              <a:off x="7240707" y="5919211"/>
              <a:ext cx="106722" cy="8233"/>
            </p14:xfrm>
          </p:contentPart>
        </mc:Choice>
        <mc:Fallback xmlns="">
          <p:sp>
            <p:nvSpPr>
              <p:cNvPr id="1050481" name=""/>
              <p:cNvSpPr/>
              <p:nvPr/>
            </p:nvSpPr>
            <p:spPr>
              <a:xfrm>
                <a:off x="7240707" y="5919211"/>
                <a:ext cx="106722" cy="8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0482" name="Encre 1050481"/>
              <p14:cNvContentPartPr/>
              <p14:nvPr/>
            </p14:nvContentPartPr>
            <p14:xfrm>
              <a:off x="7248207" y="5980717"/>
              <a:ext cx="108911" cy="27143"/>
            </p14:xfrm>
          </p:contentPart>
        </mc:Choice>
        <mc:Fallback xmlns="">
          <p:sp>
            <p:nvSpPr>
              <p:cNvPr id="1050482" name=""/>
              <p:cNvSpPr/>
              <p:nvPr/>
            </p:nvSpPr>
            <p:spPr>
              <a:xfrm>
                <a:off x="7248207" y="5980717"/>
                <a:ext cx="108911" cy="27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0483" name="Encre 1050482"/>
              <p14:cNvContentPartPr/>
              <p14:nvPr/>
            </p14:nvContentPartPr>
            <p14:xfrm>
              <a:off x="7441656" y="5851171"/>
              <a:ext cx="108234" cy="196286"/>
            </p14:xfrm>
          </p:contentPart>
        </mc:Choice>
        <mc:Fallback xmlns="">
          <p:sp>
            <p:nvSpPr>
              <p:cNvPr id="1050483" name=""/>
              <p:cNvSpPr/>
              <p:nvPr/>
            </p:nvSpPr>
            <p:spPr>
              <a:xfrm>
                <a:off x="7441656" y="5851171"/>
                <a:ext cx="108234" cy="196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0484" name="Encre 1050483"/>
              <p14:cNvContentPartPr/>
              <p14:nvPr/>
            </p14:nvContentPartPr>
            <p14:xfrm>
              <a:off x="7808283" y="5978820"/>
              <a:ext cx="212102" cy="370364"/>
            </p14:xfrm>
          </p:contentPart>
        </mc:Choice>
        <mc:Fallback xmlns="">
          <p:sp>
            <p:nvSpPr>
              <p:cNvPr id="1050484" name=""/>
              <p:cNvSpPr/>
              <p:nvPr/>
            </p:nvSpPr>
            <p:spPr>
              <a:xfrm>
                <a:off x="7808283" y="5978820"/>
                <a:ext cx="212102" cy="370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0485" name="Encre 1050484"/>
              <p14:cNvContentPartPr/>
              <p14:nvPr/>
            </p14:nvContentPartPr>
            <p14:xfrm>
              <a:off x="8028224" y="5950029"/>
              <a:ext cx="85264" cy="420188"/>
            </p14:xfrm>
          </p:contentPart>
        </mc:Choice>
        <mc:Fallback xmlns="">
          <p:sp>
            <p:nvSpPr>
              <p:cNvPr id="1050485" name=""/>
              <p:cNvSpPr/>
              <p:nvPr/>
            </p:nvSpPr>
            <p:spPr>
              <a:xfrm>
                <a:off x="8028224" y="5950029"/>
                <a:ext cx="85264" cy="420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0486" name="Encre 1050485"/>
              <p14:cNvContentPartPr/>
              <p14:nvPr/>
            </p14:nvContentPartPr>
            <p14:xfrm>
              <a:off x="8158193" y="5986018"/>
              <a:ext cx="51928" cy="287775"/>
            </p14:xfrm>
          </p:contentPart>
        </mc:Choice>
        <mc:Fallback xmlns="">
          <p:sp>
            <p:nvSpPr>
              <p:cNvPr id="1050486" name=""/>
              <p:cNvSpPr/>
              <p:nvPr/>
            </p:nvSpPr>
            <p:spPr>
              <a:xfrm>
                <a:off x="8158193" y="5986018"/>
                <a:ext cx="51928" cy="287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0487" name="Encre 1050486"/>
              <p14:cNvContentPartPr/>
              <p14:nvPr/>
            </p14:nvContentPartPr>
            <p14:xfrm>
              <a:off x="8134668" y="6132303"/>
              <a:ext cx="108449" cy="42098"/>
            </p14:xfrm>
          </p:contentPart>
        </mc:Choice>
        <mc:Fallback xmlns="">
          <p:sp>
            <p:nvSpPr>
              <p:cNvPr id="1050487" name=""/>
              <p:cNvSpPr/>
              <p:nvPr/>
            </p:nvSpPr>
            <p:spPr>
              <a:xfrm>
                <a:off x="8134668" y="6132303"/>
                <a:ext cx="108449" cy="42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0488" name="Encre 1050487"/>
              <p14:cNvContentPartPr/>
              <p14:nvPr/>
            </p14:nvContentPartPr>
            <p14:xfrm>
              <a:off x="8308118" y="5927939"/>
              <a:ext cx="29382" cy="410098"/>
            </p14:xfrm>
          </p:contentPart>
        </mc:Choice>
        <mc:Fallback xmlns="">
          <p:sp>
            <p:nvSpPr>
              <p:cNvPr id="1050488" name=""/>
              <p:cNvSpPr/>
              <p:nvPr/>
            </p:nvSpPr>
            <p:spPr>
              <a:xfrm>
                <a:off x="8308118" y="5927939"/>
                <a:ext cx="29382" cy="410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0489" name="Encre 1050488"/>
              <p14:cNvContentPartPr/>
              <p14:nvPr/>
            </p14:nvContentPartPr>
            <p14:xfrm>
              <a:off x="8435156" y="6116571"/>
              <a:ext cx="110752" cy="10672"/>
            </p14:xfrm>
          </p:contentPart>
        </mc:Choice>
        <mc:Fallback xmlns="">
          <p:sp>
            <p:nvSpPr>
              <p:cNvPr id="1050489" name=""/>
              <p:cNvSpPr/>
              <p:nvPr/>
            </p:nvSpPr>
            <p:spPr>
              <a:xfrm>
                <a:off x="8435156" y="6116571"/>
                <a:ext cx="110752" cy="10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0490" name="Encre 1050489"/>
              <p14:cNvContentPartPr/>
              <p14:nvPr/>
            </p14:nvContentPartPr>
            <p14:xfrm>
              <a:off x="8442216" y="6197023"/>
              <a:ext cx="128886" cy="35458"/>
            </p14:xfrm>
          </p:contentPart>
        </mc:Choice>
        <mc:Fallback xmlns="">
          <p:sp>
            <p:nvSpPr>
              <p:cNvPr id="1050490" name=""/>
              <p:cNvSpPr/>
              <p:nvPr/>
            </p:nvSpPr>
            <p:spPr>
              <a:xfrm>
                <a:off x="8442216" y="6197023"/>
                <a:ext cx="128886" cy="35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0491" name="Encre 1050490"/>
              <p14:cNvContentPartPr/>
              <p14:nvPr/>
            </p14:nvContentPartPr>
            <p14:xfrm>
              <a:off x="8666777" y="5903934"/>
              <a:ext cx="166695" cy="353221"/>
            </p14:xfrm>
          </p:contentPart>
        </mc:Choice>
        <mc:Fallback xmlns="">
          <p:sp>
            <p:nvSpPr>
              <p:cNvPr id="1050491" name=""/>
              <p:cNvSpPr/>
              <p:nvPr/>
            </p:nvSpPr>
            <p:spPr>
              <a:xfrm>
                <a:off x="8666777" y="5903934"/>
                <a:ext cx="166695" cy="353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0492" name="Encre 1050491"/>
              <p14:cNvContentPartPr/>
              <p14:nvPr/>
            </p14:nvContentPartPr>
            <p14:xfrm>
              <a:off x="8796535" y="6260411"/>
              <a:ext cx="70375" cy="73117"/>
            </p14:xfrm>
          </p:contentPart>
        </mc:Choice>
        <mc:Fallback xmlns="">
          <p:sp>
            <p:nvSpPr>
              <p:cNvPr id="1050492" name=""/>
              <p:cNvSpPr/>
              <p:nvPr/>
            </p:nvSpPr>
            <p:spPr>
              <a:xfrm>
                <a:off x="8796535" y="6260411"/>
                <a:ext cx="70375" cy="731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0493" name="Encre 1050492"/>
              <p14:cNvContentPartPr/>
              <p14:nvPr/>
            </p14:nvContentPartPr>
            <p14:xfrm>
              <a:off x="8955662" y="5986018"/>
              <a:ext cx="311572" cy="328384"/>
            </p14:xfrm>
          </p:contentPart>
        </mc:Choice>
        <mc:Fallback xmlns="">
          <p:sp>
            <p:nvSpPr>
              <p:cNvPr id="1050493" name=""/>
              <p:cNvSpPr/>
              <p:nvPr/>
            </p:nvSpPr>
            <p:spPr>
              <a:xfrm>
                <a:off x="8955662" y="5986018"/>
                <a:ext cx="311572" cy="328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0494" name="Encre 1050493"/>
              <p14:cNvContentPartPr/>
              <p14:nvPr/>
            </p14:nvContentPartPr>
            <p14:xfrm>
              <a:off x="9349505" y="6007860"/>
              <a:ext cx="39859" cy="439052"/>
            </p14:xfrm>
          </p:contentPart>
        </mc:Choice>
        <mc:Fallback xmlns="">
          <p:sp>
            <p:nvSpPr>
              <p:cNvPr id="1050494" name=""/>
              <p:cNvSpPr/>
              <p:nvPr/>
            </p:nvSpPr>
            <p:spPr>
              <a:xfrm>
                <a:off x="9349505" y="6007860"/>
                <a:ext cx="39859" cy="439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0495" name="Encre 1050494"/>
              <p14:cNvContentPartPr/>
              <p14:nvPr/>
            </p14:nvContentPartPr>
            <p14:xfrm>
              <a:off x="9422220" y="5937045"/>
              <a:ext cx="242863" cy="41775"/>
            </p14:xfrm>
          </p:contentPart>
        </mc:Choice>
        <mc:Fallback xmlns="">
          <p:sp>
            <p:nvSpPr>
              <p:cNvPr id="1050495" name=""/>
              <p:cNvSpPr/>
              <p:nvPr/>
            </p:nvSpPr>
            <p:spPr>
              <a:xfrm>
                <a:off x="9422220" y="5937045"/>
                <a:ext cx="242863" cy="41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0496" name="Encre 1050495"/>
              <p14:cNvContentPartPr/>
              <p14:nvPr/>
            </p14:nvContentPartPr>
            <p14:xfrm>
              <a:off x="9502899" y="6051455"/>
              <a:ext cx="99368" cy="176543"/>
            </p14:xfrm>
          </p:contentPart>
        </mc:Choice>
        <mc:Fallback xmlns="">
          <p:sp>
            <p:nvSpPr>
              <p:cNvPr id="1050496" name=""/>
              <p:cNvSpPr/>
              <p:nvPr/>
            </p:nvSpPr>
            <p:spPr>
              <a:xfrm>
                <a:off x="9502899" y="6051455"/>
                <a:ext cx="99368" cy="176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0497" name="Encre 1050496"/>
              <p14:cNvContentPartPr/>
              <p14:nvPr/>
            </p14:nvContentPartPr>
            <p14:xfrm>
              <a:off x="9493701" y="6303148"/>
              <a:ext cx="169903" cy="4889"/>
            </p14:xfrm>
          </p:contentPart>
        </mc:Choice>
        <mc:Fallback xmlns="">
          <p:sp>
            <p:nvSpPr>
              <p:cNvPr id="1050497" name=""/>
              <p:cNvSpPr/>
              <p:nvPr/>
            </p:nvSpPr>
            <p:spPr>
              <a:xfrm>
                <a:off x="9493701" y="6303148"/>
                <a:ext cx="169903" cy="4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50498" name="Encre 1050497"/>
              <p14:cNvContentPartPr/>
              <p14:nvPr/>
            </p14:nvContentPartPr>
            <p14:xfrm>
              <a:off x="9507821" y="6379121"/>
              <a:ext cx="124820" cy="193890"/>
            </p14:xfrm>
          </p:contentPart>
        </mc:Choice>
        <mc:Fallback xmlns="">
          <p:sp>
            <p:nvSpPr>
              <p:cNvPr id="1050498" name=""/>
              <p:cNvSpPr/>
              <p:nvPr/>
            </p:nvSpPr>
            <p:spPr>
              <a:xfrm>
                <a:off x="9507821" y="6379121"/>
                <a:ext cx="124820" cy="193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50499" name="Encre 1050498"/>
              <p14:cNvContentPartPr/>
              <p14:nvPr/>
            </p14:nvContentPartPr>
            <p14:xfrm>
              <a:off x="9314997" y="6355340"/>
              <a:ext cx="49861" cy="86870"/>
            </p14:xfrm>
          </p:contentPart>
        </mc:Choice>
        <mc:Fallback xmlns="">
          <p:sp>
            <p:nvSpPr>
              <p:cNvPr id="1050499" name=""/>
              <p:cNvSpPr/>
              <p:nvPr/>
            </p:nvSpPr>
            <p:spPr>
              <a:xfrm>
                <a:off x="9314997" y="6355340"/>
                <a:ext cx="49861" cy="86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50500" name="Encre 1050499"/>
              <p14:cNvContentPartPr/>
              <p14:nvPr/>
            </p14:nvContentPartPr>
            <p14:xfrm>
              <a:off x="9580822" y="6358149"/>
              <a:ext cx="88185" cy="195174"/>
            </p14:xfrm>
          </p:contentPart>
        </mc:Choice>
        <mc:Fallback xmlns="">
          <p:sp>
            <p:nvSpPr>
              <p:cNvPr id="1050500" name=""/>
              <p:cNvSpPr/>
              <p:nvPr/>
            </p:nvSpPr>
            <p:spPr>
              <a:xfrm>
                <a:off x="9580822" y="6358149"/>
                <a:ext cx="88185" cy="195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50501" name="Encre 1050500"/>
              <p14:cNvContentPartPr/>
              <p14:nvPr/>
            </p14:nvContentPartPr>
            <p14:xfrm>
              <a:off x="9829096" y="6072888"/>
              <a:ext cx="72315" cy="295012"/>
            </p14:xfrm>
          </p:contentPart>
        </mc:Choice>
        <mc:Fallback xmlns="">
          <p:sp>
            <p:nvSpPr>
              <p:cNvPr id="1050501" name=""/>
              <p:cNvSpPr/>
              <p:nvPr/>
            </p:nvSpPr>
            <p:spPr>
              <a:xfrm>
                <a:off x="9829096" y="6072888"/>
                <a:ext cx="72315" cy="295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50502" name="Encre 1050501"/>
              <p14:cNvContentPartPr/>
              <p14:nvPr/>
            </p14:nvContentPartPr>
            <p14:xfrm>
              <a:off x="9822429" y="6214610"/>
              <a:ext cx="118253" cy="24820"/>
            </p14:xfrm>
          </p:contentPart>
        </mc:Choice>
        <mc:Fallback xmlns="">
          <p:sp>
            <p:nvSpPr>
              <p:cNvPr id="1050502" name=""/>
              <p:cNvSpPr/>
              <p:nvPr/>
            </p:nvSpPr>
            <p:spPr>
              <a:xfrm>
                <a:off x="9822429" y="6214610"/>
                <a:ext cx="118253" cy="24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50503" name="Encre 1050502"/>
              <p14:cNvContentPartPr/>
              <p14:nvPr/>
            </p14:nvContentPartPr>
            <p14:xfrm>
              <a:off x="9572230" y="6349290"/>
              <a:ext cx="78547" cy="235641"/>
            </p14:xfrm>
          </p:contentPart>
        </mc:Choice>
        <mc:Fallback xmlns="">
          <p:sp>
            <p:nvSpPr>
              <p:cNvPr id="1050503" name=""/>
              <p:cNvSpPr/>
              <p:nvPr/>
            </p:nvSpPr>
            <p:spPr>
              <a:xfrm>
                <a:off x="9572230" y="6349290"/>
                <a:ext cx="78547" cy="235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50504" name="Encre 1050503"/>
              <p14:cNvContentPartPr/>
              <p14:nvPr/>
            </p14:nvContentPartPr>
            <p14:xfrm>
              <a:off x="7665874" y="5763530"/>
              <a:ext cx="2485723" cy="867561"/>
            </p14:xfrm>
          </p:contentPart>
        </mc:Choice>
        <mc:Fallback xmlns="">
          <p:sp>
            <p:nvSpPr>
              <p:cNvPr id="1050504" name=""/>
              <p:cNvSpPr/>
              <p:nvPr/>
            </p:nvSpPr>
            <p:spPr>
              <a:xfrm>
                <a:off x="7665874" y="5763530"/>
                <a:ext cx="2485723" cy="867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50505" name="Encre 1050504"/>
              <p14:cNvContentPartPr/>
              <p14:nvPr/>
            </p14:nvContentPartPr>
            <p14:xfrm>
              <a:off x="10144586" y="5913792"/>
              <a:ext cx="21131" cy="647866"/>
            </p14:xfrm>
          </p:contentPart>
        </mc:Choice>
        <mc:Fallback xmlns="">
          <p:sp>
            <p:nvSpPr>
              <p:cNvPr id="1050505" name=""/>
              <p:cNvSpPr/>
              <p:nvPr/>
            </p:nvSpPr>
            <p:spPr>
              <a:xfrm>
                <a:off x="10144586" y="5913792"/>
                <a:ext cx="21131" cy="6478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50506" name="Encre 1050505"/>
              <p14:cNvContentPartPr/>
              <p14:nvPr/>
            </p14:nvContentPartPr>
            <p14:xfrm>
              <a:off x="5611059" y="6225283"/>
              <a:ext cx="163934" cy="368500"/>
            </p14:xfrm>
          </p:contentPart>
        </mc:Choice>
        <mc:Fallback xmlns="">
          <p:sp>
            <p:nvSpPr>
              <p:cNvPr id="1050506" name=""/>
              <p:cNvSpPr/>
              <p:nvPr/>
            </p:nvSpPr>
            <p:spPr>
              <a:xfrm>
                <a:off x="5611059" y="6225283"/>
                <a:ext cx="163934" cy="3685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50507" name="Encre 1050506"/>
              <p14:cNvContentPartPr/>
              <p14:nvPr/>
            </p14:nvContentPartPr>
            <p14:xfrm>
              <a:off x="5722647" y="6261520"/>
              <a:ext cx="177716" cy="330568"/>
            </p14:xfrm>
          </p:contentPart>
        </mc:Choice>
        <mc:Fallback xmlns="">
          <p:sp>
            <p:nvSpPr>
              <p:cNvPr id="1050507" name=""/>
              <p:cNvSpPr/>
              <p:nvPr/>
            </p:nvSpPr>
            <p:spPr>
              <a:xfrm>
                <a:off x="5722647" y="6261520"/>
                <a:ext cx="177716" cy="330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50508" name="Encre 1050507"/>
              <p14:cNvContentPartPr/>
              <p14:nvPr/>
            </p14:nvContentPartPr>
            <p14:xfrm>
              <a:off x="6018017" y="6243586"/>
              <a:ext cx="132254" cy="224914"/>
            </p14:xfrm>
          </p:contentPart>
        </mc:Choice>
        <mc:Fallback xmlns="">
          <p:sp>
            <p:nvSpPr>
              <p:cNvPr id="1050508" name=""/>
              <p:cNvSpPr/>
              <p:nvPr/>
            </p:nvSpPr>
            <p:spPr>
              <a:xfrm>
                <a:off x="6018017" y="6243586"/>
                <a:ext cx="132254" cy="224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50509" name="Encre 1050508"/>
              <p14:cNvContentPartPr/>
              <p14:nvPr/>
            </p14:nvContentPartPr>
            <p14:xfrm>
              <a:off x="12061304" y="6094481"/>
              <a:ext cx="44329" cy="64217"/>
            </p14:xfrm>
          </p:contentPart>
        </mc:Choice>
        <mc:Fallback xmlns="">
          <p:sp>
            <p:nvSpPr>
              <p:cNvPr id="1050509" name=""/>
              <p:cNvSpPr/>
              <p:nvPr/>
            </p:nvSpPr>
            <p:spPr>
              <a:xfrm>
                <a:off x="12061304" y="6094481"/>
                <a:ext cx="44329" cy="64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50510" name="Encre 1050509"/>
              <p14:cNvContentPartPr/>
              <p14:nvPr/>
            </p14:nvContentPartPr>
            <p14:xfrm>
              <a:off x="4767530" y="6408255"/>
              <a:ext cx="2773194" cy="80950"/>
            </p14:xfrm>
          </p:contentPart>
        </mc:Choice>
        <mc:Fallback xmlns="">
          <p:sp>
            <p:nvSpPr>
              <p:cNvPr id="1050510" name=""/>
              <p:cNvSpPr/>
              <p:nvPr/>
            </p:nvSpPr>
            <p:spPr>
              <a:xfrm>
                <a:off x="4767530" y="6408255"/>
                <a:ext cx="2773194" cy="80950"/>
              </a:xfrm>
            </p:spPr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511" name="Encre 1050510"/>
              <p14:cNvContentPartPr/>
              <p14:nvPr/>
            </p14:nvContentPartPr>
            <p14:xfrm>
              <a:off x="540331" y="487889"/>
              <a:ext cx="128828" cy="319598"/>
            </p14:xfrm>
          </p:contentPart>
        </mc:Choice>
        <mc:Fallback xmlns="">
          <p:sp>
            <p:nvSpPr>
              <p:cNvPr id="1050511" name=""/>
              <p:cNvSpPr/>
              <p:nvPr/>
            </p:nvSpPr>
            <p:spPr>
              <a:xfrm>
                <a:off x="540331" y="487889"/>
                <a:ext cx="128828" cy="319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512" name="Encre 1050511"/>
              <p14:cNvContentPartPr/>
              <p14:nvPr/>
            </p14:nvContentPartPr>
            <p14:xfrm>
              <a:off x="746909" y="661629"/>
              <a:ext cx="2192" cy="115073"/>
            </p14:xfrm>
          </p:contentPart>
        </mc:Choice>
        <mc:Fallback xmlns="">
          <p:sp>
            <p:nvSpPr>
              <p:cNvPr id="1050512" name=""/>
              <p:cNvSpPr/>
              <p:nvPr/>
            </p:nvSpPr>
            <p:spPr>
              <a:xfrm>
                <a:off x="746909" y="661629"/>
                <a:ext cx="2192" cy="115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513" name="Encre 1050512"/>
              <p14:cNvContentPartPr/>
              <p14:nvPr/>
            </p14:nvContentPartPr>
            <p14:xfrm>
              <a:off x="781364" y="495335"/>
              <a:ext cx="1286" cy="31488"/>
            </p14:xfrm>
          </p:contentPart>
        </mc:Choice>
        <mc:Fallback xmlns="">
          <p:sp>
            <p:nvSpPr>
              <p:cNvPr id="1050513" name=""/>
              <p:cNvSpPr/>
              <p:nvPr/>
            </p:nvSpPr>
            <p:spPr>
              <a:xfrm>
                <a:off x="781364" y="495335"/>
                <a:ext cx="1286" cy="314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514" name="Encre 1050513"/>
              <p14:cNvContentPartPr/>
              <p14:nvPr/>
            </p14:nvContentPartPr>
            <p14:xfrm>
              <a:off x="1124732" y="379177"/>
              <a:ext cx="271839" cy="484982"/>
            </p14:xfrm>
          </p:contentPart>
        </mc:Choice>
        <mc:Fallback xmlns="">
          <p:sp>
            <p:nvSpPr>
              <p:cNvPr id="1050514" name=""/>
              <p:cNvSpPr/>
              <p:nvPr/>
            </p:nvSpPr>
            <p:spPr>
              <a:xfrm>
                <a:off x="1124732" y="379177"/>
                <a:ext cx="271839" cy="484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515" name="Encre 1050514"/>
              <p14:cNvContentPartPr/>
              <p14:nvPr/>
            </p14:nvContentPartPr>
            <p14:xfrm>
              <a:off x="1615632" y="594364"/>
              <a:ext cx="264677" cy="180131"/>
            </p14:xfrm>
          </p:contentPart>
        </mc:Choice>
        <mc:Fallback xmlns="">
          <p:sp>
            <p:nvSpPr>
              <p:cNvPr id="1050515" name=""/>
              <p:cNvSpPr/>
              <p:nvPr/>
            </p:nvSpPr>
            <p:spPr>
              <a:xfrm>
                <a:off x="1615632" y="594364"/>
                <a:ext cx="264677" cy="180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516" name="Encre 1050515"/>
              <p14:cNvContentPartPr/>
              <p14:nvPr/>
            </p14:nvContentPartPr>
            <p14:xfrm>
              <a:off x="1934298" y="529272"/>
              <a:ext cx="102913" cy="210509"/>
            </p14:xfrm>
          </p:contentPart>
        </mc:Choice>
        <mc:Fallback xmlns="">
          <p:sp>
            <p:nvSpPr>
              <p:cNvPr id="1050516" name=""/>
              <p:cNvSpPr/>
              <p:nvPr/>
            </p:nvSpPr>
            <p:spPr>
              <a:xfrm>
                <a:off x="1934298" y="529272"/>
                <a:ext cx="102913" cy="210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517" name="Encre 1050516"/>
              <p14:cNvContentPartPr/>
              <p14:nvPr/>
            </p14:nvContentPartPr>
            <p14:xfrm>
              <a:off x="2105943" y="364285"/>
              <a:ext cx="13643" cy="392394"/>
            </p14:xfrm>
          </p:contentPart>
        </mc:Choice>
        <mc:Fallback xmlns="">
          <p:sp>
            <p:nvSpPr>
              <p:cNvPr id="1050517" name=""/>
              <p:cNvSpPr/>
              <p:nvPr/>
            </p:nvSpPr>
            <p:spPr>
              <a:xfrm>
                <a:off x="2105943" y="364285"/>
                <a:ext cx="13643" cy="3923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518" name="Encre 1050517"/>
              <p14:cNvContentPartPr/>
              <p14:nvPr/>
            </p14:nvContentPartPr>
            <p14:xfrm>
              <a:off x="2070202" y="533873"/>
              <a:ext cx="181538" cy="70173"/>
            </p14:xfrm>
          </p:contentPart>
        </mc:Choice>
        <mc:Fallback xmlns="">
          <p:sp>
            <p:nvSpPr>
              <p:cNvPr id="1050518" name=""/>
              <p:cNvSpPr/>
              <p:nvPr/>
            </p:nvSpPr>
            <p:spPr>
              <a:xfrm>
                <a:off x="2070202" y="533873"/>
                <a:ext cx="181538" cy="70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519" name="Encre 1050518"/>
              <p14:cNvContentPartPr/>
              <p14:nvPr/>
            </p14:nvContentPartPr>
            <p14:xfrm>
              <a:off x="2171084" y="545720"/>
              <a:ext cx="113562" cy="218008"/>
            </p14:xfrm>
          </p:contentPart>
        </mc:Choice>
        <mc:Fallback xmlns="">
          <p:sp>
            <p:nvSpPr>
              <p:cNvPr id="1050519" name=""/>
              <p:cNvSpPr/>
              <p:nvPr/>
            </p:nvSpPr>
            <p:spPr>
              <a:xfrm>
                <a:off x="2171084" y="545720"/>
                <a:ext cx="113562" cy="218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520" name="Encre 1050519"/>
              <p14:cNvContentPartPr/>
              <p14:nvPr/>
            </p14:nvContentPartPr>
            <p14:xfrm>
              <a:off x="2477912" y="606120"/>
              <a:ext cx="83150" cy="178616"/>
            </p14:xfrm>
          </p:contentPart>
        </mc:Choice>
        <mc:Fallback xmlns="">
          <p:sp>
            <p:nvSpPr>
              <p:cNvPr id="1050520" name=""/>
              <p:cNvSpPr/>
              <p:nvPr/>
            </p:nvSpPr>
            <p:spPr>
              <a:xfrm>
                <a:off x="2477912" y="606120"/>
                <a:ext cx="83150" cy="178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521" name="Encre 1050520"/>
              <p14:cNvContentPartPr/>
              <p14:nvPr/>
            </p14:nvContentPartPr>
            <p14:xfrm>
              <a:off x="2717195" y="539587"/>
              <a:ext cx="332018" cy="149630"/>
            </p14:xfrm>
          </p:contentPart>
        </mc:Choice>
        <mc:Fallback xmlns="">
          <p:sp>
            <p:nvSpPr>
              <p:cNvPr id="1050521" name=""/>
              <p:cNvSpPr/>
              <p:nvPr/>
            </p:nvSpPr>
            <p:spPr>
              <a:xfrm>
                <a:off x="2717195" y="539587"/>
                <a:ext cx="332018" cy="149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522" name="Encre 1050521"/>
              <p14:cNvContentPartPr/>
              <p14:nvPr/>
            </p14:nvContentPartPr>
            <p14:xfrm>
              <a:off x="3156923" y="292307"/>
              <a:ext cx="36246" cy="401135"/>
            </p14:xfrm>
          </p:contentPart>
        </mc:Choice>
        <mc:Fallback xmlns="">
          <p:sp>
            <p:nvSpPr>
              <p:cNvPr id="1050522" name=""/>
              <p:cNvSpPr/>
              <p:nvPr/>
            </p:nvSpPr>
            <p:spPr>
              <a:xfrm>
                <a:off x="3156923" y="292307"/>
                <a:ext cx="36246" cy="401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523" name="Encre 1050522"/>
              <p14:cNvContentPartPr/>
              <p14:nvPr/>
            </p14:nvContentPartPr>
            <p14:xfrm>
              <a:off x="3128748" y="495415"/>
              <a:ext cx="173453" cy="14066"/>
            </p14:xfrm>
          </p:contentPart>
        </mc:Choice>
        <mc:Fallback xmlns="">
          <p:sp>
            <p:nvSpPr>
              <p:cNvPr id="1050523" name=""/>
              <p:cNvSpPr/>
              <p:nvPr/>
            </p:nvSpPr>
            <p:spPr>
              <a:xfrm>
                <a:off x="3128748" y="495415"/>
                <a:ext cx="173453" cy="14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524" name="Encre 1050523"/>
              <p14:cNvContentPartPr/>
              <p14:nvPr/>
            </p14:nvContentPartPr>
            <p14:xfrm>
              <a:off x="2534730" y="632590"/>
              <a:ext cx="77409" cy="164995"/>
            </p14:xfrm>
          </p:contentPart>
        </mc:Choice>
        <mc:Fallback xmlns="">
          <p:sp>
            <p:nvSpPr>
              <p:cNvPr id="1050524" name=""/>
              <p:cNvSpPr/>
              <p:nvPr/>
            </p:nvSpPr>
            <p:spPr>
              <a:xfrm>
                <a:off x="2534730" y="632590"/>
                <a:ext cx="77409" cy="164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525" name="Encre 1050524"/>
              <p14:cNvContentPartPr/>
              <p14:nvPr/>
            </p14:nvContentPartPr>
            <p14:xfrm>
              <a:off x="3449087" y="380479"/>
              <a:ext cx="297425" cy="277727"/>
            </p14:xfrm>
          </p:contentPart>
        </mc:Choice>
        <mc:Fallback xmlns="">
          <p:sp>
            <p:nvSpPr>
              <p:cNvPr id="1050525" name=""/>
              <p:cNvSpPr/>
              <p:nvPr/>
            </p:nvSpPr>
            <p:spPr>
              <a:xfrm>
                <a:off x="3449087" y="380479"/>
                <a:ext cx="297425" cy="277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526" name="Encre 1050525"/>
              <p14:cNvContentPartPr/>
              <p14:nvPr/>
            </p14:nvContentPartPr>
            <p14:xfrm>
              <a:off x="3951227" y="366726"/>
              <a:ext cx="440708" cy="379946"/>
            </p14:xfrm>
          </p:contentPart>
        </mc:Choice>
        <mc:Fallback xmlns="">
          <p:sp>
            <p:nvSpPr>
              <p:cNvPr id="1050526" name=""/>
              <p:cNvSpPr/>
              <p:nvPr/>
            </p:nvSpPr>
            <p:spPr>
              <a:xfrm>
                <a:off x="3951227" y="366726"/>
                <a:ext cx="440708" cy="379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527" name="Encre 1050526"/>
              <p14:cNvContentPartPr/>
              <p14:nvPr/>
            </p14:nvContentPartPr>
            <p14:xfrm>
              <a:off x="4449993" y="299753"/>
              <a:ext cx="7557" cy="326557"/>
            </p14:xfrm>
          </p:contentPart>
        </mc:Choice>
        <mc:Fallback xmlns="">
          <p:sp>
            <p:nvSpPr>
              <p:cNvPr id="1050527" name=""/>
              <p:cNvSpPr/>
              <p:nvPr/>
            </p:nvSpPr>
            <p:spPr>
              <a:xfrm>
                <a:off x="4449993" y="299753"/>
                <a:ext cx="7557" cy="326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528" name="Encre 1050527"/>
              <p14:cNvContentPartPr/>
              <p14:nvPr/>
            </p14:nvContentPartPr>
            <p14:xfrm>
              <a:off x="4430419" y="430204"/>
              <a:ext cx="169722" cy="65131"/>
            </p14:xfrm>
          </p:contentPart>
        </mc:Choice>
        <mc:Fallback xmlns="">
          <p:sp>
            <p:nvSpPr>
              <p:cNvPr id="1050528" name=""/>
              <p:cNvSpPr/>
              <p:nvPr/>
            </p:nvSpPr>
            <p:spPr>
              <a:xfrm>
                <a:off x="4430419" y="430204"/>
                <a:ext cx="169722" cy="65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529" name="Encre 1050528"/>
              <p14:cNvContentPartPr/>
              <p14:nvPr/>
            </p14:nvContentPartPr>
            <p14:xfrm>
              <a:off x="4530141" y="543367"/>
              <a:ext cx="212912" cy="133052"/>
            </p14:xfrm>
          </p:contentPart>
        </mc:Choice>
        <mc:Fallback xmlns="">
          <p:sp>
            <p:nvSpPr>
              <p:cNvPr id="1050529" name=""/>
              <p:cNvSpPr/>
              <p:nvPr/>
            </p:nvSpPr>
            <p:spPr>
              <a:xfrm>
                <a:off x="4530141" y="543367"/>
                <a:ext cx="212912" cy="133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530" name="Encre 1050529"/>
              <p14:cNvContentPartPr/>
              <p14:nvPr/>
            </p14:nvContentPartPr>
            <p14:xfrm>
              <a:off x="4870507" y="479190"/>
              <a:ext cx="333585" cy="150872"/>
            </p14:xfrm>
          </p:contentPart>
        </mc:Choice>
        <mc:Fallback xmlns="">
          <p:sp>
            <p:nvSpPr>
              <p:cNvPr id="1050530" name=""/>
              <p:cNvSpPr/>
              <p:nvPr/>
            </p:nvSpPr>
            <p:spPr>
              <a:xfrm>
                <a:off x="4870507" y="479190"/>
                <a:ext cx="333585" cy="150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531" name="Encre 1050530"/>
              <p14:cNvContentPartPr/>
              <p14:nvPr/>
            </p14:nvContentPartPr>
            <p14:xfrm>
              <a:off x="5197487" y="466047"/>
              <a:ext cx="44304" cy="472026"/>
            </p14:xfrm>
          </p:contentPart>
        </mc:Choice>
        <mc:Fallback xmlns="">
          <p:sp>
            <p:nvSpPr>
              <p:cNvPr id="1050531" name=""/>
              <p:cNvSpPr/>
              <p:nvPr/>
            </p:nvSpPr>
            <p:spPr>
              <a:xfrm>
                <a:off x="5197487" y="466047"/>
                <a:ext cx="44304" cy="4720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532" name="Encre 1050531"/>
              <p14:cNvContentPartPr/>
              <p14:nvPr/>
            </p14:nvContentPartPr>
            <p14:xfrm>
              <a:off x="5188478" y="512716"/>
              <a:ext cx="177501" cy="141714"/>
            </p14:xfrm>
          </p:contentPart>
        </mc:Choice>
        <mc:Fallback xmlns="">
          <p:sp>
            <p:nvSpPr>
              <p:cNvPr id="1050532" name=""/>
              <p:cNvSpPr/>
              <p:nvPr/>
            </p:nvSpPr>
            <p:spPr>
              <a:xfrm>
                <a:off x="5188478" y="512716"/>
                <a:ext cx="177501" cy="1417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533" name="Encre 1050532"/>
              <p14:cNvContentPartPr/>
              <p14:nvPr/>
            </p14:nvContentPartPr>
            <p14:xfrm>
              <a:off x="5388361" y="279295"/>
              <a:ext cx="211356" cy="338898"/>
            </p14:xfrm>
          </p:contentPart>
        </mc:Choice>
        <mc:Fallback xmlns="">
          <p:sp>
            <p:nvSpPr>
              <p:cNvPr id="1050533" name=""/>
              <p:cNvSpPr/>
              <p:nvPr/>
            </p:nvSpPr>
            <p:spPr>
              <a:xfrm>
                <a:off x="5388361" y="279295"/>
                <a:ext cx="211356" cy="338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534" name="Encre 1050533"/>
              <p14:cNvContentPartPr/>
              <p14:nvPr/>
            </p14:nvContentPartPr>
            <p14:xfrm>
              <a:off x="5605106" y="335991"/>
              <a:ext cx="5201" cy="32280"/>
            </p14:xfrm>
          </p:contentPart>
        </mc:Choice>
        <mc:Fallback xmlns="">
          <p:sp>
            <p:nvSpPr>
              <p:cNvPr id="1050534" name=""/>
              <p:cNvSpPr/>
              <p:nvPr/>
            </p:nvSpPr>
            <p:spPr>
              <a:xfrm>
                <a:off x="5605106" y="335991"/>
                <a:ext cx="5201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535" name="Encre 1050534"/>
              <p14:cNvContentPartPr/>
              <p14:nvPr/>
            </p14:nvContentPartPr>
            <p14:xfrm>
              <a:off x="5703410" y="292307"/>
              <a:ext cx="28240" cy="282451"/>
            </p14:xfrm>
          </p:contentPart>
        </mc:Choice>
        <mc:Fallback xmlns="">
          <p:sp>
            <p:nvSpPr>
              <p:cNvPr id="1050535" name=""/>
              <p:cNvSpPr/>
              <p:nvPr/>
            </p:nvSpPr>
            <p:spPr>
              <a:xfrm>
                <a:off x="5703410" y="292307"/>
                <a:ext cx="28240" cy="282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536" name="Encre 1050535"/>
              <p14:cNvContentPartPr/>
              <p14:nvPr/>
            </p14:nvContentPartPr>
            <p14:xfrm>
              <a:off x="5667669" y="483757"/>
              <a:ext cx="268410" cy="97454"/>
            </p14:xfrm>
          </p:contentPart>
        </mc:Choice>
        <mc:Fallback xmlns="">
          <p:sp>
            <p:nvSpPr>
              <p:cNvPr id="1050536" name=""/>
              <p:cNvSpPr/>
              <p:nvPr/>
            </p:nvSpPr>
            <p:spPr>
              <a:xfrm>
                <a:off x="5667669" y="483757"/>
                <a:ext cx="268410" cy="97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537" name="Encre 1050536"/>
              <p14:cNvContentPartPr/>
              <p14:nvPr/>
            </p14:nvContentPartPr>
            <p14:xfrm>
              <a:off x="6009082" y="451652"/>
              <a:ext cx="101596" cy="122685"/>
            </p14:xfrm>
          </p:contentPart>
        </mc:Choice>
        <mc:Fallback xmlns="">
          <p:sp>
            <p:nvSpPr>
              <p:cNvPr id="1050537" name=""/>
              <p:cNvSpPr/>
              <p:nvPr/>
            </p:nvSpPr>
            <p:spPr>
              <a:xfrm>
                <a:off x="6009082" y="451652"/>
                <a:ext cx="101596" cy="122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538" name="Encre 1050537"/>
              <p14:cNvContentPartPr/>
              <p14:nvPr/>
            </p14:nvContentPartPr>
            <p14:xfrm>
              <a:off x="6113185" y="249120"/>
              <a:ext cx="191523" cy="340615"/>
            </p14:xfrm>
          </p:contentPart>
        </mc:Choice>
        <mc:Fallback xmlns="">
          <p:sp>
            <p:nvSpPr>
              <p:cNvPr id="1050538" name=""/>
              <p:cNvSpPr/>
              <p:nvPr/>
            </p:nvSpPr>
            <p:spPr>
              <a:xfrm>
                <a:off x="6113185" y="249120"/>
                <a:ext cx="191523" cy="340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539" name="Encre 1050538"/>
              <p14:cNvContentPartPr/>
              <p14:nvPr/>
            </p14:nvContentPartPr>
            <p14:xfrm>
              <a:off x="5971444" y="538522"/>
              <a:ext cx="146735" cy="42213"/>
            </p14:xfrm>
          </p:contentPart>
        </mc:Choice>
        <mc:Fallback xmlns="">
          <p:sp>
            <p:nvSpPr>
              <p:cNvPr id="1050539" name=""/>
              <p:cNvSpPr/>
              <p:nvPr/>
            </p:nvSpPr>
            <p:spPr>
              <a:xfrm>
                <a:off x="5971444" y="538522"/>
                <a:ext cx="146735" cy="42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540" name="Encre 1050539"/>
              <p14:cNvContentPartPr/>
              <p14:nvPr/>
            </p14:nvContentPartPr>
            <p14:xfrm>
              <a:off x="6558430" y="339087"/>
              <a:ext cx="135784" cy="215134"/>
            </p14:xfrm>
          </p:contentPart>
        </mc:Choice>
        <mc:Fallback xmlns="">
          <p:sp>
            <p:nvSpPr>
              <p:cNvPr id="1050540" name=""/>
              <p:cNvSpPr/>
              <p:nvPr/>
            </p:nvSpPr>
            <p:spPr>
              <a:xfrm>
                <a:off x="6558430" y="339087"/>
                <a:ext cx="135784" cy="215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541" name="Encre 1050540"/>
              <p14:cNvContentPartPr/>
              <p14:nvPr/>
            </p14:nvContentPartPr>
            <p14:xfrm>
              <a:off x="6706174" y="566027"/>
              <a:ext cx="64035" cy="70613"/>
            </p14:xfrm>
          </p:contentPart>
        </mc:Choice>
        <mc:Fallback xmlns="">
          <p:sp>
            <p:nvSpPr>
              <p:cNvPr id="1050541" name=""/>
              <p:cNvSpPr/>
              <p:nvPr/>
            </p:nvSpPr>
            <p:spPr>
              <a:xfrm>
                <a:off x="6706174" y="566027"/>
                <a:ext cx="64035" cy="70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542" name="Encre 1050541"/>
              <p14:cNvContentPartPr/>
              <p14:nvPr/>
            </p14:nvContentPartPr>
            <p14:xfrm>
              <a:off x="6869178" y="440973"/>
              <a:ext cx="232252" cy="155918"/>
            </p14:xfrm>
          </p:contentPart>
        </mc:Choice>
        <mc:Fallback xmlns="">
          <p:sp>
            <p:nvSpPr>
              <p:cNvPr id="1050542" name=""/>
              <p:cNvSpPr/>
              <p:nvPr/>
            </p:nvSpPr>
            <p:spPr>
              <a:xfrm>
                <a:off x="6869178" y="440973"/>
                <a:ext cx="232252" cy="155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543" name="Encre 1050542"/>
              <p14:cNvContentPartPr/>
              <p14:nvPr/>
            </p14:nvContentPartPr>
            <p14:xfrm>
              <a:off x="7190846" y="299753"/>
              <a:ext cx="14119" cy="93819"/>
            </p14:xfrm>
          </p:contentPart>
        </mc:Choice>
        <mc:Fallback xmlns="">
          <p:sp>
            <p:nvSpPr>
              <p:cNvPr id="1050543" name=""/>
              <p:cNvSpPr/>
              <p:nvPr/>
            </p:nvSpPr>
            <p:spPr>
              <a:xfrm>
                <a:off x="7190846" y="299753"/>
                <a:ext cx="14119" cy="93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544" name="Encre 1050543"/>
              <p14:cNvContentPartPr/>
              <p14:nvPr/>
            </p14:nvContentPartPr>
            <p14:xfrm>
              <a:off x="7233647" y="458413"/>
              <a:ext cx="199807" cy="166978"/>
            </p14:xfrm>
          </p:contentPart>
        </mc:Choice>
        <mc:Fallback xmlns="">
          <p:sp>
            <p:nvSpPr>
              <p:cNvPr id="1050544" name=""/>
              <p:cNvSpPr/>
              <p:nvPr/>
            </p:nvSpPr>
            <p:spPr>
              <a:xfrm>
                <a:off x="7233647" y="458413"/>
                <a:ext cx="199807" cy="1669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545" name="Encre 1050544"/>
              <p14:cNvContentPartPr/>
              <p14:nvPr/>
            </p14:nvContentPartPr>
            <p14:xfrm>
              <a:off x="7476237" y="321099"/>
              <a:ext cx="115259" cy="246000"/>
            </p14:xfrm>
          </p:contentPart>
        </mc:Choice>
        <mc:Fallback xmlns="">
          <p:sp>
            <p:nvSpPr>
              <p:cNvPr id="1050545" name=""/>
              <p:cNvSpPr/>
              <p:nvPr/>
            </p:nvSpPr>
            <p:spPr>
              <a:xfrm>
                <a:off x="7476237" y="321099"/>
                <a:ext cx="115259" cy="2460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546" name="Encre 1050545"/>
              <p14:cNvContentPartPr/>
              <p14:nvPr/>
            </p14:nvContentPartPr>
            <p14:xfrm>
              <a:off x="7686135" y="429810"/>
              <a:ext cx="34482" cy="293418"/>
            </p14:xfrm>
          </p:contentPart>
        </mc:Choice>
        <mc:Fallback xmlns="">
          <p:sp>
            <p:nvSpPr>
              <p:cNvPr id="1050546" name=""/>
              <p:cNvSpPr/>
              <p:nvPr/>
            </p:nvSpPr>
            <p:spPr>
              <a:xfrm>
                <a:off x="7686135" y="429810"/>
                <a:ext cx="34482" cy="293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547" name="Encre 1050546"/>
              <p14:cNvContentPartPr/>
              <p14:nvPr/>
            </p14:nvContentPartPr>
            <p14:xfrm>
              <a:off x="7641357" y="262534"/>
              <a:ext cx="601671" cy="348710"/>
            </p14:xfrm>
          </p:contentPart>
        </mc:Choice>
        <mc:Fallback xmlns="">
          <p:sp>
            <p:nvSpPr>
              <p:cNvPr id="1050547" name=""/>
              <p:cNvSpPr/>
              <p:nvPr/>
            </p:nvSpPr>
            <p:spPr>
              <a:xfrm>
                <a:off x="7641357" y="262534"/>
                <a:ext cx="601671" cy="348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548" name="Encre 1050547"/>
              <p14:cNvContentPartPr/>
              <p14:nvPr/>
            </p14:nvContentPartPr>
            <p14:xfrm>
              <a:off x="8369844" y="379177"/>
              <a:ext cx="251076" cy="177409"/>
            </p14:xfrm>
          </p:contentPart>
        </mc:Choice>
        <mc:Fallback xmlns="">
          <p:sp>
            <p:nvSpPr>
              <p:cNvPr id="1050548" name=""/>
              <p:cNvSpPr/>
              <p:nvPr/>
            </p:nvSpPr>
            <p:spPr>
              <a:xfrm>
                <a:off x="8369844" y="379177"/>
                <a:ext cx="251076" cy="177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549" name="Encre 1050548"/>
              <p14:cNvContentPartPr/>
              <p14:nvPr/>
            </p14:nvContentPartPr>
            <p14:xfrm>
              <a:off x="8555595" y="277663"/>
              <a:ext cx="79886" cy="108808"/>
            </p14:xfrm>
          </p:contentPart>
        </mc:Choice>
        <mc:Fallback xmlns="">
          <p:sp>
            <p:nvSpPr>
              <p:cNvPr id="1050549" name=""/>
              <p:cNvSpPr/>
              <p:nvPr/>
            </p:nvSpPr>
            <p:spPr>
              <a:xfrm>
                <a:off x="8555595" y="277663"/>
                <a:ext cx="79886" cy="108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550" name="Encre 1050549"/>
              <p14:cNvContentPartPr/>
              <p14:nvPr/>
            </p14:nvContentPartPr>
            <p14:xfrm>
              <a:off x="8599740" y="415663"/>
              <a:ext cx="163388" cy="301858"/>
            </p14:xfrm>
          </p:contentPart>
        </mc:Choice>
        <mc:Fallback xmlns="">
          <p:sp>
            <p:nvSpPr>
              <p:cNvPr id="1050550" name=""/>
              <p:cNvSpPr/>
              <p:nvPr/>
            </p:nvSpPr>
            <p:spPr>
              <a:xfrm>
                <a:off x="8599740" y="415663"/>
                <a:ext cx="163388" cy="301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551" name="Encre 1050550"/>
              <p14:cNvContentPartPr/>
              <p14:nvPr/>
            </p14:nvContentPartPr>
            <p14:xfrm>
              <a:off x="8828305" y="249120"/>
              <a:ext cx="36656" cy="291813"/>
            </p14:xfrm>
          </p:contentPart>
        </mc:Choice>
        <mc:Fallback xmlns="">
          <p:sp>
            <p:nvSpPr>
              <p:cNvPr id="1050551" name=""/>
              <p:cNvSpPr/>
              <p:nvPr/>
            </p:nvSpPr>
            <p:spPr>
              <a:xfrm>
                <a:off x="8828305" y="249120"/>
                <a:ext cx="36656" cy="291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552" name="Encre 1050551"/>
              <p14:cNvContentPartPr/>
              <p14:nvPr/>
            </p14:nvContentPartPr>
            <p14:xfrm>
              <a:off x="8936185" y="415663"/>
              <a:ext cx="17510" cy="116706"/>
            </p14:xfrm>
          </p:contentPart>
        </mc:Choice>
        <mc:Fallback xmlns="">
          <p:sp>
            <p:nvSpPr>
              <p:cNvPr id="1050552" name=""/>
              <p:cNvSpPr/>
              <p:nvPr/>
            </p:nvSpPr>
            <p:spPr>
              <a:xfrm>
                <a:off x="8936185" y="415663"/>
                <a:ext cx="17510" cy="116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553" name="Encre 1050552"/>
              <p14:cNvContentPartPr/>
              <p14:nvPr/>
            </p14:nvContentPartPr>
            <p14:xfrm>
              <a:off x="8984681" y="321099"/>
              <a:ext cx="8208" cy="68911"/>
            </p14:xfrm>
          </p:contentPart>
        </mc:Choice>
        <mc:Fallback xmlns="">
          <p:sp>
            <p:nvSpPr>
              <p:cNvPr id="1050553" name=""/>
              <p:cNvSpPr/>
              <p:nvPr/>
            </p:nvSpPr>
            <p:spPr>
              <a:xfrm>
                <a:off x="8984681" y="321099"/>
                <a:ext cx="8208" cy="68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554" name="Encre 1050553"/>
              <p14:cNvContentPartPr/>
              <p14:nvPr/>
            </p14:nvContentPartPr>
            <p14:xfrm>
              <a:off x="9028130" y="392532"/>
              <a:ext cx="279366" cy="359540"/>
            </p14:xfrm>
          </p:contentPart>
        </mc:Choice>
        <mc:Fallback xmlns="">
          <p:sp>
            <p:nvSpPr>
              <p:cNvPr id="1050554" name=""/>
              <p:cNvSpPr/>
              <p:nvPr/>
            </p:nvSpPr>
            <p:spPr>
              <a:xfrm>
                <a:off x="9028130" y="392532"/>
                <a:ext cx="279366" cy="3595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555" name="Encre 1050554"/>
              <p14:cNvContentPartPr/>
              <p14:nvPr/>
            </p14:nvContentPartPr>
            <p14:xfrm>
              <a:off x="9301740" y="422612"/>
              <a:ext cx="163281" cy="106121"/>
            </p14:xfrm>
          </p:contentPart>
        </mc:Choice>
        <mc:Fallback xmlns="">
          <p:sp>
            <p:nvSpPr>
              <p:cNvPr id="1050555" name=""/>
              <p:cNvSpPr/>
              <p:nvPr/>
            </p:nvSpPr>
            <p:spPr>
              <a:xfrm>
                <a:off x="9301740" y="422612"/>
                <a:ext cx="163281" cy="106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556" name="Encre 1050555"/>
              <p14:cNvContentPartPr/>
              <p14:nvPr/>
            </p14:nvContentPartPr>
            <p14:xfrm>
              <a:off x="9453818" y="220081"/>
              <a:ext cx="152018" cy="296599"/>
            </p14:xfrm>
          </p:contentPart>
        </mc:Choice>
        <mc:Fallback xmlns="">
          <p:sp>
            <p:nvSpPr>
              <p:cNvPr id="1050556" name=""/>
              <p:cNvSpPr/>
              <p:nvPr/>
            </p:nvSpPr>
            <p:spPr>
              <a:xfrm>
                <a:off x="9453818" y="220081"/>
                <a:ext cx="152018" cy="2965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557" name="Encre 1050556"/>
              <p14:cNvContentPartPr/>
              <p14:nvPr/>
            </p14:nvContentPartPr>
            <p14:xfrm>
              <a:off x="9652805" y="234228"/>
              <a:ext cx="210797" cy="290648"/>
            </p14:xfrm>
          </p:contentPart>
        </mc:Choice>
        <mc:Fallback xmlns="">
          <p:sp>
            <p:nvSpPr>
              <p:cNvPr id="1050557" name=""/>
              <p:cNvSpPr/>
              <p:nvPr/>
            </p:nvSpPr>
            <p:spPr>
              <a:xfrm>
                <a:off x="9652805" y="234228"/>
                <a:ext cx="210797" cy="290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558" name="Encre 1050557"/>
              <p14:cNvContentPartPr/>
              <p14:nvPr/>
            </p14:nvContentPartPr>
            <p14:xfrm>
              <a:off x="10022754" y="451652"/>
              <a:ext cx="21621" cy="36237"/>
            </p14:xfrm>
          </p:contentPart>
        </mc:Choice>
        <mc:Fallback xmlns="">
          <p:sp>
            <p:nvSpPr>
              <p:cNvPr id="1050558" name=""/>
              <p:cNvSpPr/>
              <p:nvPr/>
            </p:nvSpPr>
            <p:spPr>
              <a:xfrm>
                <a:off x="10022754" y="451652"/>
                <a:ext cx="21621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559" name="Encre 1050558"/>
              <p14:cNvContentPartPr/>
              <p14:nvPr/>
            </p14:nvContentPartPr>
            <p14:xfrm>
              <a:off x="1561374" y="1386617"/>
              <a:ext cx="280484" cy="322285"/>
            </p14:xfrm>
          </p:contentPart>
        </mc:Choice>
        <mc:Fallback xmlns="">
          <p:sp>
            <p:nvSpPr>
              <p:cNvPr id="1050559" name=""/>
              <p:cNvSpPr/>
              <p:nvPr/>
            </p:nvSpPr>
            <p:spPr>
              <a:xfrm>
                <a:off x="1561374" y="1386617"/>
                <a:ext cx="280484" cy="322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560" name="Encre 1050559"/>
              <p14:cNvContentPartPr/>
              <p14:nvPr/>
            </p14:nvContentPartPr>
            <p14:xfrm>
              <a:off x="1752065" y="1204939"/>
              <a:ext cx="3529" cy="79672"/>
            </p14:xfrm>
          </p:contentPart>
        </mc:Choice>
        <mc:Fallback xmlns="">
          <p:sp>
            <p:nvSpPr>
              <p:cNvPr id="1050560" name=""/>
              <p:cNvSpPr/>
              <p:nvPr/>
            </p:nvSpPr>
            <p:spPr>
              <a:xfrm>
                <a:off x="1752065" y="1204939"/>
                <a:ext cx="3529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561" name="Encre 1050560"/>
              <p14:cNvContentPartPr/>
              <p14:nvPr/>
            </p14:nvContentPartPr>
            <p14:xfrm>
              <a:off x="1827076" y="1204939"/>
              <a:ext cx="6250" cy="82522"/>
            </p14:xfrm>
          </p:contentPart>
        </mc:Choice>
        <mc:Fallback xmlns="">
          <p:sp>
            <p:nvSpPr>
              <p:cNvPr id="1050561" name=""/>
              <p:cNvSpPr/>
              <p:nvPr/>
            </p:nvSpPr>
            <p:spPr>
              <a:xfrm>
                <a:off x="1827076" y="1204939"/>
                <a:ext cx="6250" cy="82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562" name="Encre 1050561"/>
              <p14:cNvContentPartPr/>
              <p14:nvPr/>
            </p14:nvContentPartPr>
            <p14:xfrm>
              <a:off x="1948418" y="1600060"/>
              <a:ext cx="216652" cy="17884"/>
            </p14:xfrm>
          </p:contentPart>
        </mc:Choice>
        <mc:Fallback xmlns="">
          <p:sp>
            <p:nvSpPr>
              <p:cNvPr id="1050562" name=""/>
              <p:cNvSpPr/>
              <p:nvPr/>
            </p:nvSpPr>
            <p:spPr>
              <a:xfrm>
                <a:off x="1948418" y="1600060"/>
                <a:ext cx="216652" cy="17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563" name="Encre 1050562"/>
              <p14:cNvContentPartPr/>
              <p14:nvPr/>
            </p14:nvContentPartPr>
            <p14:xfrm>
              <a:off x="2027997" y="1530826"/>
              <a:ext cx="7702" cy="176055"/>
            </p14:xfrm>
          </p:contentPart>
        </mc:Choice>
        <mc:Fallback xmlns="">
          <p:sp>
            <p:nvSpPr>
              <p:cNvPr id="1050563" name=""/>
              <p:cNvSpPr/>
              <p:nvPr/>
            </p:nvSpPr>
            <p:spPr>
              <a:xfrm>
                <a:off x="2027997" y="1530826"/>
                <a:ext cx="7702" cy="176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564" name="Encre 1050563"/>
              <p14:cNvContentPartPr/>
              <p14:nvPr/>
            </p14:nvContentPartPr>
            <p14:xfrm>
              <a:off x="2335934" y="1251849"/>
              <a:ext cx="181334" cy="338842"/>
            </p14:xfrm>
          </p:contentPart>
        </mc:Choice>
        <mc:Fallback xmlns="">
          <p:sp>
            <p:nvSpPr>
              <p:cNvPr id="1050564" name=""/>
              <p:cNvSpPr/>
              <p:nvPr/>
            </p:nvSpPr>
            <p:spPr>
              <a:xfrm>
                <a:off x="2335934" y="1251849"/>
                <a:ext cx="181334" cy="338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565" name="Encre 1050564"/>
              <p14:cNvContentPartPr/>
              <p14:nvPr/>
            </p14:nvContentPartPr>
            <p14:xfrm>
              <a:off x="2284647" y="1649149"/>
              <a:ext cx="315975" cy="13086"/>
            </p14:xfrm>
          </p:contentPart>
        </mc:Choice>
        <mc:Fallback xmlns="">
          <p:sp>
            <p:nvSpPr>
              <p:cNvPr id="1050565" name=""/>
              <p:cNvSpPr/>
              <p:nvPr/>
            </p:nvSpPr>
            <p:spPr>
              <a:xfrm>
                <a:off x="2284647" y="1649149"/>
                <a:ext cx="315975" cy="13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566" name="Encre 1050565"/>
              <p14:cNvContentPartPr/>
              <p14:nvPr/>
            </p14:nvContentPartPr>
            <p14:xfrm>
              <a:off x="2306268" y="1796497"/>
              <a:ext cx="182021" cy="332243"/>
            </p14:xfrm>
          </p:contentPart>
        </mc:Choice>
        <mc:Fallback xmlns="">
          <p:sp>
            <p:nvSpPr>
              <p:cNvPr id="1050566" name=""/>
              <p:cNvSpPr/>
              <p:nvPr/>
            </p:nvSpPr>
            <p:spPr>
              <a:xfrm>
                <a:off x="2306268" y="1796497"/>
                <a:ext cx="182021" cy="332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567" name="Encre 1050566"/>
              <p14:cNvContentPartPr/>
              <p14:nvPr/>
            </p14:nvContentPartPr>
            <p14:xfrm>
              <a:off x="2724560" y="1443956"/>
              <a:ext cx="110759" cy="221905"/>
            </p14:xfrm>
          </p:contentPart>
        </mc:Choice>
        <mc:Fallback xmlns="">
          <p:sp>
            <p:nvSpPr>
              <p:cNvPr id="1050567" name=""/>
              <p:cNvSpPr/>
              <p:nvPr/>
            </p:nvSpPr>
            <p:spPr>
              <a:xfrm>
                <a:off x="2724560" y="1443956"/>
                <a:ext cx="110759" cy="2219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568" name="Encre 1050567"/>
              <p14:cNvContentPartPr/>
              <p14:nvPr/>
            </p14:nvContentPartPr>
            <p14:xfrm>
              <a:off x="2890689" y="1516430"/>
              <a:ext cx="30674" cy="140146"/>
            </p14:xfrm>
          </p:contentPart>
        </mc:Choice>
        <mc:Fallback xmlns="">
          <p:sp>
            <p:nvSpPr>
              <p:cNvPr id="1050568" name=""/>
              <p:cNvSpPr/>
              <p:nvPr/>
            </p:nvSpPr>
            <p:spPr>
              <a:xfrm>
                <a:off x="2890689" y="1516430"/>
                <a:ext cx="30674" cy="140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569" name="Encre 1050568"/>
              <p14:cNvContentPartPr/>
              <p14:nvPr/>
            </p14:nvContentPartPr>
            <p14:xfrm>
              <a:off x="2906801" y="1400521"/>
              <a:ext cx="7147" cy="69700"/>
            </p14:xfrm>
          </p:contentPart>
        </mc:Choice>
        <mc:Fallback xmlns="">
          <p:sp>
            <p:nvSpPr>
              <p:cNvPr id="1050569" name=""/>
              <p:cNvSpPr/>
              <p:nvPr/>
            </p:nvSpPr>
            <p:spPr>
              <a:xfrm>
                <a:off x="2906801" y="1400521"/>
                <a:ext cx="7147" cy="69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570" name="Encre 1050569"/>
              <p14:cNvContentPartPr/>
              <p14:nvPr/>
            </p14:nvContentPartPr>
            <p14:xfrm>
              <a:off x="3012685" y="1523628"/>
              <a:ext cx="109138" cy="127078"/>
            </p14:xfrm>
          </p:contentPart>
        </mc:Choice>
        <mc:Fallback xmlns="">
          <p:sp>
            <p:nvSpPr>
              <p:cNvPr id="1050570" name=""/>
              <p:cNvSpPr/>
              <p:nvPr/>
            </p:nvSpPr>
            <p:spPr>
              <a:xfrm>
                <a:off x="3012685" y="1523628"/>
                <a:ext cx="109138" cy="127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571" name="Encre 1050570"/>
              <p14:cNvContentPartPr/>
              <p14:nvPr/>
            </p14:nvContentPartPr>
            <p14:xfrm>
              <a:off x="3200581" y="1397608"/>
              <a:ext cx="138254" cy="258913"/>
            </p14:xfrm>
          </p:contentPart>
        </mc:Choice>
        <mc:Fallback xmlns="">
          <p:sp>
            <p:nvSpPr>
              <p:cNvPr id="1050571" name=""/>
              <p:cNvSpPr/>
              <p:nvPr/>
            </p:nvSpPr>
            <p:spPr>
              <a:xfrm>
                <a:off x="3200581" y="1397608"/>
                <a:ext cx="138254" cy="258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572" name="Encre 1050571"/>
              <p14:cNvContentPartPr/>
              <p14:nvPr/>
            </p14:nvContentPartPr>
            <p14:xfrm>
              <a:off x="3600438" y="1482016"/>
              <a:ext cx="199545" cy="27216"/>
            </p14:xfrm>
          </p:contentPart>
        </mc:Choice>
        <mc:Fallback xmlns="">
          <p:sp>
            <p:nvSpPr>
              <p:cNvPr id="1050572" name=""/>
              <p:cNvSpPr/>
              <p:nvPr/>
            </p:nvSpPr>
            <p:spPr>
              <a:xfrm>
                <a:off x="3600438" y="1482016"/>
                <a:ext cx="199545" cy="27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573" name="Encre 1050572"/>
              <p14:cNvContentPartPr/>
              <p14:nvPr/>
            </p14:nvContentPartPr>
            <p14:xfrm>
              <a:off x="3622059" y="1610244"/>
              <a:ext cx="167895" cy="22095"/>
            </p14:xfrm>
          </p:contentPart>
        </mc:Choice>
        <mc:Fallback xmlns="">
          <p:sp>
            <p:nvSpPr>
              <p:cNvPr id="1050573" name=""/>
              <p:cNvSpPr/>
              <p:nvPr/>
            </p:nvSpPr>
            <p:spPr>
              <a:xfrm>
                <a:off x="3622059" y="1610244"/>
                <a:ext cx="167895" cy="22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574" name="Encre 1050573"/>
              <p14:cNvContentPartPr/>
              <p14:nvPr/>
            </p14:nvContentPartPr>
            <p14:xfrm>
              <a:off x="3974026" y="1438002"/>
              <a:ext cx="257983" cy="213327"/>
            </p14:xfrm>
          </p:contentPart>
        </mc:Choice>
        <mc:Fallback xmlns="">
          <p:sp>
            <p:nvSpPr>
              <p:cNvPr id="1050574" name=""/>
              <p:cNvSpPr/>
              <p:nvPr/>
            </p:nvSpPr>
            <p:spPr>
              <a:xfrm>
                <a:off x="3974026" y="1438002"/>
                <a:ext cx="257983" cy="213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575" name="Encre 1050574"/>
              <p14:cNvContentPartPr/>
              <p14:nvPr/>
            </p14:nvContentPartPr>
            <p14:xfrm>
              <a:off x="5038013" y="1205381"/>
              <a:ext cx="366769" cy="397836"/>
            </p14:xfrm>
          </p:contentPart>
        </mc:Choice>
        <mc:Fallback xmlns="">
          <p:sp>
            <p:nvSpPr>
              <p:cNvPr id="1050575" name=""/>
              <p:cNvSpPr/>
              <p:nvPr/>
            </p:nvSpPr>
            <p:spPr>
              <a:xfrm>
                <a:off x="5038013" y="1205381"/>
                <a:ext cx="366769" cy="397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576" name="Encre 1050575"/>
              <p14:cNvContentPartPr/>
              <p14:nvPr/>
            </p14:nvContentPartPr>
            <p14:xfrm>
              <a:off x="5704423" y="1385660"/>
              <a:ext cx="221722" cy="209853"/>
            </p14:xfrm>
          </p:contentPart>
        </mc:Choice>
        <mc:Fallback xmlns="">
          <p:sp>
            <p:nvSpPr>
              <p:cNvPr id="1050576" name=""/>
              <p:cNvSpPr/>
              <p:nvPr/>
            </p:nvSpPr>
            <p:spPr>
              <a:xfrm>
                <a:off x="5704423" y="1385660"/>
                <a:ext cx="221722" cy="209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577" name="Encre 1050576"/>
              <p14:cNvContentPartPr/>
              <p14:nvPr/>
            </p14:nvContentPartPr>
            <p14:xfrm>
              <a:off x="6019782" y="1422362"/>
              <a:ext cx="98397" cy="162293"/>
            </p14:xfrm>
          </p:contentPart>
        </mc:Choice>
        <mc:Fallback xmlns="">
          <p:sp>
            <p:nvSpPr>
              <p:cNvPr id="1050577" name=""/>
              <p:cNvSpPr/>
              <p:nvPr/>
            </p:nvSpPr>
            <p:spPr>
              <a:xfrm>
                <a:off x="6019782" y="1422362"/>
                <a:ext cx="98397" cy="162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578" name="Encre 1050577"/>
              <p14:cNvContentPartPr/>
              <p14:nvPr/>
            </p14:nvContentPartPr>
            <p14:xfrm>
              <a:off x="6236761" y="1202209"/>
              <a:ext cx="109983" cy="291877"/>
            </p14:xfrm>
          </p:contentPart>
        </mc:Choice>
        <mc:Fallback xmlns="">
          <p:sp>
            <p:nvSpPr>
              <p:cNvPr id="1050578" name=""/>
              <p:cNvSpPr/>
              <p:nvPr/>
            </p:nvSpPr>
            <p:spPr>
              <a:xfrm>
                <a:off x="6236761" y="1202209"/>
                <a:ext cx="109983" cy="2918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579" name="Encre 1050578"/>
              <p14:cNvContentPartPr/>
              <p14:nvPr/>
            </p14:nvContentPartPr>
            <p14:xfrm>
              <a:off x="6461468" y="1382406"/>
              <a:ext cx="265597" cy="237801"/>
            </p14:xfrm>
          </p:contentPart>
        </mc:Choice>
        <mc:Fallback xmlns="">
          <p:sp>
            <p:nvSpPr>
              <p:cNvPr id="1050579" name=""/>
              <p:cNvSpPr/>
              <p:nvPr/>
            </p:nvSpPr>
            <p:spPr>
              <a:xfrm>
                <a:off x="6461468" y="1382406"/>
                <a:ext cx="265597" cy="237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580" name="Encre 1050579"/>
              <p14:cNvContentPartPr/>
              <p14:nvPr/>
            </p14:nvContentPartPr>
            <p14:xfrm>
              <a:off x="6762801" y="1278903"/>
              <a:ext cx="34454" cy="294381"/>
            </p14:xfrm>
          </p:contentPart>
        </mc:Choice>
        <mc:Fallback xmlns="">
          <p:sp>
            <p:nvSpPr>
              <p:cNvPr id="1050580" name=""/>
              <p:cNvSpPr/>
              <p:nvPr/>
            </p:nvSpPr>
            <p:spPr>
              <a:xfrm>
                <a:off x="6762801" y="1278903"/>
                <a:ext cx="34454" cy="294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581" name="Encre 1050580"/>
              <p14:cNvContentPartPr/>
              <p14:nvPr/>
            </p14:nvContentPartPr>
            <p14:xfrm>
              <a:off x="6761515" y="1353717"/>
              <a:ext cx="145721" cy="46803"/>
            </p14:xfrm>
          </p:contentPart>
        </mc:Choice>
        <mc:Fallback xmlns="">
          <p:sp>
            <p:nvSpPr>
              <p:cNvPr id="1050581" name=""/>
              <p:cNvSpPr/>
              <p:nvPr/>
            </p:nvSpPr>
            <p:spPr>
              <a:xfrm>
                <a:off x="6761515" y="1353717"/>
                <a:ext cx="145721" cy="468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582" name="Encre 1050581"/>
              <p14:cNvContentPartPr/>
              <p14:nvPr/>
            </p14:nvContentPartPr>
            <p14:xfrm>
              <a:off x="6983461" y="1377040"/>
              <a:ext cx="318737" cy="381425"/>
            </p14:xfrm>
          </p:contentPart>
        </mc:Choice>
        <mc:Fallback xmlns="">
          <p:sp>
            <p:nvSpPr>
              <p:cNvPr id="1050582" name=""/>
              <p:cNvSpPr/>
              <p:nvPr/>
            </p:nvSpPr>
            <p:spPr>
              <a:xfrm>
                <a:off x="6983461" y="1377040"/>
                <a:ext cx="318737" cy="3814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583" name="Encre 1050582"/>
              <p14:cNvContentPartPr/>
              <p14:nvPr/>
            </p14:nvContentPartPr>
            <p14:xfrm>
              <a:off x="7194697" y="1263018"/>
              <a:ext cx="124991" cy="95696"/>
            </p14:xfrm>
          </p:contentPart>
        </mc:Choice>
        <mc:Fallback xmlns="">
          <p:sp>
            <p:nvSpPr>
              <p:cNvPr id="1050583" name=""/>
              <p:cNvSpPr/>
              <p:nvPr/>
            </p:nvSpPr>
            <p:spPr>
              <a:xfrm>
                <a:off x="7194697" y="1263018"/>
                <a:ext cx="124991" cy="95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584" name="Encre 1050583"/>
              <p14:cNvContentPartPr/>
              <p14:nvPr/>
            </p14:nvContentPartPr>
            <p14:xfrm>
              <a:off x="7357674" y="1393323"/>
              <a:ext cx="144249" cy="124876"/>
            </p14:xfrm>
          </p:contentPart>
        </mc:Choice>
        <mc:Fallback xmlns="">
          <p:sp>
            <p:nvSpPr>
              <p:cNvPr id="1050584" name=""/>
              <p:cNvSpPr/>
              <p:nvPr/>
            </p:nvSpPr>
            <p:spPr>
              <a:xfrm>
                <a:off x="7357674" y="1393323"/>
                <a:ext cx="144249" cy="124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585" name="Encre 1050584"/>
              <p14:cNvContentPartPr/>
              <p14:nvPr/>
            </p14:nvContentPartPr>
            <p14:xfrm>
              <a:off x="7485773" y="1400521"/>
              <a:ext cx="77041" cy="142691"/>
            </p14:xfrm>
          </p:contentPart>
        </mc:Choice>
        <mc:Fallback xmlns="">
          <p:sp>
            <p:nvSpPr>
              <p:cNvPr id="1050585" name=""/>
              <p:cNvSpPr/>
              <p:nvPr/>
            </p:nvSpPr>
            <p:spPr>
              <a:xfrm>
                <a:off x="7485773" y="1400521"/>
                <a:ext cx="77041" cy="142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586" name="Encre 1050585"/>
              <p14:cNvContentPartPr/>
              <p14:nvPr/>
            </p14:nvContentPartPr>
            <p14:xfrm>
              <a:off x="7563347" y="1291809"/>
              <a:ext cx="13587" cy="30326"/>
            </p14:xfrm>
          </p:contentPart>
        </mc:Choice>
        <mc:Fallback xmlns="">
          <p:sp>
            <p:nvSpPr>
              <p:cNvPr id="1050586" name=""/>
              <p:cNvSpPr/>
              <p:nvPr/>
            </p:nvSpPr>
            <p:spPr>
              <a:xfrm>
                <a:off x="7563347" y="1291809"/>
                <a:ext cx="13587" cy="303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587" name="Encre 1050586"/>
              <p14:cNvContentPartPr/>
              <p14:nvPr/>
            </p14:nvContentPartPr>
            <p14:xfrm>
              <a:off x="7598556" y="1400183"/>
              <a:ext cx="145033" cy="96325"/>
            </p14:xfrm>
          </p:contentPart>
        </mc:Choice>
        <mc:Fallback xmlns="">
          <p:sp>
            <p:nvSpPr>
              <p:cNvPr id="1050587" name=""/>
              <p:cNvSpPr/>
              <p:nvPr/>
            </p:nvSpPr>
            <p:spPr>
              <a:xfrm>
                <a:off x="7598556" y="1400183"/>
                <a:ext cx="145033" cy="96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588" name="Encre 1050587"/>
              <p14:cNvContentPartPr/>
              <p14:nvPr/>
            </p14:nvContentPartPr>
            <p14:xfrm>
              <a:off x="7780867" y="1270464"/>
              <a:ext cx="189657" cy="236852"/>
            </p14:xfrm>
          </p:contentPart>
        </mc:Choice>
        <mc:Fallback xmlns="">
          <p:sp>
            <p:nvSpPr>
              <p:cNvPr id="1050588" name=""/>
              <p:cNvSpPr/>
              <p:nvPr/>
            </p:nvSpPr>
            <p:spPr>
              <a:xfrm>
                <a:off x="7780867" y="1270464"/>
                <a:ext cx="189657" cy="2368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589" name="Encre 1050588"/>
              <p14:cNvContentPartPr/>
              <p14:nvPr/>
            </p14:nvContentPartPr>
            <p14:xfrm>
              <a:off x="7932726" y="1183097"/>
              <a:ext cx="160722" cy="293695"/>
            </p14:xfrm>
          </p:contentPart>
        </mc:Choice>
        <mc:Fallback xmlns="">
          <p:sp>
            <p:nvSpPr>
              <p:cNvPr id="1050589" name=""/>
              <p:cNvSpPr/>
              <p:nvPr/>
            </p:nvSpPr>
            <p:spPr>
              <a:xfrm>
                <a:off x="7932726" y="1183097"/>
                <a:ext cx="160722" cy="293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590" name="Encre 1050589"/>
              <p14:cNvContentPartPr/>
              <p14:nvPr/>
            </p14:nvContentPartPr>
            <p14:xfrm>
              <a:off x="8054908" y="1263018"/>
              <a:ext cx="44019" cy="73670"/>
            </p14:xfrm>
          </p:contentPart>
        </mc:Choice>
        <mc:Fallback xmlns="">
          <p:sp>
            <p:nvSpPr>
              <p:cNvPr id="1050590" name=""/>
              <p:cNvSpPr/>
              <p:nvPr/>
            </p:nvSpPr>
            <p:spPr>
              <a:xfrm>
                <a:off x="8054908" y="1263018"/>
                <a:ext cx="44019" cy="73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591" name="Encre 1050590"/>
              <p14:cNvContentPartPr/>
              <p14:nvPr/>
            </p14:nvContentPartPr>
            <p14:xfrm>
              <a:off x="8105986" y="1332513"/>
              <a:ext cx="158848" cy="321339"/>
            </p14:xfrm>
          </p:contentPart>
        </mc:Choice>
        <mc:Fallback xmlns="">
          <p:sp>
            <p:nvSpPr>
              <p:cNvPr id="1050591" name=""/>
              <p:cNvSpPr/>
              <p:nvPr/>
            </p:nvSpPr>
            <p:spPr>
              <a:xfrm>
                <a:off x="8105986" y="1332513"/>
                <a:ext cx="158848" cy="321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592" name="Encre 1050591"/>
              <p14:cNvContentPartPr/>
              <p14:nvPr/>
            </p14:nvContentPartPr>
            <p14:xfrm>
              <a:off x="8291784" y="1328046"/>
              <a:ext cx="275001" cy="151590"/>
            </p14:xfrm>
          </p:contentPart>
        </mc:Choice>
        <mc:Fallback xmlns="">
          <p:sp>
            <p:nvSpPr>
              <p:cNvPr id="1050592" name=""/>
              <p:cNvSpPr/>
              <p:nvPr/>
            </p:nvSpPr>
            <p:spPr>
              <a:xfrm>
                <a:off x="8291784" y="1328046"/>
                <a:ext cx="275001" cy="151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593" name="Encre 1050592"/>
              <p14:cNvContentPartPr/>
              <p14:nvPr/>
            </p14:nvContentPartPr>
            <p14:xfrm>
              <a:off x="8870426" y="1300304"/>
              <a:ext cx="254836" cy="139928"/>
            </p14:xfrm>
          </p:contentPart>
        </mc:Choice>
        <mc:Fallback xmlns="">
          <p:sp>
            <p:nvSpPr>
              <p:cNvPr id="1050593" name=""/>
              <p:cNvSpPr/>
              <p:nvPr/>
            </p:nvSpPr>
            <p:spPr>
              <a:xfrm>
                <a:off x="8870426" y="1300304"/>
                <a:ext cx="254836" cy="1399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594" name="Encre 1050593"/>
              <p14:cNvContentPartPr/>
              <p14:nvPr/>
            </p14:nvContentPartPr>
            <p14:xfrm>
              <a:off x="9180483" y="1242281"/>
              <a:ext cx="474046" cy="167343"/>
            </p14:xfrm>
          </p:contentPart>
        </mc:Choice>
        <mc:Fallback xmlns="">
          <p:sp>
            <p:nvSpPr>
              <p:cNvPr id="1050594" name=""/>
              <p:cNvSpPr/>
              <p:nvPr/>
            </p:nvSpPr>
            <p:spPr>
              <a:xfrm>
                <a:off x="9180483" y="1242281"/>
                <a:ext cx="474046" cy="167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595" name="Encre 1050594"/>
              <p14:cNvContentPartPr/>
              <p14:nvPr/>
            </p14:nvContentPartPr>
            <p14:xfrm>
              <a:off x="9426132" y="1067188"/>
              <a:ext cx="53008" cy="69334"/>
            </p14:xfrm>
          </p:contentPart>
        </mc:Choice>
        <mc:Fallback xmlns="">
          <p:sp>
            <p:nvSpPr>
              <p:cNvPr id="1050595" name=""/>
              <p:cNvSpPr/>
              <p:nvPr/>
            </p:nvSpPr>
            <p:spPr>
              <a:xfrm>
                <a:off x="9426132" y="1067188"/>
                <a:ext cx="53008" cy="69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596" name="Encre 1050595"/>
              <p14:cNvContentPartPr/>
              <p14:nvPr/>
            </p14:nvContentPartPr>
            <p14:xfrm>
              <a:off x="8878606" y="1494630"/>
              <a:ext cx="574026" cy="21799"/>
            </p14:xfrm>
          </p:contentPart>
        </mc:Choice>
        <mc:Fallback xmlns="">
          <p:sp>
            <p:nvSpPr>
              <p:cNvPr id="1050596" name=""/>
              <p:cNvSpPr/>
              <p:nvPr/>
            </p:nvSpPr>
            <p:spPr>
              <a:xfrm>
                <a:off x="8878606" y="1494630"/>
                <a:ext cx="574026" cy="21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597" name="Encre 1050596"/>
              <p14:cNvContentPartPr/>
              <p14:nvPr/>
            </p14:nvContentPartPr>
            <p14:xfrm>
              <a:off x="9765508" y="1237185"/>
              <a:ext cx="245779" cy="163336"/>
            </p14:xfrm>
          </p:contentPart>
        </mc:Choice>
        <mc:Fallback xmlns="">
          <p:sp>
            <p:nvSpPr>
              <p:cNvPr id="1050597" name=""/>
              <p:cNvSpPr/>
              <p:nvPr/>
            </p:nvSpPr>
            <p:spPr>
              <a:xfrm>
                <a:off x="9765508" y="1237185"/>
                <a:ext cx="245779" cy="163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598" name="Encre 1050597"/>
              <p14:cNvContentPartPr/>
              <p14:nvPr/>
            </p14:nvContentPartPr>
            <p14:xfrm>
              <a:off x="10071509" y="1245643"/>
              <a:ext cx="260108" cy="156930"/>
            </p14:xfrm>
          </p:contentPart>
        </mc:Choice>
        <mc:Fallback xmlns="">
          <p:sp>
            <p:nvSpPr>
              <p:cNvPr id="1050598" name=""/>
              <p:cNvSpPr/>
              <p:nvPr/>
            </p:nvSpPr>
            <p:spPr>
              <a:xfrm>
                <a:off x="10071509" y="1245643"/>
                <a:ext cx="260108" cy="15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599" name="Encre 1050598"/>
              <p14:cNvContentPartPr/>
              <p14:nvPr/>
            </p14:nvContentPartPr>
            <p14:xfrm>
              <a:off x="10481610" y="1161504"/>
              <a:ext cx="127558" cy="230761"/>
            </p14:xfrm>
          </p:contentPart>
        </mc:Choice>
        <mc:Fallback xmlns="">
          <p:sp>
            <p:nvSpPr>
              <p:cNvPr id="1050599" name=""/>
              <p:cNvSpPr/>
              <p:nvPr/>
            </p:nvSpPr>
            <p:spPr>
              <a:xfrm>
                <a:off x="10481610" y="1161504"/>
                <a:ext cx="127558" cy="230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600" name="Encre 1050599"/>
              <p14:cNvContentPartPr/>
              <p14:nvPr/>
            </p14:nvContentPartPr>
            <p14:xfrm>
              <a:off x="10694488" y="1226781"/>
              <a:ext cx="14842" cy="144796"/>
            </p14:xfrm>
          </p:contentPart>
        </mc:Choice>
        <mc:Fallback xmlns="">
          <p:sp>
            <p:nvSpPr>
              <p:cNvPr id="1050600" name=""/>
              <p:cNvSpPr/>
              <p:nvPr/>
            </p:nvSpPr>
            <p:spPr>
              <a:xfrm>
                <a:off x="10694488" y="1226781"/>
                <a:ext cx="14842" cy="144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601" name="Encre 1050600"/>
              <p14:cNvContentPartPr/>
              <p14:nvPr/>
            </p14:nvContentPartPr>
            <p14:xfrm>
              <a:off x="10723891" y="1103425"/>
              <a:ext cx="0" cy="72474"/>
            </p14:xfrm>
          </p:contentPart>
        </mc:Choice>
        <mc:Fallback xmlns="">
          <p:sp>
            <p:nvSpPr>
              <p:cNvPr id="1050601" name=""/>
              <p:cNvSpPr/>
              <p:nvPr/>
            </p:nvSpPr>
            <p:spPr>
              <a:xfrm>
                <a:off x="10723891" y="1103425"/>
                <a:ext cx="0" cy="72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602" name="Encre 1050601"/>
              <p14:cNvContentPartPr/>
              <p14:nvPr/>
            </p14:nvContentPartPr>
            <p14:xfrm>
              <a:off x="10821801" y="1211626"/>
              <a:ext cx="174769" cy="164503"/>
            </p14:xfrm>
          </p:contentPart>
        </mc:Choice>
        <mc:Fallback xmlns="">
          <p:sp>
            <p:nvSpPr>
              <p:cNvPr id="1050602" name=""/>
              <p:cNvSpPr/>
              <p:nvPr/>
            </p:nvSpPr>
            <p:spPr>
              <a:xfrm>
                <a:off x="10821801" y="1211626"/>
                <a:ext cx="174769" cy="164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603" name="Encre 1050602"/>
              <p14:cNvContentPartPr/>
              <p14:nvPr/>
            </p14:nvContentPartPr>
            <p14:xfrm>
              <a:off x="11025174" y="1212137"/>
              <a:ext cx="85011" cy="144615"/>
            </p14:xfrm>
          </p:contentPart>
        </mc:Choice>
        <mc:Fallback xmlns="">
          <p:sp>
            <p:nvSpPr>
              <p:cNvPr id="1050603" name=""/>
              <p:cNvSpPr/>
              <p:nvPr/>
            </p:nvSpPr>
            <p:spPr>
              <a:xfrm>
                <a:off x="11025174" y="1212137"/>
                <a:ext cx="85011" cy="144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604" name="Encre 1050603"/>
              <p14:cNvContentPartPr/>
              <p14:nvPr/>
            </p14:nvContentPartPr>
            <p14:xfrm>
              <a:off x="11145721" y="1147108"/>
              <a:ext cx="128844" cy="197258"/>
            </p14:xfrm>
          </p:contentPart>
        </mc:Choice>
        <mc:Fallback xmlns="">
          <p:sp>
            <p:nvSpPr>
              <p:cNvPr id="1050604" name=""/>
              <p:cNvSpPr/>
              <p:nvPr/>
            </p:nvSpPr>
            <p:spPr>
              <a:xfrm>
                <a:off x="11145721" y="1147108"/>
                <a:ext cx="128844" cy="1972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605" name="Encre 1050604"/>
              <p14:cNvContentPartPr/>
              <p14:nvPr/>
            </p14:nvContentPartPr>
            <p14:xfrm>
              <a:off x="11298637" y="1194364"/>
              <a:ext cx="310147" cy="142561"/>
            </p14:xfrm>
          </p:contentPart>
        </mc:Choice>
        <mc:Fallback xmlns="">
          <p:sp>
            <p:nvSpPr>
              <p:cNvPr id="1050605" name=""/>
              <p:cNvSpPr/>
              <p:nvPr/>
            </p:nvSpPr>
            <p:spPr>
              <a:xfrm>
                <a:off x="11298637" y="1194364"/>
                <a:ext cx="310147" cy="142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606" name="Encre 1050605"/>
              <p14:cNvContentPartPr/>
              <p14:nvPr/>
            </p14:nvContentPartPr>
            <p14:xfrm>
              <a:off x="11381787" y="1089761"/>
              <a:ext cx="131873" cy="6466"/>
            </p14:xfrm>
          </p:contentPart>
        </mc:Choice>
        <mc:Fallback xmlns="">
          <p:sp>
            <p:nvSpPr>
              <p:cNvPr id="1050606" name=""/>
              <p:cNvSpPr/>
              <p:nvPr/>
            </p:nvSpPr>
            <p:spPr>
              <a:xfrm>
                <a:off x="11381787" y="1089761"/>
                <a:ext cx="131873" cy="6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607" name="Encre 1050606"/>
              <p14:cNvContentPartPr/>
              <p14:nvPr/>
            </p14:nvContentPartPr>
            <p14:xfrm>
              <a:off x="11560037" y="1197989"/>
              <a:ext cx="117838" cy="137841"/>
            </p14:xfrm>
          </p:contentPart>
        </mc:Choice>
        <mc:Fallback xmlns="">
          <p:sp>
            <p:nvSpPr>
              <p:cNvPr id="1050607" name=""/>
              <p:cNvSpPr/>
              <p:nvPr/>
            </p:nvSpPr>
            <p:spPr>
              <a:xfrm>
                <a:off x="11560037" y="1197989"/>
                <a:ext cx="117838" cy="137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608" name="Encre 1050607"/>
              <p14:cNvContentPartPr/>
              <p14:nvPr/>
            </p14:nvContentPartPr>
            <p14:xfrm>
              <a:off x="11642059" y="1052792"/>
              <a:ext cx="19833" cy="289408"/>
            </p14:xfrm>
          </p:contentPart>
        </mc:Choice>
        <mc:Fallback xmlns="">
          <p:sp>
            <p:nvSpPr>
              <p:cNvPr id="1050608" name=""/>
              <p:cNvSpPr/>
              <p:nvPr/>
            </p:nvSpPr>
            <p:spPr>
              <a:xfrm>
                <a:off x="11642059" y="1052792"/>
                <a:ext cx="19833" cy="289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609" name="Encre 1050608"/>
              <p14:cNvContentPartPr/>
              <p14:nvPr/>
            </p14:nvContentPartPr>
            <p14:xfrm>
              <a:off x="11694114" y="1132465"/>
              <a:ext cx="145244" cy="166428"/>
            </p14:xfrm>
          </p:contentPart>
        </mc:Choice>
        <mc:Fallback xmlns="">
          <p:sp>
            <p:nvSpPr>
              <p:cNvPr id="1050609" name=""/>
              <p:cNvSpPr/>
              <p:nvPr/>
            </p:nvSpPr>
            <p:spPr>
              <a:xfrm>
                <a:off x="11694114" y="1132465"/>
                <a:ext cx="145244" cy="166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610" name="Encre 1050609"/>
              <p14:cNvContentPartPr/>
              <p14:nvPr/>
            </p14:nvContentPartPr>
            <p14:xfrm>
              <a:off x="11813660" y="958725"/>
              <a:ext cx="32758" cy="372796"/>
            </p14:xfrm>
          </p:contentPart>
        </mc:Choice>
        <mc:Fallback xmlns="">
          <p:sp>
            <p:nvSpPr>
              <p:cNvPr id="1050610" name=""/>
              <p:cNvSpPr/>
              <p:nvPr/>
            </p:nvSpPr>
            <p:spPr>
              <a:xfrm>
                <a:off x="11813660" y="958725"/>
                <a:ext cx="32758" cy="372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611" name="Encre 1050610"/>
              <p14:cNvContentPartPr/>
              <p14:nvPr/>
            </p14:nvContentPartPr>
            <p14:xfrm>
              <a:off x="11868039" y="1210786"/>
              <a:ext cx="67084" cy="169325"/>
            </p14:xfrm>
          </p:contentPart>
        </mc:Choice>
        <mc:Fallback xmlns="">
          <p:sp>
            <p:nvSpPr>
              <p:cNvPr id="1050611" name=""/>
              <p:cNvSpPr/>
              <p:nvPr/>
            </p:nvSpPr>
            <p:spPr>
              <a:xfrm>
                <a:off x="11868039" y="1210786"/>
                <a:ext cx="67084" cy="169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612" name="Encre 1050611"/>
              <p14:cNvContentPartPr/>
              <p14:nvPr/>
            </p14:nvContentPartPr>
            <p14:xfrm>
              <a:off x="10977778" y="1469520"/>
              <a:ext cx="542560" cy="39452"/>
            </p14:xfrm>
          </p:contentPart>
        </mc:Choice>
        <mc:Fallback xmlns="">
          <p:sp>
            <p:nvSpPr>
              <p:cNvPr id="1050612" name=""/>
              <p:cNvSpPr/>
              <p:nvPr/>
            </p:nvSpPr>
            <p:spPr>
              <a:xfrm>
                <a:off x="10977778" y="1469520"/>
                <a:ext cx="542560" cy="39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613" name="Encre 1050612"/>
              <p14:cNvContentPartPr/>
              <p14:nvPr/>
            </p14:nvContentPartPr>
            <p14:xfrm>
              <a:off x="819827" y="1403250"/>
              <a:ext cx="276059" cy="358557"/>
            </p14:xfrm>
          </p:contentPart>
        </mc:Choice>
        <mc:Fallback xmlns="">
          <p:sp>
            <p:nvSpPr>
              <p:cNvPr id="1050613" name=""/>
              <p:cNvSpPr/>
              <p:nvPr/>
            </p:nvSpPr>
            <p:spPr>
              <a:xfrm>
                <a:off x="819827" y="1403250"/>
                <a:ext cx="276059" cy="358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614" name="Encre 1050613"/>
              <p14:cNvContentPartPr/>
              <p14:nvPr/>
            </p14:nvContentPartPr>
            <p14:xfrm>
              <a:off x="1035140" y="1212137"/>
              <a:ext cx="12256" cy="69238"/>
            </p14:xfrm>
          </p:contentPart>
        </mc:Choice>
        <mc:Fallback xmlns="">
          <p:sp>
            <p:nvSpPr>
              <p:cNvPr id="1050614" name=""/>
              <p:cNvSpPr/>
              <p:nvPr/>
            </p:nvSpPr>
            <p:spPr>
              <a:xfrm>
                <a:off x="1035140" y="1212137"/>
                <a:ext cx="12256" cy="69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615" name="Encre 1050614"/>
              <p14:cNvContentPartPr/>
              <p14:nvPr/>
            </p14:nvContentPartPr>
            <p14:xfrm>
              <a:off x="1124511" y="1610498"/>
              <a:ext cx="94530" cy="113758"/>
            </p14:xfrm>
          </p:contentPart>
        </mc:Choice>
        <mc:Fallback xmlns="">
          <p:sp>
            <p:nvSpPr>
              <p:cNvPr id="1050615" name=""/>
              <p:cNvSpPr/>
              <p:nvPr/>
            </p:nvSpPr>
            <p:spPr>
              <a:xfrm>
                <a:off x="1124511" y="1610498"/>
                <a:ext cx="94530" cy="11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616" name="Encre 1050615"/>
              <p14:cNvContentPartPr/>
              <p14:nvPr/>
            </p14:nvContentPartPr>
            <p14:xfrm>
              <a:off x="1125938" y="1625142"/>
              <a:ext cx="54075" cy="107692"/>
            </p14:xfrm>
          </p:contentPart>
        </mc:Choice>
        <mc:Fallback xmlns="">
          <p:sp>
            <p:nvSpPr>
              <p:cNvPr id="1050616" name=""/>
              <p:cNvSpPr/>
              <p:nvPr/>
            </p:nvSpPr>
            <p:spPr>
              <a:xfrm>
                <a:off x="1125938" y="1625142"/>
                <a:ext cx="54075" cy="107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617" name="Encre 1050616"/>
              <p14:cNvContentPartPr/>
              <p14:nvPr/>
            </p14:nvContentPartPr>
            <p14:xfrm>
              <a:off x="1332538" y="1044850"/>
              <a:ext cx="351133" cy="1110749"/>
            </p14:xfrm>
          </p:contentPart>
        </mc:Choice>
        <mc:Fallback xmlns="">
          <p:sp>
            <p:nvSpPr>
              <p:cNvPr id="1050617" name=""/>
              <p:cNvSpPr/>
              <p:nvPr/>
            </p:nvSpPr>
            <p:spPr>
              <a:xfrm>
                <a:off x="1332538" y="1044850"/>
                <a:ext cx="351133" cy="11107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618" name="Encre 1050617"/>
              <p14:cNvContentPartPr/>
              <p14:nvPr/>
            </p14:nvContentPartPr>
            <p14:xfrm>
              <a:off x="4007272" y="1106349"/>
              <a:ext cx="437148" cy="948097"/>
            </p14:xfrm>
          </p:contentPart>
        </mc:Choice>
        <mc:Fallback xmlns="">
          <p:sp>
            <p:nvSpPr>
              <p:cNvPr id="1050618" name=""/>
              <p:cNvSpPr/>
              <p:nvPr/>
            </p:nvSpPr>
            <p:spPr>
              <a:xfrm>
                <a:off x="4007272" y="1106349"/>
                <a:ext cx="437148" cy="948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619" name="Encre 1050618"/>
              <p14:cNvContentPartPr/>
              <p14:nvPr/>
            </p14:nvContentPartPr>
            <p14:xfrm>
              <a:off x="1278301" y="2688685"/>
              <a:ext cx="200177" cy="301720"/>
            </p14:xfrm>
          </p:contentPart>
        </mc:Choice>
        <mc:Fallback xmlns="">
          <p:sp>
            <p:nvSpPr>
              <p:cNvPr id="1050619" name=""/>
              <p:cNvSpPr/>
              <p:nvPr/>
            </p:nvSpPr>
            <p:spPr>
              <a:xfrm>
                <a:off x="1278301" y="2688685"/>
                <a:ext cx="200177" cy="3017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620" name="Encre 1050619"/>
              <p14:cNvContentPartPr/>
              <p14:nvPr/>
            </p14:nvContentPartPr>
            <p14:xfrm>
              <a:off x="1465398" y="2508734"/>
              <a:ext cx="3828" cy="31419"/>
            </p14:xfrm>
          </p:contentPart>
        </mc:Choice>
        <mc:Fallback xmlns="">
          <p:sp>
            <p:nvSpPr>
              <p:cNvPr id="1050620" name=""/>
              <p:cNvSpPr/>
              <p:nvPr/>
            </p:nvSpPr>
            <p:spPr>
              <a:xfrm>
                <a:off x="1465398" y="2508734"/>
                <a:ext cx="3828" cy="31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621" name="Encre 1050620"/>
              <p14:cNvContentPartPr/>
              <p14:nvPr/>
            </p14:nvContentPartPr>
            <p14:xfrm>
              <a:off x="1657765" y="2707083"/>
              <a:ext cx="169337" cy="282879"/>
            </p14:xfrm>
          </p:contentPart>
        </mc:Choice>
        <mc:Fallback xmlns="">
          <p:sp>
            <p:nvSpPr>
              <p:cNvPr id="1050621" name=""/>
              <p:cNvSpPr/>
              <p:nvPr/>
            </p:nvSpPr>
            <p:spPr>
              <a:xfrm>
                <a:off x="1657765" y="2707083"/>
                <a:ext cx="169337" cy="2828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622" name="Encre 1050621"/>
              <p14:cNvContentPartPr/>
              <p14:nvPr/>
            </p14:nvContentPartPr>
            <p14:xfrm>
              <a:off x="1776774" y="2537774"/>
              <a:ext cx="0" cy="72722"/>
            </p14:xfrm>
          </p:contentPart>
        </mc:Choice>
        <mc:Fallback xmlns="">
          <p:sp>
            <p:nvSpPr>
              <p:cNvPr id="1050622" name=""/>
              <p:cNvSpPr/>
              <p:nvPr/>
            </p:nvSpPr>
            <p:spPr>
              <a:xfrm>
                <a:off x="1776774" y="2537774"/>
                <a:ext cx="0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623" name="Encre 1050622"/>
              <p14:cNvContentPartPr/>
              <p14:nvPr/>
            </p14:nvContentPartPr>
            <p14:xfrm>
              <a:off x="1854607" y="2552666"/>
              <a:ext cx="15269" cy="68417"/>
            </p14:xfrm>
          </p:contentPart>
        </mc:Choice>
        <mc:Fallback xmlns="">
          <p:sp>
            <p:nvSpPr>
              <p:cNvPr id="1050623" name=""/>
              <p:cNvSpPr/>
              <p:nvPr/>
            </p:nvSpPr>
            <p:spPr>
              <a:xfrm>
                <a:off x="1854607" y="2552666"/>
                <a:ext cx="15269" cy="68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624" name="Encre 1050623"/>
              <p14:cNvContentPartPr/>
              <p14:nvPr/>
            </p14:nvContentPartPr>
            <p14:xfrm>
              <a:off x="1495445" y="2979818"/>
              <a:ext cx="2462" cy="69348"/>
            </p14:xfrm>
          </p:contentPart>
        </mc:Choice>
        <mc:Fallback xmlns="">
          <p:sp>
            <p:nvSpPr>
              <p:cNvPr id="1050624" name=""/>
              <p:cNvSpPr/>
              <p:nvPr/>
            </p:nvSpPr>
            <p:spPr>
              <a:xfrm>
                <a:off x="1495445" y="2979818"/>
                <a:ext cx="2462" cy="69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625" name="Encre 1050624"/>
              <p14:cNvContentPartPr/>
              <p14:nvPr/>
            </p14:nvContentPartPr>
            <p14:xfrm>
              <a:off x="1726914" y="2537774"/>
              <a:ext cx="7059" cy="72722"/>
            </p14:xfrm>
          </p:contentPart>
        </mc:Choice>
        <mc:Fallback xmlns="">
          <p:sp>
            <p:nvSpPr>
              <p:cNvPr id="1050625" name=""/>
              <p:cNvSpPr/>
              <p:nvPr/>
            </p:nvSpPr>
            <p:spPr>
              <a:xfrm>
                <a:off x="1726914" y="2537774"/>
                <a:ext cx="7059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626" name="Encre 1050625"/>
              <p14:cNvContentPartPr/>
              <p14:nvPr/>
            </p14:nvContentPartPr>
            <p14:xfrm>
              <a:off x="2027401" y="2879814"/>
              <a:ext cx="246102" cy="20083"/>
            </p14:xfrm>
          </p:contentPart>
        </mc:Choice>
        <mc:Fallback xmlns="">
          <p:sp>
            <p:nvSpPr>
              <p:cNvPr id="1050626" name=""/>
              <p:cNvSpPr/>
              <p:nvPr/>
            </p:nvSpPr>
            <p:spPr>
              <a:xfrm>
                <a:off x="2027401" y="2879814"/>
                <a:ext cx="246102" cy="200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627" name="Encre 1050626"/>
              <p14:cNvContentPartPr/>
              <p14:nvPr/>
            </p14:nvContentPartPr>
            <p14:xfrm>
              <a:off x="2134623" y="2820225"/>
              <a:ext cx="7623" cy="173387"/>
            </p14:xfrm>
          </p:contentPart>
        </mc:Choice>
        <mc:Fallback xmlns="">
          <p:sp>
            <p:nvSpPr>
              <p:cNvPr id="1050627" name=""/>
              <p:cNvSpPr/>
              <p:nvPr/>
            </p:nvSpPr>
            <p:spPr>
              <a:xfrm>
                <a:off x="2134623" y="2820225"/>
                <a:ext cx="7623" cy="173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628" name="Encre 1050627"/>
              <p14:cNvContentPartPr/>
              <p14:nvPr/>
            </p14:nvContentPartPr>
            <p14:xfrm>
              <a:off x="2397167" y="2574011"/>
              <a:ext cx="139457" cy="276683"/>
            </p14:xfrm>
          </p:contentPart>
        </mc:Choice>
        <mc:Fallback xmlns="">
          <p:sp>
            <p:nvSpPr>
              <p:cNvPr id="1050628" name=""/>
              <p:cNvSpPr/>
              <p:nvPr/>
            </p:nvSpPr>
            <p:spPr>
              <a:xfrm>
                <a:off x="2397167" y="2574011"/>
                <a:ext cx="139457" cy="276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629" name="Encre 1050628"/>
              <p14:cNvContentPartPr/>
              <p14:nvPr/>
            </p14:nvContentPartPr>
            <p14:xfrm>
              <a:off x="2363188" y="2958256"/>
              <a:ext cx="303792" cy="14115"/>
            </p14:xfrm>
          </p:contentPart>
        </mc:Choice>
        <mc:Fallback xmlns="">
          <p:sp>
            <p:nvSpPr>
              <p:cNvPr id="1050629" name=""/>
              <p:cNvSpPr/>
              <p:nvPr/>
            </p:nvSpPr>
            <p:spPr>
              <a:xfrm>
                <a:off x="2363188" y="2958256"/>
                <a:ext cx="303792" cy="14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630" name="Encre 1050629"/>
              <p14:cNvContentPartPr/>
              <p14:nvPr/>
            </p14:nvContentPartPr>
            <p14:xfrm>
              <a:off x="2413490" y="3058560"/>
              <a:ext cx="145464" cy="283382"/>
            </p14:xfrm>
          </p:contentPart>
        </mc:Choice>
        <mc:Fallback xmlns="">
          <p:sp>
            <p:nvSpPr>
              <p:cNvPr id="1050630" name=""/>
              <p:cNvSpPr/>
              <p:nvPr/>
            </p:nvSpPr>
            <p:spPr>
              <a:xfrm>
                <a:off x="2413490" y="3058560"/>
                <a:ext cx="145464" cy="2833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631" name="Encre 1050630"/>
              <p14:cNvContentPartPr/>
              <p14:nvPr/>
            </p14:nvContentPartPr>
            <p14:xfrm>
              <a:off x="2811481" y="2730879"/>
              <a:ext cx="138520" cy="280147"/>
            </p14:xfrm>
          </p:contentPart>
        </mc:Choice>
        <mc:Fallback xmlns="">
          <p:sp>
            <p:nvSpPr>
              <p:cNvPr id="1050631" name=""/>
              <p:cNvSpPr/>
              <p:nvPr/>
            </p:nvSpPr>
            <p:spPr>
              <a:xfrm>
                <a:off x="2811481" y="2730879"/>
                <a:ext cx="138520" cy="280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632" name="Encre 1050631"/>
              <p14:cNvContentPartPr/>
              <p14:nvPr/>
            </p14:nvContentPartPr>
            <p14:xfrm>
              <a:off x="2885081" y="2559863"/>
              <a:ext cx="7601" cy="74283"/>
            </p14:xfrm>
          </p:contentPart>
        </mc:Choice>
        <mc:Fallback xmlns="">
          <p:sp>
            <p:nvSpPr>
              <p:cNvPr id="1050632" name=""/>
              <p:cNvSpPr/>
              <p:nvPr/>
            </p:nvSpPr>
            <p:spPr>
              <a:xfrm>
                <a:off x="2885081" y="2559863"/>
                <a:ext cx="7601" cy="74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633" name="Encre 1050632"/>
              <p14:cNvContentPartPr/>
              <p14:nvPr/>
            </p14:nvContentPartPr>
            <p14:xfrm>
              <a:off x="3105243" y="2711762"/>
              <a:ext cx="124393" cy="253762"/>
            </p14:xfrm>
          </p:contentPart>
        </mc:Choice>
        <mc:Fallback xmlns="">
          <p:sp>
            <p:nvSpPr>
              <p:cNvPr id="1050633" name=""/>
              <p:cNvSpPr/>
              <p:nvPr/>
            </p:nvSpPr>
            <p:spPr>
              <a:xfrm>
                <a:off x="3105243" y="2711762"/>
                <a:ext cx="124393" cy="253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634" name="Encre 1050633"/>
              <p14:cNvContentPartPr/>
              <p14:nvPr/>
            </p14:nvContentPartPr>
            <p14:xfrm>
              <a:off x="3308378" y="2791434"/>
              <a:ext cx="27754" cy="168663"/>
            </p14:xfrm>
          </p:contentPart>
        </mc:Choice>
        <mc:Fallback xmlns="">
          <p:sp>
            <p:nvSpPr>
              <p:cNvPr id="1050634" name=""/>
              <p:cNvSpPr/>
              <p:nvPr/>
            </p:nvSpPr>
            <p:spPr>
              <a:xfrm>
                <a:off x="3308378" y="2791434"/>
                <a:ext cx="27754" cy="168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635" name="Encre 1050634"/>
              <p14:cNvContentPartPr/>
              <p14:nvPr/>
            </p14:nvContentPartPr>
            <p14:xfrm>
              <a:off x="3404529" y="2804464"/>
              <a:ext cx="127578" cy="153431"/>
            </p14:xfrm>
          </p:contentPart>
        </mc:Choice>
        <mc:Fallback xmlns="">
          <p:sp>
            <p:nvSpPr>
              <p:cNvPr id="1050635" name=""/>
              <p:cNvSpPr/>
              <p:nvPr/>
            </p:nvSpPr>
            <p:spPr>
              <a:xfrm>
                <a:off x="3404529" y="2804464"/>
                <a:ext cx="127578" cy="153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636" name="Encre 1050635"/>
              <p14:cNvContentPartPr/>
              <p14:nvPr/>
            </p14:nvContentPartPr>
            <p14:xfrm>
              <a:off x="3613438" y="2686020"/>
              <a:ext cx="149486" cy="242535"/>
            </p14:xfrm>
          </p:contentPart>
        </mc:Choice>
        <mc:Fallback xmlns="">
          <p:sp>
            <p:nvSpPr>
              <p:cNvPr id="1050636" name=""/>
              <p:cNvSpPr/>
              <p:nvPr/>
            </p:nvSpPr>
            <p:spPr>
              <a:xfrm>
                <a:off x="3613438" y="2686020"/>
                <a:ext cx="149486" cy="242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637" name="Encre 1050636"/>
              <p14:cNvContentPartPr/>
              <p14:nvPr/>
            </p14:nvContentPartPr>
            <p14:xfrm>
              <a:off x="3958287" y="2782496"/>
              <a:ext cx="146624" cy="3523"/>
            </p14:xfrm>
          </p:contentPart>
        </mc:Choice>
        <mc:Fallback xmlns="">
          <p:sp>
            <p:nvSpPr>
              <p:cNvPr id="1050637" name=""/>
              <p:cNvSpPr/>
              <p:nvPr/>
            </p:nvSpPr>
            <p:spPr>
              <a:xfrm>
                <a:off x="3958287" y="2782496"/>
                <a:ext cx="146624" cy="35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638" name="Encre 1050637"/>
              <p14:cNvContentPartPr/>
              <p14:nvPr/>
            </p14:nvContentPartPr>
            <p14:xfrm>
              <a:off x="3958287" y="2855994"/>
              <a:ext cx="165948" cy="22310"/>
            </p14:xfrm>
          </p:contentPart>
        </mc:Choice>
        <mc:Fallback xmlns="">
          <p:sp>
            <p:nvSpPr>
              <p:cNvPr id="1050638" name=""/>
              <p:cNvSpPr/>
              <p:nvPr/>
            </p:nvSpPr>
            <p:spPr>
              <a:xfrm>
                <a:off x="3958287" y="2855994"/>
                <a:ext cx="165948" cy="22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639" name="Encre 1050638"/>
              <p14:cNvContentPartPr/>
              <p14:nvPr/>
            </p14:nvContentPartPr>
            <p14:xfrm>
              <a:off x="4291960" y="2699129"/>
              <a:ext cx="186276" cy="186790"/>
            </p14:xfrm>
          </p:contentPart>
        </mc:Choice>
        <mc:Fallback xmlns="">
          <p:sp>
            <p:nvSpPr>
              <p:cNvPr id="1050639" name=""/>
              <p:cNvSpPr/>
              <p:nvPr/>
            </p:nvSpPr>
            <p:spPr>
              <a:xfrm>
                <a:off x="4291960" y="2699129"/>
                <a:ext cx="186276" cy="186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640" name="Encre 1050639"/>
              <p14:cNvContentPartPr/>
              <p14:nvPr/>
            </p14:nvContentPartPr>
            <p14:xfrm>
              <a:off x="1466751" y="3625210"/>
              <a:ext cx="269211" cy="391429"/>
            </p14:xfrm>
          </p:contentPart>
        </mc:Choice>
        <mc:Fallback xmlns="">
          <p:sp>
            <p:nvSpPr>
              <p:cNvPr id="1050640" name=""/>
              <p:cNvSpPr/>
              <p:nvPr/>
            </p:nvSpPr>
            <p:spPr>
              <a:xfrm>
                <a:off x="1466751" y="3625210"/>
                <a:ext cx="269211" cy="391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641" name="Encre 1050640"/>
              <p14:cNvContentPartPr/>
              <p14:nvPr/>
            </p14:nvContentPartPr>
            <p14:xfrm>
              <a:off x="1658962" y="3530574"/>
              <a:ext cx="10589" cy="83147"/>
            </p14:xfrm>
          </p:contentPart>
        </mc:Choice>
        <mc:Fallback xmlns="">
          <p:sp>
            <p:nvSpPr>
              <p:cNvPr id="1050641" name=""/>
              <p:cNvSpPr/>
              <p:nvPr/>
            </p:nvSpPr>
            <p:spPr>
              <a:xfrm>
                <a:off x="1658962" y="3530574"/>
                <a:ext cx="10589" cy="83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642" name="Encre 1050641"/>
              <p14:cNvContentPartPr/>
              <p14:nvPr/>
            </p14:nvContentPartPr>
            <p14:xfrm>
              <a:off x="1755594" y="3407561"/>
              <a:ext cx="207385" cy="260515"/>
            </p14:xfrm>
          </p:contentPart>
        </mc:Choice>
        <mc:Fallback xmlns="">
          <p:sp>
            <p:nvSpPr>
              <p:cNvPr id="1050642" name=""/>
              <p:cNvSpPr/>
              <p:nvPr/>
            </p:nvSpPr>
            <p:spPr>
              <a:xfrm>
                <a:off x="1755594" y="3407561"/>
                <a:ext cx="207385" cy="2605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643" name="Encre 1050642"/>
              <p14:cNvContentPartPr/>
              <p14:nvPr/>
            </p14:nvContentPartPr>
            <p14:xfrm>
              <a:off x="1414991" y="4081082"/>
              <a:ext cx="490626" cy="65704"/>
            </p14:xfrm>
          </p:contentPart>
        </mc:Choice>
        <mc:Fallback xmlns="">
          <p:sp>
            <p:nvSpPr>
              <p:cNvPr id="1050643" name=""/>
              <p:cNvSpPr/>
              <p:nvPr/>
            </p:nvSpPr>
            <p:spPr>
              <a:xfrm>
                <a:off x="1414991" y="4081082"/>
                <a:ext cx="490626" cy="65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644" name="Encre 1050643"/>
              <p14:cNvContentPartPr/>
              <p14:nvPr/>
            </p14:nvContentPartPr>
            <p14:xfrm>
              <a:off x="1586164" y="4214605"/>
              <a:ext cx="166135" cy="310767"/>
            </p14:xfrm>
          </p:contentPart>
        </mc:Choice>
        <mc:Fallback xmlns="">
          <p:sp>
            <p:nvSpPr>
              <p:cNvPr id="1050644" name=""/>
              <p:cNvSpPr/>
              <p:nvPr/>
            </p:nvSpPr>
            <p:spPr>
              <a:xfrm>
                <a:off x="1586164" y="4214605"/>
                <a:ext cx="166135" cy="310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645" name="Encre 1050644"/>
              <p14:cNvContentPartPr/>
              <p14:nvPr/>
            </p14:nvContentPartPr>
            <p14:xfrm>
              <a:off x="3367682" y="2660881"/>
              <a:ext cx="11251" cy="30625"/>
            </p14:xfrm>
          </p:contentPart>
        </mc:Choice>
        <mc:Fallback xmlns="">
          <p:sp>
            <p:nvSpPr>
              <p:cNvPr id="1050645" name=""/>
              <p:cNvSpPr/>
              <p:nvPr/>
            </p:nvSpPr>
            <p:spPr>
              <a:xfrm>
                <a:off x="3367682" y="2660881"/>
                <a:ext cx="11251" cy="30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646" name="Encre 1050645"/>
              <p14:cNvContentPartPr/>
              <p14:nvPr/>
            </p14:nvContentPartPr>
            <p14:xfrm>
              <a:off x="2134623" y="4001409"/>
              <a:ext cx="200325" cy="28544"/>
            </p14:xfrm>
          </p:contentPart>
        </mc:Choice>
        <mc:Fallback xmlns="">
          <p:sp>
            <p:nvSpPr>
              <p:cNvPr id="1050646" name=""/>
              <p:cNvSpPr/>
              <p:nvPr/>
            </p:nvSpPr>
            <p:spPr>
              <a:xfrm>
                <a:off x="2134623" y="4001409"/>
                <a:ext cx="200325" cy="28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647" name="Encre 1050646"/>
              <p14:cNvContentPartPr/>
              <p14:nvPr/>
            </p14:nvContentPartPr>
            <p14:xfrm>
              <a:off x="2544733" y="3648789"/>
              <a:ext cx="156889" cy="317191"/>
            </p14:xfrm>
          </p:contentPart>
        </mc:Choice>
        <mc:Fallback xmlns="">
          <p:sp>
            <p:nvSpPr>
              <p:cNvPr id="1050647" name=""/>
              <p:cNvSpPr/>
              <p:nvPr/>
            </p:nvSpPr>
            <p:spPr>
              <a:xfrm>
                <a:off x="2544733" y="3648789"/>
                <a:ext cx="156889" cy="317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648" name="Encre 1050647"/>
              <p14:cNvContentPartPr/>
              <p14:nvPr/>
            </p14:nvContentPartPr>
            <p14:xfrm>
              <a:off x="2513653" y="4029953"/>
              <a:ext cx="331886" cy="8415"/>
            </p14:xfrm>
          </p:contentPart>
        </mc:Choice>
        <mc:Fallback xmlns="">
          <p:sp>
            <p:nvSpPr>
              <p:cNvPr id="1050648" name=""/>
              <p:cNvSpPr/>
              <p:nvPr/>
            </p:nvSpPr>
            <p:spPr>
              <a:xfrm>
                <a:off x="2513653" y="4029953"/>
                <a:ext cx="331886" cy="8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649" name="Encre 1050648"/>
              <p14:cNvContentPartPr/>
              <p14:nvPr/>
            </p14:nvContentPartPr>
            <p14:xfrm>
              <a:off x="2634995" y="4138073"/>
              <a:ext cx="188651" cy="378821"/>
            </p14:xfrm>
          </p:contentPart>
        </mc:Choice>
        <mc:Fallback xmlns="">
          <p:sp>
            <p:nvSpPr>
              <p:cNvPr id="1050649" name=""/>
              <p:cNvSpPr/>
              <p:nvPr/>
            </p:nvSpPr>
            <p:spPr>
              <a:xfrm>
                <a:off x="2634995" y="4138073"/>
                <a:ext cx="188651" cy="378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650" name="Encre 1050649"/>
              <p14:cNvContentPartPr/>
              <p14:nvPr/>
            </p14:nvContentPartPr>
            <p14:xfrm>
              <a:off x="2973725" y="3914043"/>
              <a:ext cx="463942" cy="208736"/>
            </p14:xfrm>
          </p:contentPart>
        </mc:Choice>
        <mc:Fallback xmlns="">
          <p:sp>
            <p:nvSpPr>
              <p:cNvPr id="1050650" name=""/>
              <p:cNvSpPr/>
              <p:nvPr/>
            </p:nvSpPr>
            <p:spPr>
              <a:xfrm>
                <a:off x="2973725" y="3914043"/>
                <a:ext cx="463942" cy="208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651" name="Encre 1050650"/>
              <p14:cNvContentPartPr/>
              <p14:nvPr/>
            </p14:nvContentPartPr>
            <p14:xfrm>
              <a:off x="3503445" y="3834447"/>
              <a:ext cx="192244" cy="254051"/>
            </p14:xfrm>
          </p:contentPart>
        </mc:Choice>
        <mc:Fallback xmlns="">
          <p:sp>
            <p:nvSpPr>
              <p:cNvPr id="1050651" name=""/>
              <p:cNvSpPr/>
              <p:nvPr/>
            </p:nvSpPr>
            <p:spPr>
              <a:xfrm>
                <a:off x="3503445" y="3834447"/>
                <a:ext cx="192244" cy="254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652" name="Encre 1050651"/>
              <p14:cNvContentPartPr/>
              <p14:nvPr/>
            </p14:nvContentPartPr>
            <p14:xfrm>
              <a:off x="3911074" y="3925667"/>
              <a:ext cx="125528" cy="1778"/>
            </p14:xfrm>
          </p:contentPart>
        </mc:Choice>
        <mc:Fallback xmlns="">
          <p:sp>
            <p:nvSpPr>
              <p:cNvPr id="1050652" name=""/>
              <p:cNvSpPr/>
              <p:nvPr/>
            </p:nvSpPr>
            <p:spPr>
              <a:xfrm>
                <a:off x="3911074" y="3925667"/>
                <a:ext cx="125528" cy="17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653" name="Encre 1050652"/>
              <p14:cNvContentPartPr/>
              <p14:nvPr/>
            </p14:nvContentPartPr>
            <p14:xfrm>
              <a:off x="3893865" y="4030066"/>
              <a:ext cx="167988" cy="7894"/>
            </p14:xfrm>
          </p:contentPart>
        </mc:Choice>
        <mc:Fallback xmlns="">
          <p:sp>
            <p:nvSpPr>
              <p:cNvPr id="1050653" name=""/>
              <p:cNvSpPr/>
              <p:nvPr/>
            </p:nvSpPr>
            <p:spPr>
              <a:xfrm>
                <a:off x="3893865" y="4030066"/>
                <a:ext cx="167988" cy="7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654" name="Encre 1050653"/>
              <p14:cNvContentPartPr/>
              <p14:nvPr/>
            </p14:nvContentPartPr>
            <p14:xfrm>
              <a:off x="4223499" y="3808386"/>
              <a:ext cx="213199" cy="266434"/>
            </p14:xfrm>
          </p:contentPart>
        </mc:Choice>
        <mc:Fallback xmlns="">
          <p:sp>
            <p:nvSpPr>
              <p:cNvPr id="1050654" name=""/>
              <p:cNvSpPr/>
              <p:nvPr/>
            </p:nvSpPr>
            <p:spPr>
              <a:xfrm>
                <a:off x="4223499" y="3808386"/>
                <a:ext cx="213199" cy="266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655" name="Encre 1050654"/>
              <p14:cNvContentPartPr/>
              <p14:nvPr/>
            </p14:nvContentPartPr>
            <p14:xfrm>
              <a:off x="4547790" y="3957504"/>
              <a:ext cx="150763" cy="7668"/>
            </p14:xfrm>
          </p:contentPart>
        </mc:Choice>
        <mc:Fallback xmlns="">
          <p:sp>
            <p:nvSpPr>
              <p:cNvPr id="1050655" name=""/>
              <p:cNvSpPr/>
              <p:nvPr/>
            </p:nvSpPr>
            <p:spPr>
              <a:xfrm>
                <a:off x="4547790" y="3957504"/>
                <a:ext cx="150763" cy="7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656" name="Encre 1050655"/>
              <p14:cNvContentPartPr/>
              <p14:nvPr/>
            </p14:nvContentPartPr>
            <p14:xfrm>
              <a:off x="4537642" y="4049904"/>
              <a:ext cx="163045" cy="38375"/>
            </p14:xfrm>
          </p:contentPart>
        </mc:Choice>
        <mc:Fallback xmlns="">
          <p:sp>
            <p:nvSpPr>
              <p:cNvPr id="1050656" name=""/>
              <p:cNvSpPr/>
              <p:nvPr/>
            </p:nvSpPr>
            <p:spPr>
              <a:xfrm>
                <a:off x="4537642" y="4049904"/>
                <a:ext cx="163045" cy="38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657" name="Encre 1050656"/>
              <p14:cNvContentPartPr/>
              <p14:nvPr/>
            </p14:nvContentPartPr>
            <p14:xfrm>
              <a:off x="4801947" y="3990737"/>
              <a:ext cx="86042" cy="10672"/>
            </p14:xfrm>
          </p:contentPart>
        </mc:Choice>
        <mc:Fallback xmlns="">
          <p:sp>
            <p:nvSpPr>
              <p:cNvPr id="1050657" name=""/>
              <p:cNvSpPr/>
              <p:nvPr/>
            </p:nvSpPr>
            <p:spPr>
              <a:xfrm>
                <a:off x="4801947" y="3990737"/>
                <a:ext cx="86042" cy="10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658" name="Encre 1050657"/>
              <p14:cNvContentPartPr/>
              <p14:nvPr/>
            </p14:nvContentPartPr>
            <p14:xfrm>
              <a:off x="4975294" y="3721415"/>
              <a:ext cx="191593" cy="300005"/>
            </p14:xfrm>
          </p:contentPart>
        </mc:Choice>
        <mc:Fallback xmlns="">
          <p:sp>
            <p:nvSpPr>
              <p:cNvPr id="1050658" name=""/>
              <p:cNvSpPr/>
              <p:nvPr/>
            </p:nvSpPr>
            <p:spPr>
              <a:xfrm>
                <a:off x="4975294" y="3721415"/>
                <a:ext cx="191593" cy="300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659" name="Encre 1050658"/>
              <p14:cNvContentPartPr/>
              <p14:nvPr/>
            </p14:nvContentPartPr>
            <p14:xfrm>
              <a:off x="5009332" y="4066190"/>
              <a:ext cx="257687" cy="29039"/>
            </p14:xfrm>
          </p:contentPart>
        </mc:Choice>
        <mc:Fallback xmlns="">
          <p:sp>
            <p:nvSpPr>
              <p:cNvPr id="1050659" name=""/>
              <p:cNvSpPr/>
              <p:nvPr/>
            </p:nvSpPr>
            <p:spPr>
              <a:xfrm>
                <a:off x="5009332" y="4066190"/>
                <a:ext cx="257687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660" name="Encre 1050659"/>
              <p14:cNvContentPartPr/>
              <p14:nvPr/>
            </p14:nvContentPartPr>
            <p14:xfrm>
              <a:off x="5066694" y="4165095"/>
              <a:ext cx="114523" cy="344235"/>
            </p14:xfrm>
          </p:contentPart>
        </mc:Choice>
        <mc:Fallback xmlns="">
          <p:sp>
            <p:nvSpPr>
              <p:cNvPr id="1050660" name=""/>
              <p:cNvSpPr/>
              <p:nvPr/>
            </p:nvSpPr>
            <p:spPr>
              <a:xfrm>
                <a:off x="5066694" y="4165095"/>
                <a:ext cx="114523" cy="344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661" name="Encre 1050660"/>
              <p14:cNvContentPartPr/>
              <p14:nvPr/>
            </p14:nvContentPartPr>
            <p14:xfrm>
              <a:off x="5319480" y="3950529"/>
              <a:ext cx="282969" cy="181944"/>
            </p14:xfrm>
          </p:contentPart>
        </mc:Choice>
        <mc:Fallback xmlns="">
          <p:sp>
            <p:nvSpPr>
              <p:cNvPr id="1050661" name=""/>
              <p:cNvSpPr/>
              <p:nvPr/>
            </p:nvSpPr>
            <p:spPr>
              <a:xfrm>
                <a:off x="5319480" y="3950529"/>
                <a:ext cx="282969" cy="181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662" name="Encre 1050661"/>
              <p14:cNvContentPartPr/>
              <p14:nvPr/>
            </p14:nvContentPartPr>
            <p14:xfrm>
              <a:off x="5637506" y="3810093"/>
              <a:ext cx="160778" cy="320290"/>
            </p14:xfrm>
          </p:contentPart>
        </mc:Choice>
        <mc:Fallback xmlns="">
          <p:sp>
            <p:nvSpPr>
              <p:cNvPr id="1050662" name=""/>
              <p:cNvSpPr/>
              <p:nvPr/>
            </p:nvSpPr>
            <p:spPr>
              <a:xfrm>
                <a:off x="5637506" y="3810093"/>
                <a:ext cx="160778" cy="320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663" name="Encre 1050662"/>
              <p14:cNvContentPartPr/>
              <p14:nvPr/>
            </p14:nvContentPartPr>
            <p14:xfrm>
              <a:off x="5808343" y="4082858"/>
              <a:ext cx="110200" cy="96786"/>
            </p14:xfrm>
          </p:contentPart>
        </mc:Choice>
        <mc:Fallback xmlns="">
          <p:sp>
            <p:nvSpPr>
              <p:cNvPr id="1050663" name=""/>
              <p:cNvSpPr/>
              <p:nvPr/>
            </p:nvSpPr>
            <p:spPr>
              <a:xfrm>
                <a:off x="5808343" y="4082858"/>
                <a:ext cx="110200" cy="96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0664" name="Encre 1050663"/>
              <p14:cNvContentPartPr/>
              <p14:nvPr/>
            </p14:nvContentPartPr>
            <p14:xfrm>
              <a:off x="1671625" y="5008768"/>
              <a:ext cx="186081" cy="298136"/>
            </p14:xfrm>
          </p:contentPart>
        </mc:Choice>
        <mc:Fallback xmlns="">
          <p:sp>
            <p:nvSpPr>
              <p:cNvPr id="1050664" name=""/>
              <p:cNvSpPr/>
              <p:nvPr/>
            </p:nvSpPr>
            <p:spPr>
              <a:xfrm>
                <a:off x="1671625" y="5008768"/>
                <a:ext cx="186081" cy="298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0665" name="Encre 1050664"/>
              <p14:cNvContentPartPr/>
              <p14:nvPr/>
            </p14:nvContentPartPr>
            <p14:xfrm>
              <a:off x="1805455" y="4892448"/>
              <a:ext cx="6940" cy="73876"/>
            </p14:xfrm>
          </p:contentPart>
        </mc:Choice>
        <mc:Fallback xmlns="">
          <p:sp>
            <p:nvSpPr>
              <p:cNvPr id="1050665" name=""/>
              <p:cNvSpPr/>
              <p:nvPr/>
            </p:nvSpPr>
            <p:spPr>
              <a:xfrm>
                <a:off x="1805455" y="4892448"/>
                <a:ext cx="6940" cy="73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0666" name="Encre 1050665"/>
              <p14:cNvContentPartPr/>
              <p14:nvPr/>
            </p14:nvContentPartPr>
            <p14:xfrm>
              <a:off x="1876936" y="4774801"/>
              <a:ext cx="229227" cy="227297"/>
            </p14:xfrm>
          </p:contentPart>
        </mc:Choice>
        <mc:Fallback xmlns="">
          <p:sp>
            <p:nvSpPr>
              <p:cNvPr id="1050666" name=""/>
              <p:cNvSpPr/>
              <p:nvPr/>
            </p:nvSpPr>
            <p:spPr>
              <a:xfrm>
                <a:off x="1876936" y="4774801"/>
                <a:ext cx="229227" cy="2272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0667" name="Encre 1050666"/>
              <p14:cNvContentPartPr/>
              <p14:nvPr/>
            </p14:nvContentPartPr>
            <p14:xfrm>
              <a:off x="1647199" y="5380371"/>
              <a:ext cx="393439" cy="40558"/>
            </p14:xfrm>
          </p:contentPart>
        </mc:Choice>
        <mc:Fallback xmlns="">
          <p:sp>
            <p:nvSpPr>
              <p:cNvPr id="1050667" name=""/>
              <p:cNvSpPr/>
              <p:nvPr/>
            </p:nvSpPr>
            <p:spPr>
              <a:xfrm>
                <a:off x="1647199" y="5380371"/>
                <a:ext cx="393439" cy="40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0668" name="Encre 1050667"/>
              <p14:cNvContentPartPr/>
              <p14:nvPr/>
            </p14:nvContentPartPr>
            <p14:xfrm>
              <a:off x="1802661" y="5525373"/>
              <a:ext cx="231800" cy="229956"/>
            </p14:xfrm>
          </p:contentPart>
        </mc:Choice>
        <mc:Fallback xmlns="">
          <p:sp>
            <p:nvSpPr>
              <p:cNvPr id="1050668" name=""/>
              <p:cNvSpPr/>
              <p:nvPr/>
            </p:nvSpPr>
            <p:spPr>
              <a:xfrm>
                <a:off x="1802661" y="5525373"/>
                <a:ext cx="231800" cy="2299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0669" name="Encre 1050668"/>
              <p14:cNvContentPartPr/>
              <p14:nvPr/>
            </p14:nvContentPartPr>
            <p14:xfrm>
              <a:off x="2148743" y="5327047"/>
              <a:ext cx="147333" cy="15733"/>
            </p14:xfrm>
          </p:contentPart>
        </mc:Choice>
        <mc:Fallback xmlns="">
          <p:sp>
            <p:nvSpPr>
              <p:cNvPr id="1050669" name=""/>
              <p:cNvSpPr/>
              <p:nvPr/>
            </p:nvSpPr>
            <p:spPr>
              <a:xfrm>
                <a:off x="2148743" y="5327047"/>
                <a:ext cx="147333" cy="15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0670" name="Encre 1050669"/>
              <p14:cNvContentPartPr/>
              <p14:nvPr/>
            </p14:nvContentPartPr>
            <p14:xfrm>
              <a:off x="2141683" y="5428064"/>
              <a:ext cx="193265" cy="8372"/>
            </p14:xfrm>
          </p:contentPart>
        </mc:Choice>
        <mc:Fallback xmlns="">
          <p:sp>
            <p:nvSpPr>
              <p:cNvPr id="1050670" name=""/>
              <p:cNvSpPr/>
              <p:nvPr/>
            </p:nvSpPr>
            <p:spPr>
              <a:xfrm>
                <a:off x="2141683" y="5428064"/>
                <a:ext cx="193265" cy="8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0671" name="Encre 1050670"/>
              <p14:cNvContentPartPr/>
              <p14:nvPr/>
            </p14:nvContentPartPr>
            <p14:xfrm>
              <a:off x="2457412" y="5005628"/>
              <a:ext cx="158410" cy="286693"/>
            </p14:xfrm>
          </p:contentPart>
        </mc:Choice>
        <mc:Fallback xmlns="">
          <p:sp>
            <p:nvSpPr>
              <p:cNvPr id="1050671" name=""/>
              <p:cNvSpPr/>
              <p:nvPr/>
            </p:nvSpPr>
            <p:spPr>
              <a:xfrm>
                <a:off x="2457412" y="5005628"/>
                <a:ext cx="158410" cy="286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0672" name="Encre 1050671"/>
              <p14:cNvContentPartPr/>
              <p14:nvPr/>
            </p14:nvContentPartPr>
            <p14:xfrm>
              <a:off x="2456291" y="5363430"/>
              <a:ext cx="274760" cy="14001"/>
            </p14:xfrm>
          </p:contentPart>
        </mc:Choice>
        <mc:Fallback xmlns="">
          <p:sp>
            <p:nvSpPr>
              <p:cNvPr id="1050672" name=""/>
              <p:cNvSpPr/>
              <p:nvPr/>
            </p:nvSpPr>
            <p:spPr>
              <a:xfrm>
                <a:off x="2456291" y="5363430"/>
                <a:ext cx="274760" cy="14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0673" name="Encre 1050672"/>
              <p14:cNvContentPartPr/>
              <p14:nvPr/>
            </p14:nvContentPartPr>
            <p14:xfrm>
              <a:off x="2520712" y="5478443"/>
              <a:ext cx="152163" cy="343505"/>
            </p14:xfrm>
          </p:contentPart>
        </mc:Choice>
        <mc:Fallback xmlns="">
          <p:sp>
            <p:nvSpPr>
              <p:cNvPr id="1050673" name=""/>
              <p:cNvSpPr/>
              <p:nvPr/>
            </p:nvSpPr>
            <p:spPr>
              <a:xfrm>
                <a:off x="2520712" y="5478443"/>
                <a:ext cx="152163" cy="343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0674" name="Encre 1050673"/>
              <p14:cNvContentPartPr/>
              <p14:nvPr/>
            </p14:nvContentPartPr>
            <p14:xfrm>
              <a:off x="2453887" y="4956031"/>
              <a:ext cx="95506" cy="73920"/>
            </p14:xfrm>
          </p:contentPart>
        </mc:Choice>
        <mc:Fallback xmlns="">
          <p:sp>
            <p:nvSpPr>
              <p:cNvPr id="1050674" name=""/>
              <p:cNvSpPr/>
              <p:nvPr/>
            </p:nvSpPr>
            <p:spPr>
              <a:xfrm>
                <a:off x="2453887" y="4956031"/>
                <a:ext cx="95506" cy="73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0675" name="Encre 1050674"/>
              <p14:cNvContentPartPr/>
              <p14:nvPr/>
            </p14:nvContentPartPr>
            <p14:xfrm>
              <a:off x="2781454" y="4979318"/>
              <a:ext cx="232569" cy="839908"/>
            </p14:xfrm>
          </p:contentPart>
        </mc:Choice>
        <mc:Fallback xmlns="">
          <p:sp>
            <p:nvSpPr>
              <p:cNvPr id="1050675" name=""/>
              <p:cNvSpPr/>
              <p:nvPr/>
            </p:nvSpPr>
            <p:spPr>
              <a:xfrm>
                <a:off x="2781454" y="4979318"/>
                <a:ext cx="232569" cy="839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0676" name="Encre 1050675"/>
              <p14:cNvContentPartPr/>
              <p14:nvPr/>
            </p14:nvContentPartPr>
            <p14:xfrm>
              <a:off x="2939654" y="5225533"/>
              <a:ext cx="462459" cy="295915"/>
            </p14:xfrm>
          </p:contentPart>
        </mc:Choice>
        <mc:Fallback xmlns="">
          <p:sp>
            <p:nvSpPr>
              <p:cNvPr id="1050676" name=""/>
              <p:cNvSpPr/>
              <p:nvPr/>
            </p:nvSpPr>
            <p:spPr>
              <a:xfrm>
                <a:off x="2939654" y="5225533"/>
                <a:ext cx="462459" cy="295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0677" name="Encre 1050676"/>
              <p14:cNvContentPartPr/>
              <p14:nvPr/>
            </p14:nvContentPartPr>
            <p14:xfrm>
              <a:off x="3437005" y="5261174"/>
              <a:ext cx="163432" cy="230602"/>
            </p14:xfrm>
          </p:contentPart>
        </mc:Choice>
        <mc:Fallback xmlns="">
          <p:sp>
            <p:nvSpPr>
              <p:cNvPr id="1050677" name=""/>
              <p:cNvSpPr/>
              <p:nvPr/>
            </p:nvSpPr>
            <p:spPr>
              <a:xfrm>
                <a:off x="3437005" y="5261174"/>
                <a:ext cx="163432" cy="230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0678" name="Encre 1050677"/>
              <p14:cNvContentPartPr/>
              <p14:nvPr/>
            </p14:nvContentPartPr>
            <p14:xfrm>
              <a:off x="3708102" y="5450501"/>
              <a:ext cx="167728" cy="13800"/>
            </p14:xfrm>
          </p:contentPart>
        </mc:Choice>
        <mc:Fallback xmlns="">
          <p:sp>
            <p:nvSpPr>
              <p:cNvPr id="1050678" name=""/>
              <p:cNvSpPr/>
              <p:nvPr/>
            </p:nvSpPr>
            <p:spPr>
              <a:xfrm>
                <a:off x="3708102" y="5450501"/>
                <a:ext cx="167728" cy="13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0679" name="Encre 1050678"/>
              <p14:cNvContentPartPr/>
              <p14:nvPr/>
            </p14:nvContentPartPr>
            <p14:xfrm>
              <a:off x="3990090" y="5304957"/>
              <a:ext cx="441826" cy="256619"/>
            </p14:xfrm>
          </p:contentPart>
        </mc:Choice>
        <mc:Fallback xmlns="">
          <p:sp>
            <p:nvSpPr>
              <p:cNvPr id="1050679" name=""/>
              <p:cNvSpPr/>
              <p:nvPr/>
            </p:nvSpPr>
            <p:spPr>
              <a:xfrm>
                <a:off x="3990090" y="5304957"/>
                <a:ext cx="441826" cy="256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0680" name="Encre 1050679"/>
              <p14:cNvContentPartPr/>
              <p14:nvPr/>
            </p14:nvContentPartPr>
            <p14:xfrm>
              <a:off x="4499723" y="5255289"/>
              <a:ext cx="120836" cy="305819"/>
            </p14:xfrm>
          </p:contentPart>
        </mc:Choice>
        <mc:Fallback xmlns="">
          <p:sp>
            <p:nvSpPr>
              <p:cNvPr id="1050680" name=""/>
              <p:cNvSpPr/>
              <p:nvPr/>
            </p:nvSpPr>
            <p:spPr>
              <a:xfrm>
                <a:off x="4499723" y="5255289"/>
                <a:ext cx="120836" cy="305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0681" name="Encre 1050680"/>
              <p14:cNvContentPartPr/>
              <p14:nvPr/>
            </p14:nvContentPartPr>
            <p14:xfrm>
              <a:off x="4637804" y="5507985"/>
              <a:ext cx="71742" cy="90924"/>
            </p14:xfrm>
          </p:contentPart>
        </mc:Choice>
        <mc:Fallback xmlns="">
          <p:sp>
            <p:nvSpPr>
              <p:cNvPr id="1050681" name=""/>
              <p:cNvSpPr/>
              <p:nvPr/>
            </p:nvSpPr>
            <p:spPr>
              <a:xfrm>
                <a:off x="4637804" y="5507985"/>
                <a:ext cx="71742" cy="909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0682" name="Encre 1050681"/>
              <p14:cNvContentPartPr/>
              <p14:nvPr/>
            </p14:nvContentPartPr>
            <p14:xfrm>
              <a:off x="4530141" y="5058991"/>
              <a:ext cx="319969" cy="843435"/>
            </p14:xfrm>
          </p:contentPart>
        </mc:Choice>
        <mc:Fallback xmlns="">
          <p:sp>
            <p:nvSpPr>
              <p:cNvPr id="1050682" name=""/>
              <p:cNvSpPr/>
              <p:nvPr/>
            </p:nvSpPr>
            <p:spPr>
              <a:xfrm>
                <a:off x="4530141" y="5058991"/>
                <a:ext cx="319969" cy="8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0683" name="Encre 1050682"/>
              <p14:cNvContentPartPr/>
              <p14:nvPr/>
            </p14:nvContentPartPr>
            <p14:xfrm>
              <a:off x="2935874" y="4770864"/>
              <a:ext cx="1558525" cy="194061"/>
            </p14:xfrm>
          </p:contentPart>
        </mc:Choice>
        <mc:Fallback xmlns="">
          <p:sp>
            <p:nvSpPr>
              <p:cNvPr id="1050683" name=""/>
              <p:cNvSpPr/>
              <p:nvPr/>
            </p:nvSpPr>
            <p:spPr>
              <a:xfrm>
                <a:off x="2935874" y="4770864"/>
                <a:ext cx="1558525" cy="194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0684" name="Encre 1050683"/>
              <p14:cNvContentPartPr/>
              <p14:nvPr/>
            </p14:nvContentPartPr>
            <p14:xfrm>
              <a:off x="3350252" y="4486393"/>
              <a:ext cx="227952" cy="255802"/>
            </p14:xfrm>
          </p:contentPart>
        </mc:Choice>
        <mc:Fallback xmlns="">
          <p:sp>
            <p:nvSpPr>
              <p:cNvPr id="1050684" name=""/>
              <p:cNvSpPr/>
              <p:nvPr/>
            </p:nvSpPr>
            <p:spPr>
              <a:xfrm>
                <a:off x="3350252" y="4486393"/>
                <a:ext cx="227952" cy="255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0685" name="Encre 1050684"/>
              <p14:cNvContentPartPr/>
              <p14:nvPr/>
            </p14:nvContentPartPr>
            <p14:xfrm>
              <a:off x="3671204" y="4549297"/>
              <a:ext cx="105485" cy="158087"/>
            </p14:xfrm>
          </p:contentPart>
        </mc:Choice>
        <mc:Fallback xmlns="">
          <p:sp>
            <p:nvSpPr>
              <p:cNvPr id="1050685" name=""/>
              <p:cNvSpPr/>
              <p:nvPr/>
            </p:nvSpPr>
            <p:spPr>
              <a:xfrm>
                <a:off x="3671204" y="4549297"/>
                <a:ext cx="105485" cy="1580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0686" name="Encre 1050685"/>
              <p14:cNvContentPartPr/>
              <p14:nvPr/>
            </p14:nvContentPartPr>
            <p14:xfrm>
              <a:off x="7652519" y="2088780"/>
              <a:ext cx="31638" cy="2049884"/>
            </p14:xfrm>
          </p:contentPart>
        </mc:Choice>
        <mc:Fallback xmlns="">
          <p:sp>
            <p:nvSpPr>
              <p:cNvPr id="1050686" name=""/>
              <p:cNvSpPr/>
              <p:nvPr/>
            </p:nvSpPr>
            <p:spPr>
              <a:xfrm>
                <a:off x="7652519" y="2088780"/>
                <a:ext cx="31638" cy="2049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0687" name="Encre 1050686"/>
              <p14:cNvContentPartPr/>
              <p14:nvPr/>
            </p14:nvContentPartPr>
            <p14:xfrm>
              <a:off x="7602520" y="2016305"/>
              <a:ext cx="45896" cy="212274"/>
            </p14:xfrm>
          </p:contentPart>
        </mc:Choice>
        <mc:Fallback xmlns="">
          <p:sp>
            <p:nvSpPr>
              <p:cNvPr id="1050687" name=""/>
              <p:cNvSpPr/>
              <p:nvPr/>
            </p:nvSpPr>
            <p:spPr>
              <a:xfrm>
                <a:off x="7602520" y="2016305"/>
                <a:ext cx="45896" cy="212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0688" name="Encre 1050687"/>
              <p14:cNvContentPartPr/>
              <p14:nvPr/>
            </p14:nvContentPartPr>
            <p14:xfrm>
              <a:off x="7677097" y="2045593"/>
              <a:ext cx="113040" cy="213197"/>
            </p14:xfrm>
          </p:contentPart>
        </mc:Choice>
        <mc:Fallback xmlns="">
          <p:sp>
            <p:nvSpPr>
              <p:cNvPr id="1050688" name=""/>
              <p:cNvSpPr/>
              <p:nvPr/>
            </p:nvSpPr>
            <p:spPr>
              <a:xfrm>
                <a:off x="7677097" y="2045593"/>
                <a:ext cx="113040" cy="213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0689" name="Encre 1050688"/>
              <p14:cNvContentPartPr/>
              <p14:nvPr/>
            </p14:nvContentPartPr>
            <p14:xfrm>
              <a:off x="7871360" y="2045593"/>
              <a:ext cx="349071" cy="235285"/>
            </p14:xfrm>
          </p:contentPart>
        </mc:Choice>
        <mc:Fallback xmlns="">
          <p:sp>
            <p:nvSpPr>
              <p:cNvPr id="1050689" name=""/>
              <p:cNvSpPr/>
              <p:nvPr/>
            </p:nvSpPr>
            <p:spPr>
              <a:xfrm>
                <a:off x="7871360" y="2045593"/>
                <a:ext cx="349071" cy="235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0690" name="Encre 1050689"/>
              <p14:cNvContentPartPr/>
              <p14:nvPr/>
            </p14:nvContentPartPr>
            <p14:xfrm>
              <a:off x="8295399" y="2007899"/>
              <a:ext cx="189801" cy="258791"/>
            </p14:xfrm>
          </p:contentPart>
        </mc:Choice>
        <mc:Fallback xmlns="">
          <p:sp>
            <p:nvSpPr>
              <p:cNvPr id="1050690" name=""/>
              <p:cNvSpPr/>
              <p:nvPr/>
            </p:nvSpPr>
            <p:spPr>
              <a:xfrm>
                <a:off x="8295399" y="2007899"/>
                <a:ext cx="189801" cy="25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0691" name="Encre 1050690"/>
              <p14:cNvContentPartPr/>
              <p14:nvPr/>
            </p14:nvContentPartPr>
            <p14:xfrm>
              <a:off x="6547070" y="3695499"/>
              <a:ext cx="2477741" cy="104479"/>
            </p14:xfrm>
          </p:contentPart>
        </mc:Choice>
        <mc:Fallback xmlns="">
          <p:sp>
            <p:nvSpPr>
              <p:cNvPr id="1050691" name=""/>
              <p:cNvSpPr/>
              <p:nvPr/>
            </p:nvSpPr>
            <p:spPr>
              <a:xfrm>
                <a:off x="6547070" y="3695499"/>
                <a:ext cx="2477741" cy="104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0692" name="Encre 1050691"/>
              <p14:cNvContentPartPr/>
              <p14:nvPr/>
            </p14:nvContentPartPr>
            <p14:xfrm>
              <a:off x="7483758" y="3928687"/>
              <a:ext cx="188607" cy="173822"/>
            </p14:xfrm>
          </p:contentPart>
        </mc:Choice>
        <mc:Fallback xmlns="">
          <p:sp>
            <p:nvSpPr>
              <p:cNvPr id="1050692" name=""/>
              <p:cNvSpPr/>
              <p:nvPr/>
            </p:nvSpPr>
            <p:spPr>
              <a:xfrm>
                <a:off x="7483758" y="3928687"/>
                <a:ext cx="188607" cy="173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0693" name="Encre 1050692"/>
              <p14:cNvContentPartPr/>
              <p14:nvPr/>
            </p14:nvContentPartPr>
            <p14:xfrm>
              <a:off x="7148045" y="2698017"/>
              <a:ext cx="979120" cy="730795"/>
            </p14:xfrm>
          </p:contentPart>
        </mc:Choice>
        <mc:Fallback xmlns="">
          <p:sp>
            <p:nvSpPr>
              <p:cNvPr id="1050693" name=""/>
              <p:cNvSpPr/>
              <p:nvPr/>
            </p:nvSpPr>
            <p:spPr>
              <a:xfrm>
                <a:off x="7148045" y="2698017"/>
                <a:ext cx="979120" cy="730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0694" name="Encre 1050693"/>
              <p14:cNvContentPartPr/>
              <p14:nvPr/>
            </p14:nvContentPartPr>
            <p14:xfrm>
              <a:off x="8120547" y="3421862"/>
              <a:ext cx="7060" cy="75949"/>
            </p14:xfrm>
          </p:contentPart>
        </mc:Choice>
        <mc:Fallback xmlns="">
          <p:sp>
            <p:nvSpPr>
              <p:cNvPr id="1050694" name=""/>
              <p:cNvSpPr/>
              <p:nvPr/>
            </p:nvSpPr>
            <p:spPr>
              <a:xfrm>
                <a:off x="8120547" y="3421862"/>
                <a:ext cx="7060" cy="75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0695" name="Encre 1050694"/>
              <p14:cNvContentPartPr/>
              <p14:nvPr/>
            </p14:nvContentPartPr>
            <p14:xfrm>
              <a:off x="8134668" y="3617444"/>
              <a:ext cx="8294" cy="62553"/>
            </p14:xfrm>
          </p:contentPart>
        </mc:Choice>
        <mc:Fallback xmlns="">
          <p:sp>
            <p:nvSpPr>
              <p:cNvPr id="1050695" name=""/>
              <p:cNvSpPr/>
              <p:nvPr/>
            </p:nvSpPr>
            <p:spPr>
              <a:xfrm>
                <a:off x="8134668" y="3617444"/>
                <a:ext cx="8294" cy="62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0696" name="Encre 1050695"/>
              <p14:cNvContentPartPr/>
              <p14:nvPr/>
            </p14:nvContentPartPr>
            <p14:xfrm>
              <a:off x="8148457" y="3740303"/>
              <a:ext cx="771" cy="31352"/>
            </p14:xfrm>
          </p:contentPart>
        </mc:Choice>
        <mc:Fallback xmlns="">
          <p:sp>
            <p:nvSpPr>
              <p:cNvPr id="1050696" name=""/>
              <p:cNvSpPr/>
              <p:nvPr/>
            </p:nvSpPr>
            <p:spPr>
              <a:xfrm>
                <a:off x="8148457" y="3740303"/>
                <a:ext cx="771" cy="31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0697" name="Encre 1050696"/>
              <p14:cNvContentPartPr/>
              <p14:nvPr/>
            </p14:nvContentPartPr>
            <p14:xfrm>
              <a:off x="7146315" y="3479445"/>
              <a:ext cx="8789" cy="70727"/>
            </p14:xfrm>
          </p:contentPart>
        </mc:Choice>
        <mc:Fallback xmlns="">
          <p:sp>
            <p:nvSpPr>
              <p:cNvPr id="1050697" name=""/>
              <p:cNvSpPr/>
              <p:nvPr/>
            </p:nvSpPr>
            <p:spPr>
              <a:xfrm>
                <a:off x="7146315" y="3479445"/>
                <a:ext cx="8789" cy="70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0698" name="Encre 1050697"/>
              <p14:cNvContentPartPr/>
              <p14:nvPr/>
            </p14:nvContentPartPr>
            <p14:xfrm>
              <a:off x="7155105" y="3638790"/>
              <a:ext cx="10224" cy="31618"/>
            </p14:xfrm>
          </p:contentPart>
        </mc:Choice>
        <mc:Fallback xmlns="">
          <p:sp>
            <p:nvSpPr>
              <p:cNvPr id="1050698" name=""/>
              <p:cNvSpPr/>
              <p:nvPr/>
            </p:nvSpPr>
            <p:spPr>
              <a:xfrm>
                <a:off x="7155105" y="3638790"/>
                <a:ext cx="10224" cy="31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0699" name="Encre 1050698"/>
              <p14:cNvContentPartPr/>
              <p14:nvPr/>
            </p14:nvContentPartPr>
            <p14:xfrm>
              <a:off x="6825937" y="4051795"/>
              <a:ext cx="150904" cy="8506"/>
            </p14:xfrm>
          </p:contentPart>
        </mc:Choice>
        <mc:Fallback xmlns="">
          <p:sp>
            <p:nvSpPr>
              <p:cNvPr id="1050699" name=""/>
              <p:cNvSpPr/>
              <p:nvPr/>
            </p:nvSpPr>
            <p:spPr>
              <a:xfrm>
                <a:off x="6825937" y="4051795"/>
                <a:ext cx="150904" cy="8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0700" name="Encre 1050699"/>
              <p14:cNvContentPartPr/>
              <p14:nvPr/>
            </p14:nvContentPartPr>
            <p14:xfrm>
              <a:off x="7052589" y="3909988"/>
              <a:ext cx="113840" cy="274937"/>
            </p14:xfrm>
          </p:contentPart>
        </mc:Choice>
        <mc:Fallback xmlns="">
          <p:sp>
            <p:nvSpPr>
              <p:cNvPr id="1050700" name=""/>
              <p:cNvSpPr/>
              <p:nvPr/>
            </p:nvSpPr>
            <p:spPr>
              <a:xfrm>
                <a:off x="7052589" y="3909988"/>
                <a:ext cx="113840" cy="2749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0701" name="Encre 1050700"/>
              <p14:cNvContentPartPr/>
              <p14:nvPr/>
            </p14:nvContentPartPr>
            <p14:xfrm>
              <a:off x="7152395" y="4240178"/>
              <a:ext cx="108100" cy="131226"/>
            </p14:xfrm>
          </p:contentPart>
        </mc:Choice>
        <mc:Fallback xmlns="">
          <p:sp>
            <p:nvSpPr>
              <p:cNvPr id="1050701" name=""/>
              <p:cNvSpPr/>
              <p:nvPr/>
            </p:nvSpPr>
            <p:spPr>
              <a:xfrm>
                <a:off x="7152395" y="4240178"/>
                <a:ext cx="108100" cy="131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0702" name="Encre 1050701"/>
              <p14:cNvContentPartPr/>
              <p14:nvPr/>
            </p14:nvContentPartPr>
            <p14:xfrm>
              <a:off x="8118465" y="3934149"/>
              <a:ext cx="166224" cy="258428"/>
            </p14:xfrm>
          </p:contentPart>
        </mc:Choice>
        <mc:Fallback xmlns="">
          <p:sp>
            <p:nvSpPr>
              <p:cNvPr id="1050702" name=""/>
              <p:cNvSpPr/>
              <p:nvPr/>
            </p:nvSpPr>
            <p:spPr>
              <a:xfrm>
                <a:off x="8118465" y="3934149"/>
                <a:ext cx="166224" cy="258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0703" name="Encre 1050702"/>
              <p14:cNvContentPartPr/>
              <p14:nvPr/>
            </p14:nvContentPartPr>
            <p14:xfrm>
              <a:off x="8288102" y="4171885"/>
              <a:ext cx="80770" cy="88120"/>
            </p14:xfrm>
          </p:contentPart>
        </mc:Choice>
        <mc:Fallback xmlns="">
          <p:sp>
            <p:nvSpPr>
              <p:cNvPr id="1050703" name=""/>
              <p:cNvSpPr/>
              <p:nvPr/>
            </p:nvSpPr>
            <p:spPr>
              <a:xfrm>
                <a:off x="8288102" y="4171885"/>
                <a:ext cx="80770" cy="88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0704" name="Encre 1050703"/>
              <p14:cNvContentPartPr/>
              <p14:nvPr/>
            </p14:nvContentPartPr>
            <p14:xfrm>
              <a:off x="8885666" y="3733105"/>
              <a:ext cx="175698" cy="190756"/>
            </p14:xfrm>
          </p:contentPart>
        </mc:Choice>
        <mc:Fallback xmlns="">
          <p:sp>
            <p:nvSpPr>
              <p:cNvPr id="1050704" name=""/>
              <p:cNvSpPr/>
              <p:nvPr/>
            </p:nvSpPr>
            <p:spPr>
              <a:xfrm>
                <a:off x="8885666" y="3733105"/>
                <a:ext cx="175698" cy="190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0705" name="Encre 1050704"/>
              <p14:cNvContentPartPr/>
              <p14:nvPr/>
            </p14:nvContentPartPr>
            <p14:xfrm>
              <a:off x="9149897" y="3730686"/>
              <a:ext cx="171546" cy="290723"/>
            </p14:xfrm>
          </p:contentPart>
        </mc:Choice>
        <mc:Fallback xmlns="">
          <p:sp>
            <p:nvSpPr>
              <p:cNvPr id="1050705" name=""/>
              <p:cNvSpPr/>
              <p:nvPr/>
            </p:nvSpPr>
            <p:spPr>
              <a:xfrm>
                <a:off x="9149897" y="3730686"/>
                <a:ext cx="171546" cy="290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0706" name="Encre 1050705"/>
              <p14:cNvContentPartPr/>
              <p14:nvPr/>
            </p14:nvContentPartPr>
            <p14:xfrm>
              <a:off x="7884482" y="2965174"/>
              <a:ext cx="57361" cy="782326"/>
            </p14:xfrm>
          </p:contentPart>
        </mc:Choice>
        <mc:Fallback xmlns="">
          <p:sp>
            <p:nvSpPr>
              <p:cNvPr id="1050706" name=""/>
              <p:cNvSpPr/>
              <p:nvPr/>
            </p:nvSpPr>
            <p:spPr>
              <a:xfrm>
                <a:off x="7884482" y="2965174"/>
                <a:ext cx="57361" cy="7823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0707" name="Encre 1050706"/>
              <p14:cNvContentPartPr/>
              <p14:nvPr/>
            </p14:nvContentPartPr>
            <p14:xfrm>
              <a:off x="7798292" y="3890852"/>
              <a:ext cx="122132" cy="232255"/>
            </p14:xfrm>
          </p:contentPart>
        </mc:Choice>
        <mc:Fallback xmlns="">
          <p:sp>
            <p:nvSpPr>
              <p:cNvPr id="1050707" name=""/>
              <p:cNvSpPr/>
              <p:nvPr/>
            </p:nvSpPr>
            <p:spPr>
              <a:xfrm>
                <a:off x="7798292" y="3890852"/>
                <a:ext cx="122132" cy="232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0708" name="Encre 1050707"/>
              <p14:cNvContentPartPr/>
              <p14:nvPr/>
            </p14:nvContentPartPr>
            <p14:xfrm>
              <a:off x="7887518" y="2965731"/>
              <a:ext cx="34057" cy="57770"/>
            </p14:xfrm>
          </p:contentPart>
        </mc:Choice>
        <mc:Fallback xmlns="">
          <p:sp>
            <p:nvSpPr>
              <p:cNvPr id="1050708" name=""/>
              <p:cNvSpPr/>
              <p:nvPr/>
            </p:nvSpPr>
            <p:spPr>
              <a:xfrm>
                <a:off x="7887518" y="2965731"/>
                <a:ext cx="34057" cy="57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0709" name="Encre 1050708"/>
              <p14:cNvContentPartPr/>
              <p14:nvPr/>
            </p14:nvContentPartPr>
            <p14:xfrm>
              <a:off x="7602506" y="2951970"/>
              <a:ext cx="135119" cy="20402"/>
            </p14:xfrm>
          </p:contentPart>
        </mc:Choice>
        <mc:Fallback xmlns="">
          <p:sp>
            <p:nvSpPr>
              <p:cNvPr id="1050709" name=""/>
              <p:cNvSpPr/>
              <p:nvPr/>
            </p:nvSpPr>
            <p:spPr>
              <a:xfrm>
                <a:off x="7602506" y="2951970"/>
                <a:ext cx="135119" cy="20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0710" name="Encre 1050709"/>
              <p14:cNvContentPartPr/>
              <p14:nvPr/>
            </p14:nvContentPartPr>
            <p14:xfrm>
              <a:off x="7607146" y="3329386"/>
              <a:ext cx="114603" cy="19754"/>
            </p14:xfrm>
          </p:contentPart>
        </mc:Choice>
        <mc:Fallback xmlns="">
          <p:sp>
            <p:nvSpPr>
              <p:cNvPr id="1050710" name=""/>
              <p:cNvSpPr/>
              <p:nvPr/>
            </p:nvSpPr>
            <p:spPr>
              <a:xfrm>
                <a:off x="7607146" y="3329386"/>
                <a:ext cx="114603" cy="19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0711" name="Encre 1050710"/>
              <p14:cNvContentPartPr/>
              <p14:nvPr/>
            </p14:nvContentPartPr>
            <p14:xfrm>
              <a:off x="5259959" y="5275917"/>
              <a:ext cx="295878" cy="57798"/>
            </p14:xfrm>
          </p:contentPart>
        </mc:Choice>
        <mc:Fallback xmlns="">
          <p:sp>
            <p:nvSpPr>
              <p:cNvPr id="1050711" name=""/>
              <p:cNvSpPr/>
              <p:nvPr/>
            </p:nvSpPr>
            <p:spPr>
              <a:xfrm>
                <a:off x="5259959" y="5275917"/>
                <a:ext cx="295878" cy="57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0712" name="Encre 1050711"/>
              <p14:cNvContentPartPr/>
              <p14:nvPr/>
            </p14:nvContentPartPr>
            <p14:xfrm>
              <a:off x="5238338" y="5433360"/>
              <a:ext cx="297347" cy="30941"/>
            </p14:xfrm>
          </p:contentPart>
        </mc:Choice>
        <mc:Fallback xmlns="">
          <p:sp>
            <p:nvSpPr>
              <p:cNvPr id="1050712" name=""/>
              <p:cNvSpPr/>
              <p:nvPr/>
            </p:nvSpPr>
            <p:spPr>
              <a:xfrm>
                <a:off x="5238338" y="5433360"/>
                <a:ext cx="297347" cy="30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0713" name="Encre 1050712"/>
              <p14:cNvContentPartPr/>
              <p14:nvPr/>
            </p14:nvContentPartPr>
            <p14:xfrm>
              <a:off x="5445723" y="5218335"/>
              <a:ext cx="160561" cy="395746"/>
            </p14:xfrm>
          </p:contentPart>
        </mc:Choice>
        <mc:Fallback xmlns="">
          <p:sp>
            <p:nvSpPr>
              <p:cNvPr id="1050713" name=""/>
              <p:cNvSpPr/>
              <p:nvPr/>
            </p:nvSpPr>
            <p:spPr>
              <a:xfrm>
                <a:off x="5445723" y="5218335"/>
                <a:ext cx="160561" cy="395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0714" name="Encre 1050713"/>
              <p14:cNvContentPartPr/>
              <p14:nvPr/>
            </p14:nvContentPartPr>
            <p14:xfrm>
              <a:off x="6017389" y="5157339"/>
              <a:ext cx="177955" cy="398457"/>
            </p14:xfrm>
          </p:contentPart>
        </mc:Choice>
        <mc:Fallback xmlns="">
          <p:sp>
            <p:nvSpPr>
              <p:cNvPr id="1050714" name=""/>
              <p:cNvSpPr/>
              <p:nvPr/>
            </p:nvSpPr>
            <p:spPr>
              <a:xfrm>
                <a:off x="6017389" y="5157339"/>
                <a:ext cx="177955" cy="398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0715" name="Encre 1050714"/>
              <p14:cNvContentPartPr/>
              <p14:nvPr/>
            </p14:nvContentPartPr>
            <p14:xfrm>
              <a:off x="6139360" y="4884754"/>
              <a:ext cx="41222" cy="106584"/>
            </p14:xfrm>
          </p:contentPart>
        </mc:Choice>
        <mc:Fallback xmlns="">
          <p:sp>
            <p:nvSpPr>
              <p:cNvPr id="1050715" name=""/>
              <p:cNvSpPr/>
              <p:nvPr/>
            </p:nvSpPr>
            <p:spPr>
              <a:xfrm>
                <a:off x="6139360" y="4884754"/>
                <a:ext cx="41222" cy="1065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0716" name="Encre 1050715"/>
              <p14:cNvContentPartPr/>
              <p14:nvPr/>
            </p14:nvContentPartPr>
            <p14:xfrm>
              <a:off x="6404106" y="5307779"/>
              <a:ext cx="138064" cy="4623"/>
            </p14:xfrm>
          </p:contentPart>
        </mc:Choice>
        <mc:Fallback xmlns="">
          <p:sp>
            <p:nvSpPr>
              <p:cNvPr id="1050716" name=""/>
              <p:cNvSpPr/>
              <p:nvPr/>
            </p:nvSpPr>
            <p:spPr>
              <a:xfrm>
                <a:off x="6404106" y="5307779"/>
                <a:ext cx="138064" cy="4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0717" name="Encre 1050716"/>
              <p14:cNvContentPartPr/>
              <p14:nvPr/>
            </p14:nvContentPartPr>
            <p14:xfrm>
              <a:off x="6411166" y="5428974"/>
              <a:ext cx="134778" cy="13982"/>
            </p14:xfrm>
          </p:contentPart>
        </mc:Choice>
        <mc:Fallback xmlns="">
          <p:sp>
            <p:nvSpPr>
              <p:cNvPr id="1050717" name=""/>
              <p:cNvSpPr/>
              <p:nvPr/>
            </p:nvSpPr>
            <p:spPr>
              <a:xfrm>
                <a:off x="6411166" y="5428974"/>
                <a:ext cx="134778" cy="13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0718" name="Encre 1050717"/>
              <p14:cNvContentPartPr/>
              <p14:nvPr/>
            </p14:nvContentPartPr>
            <p14:xfrm>
              <a:off x="6882799" y="4817154"/>
              <a:ext cx="1545450" cy="1359945"/>
            </p14:xfrm>
          </p:contentPart>
        </mc:Choice>
        <mc:Fallback xmlns="">
          <p:sp>
            <p:nvSpPr>
              <p:cNvPr id="1050718" name=""/>
              <p:cNvSpPr/>
              <p:nvPr/>
            </p:nvSpPr>
            <p:spPr>
              <a:xfrm>
                <a:off x="6882799" y="4817154"/>
                <a:ext cx="1545450" cy="1359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0719" name="Encre 1050718"/>
              <p14:cNvContentPartPr/>
              <p14:nvPr/>
            </p14:nvContentPartPr>
            <p14:xfrm>
              <a:off x="7115746" y="5068002"/>
              <a:ext cx="239683" cy="416269"/>
            </p14:xfrm>
          </p:contentPart>
        </mc:Choice>
        <mc:Fallback xmlns="">
          <p:sp>
            <p:nvSpPr>
              <p:cNvPr id="1050719" name=""/>
              <p:cNvSpPr/>
              <p:nvPr/>
            </p:nvSpPr>
            <p:spPr>
              <a:xfrm>
                <a:off x="7115746" y="5068002"/>
                <a:ext cx="239683" cy="416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0720" name="Encre 1050719"/>
              <p14:cNvContentPartPr/>
              <p14:nvPr/>
            </p14:nvContentPartPr>
            <p14:xfrm>
              <a:off x="7396518" y="5101389"/>
              <a:ext cx="145905" cy="337183"/>
            </p14:xfrm>
          </p:contentPart>
        </mc:Choice>
        <mc:Fallback xmlns="">
          <p:sp>
            <p:nvSpPr>
              <p:cNvPr id="1050720" name=""/>
              <p:cNvSpPr/>
              <p:nvPr/>
            </p:nvSpPr>
            <p:spPr>
              <a:xfrm>
                <a:off x="7396518" y="5101389"/>
                <a:ext cx="145905" cy="337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0721" name="Encre 1050720"/>
              <p14:cNvContentPartPr/>
              <p14:nvPr/>
            </p14:nvContentPartPr>
            <p14:xfrm>
              <a:off x="7383669" y="5500787"/>
              <a:ext cx="200325" cy="21841"/>
            </p14:xfrm>
          </p:contentPart>
        </mc:Choice>
        <mc:Fallback xmlns="">
          <p:sp>
            <p:nvSpPr>
              <p:cNvPr id="1050721" name=""/>
              <p:cNvSpPr/>
              <p:nvPr/>
            </p:nvSpPr>
            <p:spPr>
              <a:xfrm>
                <a:off x="7383669" y="5500787"/>
                <a:ext cx="200325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0722" name="Encre 1050721"/>
              <p14:cNvContentPartPr/>
              <p14:nvPr/>
            </p14:nvContentPartPr>
            <p14:xfrm>
              <a:off x="7404707" y="5610052"/>
              <a:ext cx="79859" cy="387759"/>
            </p14:xfrm>
          </p:contentPart>
        </mc:Choice>
        <mc:Fallback xmlns="">
          <p:sp>
            <p:nvSpPr>
              <p:cNvPr id="1050722" name=""/>
              <p:cNvSpPr/>
              <p:nvPr/>
            </p:nvSpPr>
            <p:spPr>
              <a:xfrm>
                <a:off x="7404707" y="5610052"/>
                <a:ext cx="79859" cy="387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0723" name="Encre 1050722"/>
              <p14:cNvContentPartPr/>
              <p14:nvPr/>
            </p14:nvContentPartPr>
            <p14:xfrm>
              <a:off x="7655578" y="5036901"/>
              <a:ext cx="161754" cy="764141"/>
            </p14:xfrm>
          </p:contentPart>
        </mc:Choice>
        <mc:Fallback xmlns="">
          <p:sp>
            <p:nvSpPr>
              <p:cNvPr id="1050723" name=""/>
              <p:cNvSpPr/>
              <p:nvPr/>
            </p:nvSpPr>
            <p:spPr>
              <a:xfrm>
                <a:off x="7655578" y="5036901"/>
                <a:ext cx="161754" cy="764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0724" name="Encre 1050723"/>
              <p14:cNvContentPartPr/>
              <p14:nvPr/>
            </p14:nvContentPartPr>
            <p14:xfrm>
              <a:off x="7801370" y="5327047"/>
              <a:ext cx="267365" cy="270579"/>
            </p14:xfrm>
          </p:contentPart>
        </mc:Choice>
        <mc:Fallback xmlns="">
          <p:sp>
            <p:nvSpPr>
              <p:cNvPr id="1050724" name=""/>
              <p:cNvSpPr/>
              <p:nvPr/>
            </p:nvSpPr>
            <p:spPr>
              <a:xfrm>
                <a:off x="7801370" y="5327047"/>
                <a:ext cx="267365" cy="270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0725" name="Encre 1050724"/>
              <p14:cNvContentPartPr/>
              <p14:nvPr/>
            </p14:nvContentPartPr>
            <p14:xfrm>
              <a:off x="8118325" y="5286772"/>
              <a:ext cx="113849" cy="281622"/>
            </p14:xfrm>
          </p:contentPart>
        </mc:Choice>
        <mc:Fallback xmlns="">
          <p:sp>
            <p:nvSpPr>
              <p:cNvPr id="1050725" name=""/>
              <p:cNvSpPr/>
              <p:nvPr/>
            </p:nvSpPr>
            <p:spPr>
              <a:xfrm>
                <a:off x="8118325" y="5286772"/>
                <a:ext cx="113849" cy="281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0726" name="Encre 1050725"/>
              <p14:cNvContentPartPr/>
              <p14:nvPr/>
            </p14:nvContentPartPr>
            <p14:xfrm>
              <a:off x="8313813" y="5500787"/>
              <a:ext cx="82071" cy="7198"/>
            </p14:xfrm>
          </p:contentPart>
        </mc:Choice>
        <mc:Fallback xmlns="">
          <p:sp>
            <p:nvSpPr>
              <p:cNvPr id="1050726" name=""/>
              <p:cNvSpPr/>
              <p:nvPr/>
            </p:nvSpPr>
            <p:spPr>
              <a:xfrm>
                <a:off x="8313813" y="5500787"/>
                <a:ext cx="82071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0727" name="Encre 1050726"/>
              <p14:cNvContentPartPr/>
              <p14:nvPr/>
            </p14:nvContentPartPr>
            <p14:xfrm>
              <a:off x="8503435" y="5310039"/>
              <a:ext cx="317540" cy="255776"/>
            </p14:xfrm>
          </p:contentPart>
        </mc:Choice>
        <mc:Fallback xmlns="">
          <p:sp>
            <p:nvSpPr>
              <p:cNvPr id="1050727" name=""/>
              <p:cNvSpPr/>
              <p:nvPr/>
            </p:nvSpPr>
            <p:spPr>
              <a:xfrm>
                <a:off x="8503435" y="5310039"/>
                <a:ext cx="317540" cy="255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0728" name="Encre 1050727"/>
              <p14:cNvContentPartPr/>
              <p14:nvPr/>
            </p14:nvContentPartPr>
            <p14:xfrm>
              <a:off x="8897426" y="5202500"/>
              <a:ext cx="129885" cy="296693"/>
            </p14:xfrm>
          </p:contentPart>
        </mc:Choice>
        <mc:Fallback xmlns="">
          <p:sp>
            <p:nvSpPr>
              <p:cNvPr id="1050728" name=""/>
              <p:cNvSpPr/>
              <p:nvPr/>
            </p:nvSpPr>
            <p:spPr>
              <a:xfrm>
                <a:off x="8897426" y="5202500"/>
                <a:ext cx="129885" cy="296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0729" name="Encre 1050728"/>
              <p14:cNvContentPartPr/>
              <p14:nvPr/>
            </p14:nvContentPartPr>
            <p14:xfrm>
              <a:off x="9032160" y="5475470"/>
              <a:ext cx="69855" cy="88967"/>
            </p14:xfrm>
          </p:contentPart>
        </mc:Choice>
        <mc:Fallback xmlns="">
          <p:sp>
            <p:nvSpPr>
              <p:cNvPr id="1050729" name=""/>
              <p:cNvSpPr/>
              <p:nvPr/>
            </p:nvSpPr>
            <p:spPr>
              <a:xfrm>
                <a:off x="9032160" y="5475470"/>
                <a:ext cx="69855" cy="88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0730" name="Encre 1050729"/>
              <p14:cNvContentPartPr/>
              <p14:nvPr/>
            </p14:nvContentPartPr>
            <p14:xfrm>
              <a:off x="9093051" y="5080336"/>
              <a:ext cx="112771" cy="492358"/>
            </p14:xfrm>
          </p:contentPart>
        </mc:Choice>
        <mc:Fallback xmlns="">
          <p:sp>
            <p:nvSpPr>
              <p:cNvPr id="1050730" name=""/>
              <p:cNvSpPr/>
              <p:nvPr/>
            </p:nvSpPr>
            <p:spPr>
              <a:xfrm>
                <a:off x="9093051" y="5080336"/>
                <a:ext cx="112771" cy="492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0731" name="Encre 1050730"/>
              <p14:cNvContentPartPr/>
              <p14:nvPr/>
            </p14:nvContentPartPr>
            <p14:xfrm>
              <a:off x="8370734" y="4844788"/>
              <a:ext cx="993458" cy="34150"/>
            </p14:xfrm>
          </p:contentPart>
        </mc:Choice>
        <mc:Fallback xmlns="">
          <p:sp>
            <p:nvSpPr>
              <p:cNvPr id="1050731" name=""/>
              <p:cNvSpPr/>
              <p:nvPr/>
            </p:nvSpPr>
            <p:spPr>
              <a:xfrm>
                <a:off x="8370734" y="4844788"/>
                <a:ext cx="993458" cy="34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0732" name="Encre 1050731"/>
              <p14:cNvContentPartPr/>
              <p14:nvPr/>
            </p14:nvContentPartPr>
            <p14:xfrm>
              <a:off x="6618552" y="4736105"/>
              <a:ext cx="175959" cy="402557"/>
            </p14:xfrm>
          </p:contentPart>
        </mc:Choice>
        <mc:Fallback xmlns="">
          <p:sp>
            <p:nvSpPr>
              <p:cNvPr id="1050732" name=""/>
              <p:cNvSpPr/>
              <p:nvPr/>
            </p:nvSpPr>
            <p:spPr>
              <a:xfrm>
                <a:off x="6618552" y="4736105"/>
                <a:ext cx="175959" cy="402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0733" name="Encre 1050732"/>
              <p14:cNvContentPartPr/>
              <p14:nvPr/>
            </p14:nvContentPartPr>
            <p14:xfrm>
              <a:off x="6790195" y="5174900"/>
              <a:ext cx="16272" cy="68780"/>
            </p14:xfrm>
          </p:contentPart>
        </mc:Choice>
        <mc:Fallback xmlns="">
          <p:sp>
            <p:nvSpPr>
              <p:cNvPr id="1050733" name=""/>
              <p:cNvSpPr/>
              <p:nvPr/>
            </p:nvSpPr>
            <p:spPr>
              <a:xfrm>
                <a:off x="6790195" y="5174900"/>
                <a:ext cx="16272" cy="68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0734" name="Encre 1050733"/>
              <p14:cNvContentPartPr/>
              <p14:nvPr/>
            </p14:nvContentPartPr>
            <p14:xfrm>
              <a:off x="6561631" y="5406471"/>
              <a:ext cx="247096" cy="28294"/>
            </p14:xfrm>
          </p:contentPart>
        </mc:Choice>
        <mc:Fallback xmlns="">
          <p:sp>
            <p:nvSpPr>
              <p:cNvPr id="1050734" name=""/>
              <p:cNvSpPr/>
              <p:nvPr/>
            </p:nvSpPr>
            <p:spPr>
              <a:xfrm>
                <a:off x="6561631" y="5406471"/>
                <a:ext cx="247096" cy="28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0735" name="Encre 1050734"/>
              <p14:cNvContentPartPr/>
              <p14:nvPr/>
            </p14:nvContentPartPr>
            <p14:xfrm>
              <a:off x="9872780" y="4570219"/>
              <a:ext cx="317205" cy="1269831"/>
            </p14:xfrm>
          </p:contentPart>
        </mc:Choice>
        <mc:Fallback xmlns="">
          <p:sp>
            <p:nvSpPr>
              <p:cNvPr id="1050735" name=""/>
              <p:cNvSpPr/>
              <p:nvPr/>
            </p:nvSpPr>
            <p:spPr>
              <a:xfrm>
                <a:off x="9872780" y="4570219"/>
                <a:ext cx="317205" cy="1269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0736" name="Encre 1050735"/>
              <p14:cNvContentPartPr/>
              <p14:nvPr/>
            </p14:nvContentPartPr>
            <p14:xfrm>
              <a:off x="10108796" y="4811325"/>
              <a:ext cx="537665" cy="456989"/>
            </p14:xfrm>
          </p:contentPart>
        </mc:Choice>
        <mc:Fallback xmlns="">
          <p:sp>
            <p:nvSpPr>
              <p:cNvPr id="1050736" name=""/>
              <p:cNvSpPr/>
              <p:nvPr/>
            </p:nvSpPr>
            <p:spPr>
              <a:xfrm>
                <a:off x="10108796" y="4811325"/>
                <a:ext cx="537665" cy="456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0737" name="Encre 1050736"/>
              <p14:cNvContentPartPr/>
              <p14:nvPr/>
            </p14:nvContentPartPr>
            <p14:xfrm>
              <a:off x="10708234" y="4661924"/>
              <a:ext cx="223042" cy="355064"/>
            </p14:xfrm>
          </p:contentPart>
        </mc:Choice>
        <mc:Fallback xmlns="">
          <p:sp>
            <p:nvSpPr>
              <p:cNvPr id="1050737" name=""/>
              <p:cNvSpPr/>
              <p:nvPr/>
            </p:nvSpPr>
            <p:spPr>
              <a:xfrm>
                <a:off x="10708234" y="4661924"/>
                <a:ext cx="223042" cy="355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0738" name="Encre 1050737"/>
              <p14:cNvContentPartPr/>
              <p14:nvPr/>
            </p14:nvContentPartPr>
            <p14:xfrm>
              <a:off x="10962403" y="4856211"/>
              <a:ext cx="176258" cy="202779"/>
            </p14:xfrm>
          </p:contentPart>
        </mc:Choice>
        <mc:Fallback xmlns="">
          <p:sp>
            <p:nvSpPr>
              <p:cNvPr id="1050738" name=""/>
              <p:cNvSpPr/>
              <p:nvPr/>
            </p:nvSpPr>
            <p:spPr>
              <a:xfrm>
                <a:off x="10962403" y="4856211"/>
                <a:ext cx="176258" cy="20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0739" name="Encre 1050738"/>
              <p14:cNvContentPartPr/>
              <p14:nvPr/>
            </p14:nvContentPartPr>
            <p14:xfrm>
              <a:off x="11195582" y="4866233"/>
              <a:ext cx="108462" cy="135745"/>
            </p14:xfrm>
          </p:contentPart>
        </mc:Choice>
        <mc:Fallback xmlns="">
          <p:sp>
            <p:nvSpPr>
              <p:cNvPr id="1050739" name=""/>
              <p:cNvSpPr/>
              <p:nvPr/>
            </p:nvSpPr>
            <p:spPr>
              <a:xfrm>
                <a:off x="11195582" y="4866233"/>
                <a:ext cx="108462" cy="135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0740" name="Encre 1050739"/>
              <p14:cNvContentPartPr/>
              <p14:nvPr/>
            </p14:nvContentPartPr>
            <p14:xfrm>
              <a:off x="11407064" y="4602302"/>
              <a:ext cx="39145" cy="409785"/>
            </p14:xfrm>
          </p:contentPart>
        </mc:Choice>
        <mc:Fallback xmlns="">
          <p:sp>
            <p:nvSpPr>
              <p:cNvPr id="1050740" name=""/>
              <p:cNvSpPr/>
              <p:nvPr/>
            </p:nvSpPr>
            <p:spPr>
              <a:xfrm>
                <a:off x="11407064" y="4602302"/>
                <a:ext cx="39145" cy="409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0741" name="Encre 1050740"/>
              <p14:cNvContentPartPr/>
              <p14:nvPr/>
            </p14:nvContentPartPr>
            <p14:xfrm>
              <a:off x="11381787" y="4851762"/>
              <a:ext cx="105791" cy="32992"/>
            </p14:xfrm>
          </p:contentPart>
        </mc:Choice>
        <mc:Fallback xmlns="">
          <p:sp>
            <p:nvSpPr>
              <p:cNvPr id="1050741" name=""/>
              <p:cNvSpPr/>
              <p:nvPr/>
            </p:nvSpPr>
            <p:spPr>
              <a:xfrm>
                <a:off x="11381787" y="4851762"/>
                <a:ext cx="105791" cy="32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0742" name="Encre 1050741"/>
              <p14:cNvContentPartPr/>
              <p14:nvPr/>
            </p14:nvContentPartPr>
            <p14:xfrm>
              <a:off x="11081300" y="4841567"/>
              <a:ext cx="13785" cy="164978"/>
            </p14:xfrm>
          </p:contentPart>
        </mc:Choice>
        <mc:Fallback xmlns="">
          <p:sp>
            <p:nvSpPr>
              <p:cNvPr id="1050742" name=""/>
              <p:cNvSpPr/>
              <p:nvPr/>
            </p:nvSpPr>
            <p:spPr>
              <a:xfrm>
                <a:off x="11081300" y="4841567"/>
                <a:ext cx="13785" cy="1649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0743" name="Encre 1050742"/>
              <p14:cNvContentPartPr/>
              <p14:nvPr/>
            </p14:nvContentPartPr>
            <p14:xfrm>
              <a:off x="10012983" y="5239680"/>
              <a:ext cx="222079" cy="432893"/>
            </p14:xfrm>
          </p:contentPart>
        </mc:Choice>
        <mc:Fallback xmlns="">
          <p:sp>
            <p:nvSpPr>
              <p:cNvPr id="1050743" name=""/>
              <p:cNvSpPr/>
              <p:nvPr/>
            </p:nvSpPr>
            <p:spPr>
              <a:xfrm>
                <a:off x="10012983" y="5239680"/>
                <a:ext cx="222079" cy="432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0744" name="Encre 1050743"/>
              <p14:cNvContentPartPr/>
              <p14:nvPr/>
            </p14:nvContentPartPr>
            <p14:xfrm>
              <a:off x="10408843" y="5202044"/>
              <a:ext cx="97632" cy="238961"/>
            </p14:xfrm>
          </p:contentPart>
        </mc:Choice>
        <mc:Fallback xmlns="">
          <p:sp>
            <p:nvSpPr>
              <p:cNvPr id="1050744" name=""/>
              <p:cNvSpPr/>
              <p:nvPr/>
            </p:nvSpPr>
            <p:spPr>
              <a:xfrm>
                <a:off x="10408843" y="5202044"/>
                <a:ext cx="97632" cy="238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0745" name="Encre 1050744"/>
              <p14:cNvContentPartPr/>
              <p14:nvPr/>
            </p14:nvContentPartPr>
            <p14:xfrm>
              <a:off x="10351922" y="5559498"/>
              <a:ext cx="170321" cy="13514"/>
            </p14:xfrm>
          </p:contentPart>
        </mc:Choice>
        <mc:Fallback xmlns="">
          <p:sp>
            <p:nvSpPr>
              <p:cNvPr id="1050745" name=""/>
              <p:cNvSpPr/>
              <p:nvPr/>
            </p:nvSpPr>
            <p:spPr>
              <a:xfrm>
                <a:off x="10351922" y="5559498"/>
                <a:ext cx="170321" cy="13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0746" name="Encre 1050745"/>
              <p14:cNvContentPartPr/>
              <p14:nvPr/>
            </p14:nvContentPartPr>
            <p14:xfrm>
              <a:off x="10376803" y="5645736"/>
              <a:ext cx="121612" cy="166700"/>
            </p14:xfrm>
          </p:contentPart>
        </mc:Choice>
        <mc:Fallback xmlns="">
          <p:sp>
            <p:nvSpPr>
              <p:cNvPr id="1050746" name=""/>
              <p:cNvSpPr/>
              <p:nvPr/>
            </p:nvSpPr>
            <p:spPr>
              <a:xfrm>
                <a:off x="10376803" y="5645736"/>
                <a:ext cx="121612" cy="166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0747" name="Encre 1050746"/>
              <p14:cNvContentPartPr/>
              <p14:nvPr/>
            </p14:nvContentPartPr>
            <p14:xfrm>
              <a:off x="10469443" y="5681725"/>
              <a:ext cx="25442" cy="273508"/>
            </p14:xfrm>
          </p:contentPart>
        </mc:Choice>
        <mc:Fallback xmlns="">
          <p:sp>
            <p:nvSpPr>
              <p:cNvPr id="1050747" name=""/>
              <p:cNvSpPr/>
              <p:nvPr/>
            </p:nvSpPr>
            <p:spPr>
              <a:xfrm>
                <a:off x="10469443" y="5681725"/>
                <a:ext cx="25442" cy="273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0748" name="Encre 1050747"/>
              <p14:cNvContentPartPr/>
              <p14:nvPr/>
            </p14:nvContentPartPr>
            <p14:xfrm>
              <a:off x="10706319" y="5303163"/>
              <a:ext cx="243812" cy="261458"/>
            </p14:xfrm>
          </p:contentPart>
        </mc:Choice>
        <mc:Fallback xmlns="">
          <p:sp>
            <p:nvSpPr>
              <p:cNvPr id="1050748" name=""/>
              <p:cNvSpPr/>
              <p:nvPr/>
            </p:nvSpPr>
            <p:spPr>
              <a:xfrm>
                <a:off x="10706319" y="5303163"/>
                <a:ext cx="243812" cy="261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0749" name="Encre 1050748"/>
              <p14:cNvContentPartPr/>
              <p14:nvPr/>
            </p14:nvContentPartPr>
            <p14:xfrm>
              <a:off x="11053080" y="5384629"/>
              <a:ext cx="42339" cy="310088"/>
            </p14:xfrm>
          </p:contentPart>
        </mc:Choice>
        <mc:Fallback xmlns="">
          <p:sp>
            <p:nvSpPr>
              <p:cNvPr id="1050749" name=""/>
              <p:cNvSpPr/>
              <p:nvPr/>
            </p:nvSpPr>
            <p:spPr>
              <a:xfrm>
                <a:off x="11053080" y="5384629"/>
                <a:ext cx="42339" cy="3100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0750" name="Encre 1050749"/>
              <p14:cNvContentPartPr/>
              <p14:nvPr/>
            </p14:nvContentPartPr>
            <p14:xfrm>
              <a:off x="11067180" y="5421498"/>
              <a:ext cx="252389" cy="113982"/>
            </p14:xfrm>
          </p:contentPart>
        </mc:Choice>
        <mc:Fallback xmlns="">
          <p:sp>
            <p:nvSpPr>
              <p:cNvPr id="1050750" name=""/>
              <p:cNvSpPr/>
              <p:nvPr/>
            </p:nvSpPr>
            <p:spPr>
              <a:xfrm>
                <a:off x="11067180" y="5421498"/>
                <a:ext cx="252389" cy="113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0751" name="Encre 1050750"/>
              <p14:cNvContentPartPr/>
              <p14:nvPr/>
            </p14:nvContentPartPr>
            <p14:xfrm>
              <a:off x="11272598" y="5196245"/>
              <a:ext cx="87568" cy="126490"/>
            </p14:xfrm>
          </p:contentPart>
        </mc:Choice>
        <mc:Fallback xmlns="">
          <p:sp>
            <p:nvSpPr>
              <p:cNvPr id="1050751" name=""/>
              <p:cNvSpPr/>
              <p:nvPr/>
            </p:nvSpPr>
            <p:spPr>
              <a:xfrm>
                <a:off x="11272598" y="5196245"/>
                <a:ext cx="87568" cy="126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0752" name="Encre 1050751"/>
              <p14:cNvContentPartPr/>
              <p14:nvPr/>
            </p14:nvContentPartPr>
            <p14:xfrm>
              <a:off x="11391436" y="5356831"/>
              <a:ext cx="111303" cy="186245"/>
            </p14:xfrm>
          </p:contentPart>
        </mc:Choice>
        <mc:Fallback xmlns="">
          <p:sp>
            <p:nvSpPr>
              <p:cNvPr id="1050752" name=""/>
              <p:cNvSpPr/>
              <p:nvPr/>
            </p:nvSpPr>
            <p:spPr>
              <a:xfrm>
                <a:off x="11391436" y="5356831"/>
                <a:ext cx="111303" cy="186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0753" name="Encre 1050752"/>
              <p14:cNvContentPartPr/>
              <p14:nvPr/>
            </p14:nvContentPartPr>
            <p14:xfrm>
              <a:off x="11529909" y="5254572"/>
              <a:ext cx="1904" cy="74390"/>
            </p14:xfrm>
          </p:contentPart>
        </mc:Choice>
        <mc:Fallback xmlns="">
          <p:sp>
            <p:nvSpPr>
              <p:cNvPr id="1050753" name=""/>
              <p:cNvSpPr/>
              <p:nvPr/>
            </p:nvSpPr>
            <p:spPr>
              <a:xfrm>
                <a:off x="11529909" y="5254572"/>
                <a:ext cx="1904" cy="743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0754" name="Encre 1050753"/>
              <p14:cNvContentPartPr/>
              <p14:nvPr/>
            </p14:nvContentPartPr>
            <p14:xfrm>
              <a:off x="11578353" y="5404786"/>
              <a:ext cx="101033" cy="97831"/>
            </p14:xfrm>
          </p:contentPart>
        </mc:Choice>
        <mc:Fallback xmlns="">
          <p:sp>
            <p:nvSpPr>
              <p:cNvPr id="1050754" name=""/>
              <p:cNvSpPr/>
              <p:nvPr/>
            </p:nvSpPr>
            <p:spPr>
              <a:xfrm>
                <a:off x="11578353" y="5404786"/>
                <a:ext cx="101033" cy="97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0755" name="Encre 1050754"/>
              <p14:cNvContentPartPr/>
              <p14:nvPr/>
            </p14:nvContentPartPr>
            <p14:xfrm>
              <a:off x="11740605" y="5220621"/>
              <a:ext cx="92596" cy="231360"/>
            </p14:xfrm>
          </p:contentPart>
        </mc:Choice>
        <mc:Fallback xmlns="">
          <p:sp>
            <p:nvSpPr>
              <p:cNvPr id="1050755" name=""/>
              <p:cNvSpPr/>
              <p:nvPr/>
            </p:nvSpPr>
            <p:spPr>
              <a:xfrm>
                <a:off x="11740605" y="5220621"/>
                <a:ext cx="92596" cy="231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0756" name="Encre 1050755"/>
              <p14:cNvContentPartPr/>
              <p14:nvPr/>
            </p14:nvContentPartPr>
            <p14:xfrm>
              <a:off x="11821570" y="5065940"/>
              <a:ext cx="175312" cy="366243"/>
            </p14:xfrm>
          </p:contentPart>
        </mc:Choice>
        <mc:Fallback xmlns="">
          <p:sp>
            <p:nvSpPr>
              <p:cNvPr id="1050756" name=""/>
              <p:cNvSpPr/>
              <p:nvPr/>
            </p:nvSpPr>
            <p:spPr>
              <a:xfrm>
                <a:off x="11821570" y="5065940"/>
                <a:ext cx="175312" cy="366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0757" name="Encre 1050756"/>
              <p14:cNvContentPartPr/>
              <p14:nvPr/>
            </p14:nvContentPartPr>
            <p14:xfrm>
              <a:off x="12095387" y="4812776"/>
              <a:ext cx="49362" cy="869065"/>
            </p14:xfrm>
          </p:contentPart>
        </mc:Choice>
        <mc:Fallback xmlns="">
          <p:sp>
            <p:nvSpPr>
              <p:cNvPr id="1050757" name=""/>
              <p:cNvSpPr/>
              <p:nvPr/>
            </p:nvSpPr>
            <p:spPr>
              <a:xfrm>
                <a:off x="12095387" y="4812776"/>
                <a:ext cx="49362" cy="869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0758" name="Encre 1050757"/>
              <p14:cNvContentPartPr/>
              <p14:nvPr/>
            </p14:nvContentPartPr>
            <p14:xfrm>
              <a:off x="9347444" y="5801262"/>
              <a:ext cx="163171" cy="317622"/>
            </p14:xfrm>
          </p:contentPart>
        </mc:Choice>
        <mc:Fallback xmlns="">
          <p:sp>
            <p:nvSpPr>
              <p:cNvPr id="1050758" name=""/>
              <p:cNvSpPr/>
              <p:nvPr/>
            </p:nvSpPr>
            <p:spPr>
              <a:xfrm>
                <a:off x="9347444" y="5801262"/>
                <a:ext cx="163171" cy="317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0759" name="Encre 1050758"/>
              <p14:cNvContentPartPr/>
              <p14:nvPr/>
            </p14:nvContentPartPr>
            <p14:xfrm>
              <a:off x="9137125" y="5761397"/>
              <a:ext cx="134630" cy="422660"/>
            </p14:xfrm>
          </p:contentPart>
        </mc:Choice>
        <mc:Fallback xmlns="">
          <p:sp>
            <p:nvSpPr>
              <p:cNvPr id="1050759" name=""/>
              <p:cNvSpPr/>
              <p:nvPr/>
            </p:nvSpPr>
            <p:spPr>
              <a:xfrm>
                <a:off x="9137125" y="5761397"/>
                <a:ext cx="134630" cy="422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0760" name="Encre 1050759"/>
              <p14:cNvContentPartPr/>
              <p14:nvPr/>
            </p14:nvContentPartPr>
            <p14:xfrm>
              <a:off x="8925080" y="5881744"/>
              <a:ext cx="129619" cy="244284"/>
            </p14:xfrm>
          </p:contentPart>
        </mc:Choice>
        <mc:Fallback xmlns="">
          <p:sp>
            <p:nvSpPr>
              <p:cNvPr id="1050760" name=""/>
              <p:cNvSpPr/>
              <p:nvPr/>
            </p:nvSpPr>
            <p:spPr>
              <a:xfrm>
                <a:off x="8925080" y="5881744"/>
                <a:ext cx="129619" cy="2442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50761" name="Encre 1050760"/>
              <p14:cNvContentPartPr/>
              <p14:nvPr/>
            </p14:nvContentPartPr>
            <p14:xfrm>
              <a:off x="9594932" y="5819227"/>
              <a:ext cx="91593" cy="371943"/>
            </p14:xfrm>
          </p:contentPart>
        </mc:Choice>
        <mc:Fallback xmlns="">
          <p:sp>
            <p:nvSpPr>
              <p:cNvPr id="1050761" name=""/>
              <p:cNvSpPr/>
              <p:nvPr/>
            </p:nvSpPr>
            <p:spPr>
              <a:xfrm>
                <a:off x="9594932" y="5819227"/>
                <a:ext cx="91593" cy="3719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50762" name="Encre 1050761"/>
              <p14:cNvContentPartPr/>
              <p14:nvPr/>
            </p14:nvContentPartPr>
            <p14:xfrm>
              <a:off x="9763542" y="5918369"/>
              <a:ext cx="93608" cy="232266"/>
            </p14:xfrm>
          </p:contentPart>
        </mc:Choice>
        <mc:Fallback xmlns="">
          <p:sp>
            <p:nvSpPr>
              <p:cNvPr id="1050762" name=""/>
              <p:cNvSpPr/>
              <p:nvPr/>
            </p:nvSpPr>
            <p:spPr>
              <a:xfrm>
                <a:off x="9763542" y="5918369"/>
                <a:ext cx="93608" cy="232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50763" name="Encre 1050762"/>
              <p14:cNvContentPartPr/>
              <p14:nvPr/>
            </p14:nvContentPartPr>
            <p14:xfrm>
              <a:off x="9930092" y="6109373"/>
              <a:ext cx="66376" cy="55948"/>
            </p14:xfrm>
          </p:contentPart>
        </mc:Choice>
        <mc:Fallback xmlns="">
          <p:sp>
            <p:nvSpPr>
              <p:cNvPr id="1050763" name=""/>
              <p:cNvSpPr/>
              <p:nvPr/>
            </p:nvSpPr>
            <p:spPr>
              <a:xfrm>
                <a:off x="9930092" y="6109373"/>
                <a:ext cx="66376" cy="55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50764" name="Encre 1050763"/>
              <p14:cNvContentPartPr/>
              <p14:nvPr/>
            </p14:nvContentPartPr>
            <p14:xfrm>
              <a:off x="8849926" y="6269501"/>
              <a:ext cx="1148627" cy="55719"/>
            </p14:xfrm>
          </p:contentPart>
        </mc:Choice>
        <mc:Fallback xmlns="">
          <p:sp>
            <p:nvSpPr>
              <p:cNvPr id="1050764" name=""/>
              <p:cNvSpPr/>
              <p:nvPr/>
            </p:nvSpPr>
            <p:spPr>
              <a:xfrm>
                <a:off x="8849926" y="6269501"/>
                <a:ext cx="1148627" cy="55719"/>
              </a:xfrm>
            </p:spPr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765" name="Encre 1050764"/>
              <p14:cNvContentPartPr/>
              <p14:nvPr/>
            </p14:nvContentPartPr>
            <p14:xfrm>
              <a:off x="368967" y="289062"/>
              <a:ext cx="408140" cy="431245"/>
            </p14:xfrm>
          </p:contentPart>
        </mc:Choice>
        <mc:Fallback xmlns="">
          <p:sp>
            <p:nvSpPr>
              <p:cNvPr id="1050765" name=""/>
              <p:cNvSpPr/>
              <p:nvPr/>
            </p:nvSpPr>
            <p:spPr>
              <a:xfrm>
                <a:off x="368967" y="289062"/>
                <a:ext cx="408140" cy="431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766" name="Encre 1050765"/>
              <p14:cNvContentPartPr/>
              <p14:nvPr/>
            </p14:nvContentPartPr>
            <p14:xfrm>
              <a:off x="894018" y="319137"/>
              <a:ext cx="1240605" cy="383434"/>
            </p14:xfrm>
          </p:contentPart>
        </mc:Choice>
        <mc:Fallback xmlns="">
          <p:sp>
            <p:nvSpPr>
              <p:cNvPr id="1050766" name=""/>
              <p:cNvSpPr/>
              <p:nvPr/>
            </p:nvSpPr>
            <p:spPr>
              <a:xfrm>
                <a:off x="894018" y="319137"/>
                <a:ext cx="1240605" cy="383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767" name="Encre 1050766"/>
              <p14:cNvContentPartPr/>
              <p14:nvPr/>
            </p14:nvContentPartPr>
            <p14:xfrm>
              <a:off x="2362566" y="516680"/>
              <a:ext cx="158146" cy="126535"/>
            </p14:xfrm>
          </p:contentPart>
        </mc:Choice>
        <mc:Fallback xmlns="">
          <p:sp>
            <p:nvSpPr>
              <p:cNvPr id="1050767" name=""/>
              <p:cNvSpPr/>
              <p:nvPr/>
            </p:nvSpPr>
            <p:spPr>
              <a:xfrm>
                <a:off x="2362566" y="516680"/>
                <a:ext cx="158146" cy="126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768" name="Encre 1050767"/>
              <p14:cNvContentPartPr/>
              <p14:nvPr/>
            </p14:nvContentPartPr>
            <p14:xfrm>
              <a:off x="2399370" y="423190"/>
              <a:ext cx="162320" cy="6620"/>
            </p14:xfrm>
          </p:contentPart>
        </mc:Choice>
        <mc:Fallback xmlns="">
          <p:sp>
            <p:nvSpPr>
              <p:cNvPr id="1050768" name=""/>
              <p:cNvSpPr/>
              <p:nvPr/>
            </p:nvSpPr>
            <p:spPr>
              <a:xfrm>
                <a:off x="2399370" y="423190"/>
                <a:ext cx="162320" cy="6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769" name="Encre 1050768"/>
              <p14:cNvContentPartPr/>
              <p14:nvPr/>
            </p14:nvContentPartPr>
            <p14:xfrm>
              <a:off x="2769610" y="468723"/>
              <a:ext cx="144251" cy="98048"/>
            </p14:xfrm>
          </p:contentPart>
        </mc:Choice>
        <mc:Fallback xmlns="">
          <p:sp>
            <p:nvSpPr>
              <p:cNvPr id="1050769" name=""/>
              <p:cNvSpPr/>
              <p:nvPr/>
            </p:nvSpPr>
            <p:spPr>
              <a:xfrm>
                <a:off x="2769610" y="468723"/>
                <a:ext cx="144251" cy="98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770" name="Encre 1050769"/>
              <p14:cNvContentPartPr/>
              <p14:nvPr/>
            </p14:nvContentPartPr>
            <p14:xfrm>
              <a:off x="2924401" y="487889"/>
              <a:ext cx="125363" cy="133881"/>
            </p14:xfrm>
          </p:contentPart>
        </mc:Choice>
        <mc:Fallback xmlns="">
          <p:sp>
            <p:nvSpPr>
              <p:cNvPr id="1050770" name=""/>
              <p:cNvSpPr/>
              <p:nvPr/>
            </p:nvSpPr>
            <p:spPr>
              <a:xfrm>
                <a:off x="2924401" y="487889"/>
                <a:ext cx="125363" cy="133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771" name="Encre 1050770"/>
              <p14:cNvContentPartPr/>
              <p14:nvPr/>
            </p14:nvContentPartPr>
            <p14:xfrm>
              <a:off x="2942542" y="514571"/>
              <a:ext cx="172202" cy="38252"/>
            </p14:xfrm>
          </p:contentPart>
        </mc:Choice>
        <mc:Fallback xmlns="">
          <p:sp>
            <p:nvSpPr>
              <p:cNvPr id="1050771" name=""/>
              <p:cNvSpPr/>
              <p:nvPr/>
            </p:nvSpPr>
            <p:spPr>
              <a:xfrm>
                <a:off x="2942542" y="514571"/>
                <a:ext cx="172202" cy="38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772" name="Encre 1050771"/>
              <p14:cNvContentPartPr/>
              <p14:nvPr/>
            </p14:nvContentPartPr>
            <p14:xfrm>
              <a:off x="3174131" y="466047"/>
              <a:ext cx="33158" cy="375121"/>
            </p14:xfrm>
          </p:contentPart>
        </mc:Choice>
        <mc:Fallback xmlns="">
          <p:sp>
            <p:nvSpPr>
              <p:cNvPr id="1050772" name=""/>
              <p:cNvSpPr/>
              <p:nvPr/>
            </p:nvSpPr>
            <p:spPr>
              <a:xfrm>
                <a:off x="3174131" y="466047"/>
                <a:ext cx="33158" cy="375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773" name="Encre 1050772"/>
              <p14:cNvContentPartPr/>
              <p14:nvPr/>
            </p14:nvContentPartPr>
            <p14:xfrm>
              <a:off x="3121688" y="520505"/>
              <a:ext cx="170166" cy="134795"/>
            </p14:xfrm>
          </p:contentPart>
        </mc:Choice>
        <mc:Fallback xmlns="">
          <p:sp>
            <p:nvSpPr>
              <p:cNvPr id="1050773" name=""/>
              <p:cNvSpPr/>
              <p:nvPr/>
            </p:nvSpPr>
            <p:spPr>
              <a:xfrm>
                <a:off x="3121688" y="520505"/>
                <a:ext cx="170166" cy="134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774" name="Encre 1050773"/>
              <p14:cNvContentPartPr/>
              <p14:nvPr/>
            </p14:nvContentPartPr>
            <p14:xfrm>
              <a:off x="3326044" y="468775"/>
              <a:ext cx="199024" cy="207085"/>
            </p14:xfrm>
          </p:contentPart>
        </mc:Choice>
        <mc:Fallback xmlns="">
          <p:sp>
            <p:nvSpPr>
              <p:cNvPr id="1050774" name=""/>
              <p:cNvSpPr/>
              <p:nvPr/>
            </p:nvSpPr>
            <p:spPr>
              <a:xfrm>
                <a:off x="3326044" y="468775"/>
                <a:ext cx="199024" cy="207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775" name="Encre 1050774"/>
              <p14:cNvContentPartPr/>
              <p14:nvPr/>
            </p14:nvContentPartPr>
            <p14:xfrm>
              <a:off x="3529528" y="466047"/>
              <a:ext cx="42670" cy="165466"/>
            </p14:xfrm>
          </p:contentPart>
        </mc:Choice>
        <mc:Fallback xmlns="">
          <p:sp>
            <p:nvSpPr>
              <p:cNvPr id="1050775" name=""/>
              <p:cNvSpPr/>
              <p:nvPr/>
            </p:nvSpPr>
            <p:spPr>
              <a:xfrm>
                <a:off x="3529528" y="466047"/>
                <a:ext cx="42670" cy="165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776" name="Encre 1050775"/>
              <p14:cNvContentPartPr/>
              <p14:nvPr/>
            </p14:nvContentPartPr>
            <p14:xfrm>
              <a:off x="3557638" y="364285"/>
              <a:ext cx="7132" cy="68640"/>
            </p14:xfrm>
          </p:contentPart>
        </mc:Choice>
        <mc:Fallback xmlns="">
          <p:sp>
            <p:nvSpPr>
              <p:cNvPr id="1050776" name=""/>
              <p:cNvSpPr/>
              <p:nvPr/>
            </p:nvSpPr>
            <p:spPr>
              <a:xfrm>
                <a:off x="3557638" y="364285"/>
                <a:ext cx="7132" cy="68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777" name="Encre 1050776"/>
              <p14:cNvContentPartPr/>
              <p14:nvPr/>
            </p14:nvContentPartPr>
            <p14:xfrm>
              <a:off x="3676937" y="439168"/>
              <a:ext cx="557831" cy="170972"/>
            </p14:xfrm>
          </p:contentPart>
        </mc:Choice>
        <mc:Fallback xmlns="">
          <p:sp>
            <p:nvSpPr>
              <p:cNvPr id="1050777" name=""/>
              <p:cNvSpPr/>
              <p:nvPr/>
            </p:nvSpPr>
            <p:spPr>
              <a:xfrm>
                <a:off x="3676937" y="439168"/>
                <a:ext cx="557831" cy="1709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778" name="Encre 1050777"/>
              <p14:cNvContentPartPr/>
              <p14:nvPr/>
            </p14:nvContentPartPr>
            <p14:xfrm>
              <a:off x="4433875" y="256070"/>
              <a:ext cx="302224" cy="332924"/>
            </p14:xfrm>
          </p:contentPart>
        </mc:Choice>
        <mc:Fallback xmlns="">
          <p:sp>
            <p:nvSpPr>
              <p:cNvPr id="1050778" name=""/>
              <p:cNvSpPr/>
              <p:nvPr/>
            </p:nvSpPr>
            <p:spPr>
              <a:xfrm>
                <a:off x="4433875" y="256070"/>
                <a:ext cx="302224" cy="3329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779" name="Encre 1050778"/>
              <p14:cNvContentPartPr/>
              <p14:nvPr/>
            </p14:nvContentPartPr>
            <p14:xfrm>
              <a:off x="4873429" y="364302"/>
              <a:ext cx="398390" cy="319228"/>
            </p14:xfrm>
          </p:contentPart>
        </mc:Choice>
        <mc:Fallback xmlns="">
          <p:sp>
            <p:nvSpPr>
              <p:cNvPr id="1050779" name=""/>
              <p:cNvSpPr/>
              <p:nvPr/>
            </p:nvSpPr>
            <p:spPr>
              <a:xfrm>
                <a:off x="4873429" y="364302"/>
                <a:ext cx="398390" cy="319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780" name="Encre 1050779"/>
              <p14:cNvContentPartPr/>
              <p14:nvPr/>
            </p14:nvContentPartPr>
            <p14:xfrm>
              <a:off x="5191138" y="243164"/>
              <a:ext cx="90442" cy="102469"/>
            </p14:xfrm>
          </p:contentPart>
        </mc:Choice>
        <mc:Fallback xmlns="">
          <p:sp>
            <p:nvSpPr>
              <p:cNvPr id="1050780" name=""/>
              <p:cNvSpPr/>
              <p:nvPr/>
            </p:nvSpPr>
            <p:spPr>
              <a:xfrm>
                <a:off x="5191138" y="243164"/>
                <a:ext cx="90442" cy="102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781" name="Encre 1050780"/>
              <p14:cNvContentPartPr/>
              <p14:nvPr/>
            </p14:nvContentPartPr>
            <p14:xfrm>
              <a:off x="5337336" y="375524"/>
              <a:ext cx="130349" cy="178696"/>
            </p14:xfrm>
          </p:contentPart>
        </mc:Choice>
        <mc:Fallback xmlns="">
          <p:sp>
            <p:nvSpPr>
              <p:cNvPr id="1050781" name=""/>
              <p:cNvSpPr/>
              <p:nvPr/>
            </p:nvSpPr>
            <p:spPr>
              <a:xfrm>
                <a:off x="5337336" y="375524"/>
                <a:ext cx="130349" cy="17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782" name="Encre 1050781"/>
              <p14:cNvContentPartPr/>
              <p14:nvPr/>
            </p14:nvContentPartPr>
            <p14:xfrm>
              <a:off x="5492054" y="444702"/>
              <a:ext cx="39712" cy="115661"/>
            </p14:xfrm>
          </p:contentPart>
        </mc:Choice>
        <mc:Fallback xmlns="">
          <p:sp>
            <p:nvSpPr>
              <p:cNvPr id="1050782" name=""/>
              <p:cNvSpPr/>
              <p:nvPr/>
            </p:nvSpPr>
            <p:spPr>
              <a:xfrm>
                <a:off x="5492054" y="444702"/>
                <a:ext cx="39712" cy="115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783" name="Encre 1050782"/>
              <p14:cNvContentPartPr/>
              <p14:nvPr/>
            </p14:nvContentPartPr>
            <p14:xfrm>
              <a:off x="5545886" y="313901"/>
              <a:ext cx="21621" cy="79672"/>
            </p14:xfrm>
          </p:contentPart>
        </mc:Choice>
        <mc:Fallback xmlns="">
          <p:sp>
            <p:nvSpPr>
              <p:cNvPr id="1050783" name=""/>
              <p:cNvSpPr/>
              <p:nvPr/>
            </p:nvSpPr>
            <p:spPr>
              <a:xfrm>
                <a:off x="5545886" y="313901"/>
                <a:ext cx="2162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784" name="Encre 1050783"/>
              <p14:cNvContentPartPr/>
              <p14:nvPr/>
            </p14:nvContentPartPr>
            <p14:xfrm>
              <a:off x="5624427" y="475168"/>
              <a:ext cx="140790" cy="87366"/>
            </p14:xfrm>
          </p:contentPart>
        </mc:Choice>
        <mc:Fallback xmlns="">
          <p:sp>
            <p:nvSpPr>
              <p:cNvPr id="1050784" name=""/>
              <p:cNvSpPr/>
              <p:nvPr/>
            </p:nvSpPr>
            <p:spPr>
              <a:xfrm>
                <a:off x="5624427" y="475168"/>
                <a:ext cx="140790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785" name="Encre 1050784"/>
              <p14:cNvContentPartPr/>
              <p14:nvPr/>
            </p14:nvContentPartPr>
            <p14:xfrm>
              <a:off x="5805886" y="280082"/>
              <a:ext cx="277136" cy="260418"/>
            </p14:xfrm>
          </p:contentPart>
        </mc:Choice>
        <mc:Fallback xmlns="">
          <p:sp>
            <p:nvSpPr>
              <p:cNvPr id="1050785" name=""/>
              <p:cNvSpPr/>
              <p:nvPr/>
            </p:nvSpPr>
            <p:spPr>
              <a:xfrm>
                <a:off x="5805886" y="280082"/>
                <a:ext cx="277136" cy="260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786" name="Encre 1050785"/>
              <p14:cNvContentPartPr/>
              <p14:nvPr/>
            </p14:nvContentPartPr>
            <p14:xfrm>
              <a:off x="4937851" y="618194"/>
              <a:ext cx="43242" cy="202779"/>
            </p14:xfrm>
          </p:contentPart>
        </mc:Choice>
        <mc:Fallback xmlns="">
          <p:sp>
            <p:nvSpPr>
              <p:cNvPr id="1050786" name=""/>
              <p:cNvSpPr/>
              <p:nvPr/>
            </p:nvSpPr>
            <p:spPr>
              <a:xfrm>
                <a:off x="4937851" y="618194"/>
                <a:ext cx="43242" cy="20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787" name="Encre 1050786"/>
              <p14:cNvContentPartPr/>
              <p14:nvPr/>
            </p14:nvContentPartPr>
            <p14:xfrm>
              <a:off x="6323627" y="281138"/>
              <a:ext cx="39444" cy="240345"/>
            </p14:xfrm>
          </p:contentPart>
        </mc:Choice>
        <mc:Fallback xmlns="">
          <p:sp>
            <p:nvSpPr>
              <p:cNvPr id="1050787" name=""/>
              <p:cNvSpPr/>
              <p:nvPr/>
            </p:nvSpPr>
            <p:spPr>
              <a:xfrm>
                <a:off x="6323627" y="281138"/>
                <a:ext cx="39444" cy="240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788" name="Encre 1050787"/>
              <p14:cNvContentPartPr/>
              <p14:nvPr/>
            </p14:nvContentPartPr>
            <p14:xfrm>
              <a:off x="6225402" y="249120"/>
              <a:ext cx="323044" cy="24186"/>
            </p14:xfrm>
          </p:contentPart>
        </mc:Choice>
        <mc:Fallback xmlns="">
          <p:sp>
            <p:nvSpPr>
              <p:cNvPr id="1050788" name=""/>
              <p:cNvSpPr/>
              <p:nvPr/>
            </p:nvSpPr>
            <p:spPr>
              <a:xfrm>
                <a:off x="6225402" y="249120"/>
                <a:ext cx="323044" cy="24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789" name="Encre 1050788"/>
              <p14:cNvContentPartPr/>
              <p14:nvPr/>
            </p14:nvContentPartPr>
            <p14:xfrm>
              <a:off x="6625922" y="364285"/>
              <a:ext cx="21310" cy="68791"/>
            </p14:xfrm>
          </p:contentPart>
        </mc:Choice>
        <mc:Fallback xmlns="">
          <p:sp>
            <p:nvSpPr>
              <p:cNvPr id="1050789" name=""/>
              <p:cNvSpPr/>
              <p:nvPr/>
            </p:nvSpPr>
            <p:spPr>
              <a:xfrm>
                <a:off x="6625922" y="364285"/>
                <a:ext cx="21310" cy="6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790" name="Encre 1050789"/>
              <p14:cNvContentPartPr/>
              <p14:nvPr/>
            </p14:nvContentPartPr>
            <p14:xfrm>
              <a:off x="6645339" y="502533"/>
              <a:ext cx="23514" cy="31275"/>
            </p14:xfrm>
          </p:contentPart>
        </mc:Choice>
        <mc:Fallback xmlns="">
          <p:sp>
            <p:nvSpPr>
              <p:cNvPr id="1050790" name=""/>
              <p:cNvSpPr/>
              <p:nvPr/>
            </p:nvSpPr>
            <p:spPr>
              <a:xfrm>
                <a:off x="6645339" y="502533"/>
                <a:ext cx="23514" cy="31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791" name="Encre 1050790"/>
              <p14:cNvContentPartPr/>
              <p14:nvPr/>
            </p14:nvContentPartPr>
            <p14:xfrm>
              <a:off x="2103068" y="1076296"/>
              <a:ext cx="125043" cy="295039"/>
            </p14:xfrm>
          </p:contentPart>
        </mc:Choice>
        <mc:Fallback xmlns="">
          <p:sp>
            <p:nvSpPr>
              <p:cNvPr id="1050791" name=""/>
              <p:cNvSpPr/>
              <p:nvPr/>
            </p:nvSpPr>
            <p:spPr>
              <a:xfrm>
                <a:off x="2103068" y="1076296"/>
                <a:ext cx="125043" cy="295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792" name="Encre 1050791"/>
              <p14:cNvContentPartPr/>
              <p14:nvPr/>
            </p14:nvContentPartPr>
            <p14:xfrm>
              <a:off x="1819812" y="1009357"/>
              <a:ext cx="207588" cy="453121"/>
            </p14:xfrm>
          </p:contentPart>
        </mc:Choice>
        <mc:Fallback xmlns="">
          <p:sp>
            <p:nvSpPr>
              <p:cNvPr id="1050792" name=""/>
              <p:cNvSpPr/>
              <p:nvPr/>
            </p:nvSpPr>
            <p:spPr>
              <a:xfrm>
                <a:off x="1819812" y="1009357"/>
                <a:ext cx="207588" cy="453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793" name="Encre 1050792"/>
              <p14:cNvContentPartPr/>
              <p14:nvPr/>
            </p14:nvContentPartPr>
            <p14:xfrm>
              <a:off x="1441954" y="1276643"/>
              <a:ext cx="170575" cy="158209"/>
            </p14:xfrm>
          </p:contentPart>
        </mc:Choice>
        <mc:Fallback xmlns="">
          <p:sp>
            <p:nvSpPr>
              <p:cNvPr id="1050793" name=""/>
              <p:cNvSpPr/>
              <p:nvPr/>
            </p:nvSpPr>
            <p:spPr>
              <a:xfrm>
                <a:off x="1441954" y="1276643"/>
                <a:ext cx="170575" cy="158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794" name="Encre 1050793"/>
              <p14:cNvContentPartPr/>
              <p14:nvPr/>
            </p14:nvContentPartPr>
            <p14:xfrm>
              <a:off x="2430830" y="1038397"/>
              <a:ext cx="161364" cy="340778"/>
            </p14:xfrm>
          </p:contentPart>
        </mc:Choice>
        <mc:Fallback xmlns="">
          <p:sp>
            <p:nvSpPr>
              <p:cNvPr id="1050794" name=""/>
              <p:cNvSpPr/>
              <p:nvPr/>
            </p:nvSpPr>
            <p:spPr>
              <a:xfrm>
                <a:off x="2430830" y="1038397"/>
                <a:ext cx="161364" cy="3407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795" name="Encre 1050794"/>
              <p14:cNvContentPartPr/>
              <p14:nvPr/>
            </p14:nvContentPartPr>
            <p14:xfrm>
              <a:off x="2700402" y="1060024"/>
              <a:ext cx="170658" cy="243406"/>
            </p14:xfrm>
          </p:contentPart>
        </mc:Choice>
        <mc:Fallback xmlns="">
          <p:sp>
            <p:nvSpPr>
              <p:cNvPr id="1050795" name=""/>
              <p:cNvSpPr/>
              <p:nvPr/>
            </p:nvSpPr>
            <p:spPr>
              <a:xfrm>
                <a:off x="2700402" y="1060024"/>
                <a:ext cx="170658" cy="243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796" name="Encre 1050795"/>
              <p14:cNvContentPartPr/>
              <p14:nvPr/>
            </p14:nvContentPartPr>
            <p14:xfrm>
              <a:off x="2921363" y="1307332"/>
              <a:ext cx="64145" cy="45859"/>
            </p14:xfrm>
          </p:contentPart>
        </mc:Choice>
        <mc:Fallback xmlns="">
          <p:sp>
            <p:nvSpPr>
              <p:cNvPr id="1050796" name=""/>
              <p:cNvSpPr/>
              <p:nvPr/>
            </p:nvSpPr>
            <p:spPr>
              <a:xfrm>
                <a:off x="2921363" y="1307332"/>
                <a:ext cx="64145" cy="45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797" name="Encre 1050796"/>
              <p14:cNvContentPartPr/>
              <p14:nvPr/>
            </p14:nvContentPartPr>
            <p14:xfrm>
              <a:off x="2763225" y="1559865"/>
              <a:ext cx="22234" cy="259538"/>
            </p14:xfrm>
          </p:contentPart>
        </mc:Choice>
        <mc:Fallback xmlns="">
          <p:sp>
            <p:nvSpPr>
              <p:cNvPr id="1050797" name=""/>
              <p:cNvSpPr/>
              <p:nvPr/>
            </p:nvSpPr>
            <p:spPr>
              <a:xfrm>
                <a:off x="2763225" y="1559865"/>
                <a:ext cx="22234" cy="259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798" name="Encre 1050797"/>
              <p14:cNvContentPartPr/>
              <p14:nvPr/>
            </p14:nvContentPartPr>
            <p14:xfrm>
              <a:off x="2785459" y="1523628"/>
              <a:ext cx="96632" cy="94316"/>
            </p14:xfrm>
          </p:contentPart>
        </mc:Choice>
        <mc:Fallback xmlns="">
          <p:sp>
            <p:nvSpPr>
              <p:cNvPr id="1050798" name=""/>
              <p:cNvSpPr/>
              <p:nvPr/>
            </p:nvSpPr>
            <p:spPr>
              <a:xfrm>
                <a:off x="2785459" y="1523628"/>
                <a:ext cx="96632" cy="94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799" name="Encre 1050798"/>
              <p14:cNvContentPartPr/>
              <p14:nvPr/>
            </p14:nvContentPartPr>
            <p14:xfrm>
              <a:off x="2696596" y="1530826"/>
              <a:ext cx="102983" cy="140078"/>
            </p14:xfrm>
          </p:contentPart>
        </mc:Choice>
        <mc:Fallback xmlns="">
          <p:sp>
            <p:nvSpPr>
              <p:cNvPr id="1050799" name=""/>
              <p:cNvSpPr/>
              <p:nvPr/>
            </p:nvSpPr>
            <p:spPr>
              <a:xfrm>
                <a:off x="2696596" y="1530826"/>
                <a:ext cx="102983" cy="140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800" name="Encre 1050799"/>
              <p14:cNvContentPartPr/>
              <p14:nvPr/>
            </p14:nvContentPartPr>
            <p14:xfrm>
              <a:off x="2675046" y="1907594"/>
              <a:ext cx="95852" cy="231379"/>
            </p14:xfrm>
          </p:contentPart>
        </mc:Choice>
        <mc:Fallback xmlns="">
          <p:sp>
            <p:nvSpPr>
              <p:cNvPr id="1050800" name=""/>
              <p:cNvSpPr/>
              <p:nvPr/>
            </p:nvSpPr>
            <p:spPr>
              <a:xfrm>
                <a:off x="2675046" y="1907594"/>
                <a:ext cx="95852" cy="231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801" name="Encre 1050800"/>
              <p14:cNvContentPartPr/>
              <p14:nvPr/>
            </p14:nvContentPartPr>
            <p14:xfrm>
              <a:off x="2649556" y="2014223"/>
              <a:ext cx="146608" cy="38567"/>
            </p14:xfrm>
          </p:contentPart>
        </mc:Choice>
        <mc:Fallback xmlns="">
          <p:sp>
            <p:nvSpPr>
              <p:cNvPr id="1050801" name=""/>
              <p:cNvSpPr/>
              <p:nvPr/>
            </p:nvSpPr>
            <p:spPr>
              <a:xfrm>
                <a:off x="2649556" y="2014223"/>
                <a:ext cx="146608" cy="38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802" name="Encre 1050801"/>
              <p14:cNvContentPartPr/>
              <p14:nvPr/>
            </p14:nvContentPartPr>
            <p14:xfrm>
              <a:off x="2864001" y="2013447"/>
              <a:ext cx="114597" cy="2858"/>
            </p14:xfrm>
          </p:contentPart>
        </mc:Choice>
        <mc:Fallback xmlns="">
          <p:sp>
            <p:nvSpPr>
              <p:cNvPr id="1050802" name=""/>
              <p:cNvSpPr/>
              <p:nvPr/>
            </p:nvSpPr>
            <p:spPr>
              <a:xfrm>
                <a:off x="2864001" y="2013447"/>
                <a:ext cx="114597" cy="2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803" name="Encre 1050802"/>
              <p14:cNvContentPartPr/>
              <p14:nvPr/>
            </p14:nvContentPartPr>
            <p14:xfrm>
              <a:off x="2849881" y="2071191"/>
              <a:ext cx="138882" cy="39182"/>
            </p14:xfrm>
          </p:contentPart>
        </mc:Choice>
        <mc:Fallback xmlns="">
          <p:sp>
            <p:nvSpPr>
              <p:cNvPr id="1050803" name=""/>
              <p:cNvSpPr/>
              <p:nvPr/>
            </p:nvSpPr>
            <p:spPr>
              <a:xfrm>
                <a:off x="2849881" y="2071191"/>
                <a:ext cx="138882" cy="39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804" name="Encre 1050803"/>
              <p14:cNvContentPartPr/>
              <p14:nvPr/>
            </p14:nvContentPartPr>
            <p14:xfrm>
              <a:off x="3094299" y="2005935"/>
              <a:ext cx="67309" cy="91065"/>
            </p14:xfrm>
          </p:contentPart>
        </mc:Choice>
        <mc:Fallback xmlns="">
          <p:sp>
            <p:nvSpPr>
              <p:cNvPr id="1050804" name=""/>
              <p:cNvSpPr/>
              <p:nvPr/>
            </p:nvSpPr>
            <p:spPr>
              <a:xfrm>
                <a:off x="3094299" y="2005935"/>
                <a:ext cx="67309" cy="91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805" name="Encre 1050804"/>
              <p14:cNvContentPartPr/>
              <p14:nvPr/>
            </p14:nvContentPartPr>
            <p14:xfrm>
              <a:off x="1337895" y="1813526"/>
              <a:ext cx="81471" cy="327075"/>
            </p14:xfrm>
          </p:contentPart>
        </mc:Choice>
        <mc:Fallback xmlns="">
          <p:sp>
            <p:nvSpPr>
              <p:cNvPr id="1050805" name=""/>
              <p:cNvSpPr/>
              <p:nvPr/>
            </p:nvSpPr>
            <p:spPr>
              <a:xfrm>
                <a:off x="1337895" y="1813526"/>
                <a:ext cx="81471" cy="327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806" name="Encre 1050805"/>
              <p14:cNvContentPartPr/>
              <p14:nvPr/>
            </p14:nvContentPartPr>
            <p14:xfrm>
              <a:off x="1297582" y="1979765"/>
              <a:ext cx="118477" cy="21896"/>
            </p14:xfrm>
          </p:contentPart>
        </mc:Choice>
        <mc:Fallback xmlns="">
          <p:sp>
            <p:nvSpPr>
              <p:cNvPr id="1050806" name=""/>
              <p:cNvSpPr/>
              <p:nvPr/>
            </p:nvSpPr>
            <p:spPr>
              <a:xfrm>
                <a:off x="1297582" y="1979765"/>
                <a:ext cx="118477" cy="21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807" name="Encre 1050806"/>
              <p14:cNvContentPartPr/>
              <p14:nvPr/>
            </p14:nvContentPartPr>
            <p14:xfrm>
              <a:off x="1519528" y="2016305"/>
              <a:ext cx="75011" cy="7197"/>
            </p14:xfrm>
          </p:contentPart>
        </mc:Choice>
        <mc:Fallback xmlns="">
          <p:sp>
            <p:nvSpPr>
              <p:cNvPr id="1050807" name=""/>
              <p:cNvSpPr/>
              <p:nvPr/>
            </p:nvSpPr>
            <p:spPr>
              <a:xfrm>
                <a:off x="1519528" y="2016305"/>
                <a:ext cx="75011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808" name="Encre 1050807"/>
              <p14:cNvContentPartPr/>
              <p14:nvPr/>
            </p14:nvContentPartPr>
            <p14:xfrm>
              <a:off x="1512468" y="2103175"/>
              <a:ext cx="85601" cy="14395"/>
            </p14:xfrm>
          </p:contentPart>
        </mc:Choice>
        <mc:Fallback xmlns="">
          <p:sp>
            <p:nvSpPr>
              <p:cNvPr id="1050808" name=""/>
              <p:cNvSpPr/>
              <p:nvPr/>
            </p:nvSpPr>
            <p:spPr>
              <a:xfrm>
                <a:off x="1512468" y="2103175"/>
                <a:ext cx="85601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809" name="Encre 1050808"/>
              <p14:cNvContentPartPr/>
              <p14:nvPr/>
            </p14:nvContentPartPr>
            <p14:xfrm>
              <a:off x="1679104" y="1900396"/>
              <a:ext cx="69430" cy="196401"/>
            </p14:xfrm>
          </p:contentPart>
        </mc:Choice>
        <mc:Fallback xmlns="">
          <p:sp>
            <p:nvSpPr>
              <p:cNvPr id="1050809" name=""/>
              <p:cNvSpPr/>
              <p:nvPr/>
            </p:nvSpPr>
            <p:spPr>
              <a:xfrm>
                <a:off x="1679104" y="1900396"/>
                <a:ext cx="69430" cy="196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810" name="Encre 1050809"/>
              <p14:cNvContentPartPr/>
              <p14:nvPr/>
            </p14:nvContentPartPr>
            <p14:xfrm>
              <a:off x="1640871" y="1895282"/>
              <a:ext cx="284748" cy="5114"/>
            </p14:xfrm>
          </p:contentPart>
        </mc:Choice>
        <mc:Fallback xmlns="">
          <p:sp>
            <p:nvSpPr>
              <p:cNvPr id="1050810" name=""/>
              <p:cNvSpPr/>
              <p:nvPr/>
            </p:nvSpPr>
            <p:spPr>
              <a:xfrm>
                <a:off x="1640871" y="1895282"/>
                <a:ext cx="284748" cy="5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811" name="Encre 1050810"/>
              <p14:cNvContentPartPr/>
              <p14:nvPr/>
            </p14:nvContentPartPr>
            <p14:xfrm>
              <a:off x="1619691" y="2162130"/>
              <a:ext cx="256694" cy="13519"/>
            </p14:xfrm>
          </p:contentPart>
        </mc:Choice>
        <mc:Fallback xmlns="">
          <p:sp>
            <p:nvSpPr>
              <p:cNvPr id="1050811" name=""/>
              <p:cNvSpPr/>
              <p:nvPr/>
            </p:nvSpPr>
            <p:spPr>
              <a:xfrm>
                <a:off x="1619691" y="2162130"/>
                <a:ext cx="256694" cy="13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812" name="Encre 1050811"/>
              <p14:cNvContentPartPr/>
              <p14:nvPr/>
            </p14:nvContentPartPr>
            <p14:xfrm>
              <a:off x="1643297" y="2277412"/>
              <a:ext cx="135753" cy="138654"/>
            </p14:xfrm>
          </p:contentPart>
        </mc:Choice>
        <mc:Fallback xmlns="">
          <p:sp>
            <p:nvSpPr>
              <p:cNvPr id="1050812" name=""/>
              <p:cNvSpPr/>
              <p:nvPr/>
            </p:nvSpPr>
            <p:spPr>
              <a:xfrm>
                <a:off x="1643297" y="2277412"/>
                <a:ext cx="135753" cy="138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813" name="Encre 1050812"/>
              <p14:cNvContentPartPr/>
              <p14:nvPr/>
            </p14:nvContentPartPr>
            <p14:xfrm>
              <a:off x="1697957" y="2313153"/>
              <a:ext cx="71756" cy="155321"/>
            </p14:xfrm>
          </p:contentPart>
        </mc:Choice>
        <mc:Fallback xmlns="">
          <p:sp>
            <p:nvSpPr>
              <p:cNvPr id="1050813" name=""/>
              <p:cNvSpPr/>
              <p:nvPr/>
            </p:nvSpPr>
            <p:spPr>
              <a:xfrm>
                <a:off x="1697957" y="2313153"/>
                <a:ext cx="71756" cy="155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814" name="Encre 1050813"/>
              <p14:cNvContentPartPr/>
              <p14:nvPr/>
            </p14:nvContentPartPr>
            <p14:xfrm>
              <a:off x="2148316" y="2095977"/>
              <a:ext cx="401077" cy="5479"/>
            </p14:xfrm>
          </p:contentPart>
        </mc:Choice>
        <mc:Fallback xmlns="">
          <p:sp>
            <p:nvSpPr>
              <p:cNvPr id="1050814" name=""/>
              <p:cNvSpPr/>
              <p:nvPr/>
            </p:nvSpPr>
            <p:spPr>
              <a:xfrm>
                <a:off x="2148316" y="2095977"/>
                <a:ext cx="401077" cy="5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815" name="Encre 1050814"/>
              <p14:cNvContentPartPr/>
              <p14:nvPr/>
            </p14:nvContentPartPr>
            <p14:xfrm>
              <a:off x="2094322" y="2009107"/>
              <a:ext cx="154583" cy="174072"/>
            </p14:xfrm>
          </p:contentPart>
        </mc:Choice>
        <mc:Fallback xmlns="">
          <p:sp>
            <p:nvSpPr>
              <p:cNvPr id="1050815" name=""/>
              <p:cNvSpPr/>
              <p:nvPr/>
            </p:nvSpPr>
            <p:spPr>
              <a:xfrm>
                <a:off x="2094322" y="2009107"/>
                <a:ext cx="154583" cy="174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816" name="Encre 1050815"/>
              <p14:cNvContentPartPr/>
              <p14:nvPr/>
            </p14:nvContentPartPr>
            <p14:xfrm>
              <a:off x="774450" y="2915411"/>
              <a:ext cx="136506" cy="403855"/>
            </p14:xfrm>
          </p:contentPart>
        </mc:Choice>
        <mc:Fallback xmlns="">
          <p:sp>
            <p:nvSpPr>
              <p:cNvPr id="1050816" name=""/>
              <p:cNvSpPr/>
              <p:nvPr/>
            </p:nvSpPr>
            <p:spPr>
              <a:xfrm>
                <a:off x="774450" y="2915411"/>
                <a:ext cx="136506" cy="403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817" name="Encre 1050816"/>
              <p14:cNvContentPartPr/>
              <p14:nvPr/>
            </p14:nvContentPartPr>
            <p14:xfrm>
              <a:off x="882261" y="2726406"/>
              <a:ext cx="8052" cy="74047"/>
            </p14:xfrm>
          </p:contentPart>
        </mc:Choice>
        <mc:Fallback xmlns="">
          <p:sp>
            <p:nvSpPr>
              <p:cNvPr id="1050817" name=""/>
              <p:cNvSpPr/>
              <p:nvPr/>
            </p:nvSpPr>
            <p:spPr>
              <a:xfrm>
                <a:off x="882261" y="2726406"/>
                <a:ext cx="8052" cy="74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818" name="Encre 1050817"/>
              <p14:cNvContentPartPr/>
              <p14:nvPr/>
            </p14:nvContentPartPr>
            <p14:xfrm>
              <a:off x="1069018" y="3160755"/>
              <a:ext cx="114282" cy="0"/>
            </p14:xfrm>
          </p:contentPart>
        </mc:Choice>
        <mc:Fallback xmlns="">
          <p:sp>
            <p:nvSpPr>
              <p:cNvPr id="1050818" name=""/>
              <p:cNvSpPr/>
              <p:nvPr/>
            </p:nvSpPr>
            <p:spPr>
              <a:xfrm>
                <a:off x="1069018" y="3160755"/>
                <a:ext cx="114282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819" name="Encre 1050818"/>
              <p14:cNvContentPartPr/>
              <p14:nvPr/>
            </p14:nvContentPartPr>
            <p14:xfrm>
              <a:off x="1061958" y="3276666"/>
              <a:ext cx="100162" cy="0"/>
            </p14:xfrm>
          </p:contentPart>
        </mc:Choice>
        <mc:Fallback xmlns="">
          <p:sp>
            <p:nvSpPr>
              <p:cNvPr id="1050819" name=""/>
              <p:cNvSpPr/>
              <p:nvPr/>
            </p:nvSpPr>
            <p:spPr>
              <a:xfrm>
                <a:off x="1061958" y="3276666"/>
                <a:ext cx="100162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820" name="Encre 1050819"/>
              <p14:cNvContentPartPr/>
              <p14:nvPr/>
            </p14:nvContentPartPr>
            <p14:xfrm>
              <a:off x="1061958" y="3153705"/>
              <a:ext cx="153431" cy="8030"/>
            </p14:xfrm>
          </p:contentPart>
        </mc:Choice>
        <mc:Fallback xmlns="">
          <p:sp>
            <p:nvSpPr>
              <p:cNvPr id="1050820" name=""/>
              <p:cNvSpPr/>
              <p:nvPr/>
            </p:nvSpPr>
            <p:spPr>
              <a:xfrm>
                <a:off x="1061958" y="3153705"/>
                <a:ext cx="153431" cy="8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821" name="Encre 1050820"/>
              <p14:cNvContentPartPr/>
              <p14:nvPr/>
            </p14:nvContentPartPr>
            <p14:xfrm>
              <a:off x="1333764" y="3202813"/>
              <a:ext cx="221294" cy="23467"/>
            </p14:xfrm>
          </p:contentPart>
        </mc:Choice>
        <mc:Fallback xmlns="">
          <p:sp>
            <p:nvSpPr>
              <p:cNvPr id="1050821" name=""/>
              <p:cNvSpPr/>
              <p:nvPr/>
            </p:nvSpPr>
            <p:spPr>
              <a:xfrm>
                <a:off x="1333764" y="3202813"/>
                <a:ext cx="221294" cy="234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822" name="Encre 1050821"/>
              <p14:cNvContentPartPr/>
              <p14:nvPr/>
            </p14:nvContentPartPr>
            <p14:xfrm>
              <a:off x="1612631" y="2695111"/>
              <a:ext cx="1315503" cy="1200845"/>
            </p14:xfrm>
          </p:contentPart>
        </mc:Choice>
        <mc:Fallback xmlns="">
          <p:sp>
            <p:nvSpPr>
              <p:cNvPr id="1050822" name=""/>
              <p:cNvSpPr/>
              <p:nvPr/>
            </p:nvSpPr>
            <p:spPr>
              <a:xfrm>
                <a:off x="1612631" y="2695111"/>
                <a:ext cx="1315503" cy="12008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823" name="Encre 1050822"/>
              <p14:cNvContentPartPr/>
              <p14:nvPr/>
            </p14:nvContentPartPr>
            <p14:xfrm>
              <a:off x="1805078" y="2909152"/>
              <a:ext cx="204174" cy="296247"/>
            </p14:xfrm>
          </p:contentPart>
        </mc:Choice>
        <mc:Fallback xmlns="">
          <p:sp>
            <p:nvSpPr>
              <p:cNvPr id="1050823" name=""/>
              <p:cNvSpPr/>
              <p:nvPr/>
            </p:nvSpPr>
            <p:spPr>
              <a:xfrm>
                <a:off x="1805078" y="2909152"/>
                <a:ext cx="204174" cy="296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824" name="Encre 1050823"/>
              <p14:cNvContentPartPr/>
              <p14:nvPr/>
            </p14:nvContentPartPr>
            <p14:xfrm>
              <a:off x="2025311" y="2943829"/>
              <a:ext cx="159855" cy="292689"/>
            </p14:xfrm>
          </p:contentPart>
        </mc:Choice>
        <mc:Fallback xmlns="">
          <p:sp>
            <p:nvSpPr>
              <p:cNvPr id="1050824" name=""/>
              <p:cNvSpPr/>
              <p:nvPr/>
            </p:nvSpPr>
            <p:spPr>
              <a:xfrm>
                <a:off x="2025311" y="2943829"/>
                <a:ext cx="159855" cy="292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825" name="Encre 1050824"/>
              <p14:cNvContentPartPr/>
              <p14:nvPr/>
            </p14:nvContentPartPr>
            <p14:xfrm>
              <a:off x="1948418" y="3297341"/>
              <a:ext cx="316717" cy="8933"/>
            </p14:xfrm>
          </p:contentPart>
        </mc:Choice>
        <mc:Fallback xmlns="">
          <p:sp>
            <p:nvSpPr>
              <p:cNvPr id="1050825" name=""/>
              <p:cNvSpPr/>
              <p:nvPr/>
            </p:nvSpPr>
            <p:spPr>
              <a:xfrm>
                <a:off x="1948418" y="3297341"/>
                <a:ext cx="316717" cy="8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826" name="Encre 1050825"/>
              <p14:cNvContentPartPr/>
              <p14:nvPr/>
            </p14:nvContentPartPr>
            <p14:xfrm>
              <a:off x="2005780" y="3418195"/>
              <a:ext cx="137656" cy="268320"/>
            </p14:xfrm>
          </p:contentPart>
        </mc:Choice>
        <mc:Fallback xmlns="">
          <p:sp>
            <p:nvSpPr>
              <p:cNvPr id="1050826" name=""/>
              <p:cNvSpPr/>
              <p:nvPr/>
            </p:nvSpPr>
            <p:spPr>
              <a:xfrm>
                <a:off x="2005780" y="3418195"/>
                <a:ext cx="137656" cy="268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827" name="Encre 1050826"/>
              <p14:cNvContentPartPr/>
              <p14:nvPr/>
            </p14:nvContentPartPr>
            <p14:xfrm>
              <a:off x="2274193" y="2914790"/>
              <a:ext cx="205241" cy="649514"/>
            </p14:xfrm>
          </p:contentPart>
        </mc:Choice>
        <mc:Fallback xmlns="">
          <p:sp>
            <p:nvSpPr>
              <p:cNvPr id="1050827" name=""/>
              <p:cNvSpPr/>
              <p:nvPr/>
            </p:nvSpPr>
            <p:spPr>
              <a:xfrm>
                <a:off x="2274193" y="2914790"/>
                <a:ext cx="205241" cy="649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828" name="Encre 1050827"/>
              <p14:cNvContentPartPr/>
              <p14:nvPr/>
            </p14:nvContentPartPr>
            <p14:xfrm>
              <a:off x="2462679" y="3153558"/>
              <a:ext cx="344889" cy="213948"/>
            </p14:xfrm>
          </p:contentPart>
        </mc:Choice>
        <mc:Fallback xmlns="">
          <p:sp>
            <p:nvSpPr>
              <p:cNvPr id="1050828" name=""/>
              <p:cNvSpPr/>
              <p:nvPr/>
            </p:nvSpPr>
            <p:spPr>
              <a:xfrm>
                <a:off x="2462679" y="3153558"/>
                <a:ext cx="344889" cy="213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829" name="Encre 1050828"/>
              <p14:cNvContentPartPr/>
              <p14:nvPr/>
            </p14:nvContentPartPr>
            <p14:xfrm>
              <a:off x="2870715" y="3114510"/>
              <a:ext cx="122128" cy="225849"/>
            </p14:xfrm>
          </p:contentPart>
        </mc:Choice>
        <mc:Fallback xmlns="">
          <p:sp>
            <p:nvSpPr>
              <p:cNvPr id="1050829" name=""/>
              <p:cNvSpPr/>
              <p:nvPr/>
            </p:nvSpPr>
            <p:spPr>
              <a:xfrm>
                <a:off x="2870715" y="3114510"/>
                <a:ext cx="122128" cy="225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830" name="Encre 1050829"/>
              <p14:cNvContentPartPr/>
              <p14:nvPr/>
            </p14:nvContentPartPr>
            <p14:xfrm>
              <a:off x="3057266" y="3284111"/>
              <a:ext cx="130884" cy="10410"/>
            </p14:xfrm>
          </p:contentPart>
        </mc:Choice>
        <mc:Fallback xmlns="">
          <p:sp>
            <p:nvSpPr>
              <p:cNvPr id="1050830" name=""/>
              <p:cNvSpPr/>
              <p:nvPr/>
            </p:nvSpPr>
            <p:spPr>
              <a:xfrm>
                <a:off x="3057266" y="3284111"/>
                <a:ext cx="130884" cy="10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831" name="Encre 1050830"/>
              <p14:cNvContentPartPr/>
              <p14:nvPr/>
            </p14:nvContentPartPr>
            <p14:xfrm>
              <a:off x="3235007" y="3153558"/>
              <a:ext cx="311001" cy="191095"/>
            </p14:xfrm>
          </p:contentPart>
        </mc:Choice>
        <mc:Fallback xmlns="">
          <p:sp>
            <p:nvSpPr>
              <p:cNvPr id="1050831" name=""/>
              <p:cNvSpPr/>
              <p:nvPr/>
            </p:nvSpPr>
            <p:spPr>
              <a:xfrm>
                <a:off x="3235007" y="3153558"/>
                <a:ext cx="311001" cy="191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832" name="Encre 1050831"/>
              <p14:cNvContentPartPr/>
              <p14:nvPr/>
            </p14:nvContentPartPr>
            <p14:xfrm>
              <a:off x="3580802" y="3086511"/>
              <a:ext cx="119408" cy="242040"/>
            </p14:xfrm>
          </p:contentPart>
        </mc:Choice>
        <mc:Fallback xmlns="">
          <p:sp>
            <p:nvSpPr>
              <p:cNvPr id="1050832" name=""/>
              <p:cNvSpPr/>
              <p:nvPr/>
            </p:nvSpPr>
            <p:spPr>
              <a:xfrm>
                <a:off x="3580802" y="3086511"/>
                <a:ext cx="119408" cy="242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833" name="Encre 1050832"/>
              <p14:cNvContentPartPr/>
              <p14:nvPr/>
            </p14:nvContentPartPr>
            <p14:xfrm>
              <a:off x="3711828" y="3287228"/>
              <a:ext cx="59619" cy="75213"/>
            </p14:xfrm>
          </p:contentPart>
        </mc:Choice>
        <mc:Fallback xmlns="">
          <p:sp>
            <p:nvSpPr>
              <p:cNvPr id="1050833" name=""/>
              <p:cNvSpPr/>
              <p:nvPr/>
            </p:nvSpPr>
            <p:spPr>
              <a:xfrm>
                <a:off x="3711828" y="3287228"/>
                <a:ext cx="59619" cy="75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834" name="Encre 1050833"/>
              <p14:cNvContentPartPr/>
              <p14:nvPr/>
            </p14:nvContentPartPr>
            <p14:xfrm>
              <a:off x="3629119" y="2943829"/>
              <a:ext cx="245355" cy="662967"/>
            </p14:xfrm>
          </p:contentPart>
        </mc:Choice>
        <mc:Fallback xmlns="">
          <p:sp>
            <p:nvSpPr>
              <p:cNvPr id="1050834" name=""/>
              <p:cNvSpPr/>
              <p:nvPr/>
            </p:nvSpPr>
            <p:spPr>
              <a:xfrm>
                <a:off x="3629119" y="2943829"/>
                <a:ext cx="245355" cy="662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835" name="Encre 1050834"/>
              <p14:cNvContentPartPr/>
              <p14:nvPr/>
            </p14:nvContentPartPr>
            <p14:xfrm>
              <a:off x="2799579" y="2697118"/>
              <a:ext cx="1080166" cy="36248"/>
            </p14:xfrm>
          </p:contentPart>
        </mc:Choice>
        <mc:Fallback xmlns="">
          <p:sp>
            <p:nvSpPr>
              <p:cNvPr id="1050835" name=""/>
              <p:cNvSpPr/>
              <p:nvPr/>
            </p:nvSpPr>
            <p:spPr>
              <a:xfrm>
                <a:off x="2799579" y="2697118"/>
                <a:ext cx="1080166" cy="36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836" name="Encre 1050835"/>
              <p14:cNvContentPartPr/>
              <p14:nvPr/>
            </p14:nvContentPartPr>
            <p14:xfrm>
              <a:off x="719100" y="3965173"/>
              <a:ext cx="418735" cy="513564"/>
            </p14:xfrm>
          </p:contentPart>
        </mc:Choice>
        <mc:Fallback xmlns="">
          <p:sp>
            <p:nvSpPr>
              <p:cNvPr id="1050836" name=""/>
              <p:cNvSpPr/>
              <p:nvPr/>
            </p:nvSpPr>
            <p:spPr>
              <a:xfrm>
                <a:off x="719100" y="3965173"/>
                <a:ext cx="418735" cy="513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837" name="Encre 1050836"/>
              <p14:cNvContentPartPr/>
              <p14:nvPr/>
            </p14:nvContentPartPr>
            <p14:xfrm>
              <a:off x="811331" y="4544472"/>
              <a:ext cx="385361" cy="22075"/>
            </p14:xfrm>
          </p:contentPart>
        </mc:Choice>
        <mc:Fallback xmlns="">
          <p:sp>
            <p:nvSpPr>
              <p:cNvPr id="1050837" name=""/>
              <p:cNvSpPr/>
              <p:nvPr/>
            </p:nvSpPr>
            <p:spPr>
              <a:xfrm>
                <a:off x="811331" y="4544472"/>
                <a:ext cx="385361" cy="22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838" name="Encre 1050837"/>
              <p14:cNvContentPartPr/>
              <p14:nvPr/>
            </p14:nvContentPartPr>
            <p14:xfrm>
              <a:off x="872812" y="4616698"/>
              <a:ext cx="245569" cy="368445"/>
            </p14:xfrm>
          </p:contentPart>
        </mc:Choice>
        <mc:Fallback xmlns="">
          <p:sp>
            <p:nvSpPr>
              <p:cNvPr id="1050838" name=""/>
              <p:cNvSpPr/>
              <p:nvPr/>
            </p:nvSpPr>
            <p:spPr>
              <a:xfrm>
                <a:off x="872812" y="4616698"/>
                <a:ext cx="245569" cy="368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839" name="Encre 1050838"/>
              <p14:cNvContentPartPr/>
              <p14:nvPr/>
            </p14:nvContentPartPr>
            <p14:xfrm>
              <a:off x="1076078" y="4797884"/>
              <a:ext cx="178704" cy="40560"/>
            </p14:xfrm>
          </p:contentPart>
        </mc:Choice>
        <mc:Fallback xmlns="">
          <p:sp>
            <p:nvSpPr>
              <p:cNvPr id="1050839" name=""/>
              <p:cNvSpPr/>
              <p:nvPr/>
            </p:nvSpPr>
            <p:spPr>
              <a:xfrm>
                <a:off x="1076078" y="4797884"/>
                <a:ext cx="178704" cy="40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840" name="Encre 1050839"/>
              <p14:cNvContentPartPr/>
              <p14:nvPr/>
            </p14:nvContentPartPr>
            <p14:xfrm>
              <a:off x="1347884" y="4450404"/>
              <a:ext cx="153875" cy="20748"/>
            </p14:xfrm>
          </p:contentPart>
        </mc:Choice>
        <mc:Fallback xmlns="">
          <p:sp>
            <p:nvSpPr>
              <p:cNvPr id="1050840" name=""/>
              <p:cNvSpPr/>
              <p:nvPr/>
            </p:nvSpPr>
            <p:spPr>
              <a:xfrm>
                <a:off x="1347884" y="4450404"/>
                <a:ext cx="153875" cy="20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841" name="Encre 1050840"/>
              <p14:cNvContentPartPr/>
              <p14:nvPr/>
            </p14:nvContentPartPr>
            <p14:xfrm>
              <a:off x="1354944" y="4573263"/>
              <a:ext cx="163099" cy="17322"/>
            </p14:xfrm>
          </p:contentPart>
        </mc:Choice>
        <mc:Fallback xmlns="">
          <p:sp>
            <p:nvSpPr>
              <p:cNvPr id="1050841" name=""/>
              <p:cNvSpPr/>
              <p:nvPr/>
            </p:nvSpPr>
            <p:spPr>
              <a:xfrm>
                <a:off x="1354944" y="4573263"/>
                <a:ext cx="163099" cy="173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842" name="Encre 1050841"/>
              <p14:cNvContentPartPr/>
              <p14:nvPr/>
            </p14:nvContentPartPr>
            <p14:xfrm>
              <a:off x="1612631" y="4552217"/>
              <a:ext cx="158981" cy="6898"/>
            </p14:xfrm>
          </p:contentPart>
        </mc:Choice>
        <mc:Fallback xmlns="">
          <p:sp>
            <p:nvSpPr>
              <p:cNvPr id="1050842" name=""/>
              <p:cNvSpPr/>
              <p:nvPr/>
            </p:nvSpPr>
            <p:spPr>
              <a:xfrm>
                <a:off x="1612631" y="4552217"/>
                <a:ext cx="158981" cy="6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843" name="Encre 1050842"/>
              <p14:cNvContentPartPr/>
              <p14:nvPr/>
            </p14:nvContentPartPr>
            <p14:xfrm>
              <a:off x="1805455" y="4113845"/>
              <a:ext cx="1793515" cy="1345690"/>
            </p14:xfrm>
          </p:contentPart>
        </mc:Choice>
        <mc:Fallback xmlns="">
          <p:sp>
            <p:nvSpPr>
              <p:cNvPr id="1050843" name=""/>
              <p:cNvSpPr/>
              <p:nvPr/>
            </p:nvSpPr>
            <p:spPr>
              <a:xfrm>
                <a:off x="1805455" y="4113845"/>
                <a:ext cx="1793515" cy="13456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844" name="Encre 1050843"/>
              <p14:cNvContentPartPr/>
              <p14:nvPr/>
            </p14:nvContentPartPr>
            <p14:xfrm>
              <a:off x="2033562" y="4257476"/>
              <a:ext cx="225937" cy="314510"/>
            </p14:xfrm>
          </p:contentPart>
        </mc:Choice>
        <mc:Fallback xmlns="">
          <p:sp>
            <p:nvSpPr>
              <p:cNvPr id="1050844" name=""/>
              <p:cNvSpPr/>
              <p:nvPr/>
            </p:nvSpPr>
            <p:spPr>
              <a:xfrm>
                <a:off x="2033562" y="4257476"/>
                <a:ext cx="225937" cy="314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845" name="Encre 1050844"/>
              <p14:cNvContentPartPr/>
              <p14:nvPr/>
            </p14:nvContentPartPr>
            <p14:xfrm>
              <a:off x="2374552" y="4334246"/>
              <a:ext cx="149528" cy="264076"/>
            </p14:xfrm>
          </p:contentPart>
        </mc:Choice>
        <mc:Fallback xmlns="">
          <p:sp>
            <p:nvSpPr>
              <p:cNvPr id="1050845" name=""/>
              <p:cNvSpPr/>
              <p:nvPr/>
            </p:nvSpPr>
            <p:spPr>
              <a:xfrm>
                <a:off x="2374552" y="4334246"/>
                <a:ext cx="149528" cy="264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846" name="Encre 1050845"/>
              <p14:cNvContentPartPr/>
              <p14:nvPr/>
            </p14:nvContentPartPr>
            <p14:xfrm>
              <a:off x="2240662" y="4717886"/>
              <a:ext cx="373152" cy="22416"/>
            </p14:xfrm>
          </p:contentPart>
        </mc:Choice>
        <mc:Fallback xmlns="">
          <p:sp>
            <p:nvSpPr>
              <p:cNvPr id="1050846" name=""/>
              <p:cNvSpPr/>
              <p:nvPr/>
            </p:nvSpPr>
            <p:spPr>
              <a:xfrm>
                <a:off x="2240662" y="4717886"/>
                <a:ext cx="373152" cy="22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847" name="Encre 1050846"/>
              <p14:cNvContentPartPr/>
              <p14:nvPr/>
            </p14:nvContentPartPr>
            <p14:xfrm>
              <a:off x="2327447" y="4832719"/>
              <a:ext cx="128445" cy="345782"/>
            </p14:xfrm>
          </p:contentPart>
        </mc:Choice>
        <mc:Fallback xmlns="">
          <p:sp>
            <p:nvSpPr>
              <p:cNvPr id="1050847" name=""/>
              <p:cNvSpPr/>
              <p:nvPr/>
            </p:nvSpPr>
            <p:spPr>
              <a:xfrm>
                <a:off x="2327447" y="4832719"/>
                <a:ext cx="128445" cy="345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848" name="Encre 1050847"/>
              <p14:cNvContentPartPr/>
              <p14:nvPr/>
            </p14:nvContentPartPr>
            <p14:xfrm>
              <a:off x="2663710" y="4369959"/>
              <a:ext cx="162959" cy="672594"/>
            </p14:xfrm>
          </p:contentPart>
        </mc:Choice>
        <mc:Fallback xmlns="">
          <p:sp>
            <p:nvSpPr>
              <p:cNvPr id="1050848" name=""/>
              <p:cNvSpPr/>
              <p:nvPr/>
            </p:nvSpPr>
            <p:spPr>
              <a:xfrm>
                <a:off x="2663710" y="4369959"/>
                <a:ext cx="162959" cy="672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849" name="Encre 1050848"/>
              <p14:cNvContentPartPr/>
              <p14:nvPr/>
            </p14:nvContentPartPr>
            <p14:xfrm>
              <a:off x="2833971" y="4631342"/>
              <a:ext cx="268279" cy="217671"/>
            </p14:xfrm>
          </p:contentPart>
        </mc:Choice>
        <mc:Fallback xmlns="">
          <p:sp>
            <p:nvSpPr>
              <p:cNvPr id="1050849" name=""/>
              <p:cNvSpPr/>
              <p:nvPr/>
            </p:nvSpPr>
            <p:spPr>
              <a:xfrm>
                <a:off x="2833971" y="4631342"/>
                <a:ext cx="268279" cy="217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850" name="Encre 1050849"/>
              <p14:cNvContentPartPr/>
              <p14:nvPr/>
            </p14:nvContentPartPr>
            <p14:xfrm>
              <a:off x="3141281" y="4638484"/>
              <a:ext cx="115868" cy="195813"/>
            </p14:xfrm>
          </p:contentPart>
        </mc:Choice>
        <mc:Fallback xmlns="">
          <p:sp>
            <p:nvSpPr>
              <p:cNvPr id="1050850" name=""/>
              <p:cNvSpPr/>
              <p:nvPr/>
            </p:nvSpPr>
            <p:spPr>
              <a:xfrm>
                <a:off x="3141281" y="4638484"/>
                <a:ext cx="115868" cy="195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851" name="Encre 1050850"/>
              <p14:cNvContentPartPr/>
              <p14:nvPr/>
            </p14:nvContentPartPr>
            <p14:xfrm>
              <a:off x="3321571" y="4792811"/>
              <a:ext cx="114677" cy="7892"/>
            </p14:xfrm>
          </p:contentPart>
        </mc:Choice>
        <mc:Fallback xmlns="">
          <p:sp>
            <p:nvSpPr>
              <p:cNvPr id="1050851" name=""/>
              <p:cNvSpPr/>
              <p:nvPr/>
            </p:nvSpPr>
            <p:spPr>
              <a:xfrm>
                <a:off x="3321571" y="4792811"/>
                <a:ext cx="114677" cy="7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852" name="Encre 1050851"/>
              <p14:cNvContentPartPr/>
              <p14:nvPr/>
            </p14:nvContentPartPr>
            <p14:xfrm>
              <a:off x="3495846" y="4631342"/>
              <a:ext cx="325903" cy="248677"/>
            </p14:xfrm>
          </p:contentPart>
        </mc:Choice>
        <mc:Fallback xmlns="">
          <p:sp>
            <p:nvSpPr>
              <p:cNvPr id="1050852" name=""/>
              <p:cNvSpPr/>
              <p:nvPr/>
            </p:nvSpPr>
            <p:spPr>
              <a:xfrm>
                <a:off x="3495846" y="4631342"/>
                <a:ext cx="325903" cy="248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853" name="Encre 1050852"/>
              <p14:cNvContentPartPr/>
              <p14:nvPr/>
            </p14:nvContentPartPr>
            <p14:xfrm>
              <a:off x="3819891" y="4607480"/>
              <a:ext cx="121459" cy="264055"/>
            </p14:xfrm>
          </p:contentPart>
        </mc:Choice>
        <mc:Fallback xmlns="">
          <p:sp>
            <p:nvSpPr>
              <p:cNvPr id="1050853" name=""/>
              <p:cNvSpPr/>
              <p:nvPr/>
            </p:nvSpPr>
            <p:spPr>
              <a:xfrm>
                <a:off x="3819891" y="4607480"/>
                <a:ext cx="121459" cy="264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854" name="Encre 1050853"/>
              <p14:cNvContentPartPr/>
              <p14:nvPr/>
            </p14:nvContentPartPr>
            <p14:xfrm>
              <a:off x="3965348" y="4826328"/>
              <a:ext cx="68345" cy="87746"/>
            </p14:xfrm>
          </p:contentPart>
        </mc:Choice>
        <mc:Fallback xmlns="">
          <p:sp>
            <p:nvSpPr>
              <p:cNvPr id="1050854" name=""/>
              <p:cNvSpPr/>
              <p:nvPr/>
            </p:nvSpPr>
            <p:spPr>
              <a:xfrm>
                <a:off x="3965348" y="4826328"/>
                <a:ext cx="68345" cy="87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855" name="Encre 1050854"/>
              <p14:cNvContentPartPr/>
              <p14:nvPr/>
            </p14:nvContentPartPr>
            <p14:xfrm>
              <a:off x="3879746" y="4522630"/>
              <a:ext cx="264799" cy="550389"/>
            </p14:xfrm>
          </p:contentPart>
        </mc:Choice>
        <mc:Fallback xmlns="">
          <p:sp>
            <p:nvSpPr>
              <p:cNvPr id="1050855" name=""/>
              <p:cNvSpPr/>
              <p:nvPr/>
            </p:nvSpPr>
            <p:spPr>
              <a:xfrm>
                <a:off x="3879746" y="4522630"/>
                <a:ext cx="264799" cy="5503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856" name="Encre 1050855"/>
              <p14:cNvContentPartPr/>
              <p14:nvPr/>
            </p14:nvContentPartPr>
            <p14:xfrm>
              <a:off x="3464535" y="4153309"/>
              <a:ext cx="486692" cy="246213"/>
            </p14:xfrm>
          </p:contentPart>
        </mc:Choice>
        <mc:Fallback xmlns="">
          <p:sp>
            <p:nvSpPr>
              <p:cNvPr id="1050856" name=""/>
              <p:cNvSpPr/>
              <p:nvPr/>
            </p:nvSpPr>
            <p:spPr>
              <a:xfrm>
                <a:off x="3464535" y="4153309"/>
                <a:ext cx="486692" cy="246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857" name="Encre 1050856"/>
              <p14:cNvContentPartPr/>
              <p14:nvPr/>
            </p14:nvContentPartPr>
            <p14:xfrm>
              <a:off x="6096985" y="763143"/>
              <a:ext cx="113856" cy="5802421"/>
            </p14:xfrm>
          </p:contentPart>
        </mc:Choice>
        <mc:Fallback xmlns="">
          <p:sp>
            <p:nvSpPr>
              <p:cNvPr id="1050857" name=""/>
              <p:cNvSpPr/>
              <p:nvPr/>
            </p:nvSpPr>
            <p:spPr>
              <a:xfrm>
                <a:off x="6096985" y="763143"/>
                <a:ext cx="113856" cy="5802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858" name="Encre 1050857"/>
              <p14:cNvContentPartPr/>
              <p14:nvPr/>
            </p14:nvContentPartPr>
            <p14:xfrm>
              <a:off x="7258192" y="646970"/>
              <a:ext cx="337493" cy="411604"/>
            </p14:xfrm>
          </p:contentPart>
        </mc:Choice>
        <mc:Fallback xmlns="">
          <p:sp>
            <p:nvSpPr>
              <p:cNvPr id="1050858" name=""/>
              <p:cNvSpPr/>
              <p:nvPr/>
            </p:nvSpPr>
            <p:spPr>
              <a:xfrm>
                <a:off x="7258192" y="646970"/>
                <a:ext cx="337493" cy="411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859" name="Encre 1050858"/>
              <p14:cNvContentPartPr/>
              <p14:nvPr/>
            </p14:nvContentPartPr>
            <p14:xfrm>
              <a:off x="7629519" y="709927"/>
              <a:ext cx="164414" cy="314855"/>
            </p14:xfrm>
          </p:contentPart>
        </mc:Choice>
        <mc:Fallback xmlns="">
          <p:sp>
            <p:nvSpPr>
              <p:cNvPr id="1050859" name=""/>
              <p:cNvSpPr/>
              <p:nvPr/>
            </p:nvSpPr>
            <p:spPr>
              <a:xfrm>
                <a:off x="7629519" y="709927"/>
                <a:ext cx="164414" cy="314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860" name="Encre 1050859"/>
              <p14:cNvContentPartPr/>
              <p14:nvPr/>
            </p14:nvContentPartPr>
            <p14:xfrm>
              <a:off x="7083623" y="1125267"/>
              <a:ext cx="1105532" cy="15413"/>
            </p14:xfrm>
          </p:contentPart>
        </mc:Choice>
        <mc:Fallback xmlns="">
          <p:sp>
            <p:nvSpPr>
              <p:cNvPr id="1050860" name=""/>
              <p:cNvSpPr/>
              <p:nvPr/>
            </p:nvSpPr>
            <p:spPr>
              <a:xfrm>
                <a:off x="7083623" y="1125267"/>
                <a:ext cx="1105532" cy="15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861" name="Encre 1050860"/>
              <p14:cNvContentPartPr/>
              <p14:nvPr/>
            </p14:nvContentPartPr>
            <p14:xfrm>
              <a:off x="6940660" y="1307721"/>
              <a:ext cx="1409994" cy="795932"/>
            </p14:xfrm>
          </p:contentPart>
        </mc:Choice>
        <mc:Fallback xmlns="">
          <p:sp>
            <p:nvSpPr>
              <p:cNvPr id="1050861" name=""/>
              <p:cNvSpPr/>
              <p:nvPr/>
            </p:nvSpPr>
            <p:spPr>
              <a:xfrm>
                <a:off x="6940660" y="1307721"/>
                <a:ext cx="1409994" cy="795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862" name="Encre 1050861"/>
              <p14:cNvContentPartPr/>
              <p14:nvPr/>
            </p14:nvContentPartPr>
            <p14:xfrm>
              <a:off x="6876238" y="1031447"/>
              <a:ext cx="177790" cy="13173"/>
            </p14:xfrm>
          </p:contentPart>
        </mc:Choice>
        <mc:Fallback xmlns="">
          <p:sp>
            <p:nvSpPr>
              <p:cNvPr id="1050862" name=""/>
              <p:cNvSpPr/>
              <p:nvPr/>
            </p:nvSpPr>
            <p:spPr>
              <a:xfrm>
                <a:off x="6876238" y="1031447"/>
                <a:ext cx="177790" cy="13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863" name="Encre 1050862"/>
              <p14:cNvContentPartPr/>
              <p14:nvPr/>
            </p14:nvContentPartPr>
            <p14:xfrm>
              <a:off x="7147949" y="1568322"/>
              <a:ext cx="171907" cy="317110"/>
            </p14:xfrm>
          </p:contentPart>
        </mc:Choice>
        <mc:Fallback xmlns="">
          <p:sp>
            <p:nvSpPr>
              <p:cNvPr id="1050863" name=""/>
              <p:cNvSpPr/>
              <p:nvPr/>
            </p:nvSpPr>
            <p:spPr>
              <a:xfrm>
                <a:off x="7147949" y="1568322"/>
                <a:ext cx="171907" cy="317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864" name="Encre 1050863"/>
              <p14:cNvContentPartPr/>
              <p14:nvPr/>
            </p14:nvContentPartPr>
            <p14:xfrm>
              <a:off x="7389704" y="1523628"/>
              <a:ext cx="174167" cy="277131"/>
            </p14:xfrm>
          </p:contentPart>
        </mc:Choice>
        <mc:Fallback xmlns="">
          <p:sp>
            <p:nvSpPr>
              <p:cNvPr id="1050864" name=""/>
              <p:cNvSpPr/>
              <p:nvPr/>
            </p:nvSpPr>
            <p:spPr>
              <a:xfrm>
                <a:off x="7389704" y="1523628"/>
                <a:ext cx="174167" cy="277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865" name="Encre 1050864"/>
              <p14:cNvContentPartPr/>
              <p14:nvPr/>
            </p14:nvContentPartPr>
            <p14:xfrm>
              <a:off x="7312188" y="1936633"/>
              <a:ext cx="229006" cy="29287"/>
            </p14:xfrm>
          </p:contentPart>
        </mc:Choice>
        <mc:Fallback xmlns="">
          <p:sp>
            <p:nvSpPr>
              <p:cNvPr id="1050865" name=""/>
              <p:cNvSpPr/>
              <p:nvPr/>
            </p:nvSpPr>
            <p:spPr>
              <a:xfrm>
                <a:off x="7312188" y="1936633"/>
                <a:ext cx="229006" cy="29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866" name="Encre 1050865"/>
              <p14:cNvContentPartPr/>
              <p14:nvPr/>
            </p14:nvContentPartPr>
            <p14:xfrm>
              <a:off x="7273137" y="1993132"/>
              <a:ext cx="129317" cy="329144"/>
            </p14:xfrm>
          </p:contentPart>
        </mc:Choice>
        <mc:Fallback xmlns="">
          <p:sp>
            <p:nvSpPr>
              <p:cNvPr id="1050866" name=""/>
              <p:cNvSpPr/>
              <p:nvPr/>
            </p:nvSpPr>
            <p:spPr>
              <a:xfrm>
                <a:off x="7273137" y="1993132"/>
                <a:ext cx="129317" cy="329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867" name="Encre 1050866"/>
              <p14:cNvContentPartPr/>
              <p14:nvPr/>
            </p14:nvContentPartPr>
            <p14:xfrm>
              <a:off x="7591157" y="1573630"/>
              <a:ext cx="307445" cy="585479"/>
            </p14:xfrm>
          </p:contentPart>
        </mc:Choice>
        <mc:Fallback xmlns="">
          <p:sp>
            <p:nvSpPr>
              <p:cNvPr id="1050867" name=""/>
              <p:cNvSpPr/>
              <p:nvPr/>
            </p:nvSpPr>
            <p:spPr>
              <a:xfrm>
                <a:off x="7591157" y="1573630"/>
                <a:ext cx="307445" cy="585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868" name="Encre 1050867"/>
              <p14:cNvContentPartPr/>
              <p14:nvPr/>
            </p14:nvContentPartPr>
            <p14:xfrm>
              <a:off x="7791596" y="1770339"/>
              <a:ext cx="275875" cy="172904"/>
            </p14:xfrm>
          </p:contentPart>
        </mc:Choice>
        <mc:Fallback xmlns="">
          <p:sp>
            <p:nvSpPr>
              <p:cNvPr id="1050868" name=""/>
              <p:cNvSpPr/>
              <p:nvPr/>
            </p:nvSpPr>
            <p:spPr>
              <a:xfrm>
                <a:off x="7791596" y="1770339"/>
                <a:ext cx="275875" cy="172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869" name="Encre 1050868"/>
              <p14:cNvContentPartPr/>
              <p14:nvPr/>
            </p14:nvContentPartPr>
            <p14:xfrm>
              <a:off x="8114561" y="1713115"/>
              <a:ext cx="94403" cy="202352"/>
            </p14:xfrm>
          </p:contentPart>
        </mc:Choice>
        <mc:Fallback xmlns="">
          <p:sp>
            <p:nvSpPr>
              <p:cNvPr id="1050869" name=""/>
              <p:cNvSpPr/>
              <p:nvPr/>
            </p:nvSpPr>
            <p:spPr>
              <a:xfrm>
                <a:off x="8114561" y="1713115"/>
                <a:ext cx="94403" cy="202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870" name="Encre 1050869"/>
              <p14:cNvContentPartPr/>
              <p14:nvPr/>
            </p14:nvContentPartPr>
            <p14:xfrm>
              <a:off x="8285132" y="1835282"/>
              <a:ext cx="144986" cy="8603"/>
            </p14:xfrm>
          </p:contentPart>
        </mc:Choice>
        <mc:Fallback xmlns="">
          <p:sp>
            <p:nvSpPr>
              <p:cNvPr id="1050870" name=""/>
              <p:cNvSpPr/>
              <p:nvPr/>
            </p:nvSpPr>
            <p:spPr>
              <a:xfrm>
                <a:off x="8285132" y="1835282"/>
                <a:ext cx="144986" cy="8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871" name="Encre 1050870"/>
              <p14:cNvContentPartPr/>
              <p14:nvPr/>
            </p14:nvContentPartPr>
            <p14:xfrm>
              <a:off x="8498344" y="1675775"/>
              <a:ext cx="282695" cy="205776"/>
            </p14:xfrm>
          </p:contentPart>
        </mc:Choice>
        <mc:Fallback xmlns="">
          <p:sp>
            <p:nvSpPr>
              <p:cNvPr id="1050871" name=""/>
              <p:cNvSpPr/>
              <p:nvPr/>
            </p:nvSpPr>
            <p:spPr>
              <a:xfrm>
                <a:off x="8498344" y="1675775"/>
                <a:ext cx="282695" cy="205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872" name="Encre 1050871"/>
              <p14:cNvContentPartPr/>
              <p14:nvPr/>
            </p14:nvContentPartPr>
            <p14:xfrm>
              <a:off x="8837373" y="1610576"/>
              <a:ext cx="123821" cy="262172"/>
            </p14:xfrm>
          </p:contentPart>
        </mc:Choice>
        <mc:Fallback xmlns="">
          <p:sp>
            <p:nvSpPr>
              <p:cNvPr id="1050872" name=""/>
              <p:cNvSpPr/>
              <p:nvPr/>
            </p:nvSpPr>
            <p:spPr>
              <a:xfrm>
                <a:off x="8837373" y="1610576"/>
                <a:ext cx="123821" cy="2621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873" name="Encre 1050872"/>
              <p14:cNvContentPartPr/>
              <p14:nvPr/>
            </p14:nvContentPartPr>
            <p14:xfrm>
              <a:off x="8943028" y="1887503"/>
              <a:ext cx="89253" cy="91871"/>
            </p14:xfrm>
          </p:contentPart>
        </mc:Choice>
        <mc:Fallback xmlns="">
          <p:sp>
            <p:nvSpPr>
              <p:cNvPr id="1050873" name=""/>
              <p:cNvSpPr/>
              <p:nvPr/>
            </p:nvSpPr>
            <p:spPr>
              <a:xfrm>
                <a:off x="8943028" y="1887503"/>
                <a:ext cx="89253" cy="91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874" name="Encre 1050873"/>
              <p14:cNvContentPartPr/>
              <p14:nvPr/>
            </p14:nvContentPartPr>
            <p14:xfrm>
              <a:off x="8971709" y="1540434"/>
              <a:ext cx="244633" cy="486442"/>
            </p14:xfrm>
          </p:contentPart>
        </mc:Choice>
        <mc:Fallback xmlns="">
          <p:sp>
            <p:nvSpPr>
              <p:cNvPr id="1050874" name=""/>
              <p:cNvSpPr/>
              <p:nvPr/>
            </p:nvSpPr>
            <p:spPr>
              <a:xfrm>
                <a:off x="8971709" y="1540434"/>
                <a:ext cx="244633" cy="486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875" name="Encre 1050874"/>
              <p14:cNvContentPartPr/>
              <p14:nvPr/>
            </p14:nvContentPartPr>
            <p14:xfrm>
              <a:off x="8270571" y="1313651"/>
              <a:ext cx="1057717" cy="25450"/>
            </p14:xfrm>
          </p:contentPart>
        </mc:Choice>
        <mc:Fallback xmlns="">
          <p:sp>
            <p:nvSpPr>
              <p:cNvPr id="1050875" name=""/>
              <p:cNvSpPr/>
              <p:nvPr/>
            </p:nvSpPr>
            <p:spPr>
              <a:xfrm>
                <a:off x="8270571" y="1313651"/>
                <a:ext cx="1057717" cy="25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876" name="Encre 1050875"/>
              <p14:cNvContentPartPr/>
              <p14:nvPr/>
            </p14:nvContentPartPr>
            <p14:xfrm>
              <a:off x="8091867" y="1109441"/>
              <a:ext cx="1029864" cy="23023"/>
            </p14:xfrm>
          </p:contentPart>
        </mc:Choice>
        <mc:Fallback xmlns="">
          <p:sp>
            <p:nvSpPr>
              <p:cNvPr id="1050876" name=""/>
              <p:cNvSpPr/>
              <p:nvPr/>
            </p:nvSpPr>
            <p:spPr>
              <a:xfrm>
                <a:off x="8091867" y="1109441"/>
                <a:ext cx="1029864" cy="23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877" name="Encre 1050876"/>
              <p14:cNvContentPartPr/>
              <p14:nvPr/>
            </p14:nvContentPartPr>
            <p14:xfrm>
              <a:off x="9415160" y="1045595"/>
              <a:ext cx="85601" cy="7197"/>
            </p14:xfrm>
          </p:contentPart>
        </mc:Choice>
        <mc:Fallback xmlns="">
          <p:sp>
            <p:nvSpPr>
              <p:cNvPr id="1050877" name=""/>
              <p:cNvSpPr/>
              <p:nvPr/>
            </p:nvSpPr>
            <p:spPr>
              <a:xfrm>
                <a:off x="9415160" y="1045595"/>
                <a:ext cx="85601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878" name="Encre 1050877"/>
              <p14:cNvContentPartPr/>
              <p14:nvPr/>
            </p14:nvContentPartPr>
            <p14:xfrm>
              <a:off x="9407659" y="1161504"/>
              <a:ext cx="121783" cy="1383"/>
            </p14:xfrm>
          </p:contentPart>
        </mc:Choice>
        <mc:Fallback xmlns="">
          <p:sp>
            <p:nvSpPr>
              <p:cNvPr id="1050878" name=""/>
              <p:cNvSpPr/>
              <p:nvPr/>
            </p:nvSpPr>
            <p:spPr>
              <a:xfrm>
                <a:off x="9407659" y="1161504"/>
                <a:ext cx="121783" cy="1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879" name="Encre 1050878"/>
              <p14:cNvContentPartPr/>
              <p14:nvPr/>
            </p14:nvContentPartPr>
            <p14:xfrm>
              <a:off x="9692839" y="803031"/>
              <a:ext cx="280054" cy="371081"/>
            </p14:xfrm>
          </p:contentPart>
        </mc:Choice>
        <mc:Fallback xmlns="">
          <p:sp>
            <p:nvSpPr>
              <p:cNvPr id="1050879" name=""/>
              <p:cNvSpPr/>
              <p:nvPr/>
            </p:nvSpPr>
            <p:spPr>
              <a:xfrm>
                <a:off x="9692839" y="803031"/>
                <a:ext cx="280054" cy="3710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880" name="Encre 1050879"/>
              <p14:cNvContentPartPr/>
              <p14:nvPr/>
            </p14:nvContentPartPr>
            <p14:xfrm>
              <a:off x="9997712" y="842815"/>
              <a:ext cx="67842" cy="322411"/>
            </p14:xfrm>
          </p:contentPart>
        </mc:Choice>
        <mc:Fallback xmlns="">
          <p:sp>
            <p:nvSpPr>
              <p:cNvPr id="1050880" name=""/>
              <p:cNvSpPr/>
              <p:nvPr/>
            </p:nvSpPr>
            <p:spPr>
              <a:xfrm>
                <a:off x="9997712" y="842815"/>
                <a:ext cx="67842" cy="3224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881" name="Encre 1050880"/>
              <p14:cNvContentPartPr/>
              <p14:nvPr/>
            </p14:nvContentPartPr>
            <p14:xfrm>
              <a:off x="9979953" y="1016555"/>
              <a:ext cx="166412" cy="8029"/>
            </p14:xfrm>
          </p:contentPart>
        </mc:Choice>
        <mc:Fallback xmlns="">
          <p:sp>
            <p:nvSpPr>
              <p:cNvPr id="1050881" name=""/>
              <p:cNvSpPr/>
              <p:nvPr/>
            </p:nvSpPr>
            <p:spPr>
              <a:xfrm>
                <a:off x="9979953" y="1016555"/>
                <a:ext cx="166412" cy="8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882" name="Encre 1050881"/>
              <p14:cNvContentPartPr/>
              <p14:nvPr/>
            </p14:nvContentPartPr>
            <p14:xfrm>
              <a:off x="6273645" y="375703"/>
              <a:ext cx="708492" cy="1703638"/>
            </p14:xfrm>
          </p:contentPart>
        </mc:Choice>
        <mc:Fallback xmlns="">
          <p:sp>
            <p:nvSpPr>
              <p:cNvPr id="1050882" name=""/>
              <p:cNvSpPr/>
              <p:nvPr/>
            </p:nvSpPr>
            <p:spPr>
              <a:xfrm>
                <a:off x="6273645" y="375703"/>
                <a:ext cx="708492" cy="1703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883" name="Encre 1050882"/>
              <p14:cNvContentPartPr/>
              <p14:nvPr/>
            </p14:nvContentPartPr>
            <p14:xfrm>
              <a:off x="6411079" y="2183293"/>
              <a:ext cx="203559" cy="273597"/>
            </p14:xfrm>
          </p:contentPart>
        </mc:Choice>
        <mc:Fallback xmlns="">
          <p:sp>
            <p:nvSpPr>
              <p:cNvPr id="1050883" name=""/>
              <p:cNvSpPr/>
              <p:nvPr/>
            </p:nvSpPr>
            <p:spPr>
              <a:xfrm>
                <a:off x="6411079" y="2183293"/>
                <a:ext cx="203559" cy="273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884" name="Encre 1050883"/>
              <p14:cNvContentPartPr/>
              <p14:nvPr/>
            </p14:nvContentPartPr>
            <p14:xfrm>
              <a:off x="6618552" y="2488485"/>
              <a:ext cx="106554" cy="99581"/>
            </p14:xfrm>
          </p:contentPart>
        </mc:Choice>
        <mc:Fallback xmlns="">
          <p:sp>
            <p:nvSpPr>
              <p:cNvPr id="1050884" name=""/>
              <p:cNvSpPr/>
              <p:nvPr/>
            </p:nvSpPr>
            <p:spPr>
              <a:xfrm>
                <a:off x="6618552" y="2488485"/>
                <a:ext cx="106554" cy="99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885" name="Encre 1050884"/>
              <p14:cNvContentPartPr/>
              <p14:nvPr/>
            </p14:nvContentPartPr>
            <p14:xfrm>
              <a:off x="6993886" y="274554"/>
              <a:ext cx="239104" cy="200786"/>
            </p14:xfrm>
          </p:contentPart>
        </mc:Choice>
        <mc:Fallback xmlns="">
          <p:sp>
            <p:nvSpPr>
              <p:cNvPr id="1050885" name=""/>
              <p:cNvSpPr/>
              <p:nvPr/>
            </p:nvSpPr>
            <p:spPr>
              <a:xfrm>
                <a:off x="6993886" y="274554"/>
                <a:ext cx="239104" cy="200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886" name="Encre 1050885"/>
              <p14:cNvContentPartPr/>
              <p14:nvPr/>
            </p14:nvContentPartPr>
            <p14:xfrm>
              <a:off x="9388730" y="487889"/>
              <a:ext cx="469440" cy="1589146"/>
            </p14:xfrm>
          </p:contentPart>
        </mc:Choice>
        <mc:Fallback xmlns="">
          <p:sp>
            <p:nvSpPr>
              <p:cNvPr id="1050886" name=""/>
              <p:cNvSpPr/>
              <p:nvPr/>
            </p:nvSpPr>
            <p:spPr>
              <a:xfrm>
                <a:off x="9388730" y="487889"/>
                <a:ext cx="469440" cy="1589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887" name="Encre 1050886"/>
              <p14:cNvContentPartPr/>
              <p14:nvPr/>
            </p14:nvContentPartPr>
            <p14:xfrm>
              <a:off x="9423793" y="2204689"/>
              <a:ext cx="174361" cy="116853"/>
            </p14:xfrm>
          </p:contentPart>
        </mc:Choice>
        <mc:Fallback xmlns="">
          <p:sp>
            <p:nvSpPr>
              <p:cNvPr id="1050887" name=""/>
              <p:cNvSpPr/>
              <p:nvPr/>
            </p:nvSpPr>
            <p:spPr>
              <a:xfrm>
                <a:off x="9423793" y="2204689"/>
                <a:ext cx="174361" cy="116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888" name="Encre 1050887"/>
              <p14:cNvContentPartPr/>
              <p14:nvPr/>
            </p14:nvContentPartPr>
            <p14:xfrm>
              <a:off x="9962937" y="357336"/>
              <a:ext cx="17016" cy="167554"/>
            </p14:xfrm>
          </p:contentPart>
        </mc:Choice>
        <mc:Fallback xmlns="">
          <p:sp>
            <p:nvSpPr>
              <p:cNvPr id="1050888" name=""/>
              <p:cNvSpPr/>
              <p:nvPr/>
            </p:nvSpPr>
            <p:spPr>
              <a:xfrm>
                <a:off x="9962937" y="357336"/>
                <a:ext cx="17016" cy="167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889" name="Encre 1050888"/>
              <p14:cNvContentPartPr/>
              <p14:nvPr/>
            </p14:nvContentPartPr>
            <p14:xfrm>
              <a:off x="9865671" y="289313"/>
              <a:ext cx="225806" cy="46677"/>
            </p14:xfrm>
          </p:contentPart>
        </mc:Choice>
        <mc:Fallback xmlns="">
          <p:sp>
            <p:nvSpPr>
              <p:cNvPr id="1050889" name=""/>
              <p:cNvSpPr/>
              <p:nvPr/>
            </p:nvSpPr>
            <p:spPr>
              <a:xfrm>
                <a:off x="9865671" y="289313"/>
                <a:ext cx="225806" cy="46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890" name="Encre 1050889"/>
              <p14:cNvContentPartPr/>
              <p14:nvPr/>
            </p14:nvContentPartPr>
            <p14:xfrm>
              <a:off x="10005104" y="335991"/>
              <a:ext cx="168114" cy="256887"/>
            </p14:xfrm>
          </p:contentPart>
        </mc:Choice>
        <mc:Fallback xmlns="">
          <p:sp>
            <p:nvSpPr>
              <p:cNvPr id="1050890" name=""/>
              <p:cNvSpPr/>
              <p:nvPr/>
            </p:nvSpPr>
            <p:spPr>
              <a:xfrm>
                <a:off x="10005104" y="335991"/>
                <a:ext cx="168114" cy="256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891" name="Encre 1050890"/>
              <p14:cNvContentPartPr/>
              <p14:nvPr/>
            </p14:nvContentPartPr>
            <p14:xfrm>
              <a:off x="10140244" y="466047"/>
              <a:ext cx="109198" cy="106040"/>
            </p14:xfrm>
          </p:contentPart>
        </mc:Choice>
        <mc:Fallback xmlns="">
          <p:sp>
            <p:nvSpPr>
              <p:cNvPr id="1050891" name=""/>
              <p:cNvSpPr/>
              <p:nvPr/>
            </p:nvSpPr>
            <p:spPr>
              <a:xfrm>
                <a:off x="10140244" y="466047"/>
                <a:ext cx="109198" cy="106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892" name="Encre 1050891"/>
              <p14:cNvContentPartPr/>
              <p14:nvPr/>
            </p14:nvContentPartPr>
            <p14:xfrm>
              <a:off x="10175400" y="444702"/>
              <a:ext cx="90480" cy="200820"/>
            </p14:xfrm>
          </p:contentPart>
        </mc:Choice>
        <mc:Fallback xmlns="">
          <p:sp>
            <p:nvSpPr>
              <p:cNvPr id="1050892" name=""/>
              <p:cNvSpPr/>
              <p:nvPr/>
            </p:nvSpPr>
            <p:spPr>
              <a:xfrm>
                <a:off x="10175400" y="444702"/>
                <a:ext cx="90480" cy="200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893" name="Encre 1050892"/>
              <p14:cNvContentPartPr/>
              <p14:nvPr/>
            </p14:nvContentPartPr>
            <p14:xfrm>
              <a:off x="10337361" y="1023753"/>
              <a:ext cx="165058" cy="11446"/>
            </p14:xfrm>
          </p:contentPart>
        </mc:Choice>
        <mc:Fallback xmlns="">
          <p:sp>
            <p:nvSpPr>
              <p:cNvPr id="1050893" name=""/>
              <p:cNvSpPr/>
              <p:nvPr/>
            </p:nvSpPr>
            <p:spPr>
              <a:xfrm>
                <a:off x="10337361" y="1023753"/>
                <a:ext cx="165058" cy="11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894" name="Encre 1050893"/>
              <p14:cNvContentPartPr/>
              <p14:nvPr/>
            </p14:nvContentPartPr>
            <p14:xfrm>
              <a:off x="10316181" y="1132465"/>
              <a:ext cx="146945" cy="4633"/>
            </p14:xfrm>
          </p:contentPart>
        </mc:Choice>
        <mc:Fallback xmlns="">
          <p:sp>
            <p:nvSpPr>
              <p:cNvPr id="1050894" name=""/>
              <p:cNvSpPr/>
              <p:nvPr/>
            </p:nvSpPr>
            <p:spPr>
              <a:xfrm>
                <a:off x="10316181" y="1132465"/>
                <a:ext cx="146945" cy="4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895" name="Encre 1050894"/>
              <p14:cNvContentPartPr/>
              <p14:nvPr/>
            </p14:nvContentPartPr>
            <p14:xfrm>
              <a:off x="10707954" y="791934"/>
              <a:ext cx="72858" cy="331356"/>
            </p14:xfrm>
          </p:contentPart>
        </mc:Choice>
        <mc:Fallback xmlns="">
          <p:sp>
            <p:nvSpPr>
              <p:cNvPr id="1050895" name=""/>
              <p:cNvSpPr/>
              <p:nvPr/>
            </p:nvSpPr>
            <p:spPr>
              <a:xfrm>
                <a:off x="10707954" y="791934"/>
                <a:ext cx="72858" cy="331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896" name="Encre 1050895"/>
              <p14:cNvContentPartPr/>
              <p14:nvPr/>
            </p14:nvContentPartPr>
            <p14:xfrm>
              <a:off x="10637849" y="790389"/>
              <a:ext cx="259147" cy="24028"/>
            </p14:xfrm>
          </p:contentPart>
        </mc:Choice>
        <mc:Fallback xmlns="">
          <p:sp>
            <p:nvSpPr>
              <p:cNvPr id="1050896" name=""/>
              <p:cNvSpPr/>
              <p:nvPr/>
            </p:nvSpPr>
            <p:spPr>
              <a:xfrm>
                <a:off x="10637849" y="790389"/>
                <a:ext cx="259147" cy="24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897" name="Encre 1050896"/>
              <p14:cNvContentPartPr/>
              <p14:nvPr/>
            </p14:nvContentPartPr>
            <p14:xfrm>
              <a:off x="10643335" y="995210"/>
              <a:ext cx="395164" cy="314898"/>
            </p14:xfrm>
          </p:contentPart>
        </mc:Choice>
        <mc:Fallback xmlns="">
          <p:sp>
            <p:nvSpPr>
              <p:cNvPr id="1050897" name=""/>
              <p:cNvSpPr/>
              <p:nvPr/>
            </p:nvSpPr>
            <p:spPr>
              <a:xfrm>
                <a:off x="10643335" y="995210"/>
                <a:ext cx="395164" cy="314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898" name="Encre 1050897"/>
              <p14:cNvContentPartPr/>
              <p14:nvPr/>
            </p14:nvContentPartPr>
            <p14:xfrm>
              <a:off x="10753697" y="1313651"/>
              <a:ext cx="148899" cy="139998"/>
            </p14:xfrm>
          </p:contentPart>
        </mc:Choice>
        <mc:Fallback xmlns="">
          <p:sp>
            <p:nvSpPr>
              <p:cNvPr id="1050898" name=""/>
              <p:cNvSpPr/>
              <p:nvPr/>
            </p:nvSpPr>
            <p:spPr>
              <a:xfrm>
                <a:off x="10753697" y="1313651"/>
                <a:ext cx="148899" cy="139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899" name="Encre 1050898"/>
              <p14:cNvContentPartPr/>
              <p14:nvPr/>
            </p14:nvContentPartPr>
            <p14:xfrm>
              <a:off x="10816553" y="1306701"/>
              <a:ext cx="71481" cy="224124"/>
            </p14:xfrm>
          </p:contentPart>
        </mc:Choice>
        <mc:Fallback xmlns="">
          <p:sp>
            <p:nvSpPr>
              <p:cNvPr id="1050899" name=""/>
              <p:cNvSpPr/>
              <p:nvPr/>
            </p:nvSpPr>
            <p:spPr>
              <a:xfrm>
                <a:off x="10816553" y="1306701"/>
                <a:ext cx="71481" cy="224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900" name="Encre 1050899"/>
              <p14:cNvContentPartPr/>
              <p14:nvPr/>
            </p14:nvContentPartPr>
            <p14:xfrm>
              <a:off x="6662450" y="3131716"/>
              <a:ext cx="27582" cy="427401"/>
            </p14:xfrm>
          </p:contentPart>
        </mc:Choice>
        <mc:Fallback xmlns="">
          <p:sp>
            <p:nvSpPr>
              <p:cNvPr id="1050900" name=""/>
              <p:cNvSpPr/>
              <p:nvPr/>
            </p:nvSpPr>
            <p:spPr>
              <a:xfrm>
                <a:off x="6662450" y="3131716"/>
                <a:ext cx="27582" cy="427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901" name="Encre 1050900"/>
              <p14:cNvContentPartPr/>
              <p14:nvPr/>
            </p14:nvContentPartPr>
            <p14:xfrm>
              <a:off x="6518389" y="3136874"/>
              <a:ext cx="336826" cy="16684"/>
            </p14:xfrm>
          </p:contentPart>
        </mc:Choice>
        <mc:Fallback xmlns="">
          <p:sp>
            <p:nvSpPr>
              <p:cNvPr id="1050901" name=""/>
              <p:cNvSpPr/>
              <p:nvPr/>
            </p:nvSpPr>
            <p:spPr>
              <a:xfrm>
                <a:off x="6518389" y="3136874"/>
                <a:ext cx="336826" cy="16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902" name="Encre 1050901"/>
              <p14:cNvContentPartPr/>
              <p14:nvPr/>
            </p14:nvContentPartPr>
            <p14:xfrm>
              <a:off x="6954780" y="3399773"/>
              <a:ext cx="165945" cy="19676"/>
            </p14:xfrm>
          </p:contentPart>
        </mc:Choice>
        <mc:Fallback xmlns="">
          <p:sp>
            <p:nvSpPr>
              <p:cNvPr id="1050902" name=""/>
              <p:cNvSpPr/>
              <p:nvPr/>
            </p:nvSpPr>
            <p:spPr>
              <a:xfrm>
                <a:off x="6954780" y="3399773"/>
                <a:ext cx="165945" cy="19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903" name="Encre 1050902"/>
              <p14:cNvContentPartPr/>
              <p14:nvPr/>
            </p14:nvContentPartPr>
            <p14:xfrm>
              <a:off x="6947720" y="3523422"/>
              <a:ext cx="136862" cy="7152"/>
            </p14:xfrm>
          </p:contentPart>
        </mc:Choice>
        <mc:Fallback xmlns="">
          <p:sp>
            <p:nvSpPr>
              <p:cNvPr id="1050903" name=""/>
              <p:cNvSpPr/>
              <p:nvPr/>
            </p:nvSpPr>
            <p:spPr>
              <a:xfrm>
                <a:off x="6947720" y="3523422"/>
                <a:ext cx="136862" cy="71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904" name="Encre 1050903"/>
              <p14:cNvContentPartPr/>
              <p14:nvPr/>
            </p14:nvContentPartPr>
            <p14:xfrm>
              <a:off x="7226587" y="3211389"/>
              <a:ext cx="104006" cy="336930"/>
            </p14:xfrm>
          </p:contentPart>
        </mc:Choice>
        <mc:Fallback xmlns="">
          <p:sp>
            <p:nvSpPr>
              <p:cNvPr id="1050904" name=""/>
              <p:cNvSpPr/>
              <p:nvPr/>
            </p:nvSpPr>
            <p:spPr>
              <a:xfrm>
                <a:off x="7226587" y="3211389"/>
                <a:ext cx="104006" cy="33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905" name="Encre 1050904"/>
              <p14:cNvContentPartPr/>
              <p14:nvPr/>
            </p14:nvContentPartPr>
            <p14:xfrm>
              <a:off x="7201127" y="3183690"/>
              <a:ext cx="242430" cy="392408"/>
            </p14:xfrm>
          </p:contentPart>
        </mc:Choice>
        <mc:Fallback xmlns="">
          <p:sp>
            <p:nvSpPr>
              <p:cNvPr id="1050905" name=""/>
              <p:cNvSpPr/>
              <p:nvPr/>
            </p:nvSpPr>
            <p:spPr>
              <a:xfrm>
                <a:off x="7201127" y="3183690"/>
                <a:ext cx="242430" cy="392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906" name="Encre 1050905"/>
              <p14:cNvContentPartPr/>
              <p14:nvPr/>
            </p14:nvContentPartPr>
            <p14:xfrm>
              <a:off x="7462652" y="3189510"/>
              <a:ext cx="211925" cy="377653"/>
            </p14:xfrm>
          </p:contentPart>
        </mc:Choice>
        <mc:Fallback xmlns="">
          <p:sp>
            <p:nvSpPr>
              <p:cNvPr id="1050906" name=""/>
              <p:cNvSpPr/>
              <p:nvPr/>
            </p:nvSpPr>
            <p:spPr>
              <a:xfrm>
                <a:off x="7462652" y="3189510"/>
                <a:ext cx="211925" cy="377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907" name="Encre 1050906"/>
              <p14:cNvContentPartPr/>
              <p14:nvPr/>
            </p14:nvContentPartPr>
            <p14:xfrm>
              <a:off x="7602681" y="3337052"/>
              <a:ext cx="146056" cy="236929"/>
            </p14:xfrm>
          </p:contentPart>
        </mc:Choice>
        <mc:Fallback xmlns="">
          <p:sp>
            <p:nvSpPr>
              <p:cNvPr id="1050907" name=""/>
              <p:cNvSpPr/>
              <p:nvPr/>
            </p:nvSpPr>
            <p:spPr>
              <a:xfrm>
                <a:off x="7602681" y="3337052"/>
                <a:ext cx="146056" cy="236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908" name="Encre 1050907"/>
              <p14:cNvContentPartPr/>
              <p14:nvPr/>
            </p14:nvContentPartPr>
            <p14:xfrm>
              <a:off x="7791379" y="3143830"/>
              <a:ext cx="417987" cy="794808"/>
            </p14:xfrm>
          </p:contentPart>
        </mc:Choice>
        <mc:Fallback xmlns="">
          <p:sp>
            <p:nvSpPr>
              <p:cNvPr id="1050908" name=""/>
              <p:cNvSpPr/>
              <p:nvPr/>
            </p:nvSpPr>
            <p:spPr>
              <a:xfrm>
                <a:off x="7791379" y="3143830"/>
                <a:ext cx="417987" cy="794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909" name="Encre 1050908"/>
              <p14:cNvContentPartPr/>
              <p14:nvPr/>
            </p14:nvContentPartPr>
            <p14:xfrm>
              <a:off x="7998764" y="3235194"/>
              <a:ext cx="75160" cy="231179"/>
            </p14:xfrm>
          </p:contentPart>
        </mc:Choice>
        <mc:Fallback xmlns="">
          <p:sp>
            <p:nvSpPr>
              <p:cNvPr id="1050909" name=""/>
              <p:cNvSpPr/>
              <p:nvPr/>
            </p:nvSpPr>
            <p:spPr>
              <a:xfrm>
                <a:off x="7998764" y="3235194"/>
                <a:ext cx="75160" cy="231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910" name="Encre 1050909"/>
              <p14:cNvContentPartPr/>
              <p14:nvPr/>
            </p14:nvContentPartPr>
            <p14:xfrm>
              <a:off x="7984645" y="3595397"/>
              <a:ext cx="253248" cy="14849"/>
            </p14:xfrm>
          </p:contentPart>
        </mc:Choice>
        <mc:Fallback xmlns="">
          <p:sp>
            <p:nvSpPr>
              <p:cNvPr id="1050910" name=""/>
              <p:cNvSpPr/>
              <p:nvPr/>
            </p:nvSpPr>
            <p:spPr>
              <a:xfrm>
                <a:off x="7984645" y="3595397"/>
                <a:ext cx="253248" cy="14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911" name="Encre 1050910"/>
              <p14:cNvContentPartPr/>
              <p14:nvPr/>
            </p14:nvContentPartPr>
            <p14:xfrm>
              <a:off x="8050185" y="3687355"/>
              <a:ext cx="116646" cy="292433"/>
            </p14:xfrm>
          </p:contentPart>
        </mc:Choice>
        <mc:Fallback xmlns="">
          <p:sp>
            <p:nvSpPr>
              <p:cNvPr id="1050911" name=""/>
              <p:cNvSpPr/>
              <p:nvPr/>
            </p:nvSpPr>
            <p:spPr>
              <a:xfrm>
                <a:off x="8050185" y="3687355"/>
                <a:ext cx="116646" cy="2924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912" name="Encre 1050911"/>
              <p14:cNvContentPartPr/>
              <p14:nvPr/>
            </p14:nvContentPartPr>
            <p14:xfrm>
              <a:off x="8184970" y="3167954"/>
              <a:ext cx="2866" cy="109118"/>
            </p14:xfrm>
          </p:contentPart>
        </mc:Choice>
        <mc:Fallback xmlns="">
          <p:sp>
            <p:nvSpPr>
              <p:cNvPr id="1050912" name=""/>
              <p:cNvSpPr/>
              <p:nvPr/>
            </p:nvSpPr>
            <p:spPr>
              <a:xfrm>
                <a:off x="8184970" y="3167954"/>
                <a:ext cx="2866" cy="109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913" name="Encre 1050912"/>
              <p14:cNvContentPartPr/>
              <p14:nvPr/>
            </p14:nvContentPartPr>
            <p14:xfrm>
              <a:off x="8517435" y="2892948"/>
              <a:ext cx="135127" cy="1158980"/>
            </p14:xfrm>
          </p:contentPart>
        </mc:Choice>
        <mc:Fallback xmlns="">
          <p:sp>
            <p:nvSpPr>
              <p:cNvPr id="1050913" name=""/>
              <p:cNvSpPr/>
              <p:nvPr/>
            </p:nvSpPr>
            <p:spPr>
              <a:xfrm>
                <a:off x="8517435" y="2892948"/>
                <a:ext cx="135127" cy="11589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914" name="Encre 1050913"/>
              <p14:cNvContentPartPr/>
              <p14:nvPr/>
            </p14:nvContentPartPr>
            <p14:xfrm>
              <a:off x="8724082" y="4105489"/>
              <a:ext cx="157779" cy="195939"/>
            </p14:xfrm>
          </p:contentPart>
        </mc:Choice>
        <mc:Fallback xmlns="">
          <p:sp>
            <p:nvSpPr>
              <p:cNvPr id="1050914" name=""/>
              <p:cNvSpPr/>
              <p:nvPr/>
            </p:nvSpPr>
            <p:spPr>
              <a:xfrm>
                <a:off x="8724082" y="4105489"/>
                <a:ext cx="157779" cy="195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915" name="Encre 1050914"/>
              <p14:cNvContentPartPr/>
              <p14:nvPr/>
            </p14:nvContentPartPr>
            <p14:xfrm>
              <a:off x="8709256" y="2694797"/>
              <a:ext cx="211196" cy="314629"/>
            </p14:xfrm>
          </p:contentPart>
        </mc:Choice>
        <mc:Fallback xmlns="">
          <p:sp>
            <p:nvSpPr>
              <p:cNvPr id="1050915" name=""/>
              <p:cNvSpPr/>
              <p:nvPr/>
            </p:nvSpPr>
            <p:spPr>
              <a:xfrm>
                <a:off x="8709256" y="2694797"/>
                <a:ext cx="211196" cy="314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916" name="Encre 1050915"/>
              <p14:cNvContentPartPr/>
              <p14:nvPr/>
            </p14:nvContentPartPr>
            <p14:xfrm>
              <a:off x="8914519" y="2996759"/>
              <a:ext cx="83801" cy="44070"/>
            </p14:xfrm>
          </p:contentPart>
        </mc:Choice>
        <mc:Fallback xmlns="">
          <p:sp>
            <p:nvSpPr>
              <p:cNvPr id="1050916" name=""/>
              <p:cNvSpPr/>
              <p:nvPr/>
            </p:nvSpPr>
            <p:spPr>
              <a:xfrm>
                <a:off x="8914519" y="2996759"/>
                <a:ext cx="83801" cy="44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917" name="Encre 1050916"/>
              <p14:cNvContentPartPr/>
              <p14:nvPr/>
            </p14:nvContentPartPr>
            <p14:xfrm>
              <a:off x="9154310" y="3114642"/>
              <a:ext cx="433967" cy="317844"/>
            </p14:xfrm>
          </p:contentPart>
        </mc:Choice>
        <mc:Fallback xmlns="">
          <p:sp>
            <p:nvSpPr>
              <p:cNvPr id="1050917" name=""/>
              <p:cNvSpPr/>
              <p:nvPr/>
            </p:nvSpPr>
            <p:spPr>
              <a:xfrm>
                <a:off x="9154310" y="3114642"/>
                <a:ext cx="433967" cy="317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0918" name="Encre 1050917"/>
              <p14:cNvContentPartPr/>
              <p14:nvPr/>
            </p14:nvContentPartPr>
            <p14:xfrm>
              <a:off x="8956458" y="3551919"/>
              <a:ext cx="1037615" cy="43688"/>
            </p14:xfrm>
          </p:contentPart>
        </mc:Choice>
        <mc:Fallback xmlns="">
          <p:sp>
            <p:nvSpPr>
              <p:cNvPr id="1050918" name=""/>
              <p:cNvSpPr/>
              <p:nvPr/>
            </p:nvSpPr>
            <p:spPr>
              <a:xfrm>
                <a:off x="8956458" y="3551919"/>
                <a:ext cx="1037615" cy="43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0919" name="Encre 1050918"/>
              <p14:cNvContentPartPr/>
              <p14:nvPr/>
            </p14:nvContentPartPr>
            <p14:xfrm>
              <a:off x="8997827" y="3790936"/>
              <a:ext cx="331270" cy="226033"/>
            </p14:xfrm>
          </p:contentPart>
        </mc:Choice>
        <mc:Fallback xmlns="">
          <p:sp>
            <p:nvSpPr>
              <p:cNvPr id="1050919" name=""/>
              <p:cNvSpPr/>
              <p:nvPr/>
            </p:nvSpPr>
            <p:spPr>
              <a:xfrm>
                <a:off x="8997827" y="3790936"/>
                <a:ext cx="331270" cy="226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0920" name="Encre 1050919"/>
              <p14:cNvContentPartPr/>
              <p14:nvPr/>
            </p14:nvContentPartPr>
            <p14:xfrm>
              <a:off x="9391784" y="3760669"/>
              <a:ext cx="123470" cy="244356"/>
            </p14:xfrm>
          </p:contentPart>
        </mc:Choice>
        <mc:Fallback xmlns="">
          <p:sp>
            <p:nvSpPr>
              <p:cNvPr id="1050920" name=""/>
              <p:cNvSpPr/>
              <p:nvPr/>
            </p:nvSpPr>
            <p:spPr>
              <a:xfrm>
                <a:off x="9391784" y="3760669"/>
                <a:ext cx="123470" cy="244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0921" name="Encre 1050920"/>
              <p14:cNvContentPartPr/>
              <p14:nvPr/>
            </p14:nvContentPartPr>
            <p14:xfrm>
              <a:off x="9586804" y="3916572"/>
              <a:ext cx="127276" cy="19312"/>
            </p14:xfrm>
          </p:contentPart>
        </mc:Choice>
        <mc:Fallback xmlns="">
          <p:sp>
            <p:nvSpPr>
              <p:cNvPr id="1050921" name=""/>
              <p:cNvSpPr/>
              <p:nvPr/>
            </p:nvSpPr>
            <p:spPr>
              <a:xfrm>
                <a:off x="9586804" y="3916572"/>
                <a:ext cx="127276" cy="19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0922" name="Encre 1050921"/>
              <p14:cNvContentPartPr/>
              <p14:nvPr/>
            </p14:nvContentPartPr>
            <p14:xfrm>
              <a:off x="9755103" y="3798630"/>
              <a:ext cx="300706" cy="212100"/>
            </p14:xfrm>
          </p:contentPart>
        </mc:Choice>
        <mc:Fallback xmlns="">
          <p:sp>
            <p:nvSpPr>
              <p:cNvPr id="1050922" name=""/>
              <p:cNvSpPr/>
              <p:nvPr/>
            </p:nvSpPr>
            <p:spPr>
              <a:xfrm>
                <a:off x="9755103" y="3798630"/>
                <a:ext cx="300706" cy="2121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0923" name="Encre 1050922"/>
              <p14:cNvContentPartPr/>
              <p14:nvPr/>
            </p14:nvContentPartPr>
            <p14:xfrm>
              <a:off x="10091165" y="3721630"/>
              <a:ext cx="98538" cy="228310"/>
            </p14:xfrm>
          </p:contentPart>
        </mc:Choice>
        <mc:Fallback xmlns="">
          <p:sp>
            <p:nvSpPr>
              <p:cNvPr id="1050923" name=""/>
              <p:cNvSpPr/>
              <p:nvPr/>
            </p:nvSpPr>
            <p:spPr>
              <a:xfrm>
                <a:off x="10091165" y="3721630"/>
                <a:ext cx="98538" cy="228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0924" name="Encre 1050923"/>
              <p14:cNvContentPartPr/>
              <p14:nvPr/>
            </p14:nvContentPartPr>
            <p14:xfrm>
              <a:off x="10258621" y="3938226"/>
              <a:ext cx="72510" cy="67354"/>
            </p14:xfrm>
          </p:contentPart>
        </mc:Choice>
        <mc:Fallback xmlns="">
          <p:sp>
            <p:nvSpPr>
              <p:cNvPr id="1050924" name=""/>
              <p:cNvSpPr/>
              <p:nvPr/>
            </p:nvSpPr>
            <p:spPr>
              <a:xfrm>
                <a:off x="10258621" y="3938226"/>
                <a:ext cx="72510" cy="67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0925" name="Encre 1050924"/>
              <p14:cNvContentPartPr/>
              <p14:nvPr/>
            </p14:nvContentPartPr>
            <p14:xfrm>
              <a:off x="9965833" y="3549697"/>
              <a:ext cx="230177" cy="31510"/>
            </p14:xfrm>
          </p:contentPart>
        </mc:Choice>
        <mc:Fallback xmlns="">
          <p:sp>
            <p:nvSpPr>
              <p:cNvPr id="1050925" name=""/>
              <p:cNvSpPr/>
              <p:nvPr/>
            </p:nvSpPr>
            <p:spPr>
              <a:xfrm>
                <a:off x="9965833" y="3549697"/>
                <a:ext cx="230177" cy="31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0926" name="Encre 1050925"/>
              <p14:cNvContentPartPr/>
              <p14:nvPr/>
            </p14:nvContentPartPr>
            <p14:xfrm>
              <a:off x="9886850" y="3544721"/>
              <a:ext cx="243126" cy="7198"/>
            </p14:xfrm>
          </p:contentPart>
        </mc:Choice>
        <mc:Fallback xmlns="">
          <p:sp>
            <p:nvSpPr>
              <p:cNvPr id="1050926" name=""/>
              <p:cNvSpPr/>
              <p:nvPr/>
            </p:nvSpPr>
            <p:spPr>
              <a:xfrm>
                <a:off x="9886850" y="3544721"/>
                <a:ext cx="243126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0927" name="Encre 1050926"/>
              <p14:cNvContentPartPr/>
              <p14:nvPr/>
            </p14:nvContentPartPr>
            <p14:xfrm>
              <a:off x="8839249" y="3682721"/>
              <a:ext cx="90362" cy="410221"/>
            </p14:xfrm>
          </p:contentPart>
        </mc:Choice>
        <mc:Fallback xmlns="">
          <p:sp>
            <p:nvSpPr>
              <p:cNvPr id="1050927" name=""/>
              <p:cNvSpPr/>
              <p:nvPr/>
            </p:nvSpPr>
            <p:spPr>
              <a:xfrm>
                <a:off x="8839249" y="3682721"/>
                <a:ext cx="90362" cy="410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0928" name="Encre 1050927"/>
              <p14:cNvContentPartPr/>
              <p14:nvPr/>
            </p14:nvContentPartPr>
            <p14:xfrm>
              <a:off x="8856985" y="3669805"/>
              <a:ext cx="1393847" cy="74188"/>
            </p14:xfrm>
          </p:contentPart>
        </mc:Choice>
        <mc:Fallback xmlns="">
          <p:sp>
            <p:nvSpPr>
              <p:cNvPr id="1050928" name=""/>
              <p:cNvSpPr/>
              <p:nvPr/>
            </p:nvSpPr>
            <p:spPr>
              <a:xfrm>
                <a:off x="8856985" y="3669805"/>
                <a:ext cx="1393847" cy="74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0929" name="Encre 1050928"/>
              <p14:cNvContentPartPr/>
              <p14:nvPr/>
            </p14:nvContentPartPr>
            <p14:xfrm>
              <a:off x="10316181" y="3537064"/>
              <a:ext cx="164599" cy="7657"/>
            </p14:xfrm>
          </p:contentPart>
        </mc:Choice>
        <mc:Fallback xmlns="">
          <p:sp>
            <p:nvSpPr>
              <p:cNvPr id="1050929" name=""/>
              <p:cNvSpPr/>
              <p:nvPr/>
            </p:nvSpPr>
            <p:spPr>
              <a:xfrm>
                <a:off x="10316181" y="3537064"/>
                <a:ext cx="164599" cy="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0930" name="Encre 1050929"/>
              <p14:cNvContentPartPr/>
              <p14:nvPr/>
            </p14:nvContentPartPr>
            <p14:xfrm>
              <a:off x="10344862" y="3625206"/>
              <a:ext cx="130535" cy="6385"/>
            </p14:xfrm>
          </p:contentPart>
        </mc:Choice>
        <mc:Fallback xmlns="">
          <p:sp>
            <p:nvSpPr>
              <p:cNvPr id="1050930" name=""/>
              <p:cNvSpPr/>
              <p:nvPr/>
            </p:nvSpPr>
            <p:spPr>
              <a:xfrm>
                <a:off x="10344862" y="3625206"/>
                <a:ext cx="130535" cy="6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0931" name="Encre 1050930"/>
              <p14:cNvContentPartPr/>
              <p14:nvPr/>
            </p14:nvContentPartPr>
            <p14:xfrm>
              <a:off x="10752131" y="3378179"/>
              <a:ext cx="24530" cy="309141"/>
            </p14:xfrm>
          </p:contentPart>
        </mc:Choice>
        <mc:Fallback xmlns="">
          <p:sp>
            <p:nvSpPr>
              <p:cNvPr id="1050931" name=""/>
              <p:cNvSpPr/>
              <p:nvPr/>
            </p:nvSpPr>
            <p:spPr>
              <a:xfrm>
                <a:off x="10752131" y="3378179"/>
                <a:ext cx="24530" cy="309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0932" name="Encre 1050931"/>
              <p14:cNvContentPartPr/>
              <p14:nvPr/>
            </p14:nvContentPartPr>
            <p14:xfrm>
              <a:off x="10580487" y="3334992"/>
              <a:ext cx="272875" cy="19524"/>
            </p14:xfrm>
          </p:contentPart>
        </mc:Choice>
        <mc:Fallback xmlns="">
          <p:sp>
            <p:nvSpPr>
              <p:cNvPr id="1050932" name=""/>
              <p:cNvSpPr/>
              <p:nvPr/>
            </p:nvSpPr>
            <p:spPr>
              <a:xfrm>
                <a:off x="10580487" y="3334992"/>
                <a:ext cx="272875" cy="195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0933" name="Encre 1050932"/>
              <p14:cNvContentPartPr/>
              <p14:nvPr/>
            </p14:nvContentPartPr>
            <p14:xfrm>
              <a:off x="10961769" y="3337971"/>
              <a:ext cx="77171" cy="511044"/>
            </p14:xfrm>
          </p:contentPart>
        </mc:Choice>
        <mc:Fallback xmlns="">
          <p:sp>
            <p:nvSpPr>
              <p:cNvPr id="1050933" name=""/>
              <p:cNvSpPr/>
              <p:nvPr/>
            </p:nvSpPr>
            <p:spPr>
              <a:xfrm>
                <a:off x="10961769" y="3337971"/>
                <a:ext cx="77171" cy="511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0934" name="Encre 1050933"/>
              <p14:cNvContentPartPr/>
              <p14:nvPr/>
            </p14:nvContentPartPr>
            <p14:xfrm>
              <a:off x="11108388" y="3447865"/>
              <a:ext cx="211928" cy="333985"/>
            </p14:xfrm>
          </p:contentPart>
        </mc:Choice>
        <mc:Fallback xmlns="">
          <p:sp>
            <p:nvSpPr>
              <p:cNvPr id="1050934" name=""/>
              <p:cNvSpPr/>
              <p:nvPr/>
            </p:nvSpPr>
            <p:spPr>
              <a:xfrm>
                <a:off x="11108388" y="3447865"/>
                <a:ext cx="211928" cy="333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0935" name="Encre 1050934"/>
              <p14:cNvContentPartPr/>
              <p14:nvPr/>
            </p14:nvContentPartPr>
            <p14:xfrm>
              <a:off x="11324425" y="3805457"/>
              <a:ext cx="111514" cy="76671"/>
            </p14:xfrm>
          </p:contentPart>
        </mc:Choice>
        <mc:Fallback xmlns="">
          <p:sp>
            <p:nvSpPr>
              <p:cNvPr id="1050935" name=""/>
              <p:cNvSpPr/>
              <p:nvPr/>
            </p:nvSpPr>
            <p:spPr>
              <a:xfrm>
                <a:off x="11324425" y="3805457"/>
                <a:ext cx="111514" cy="76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0936" name="Encre 1050935"/>
              <p14:cNvContentPartPr/>
              <p14:nvPr/>
            </p14:nvContentPartPr>
            <p14:xfrm>
              <a:off x="11417528" y="3399773"/>
              <a:ext cx="197507" cy="505251"/>
            </p14:xfrm>
          </p:contentPart>
        </mc:Choice>
        <mc:Fallback xmlns="">
          <p:sp>
            <p:nvSpPr>
              <p:cNvPr id="1050936" name=""/>
              <p:cNvSpPr/>
              <p:nvPr/>
            </p:nvSpPr>
            <p:spPr>
              <a:xfrm>
                <a:off x="11417528" y="3399773"/>
                <a:ext cx="197507" cy="505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0937" name="Encre 1050936"/>
              <p14:cNvContentPartPr/>
              <p14:nvPr/>
            </p14:nvContentPartPr>
            <p14:xfrm>
              <a:off x="10724013" y="4030599"/>
              <a:ext cx="829418" cy="21776"/>
            </p14:xfrm>
          </p:contentPart>
        </mc:Choice>
        <mc:Fallback xmlns="">
          <p:sp>
            <p:nvSpPr>
              <p:cNvPr id="1050937" name=""/>
              <p:cNvSpPr/>
              <p:nvPr/>
            </p:nvSpPr>
            <p:spPr>
              <a:xfrm>
                <a:off x="10724013" y="4030599"/>
                <a:ext cx="829418" cy="21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0938" name="Encre 1050937"/>
              <p14:cNvContentPartPr/>
              <p14:nvPr/>
            </p14:nvContentPartPr>
            <p14:xfrm>
              <a:off x="6289315" y="2723301"/>
              <a:ext cx="766068" cy="1621885"/>
            </p14:xfrm>
          </p:contentPart>
        </mc:Choice>
        <mc:Fallback xmlns="">
          <p:sp>
            <p:nvSpPr>
              <p:cNvPr id="1050938" name=""/>
              <p:cNvSpPr/>
              <p:nvPr/>
            </p:nvSpPr>
            <p:spPr>
              <a:xfrm>
                <a:off x="6289315" y="2723301"/>
                <a:ext cx="766068" cy="1621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0939" name="Encre 1050938"/>
              <p14:cNvContentPartPr/>
              <p14:nvPr/>
            </p14:nvContentPartPr>
            <p14:xfrm>
              <a:off x="10664663" y="2786204"/>
              <a:ext cx="1128897" cy="1734503"/>
            </p14:xfrm>
          </p:contentPart>
        </mc:Choice>
        <mc:Fallback xmlns="">
          <p:sp>
            <p:nvSpPr>
              <p:cNvPr id="1050939" name=""/>
              <p:cNvSpPr/>
              <p:nvPr/>
            </p:nvSpPr>
            <p:spPr>
              <a:xfrm>
                <a:off x="10664663" y="2786204"/>
                <a:ext cx="1128897" cy="1734503"/>
              </a:xfrm>
            </p:spPr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40" name="ZoneTexte 3"/>
          <p:cNvSpPr txBox="1"/>
          <p:nvPr/>
        </p:nvSpPr>
        <p:spPr>
          <a:xfrm>
            <a:off x="2575775" y="128788"/>
            <a:ext cx="7942579" cy="574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3200" dirty="0">
                <a:latin typeface="AR BLANCA" panose="02000000000000000000" pitchFamily="2" charset="0"/>
              </a:rPr>
              <a:t>II - Approche énergétique des mouvements</a:t>
            </a:r>
          </a:p>
        </p:txBody>
      </p:sp>
      <p:sp>
        <p:nvSpPr>
          <p:cNvPr id="1050941" name="ZoneTexte 4"/>
          <p:cNvSpPr txBox="1"/>
          <p:nvPr/>
        </p:nvSpPr>
        <p:spPr>
          <a:xfrm>
            <a:off x="450760" y="772731"/>
            <a:ext cx="3662681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1. TRAVAIL D’UNE FORCE</a:t>
            </a:r>
          </a:p>
        </p:txBody>
      </p:sp>
      <p:pic>
        <p:nvPicPr>
          <p:cNvPr id="2097156" name="Image 5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7781797" y="1466218"/>
            <a:ext cx="3873583" cy="1457286"/>
          </a:xfrm>
          <a:prstGeom prst="rect">
            <a:avLst/>
          </a:prstGeom>
        </p:spPr>
      </p:pic>
      <p:sp>
        <p:nvSpPr>
          <p:cNvPr id="1050942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2276" y="1860240"/>
            <a:ext cx="6503831" cy="1053045"/>
          </a:xfrm>
          <a:prstGeom prst="rect">
            <a:avLst/>
          </a:prstGeom>
          <a:blipFill rotWithShape="0">
            <a:blip r:embed="rId3"/>
            <a:stretch>
              <a:fillRect l="-937" t="-2890" r="-1031" b="-982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943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2123" y="2987899"/>
            <a:ext cx="11689226" cy="3579250"/>
          </a:xfrm>
          <a:prstGeom prst="rect">
            <a:avLst/>
          </a:prstGeom>
          <a:blipFill rotWithShape="0">
            <a:blip r:embed="rId4"/>
            <a:stretch>
              <a:fillRect l="-469" t="-852" b="-221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944" name="ZoneTexte 8"/>
          <p:cNvSpPr txBox="1"/>
          <p:nvPr/>
        </p:nvSpPr>
        <p:spPr>
          <a:xfrm>
            <a:off x="688496" y="1234396"/>
            <a:ext cx="3865879" cy="510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dirty="0">
                <a:latin typeface="AR BLANCA" panose="02000000000000000000" pitchFamily="2" charset="0"/>
              </a:rPr>
              <a:t>1.1. Première approche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945" name="Encre 1050944"/>
              <p14:cNvContentPartPr/>
              <p14:nvPr/>
            </p14:nvContentPartPr>
            <p14:xfrm>
              <a:off x="639687" y="524374"/>
              <a:ext cx="128512" cy="184599"/>
            </p14:xfrm>
          </p:contentPart>
        </mc:Choice>
        <mc:Fallback xmlns="">
          <p:sp>
            <p:nvSpPr>
              <p:cNvPr id="1050945" name=""/>
              <p:cNvSpPr/>
              <p:nvPr/>
            </p:nvSpPr>
            <p:spPr>
              <a:xfrm>
                <a:off x="639687" y="524374"/>
                <a:ext cx="128512" cy="1845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946" name="Encre 1050945"/>
              <p14:cNvContentPartPr/>
              <p14:nvPr/>
            </p14:nvContentPartPr>
            <p14:xfrm>
              <a:off x="841430" y="545720"/>
              <a:ext cx="137892" cy="161609"/>
            </p14:xfrm>
          </p:contentPart>
        </mc:Choice>
        <mc:Fallback xmlns="">
          <p:sp>
            <p:nvSpPr>
              <p:cNvPr id="1050946" name=""/>
              <p:cNvSpPr/>
              <p:nvPr/>
            </p:nvSpPr>
            <p:spPr>
              <a:xfrm>
                <a:off x="841430" y="545720"/>
                <a:ext cx="137892" cy="1616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947" name="Encre 1050946"/>
              <p14:cNvContentPartPr/>
              <p14:nvPr/>
            </p14:nvContentPartPr>
            <p14:xfrm>
              <a:off x="966578" y="342940"/>
              <a:ext cx="30958" cy="318688"/>
            </p14:xfrm>
          </p:contentPart>
        </mc:Choice>
        <mc:Fallback xmlns="">
          <p:sp>
            <p:nvSpPr>
              <p:cNvPr id="1050947" name=""/>
              <p:cNvSpPr/>
              <p:nvPr/>
            </p:nvSpPr>
            <p:spPr>
              <a:xfrm>
                <a:off x="966578" y="342940"/>
                <a:ext cx="30958" cy="318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948" name="Encre 1050947"/>
              <p14:cNvContentPartPr/>
              <p14:nvPr/>
            </p14:nvContentPartPr>
            <p14:xfrm>
              <a:off x="926054" y="502533"/>
              <a:ext cx="115067" cy="2918"/>
            </p14:xfrm>
          </p:contentPart>
        </mc:Choice>
        <mc:Fallback xmlns="">
          <p:sp>
            <p:nvSpPr>
              <p:cNvPr id="1050948" name=""/>
              <p:cNvSpPr/>
              <p:nvPr/>
            </p:nvSpPr>
            <p:spPr>
              <a:xfrm>
                <a:off x="926054" y="502533"/>
                <a:ext cx="115067" cy="2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949" name="Encre 1050948"/>
              <p14:cNvContentPartPr/>
              <p14:nvPr/>
            </p14:nvContentPartPr>
            <p14:xfrm>
              <a:off x="1073349" y="589155"/>
              <a:ext cx="7868" cy="101406"/>
            </p14:xfrm>
          </p:contentPart>
        </mc:Choice>
        <mc:Fallback xmlns="">
          <p:sp>
            <p:nvSpPr>
              <p:cNvPr id="1050949" name=""/>
              <p:cNvSpPr/>
              <p:nvPr/>
            </p:nvSpPr>
            <p:spPr>
              <a:xfrm>
                <a:off x="1073349" y="589155"/>
                <a:ext cx="7868" cy="101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950" name="Encre 1050949"/>
              <p14:cNvContentPartPr/>
              <p14:nvPr/>
            </p14:nvContentPartPr>
            <p14:xfrm>
              <a:off x="1111818" y="480443"/>
              <a:ext cx="21620" cy="36237"/>
            </p14:xfrm>
          </p:contentPart>
        </mc:Choice>
        <mc:Fallback xmlns="">
          <p:sp>
            <p:nvSpPr>
              <p:cNvPr id="1050950" name=""/>
              <p:cNvSpPr/>
              <p:nvPr/>
            </p:nvSpPr>
            <p:spPr>
              <a:xfrm>
                <a:off x="1111818" y="480443"/>
                <a:ext cx="21620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951" name="Encre 1050950"/>
              <p14:cNvContentPartPr/>
              <p14:nvPr/>
            </p14:nvContentPartPr>
            <p14:xfrm>
              <a:off x="1191234" y="568711"/>
              <a:ext cx="88345" cy="122051"/>
            </p14:xfrm>
          </p:contentPart>
        </mc:Choice>
        <mc:Fallback xmlns="">
          <p:sp>
            <p:nvSpPr>
              <p:cNvPr id="1050951" name=""/>
              <p:cNvSpPr/>
              <p:nvPr/>
            </p:nvSpPr>
            <p:spPr>
              <a:xfrm>
                <a:off x="1191234" y="568711"/>
                <a:ext cx="88345" cy="122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952" name="Encre 1050951"/>
              <p14:cNvContentPartPr/>
              <p14:nvPr/>
            </p14:nvContentPartPr>
            <p14:xfrm>
              <a:off x="1333764" y="531324"/>
              <a:ext cx="130034" cy="135738"/>
            </p14:xfrm>
          </p:contentPart>
        </mc:Choice>
        <mc:Fallback xmlns="">
          <p:sp>
            <p:nvSpPr>
              <p:cNvPr id="1050952" name=""/>
              <p:cNvSpPr/>
              <p:nvPr/>
            </p:nvSpPr>
            <p:spPr>
              <a:xfrm>
                <a:off x="1333764" y="531324"/>
                <a:ext cx="130034" cy="135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953" name="Encre 1050952"/>
              <p14:cNvContentPartPr/>
              <p14:nvPr/>
            </p14:nvContentPartPr>
            <p14:xfrm>
              <a:off x="520294" y="299347"/>
              <a:ext cx="1135137" cy="499018"/>
            </p14:xfrm>
          </p:contentPart>
        </mc:Choice>
        <mc:Fallback xmlns="">
          <p:sp>
            <p:nvSpPr>
              <p:cNvPr id="1050953" name=""/>
              <p:cNvSpPr/>
              <p:nvPr/>
            </p:nvSpPr>
            <p:spPr>
              <a:xfrm>
                <a:off x="520294" y="299347"/>
                <a:ext cx="1135137" cy="499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954" name="Encre 1050953"/>
              <p14:cNvContentPartPr/>
              <p14:nvPr/>
            </p14:nvContentPartPr>
            <p14:xfrm>
              <a:off x="1614700" y="313901"/>
              <a:ext cx="19110" cy="553021"/>
            </p14:xfrm>
          </p:contentPart>
        </mc:Choice>
        <mc:Fallback xmlns="">
          <p:sp>
            <p:nvSpPr>
              <p:cNvPr id="1050954" name=""/>
              <p:cNvSpPr/>
              <p:nvPr/>
            </p:nvSpPr>
            <p:spPr>
              <a:xfrm>
                <a:off x="1614700" y="313901"/>
                <a:ext cx="19110" cy="5530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955" name="Encre 1050954"/>
              <p14:cNvContentPartPr/>
              <p14:nvPr/>
            </p14:nvContentPartPr>
            <p14:xfrm>
              <a:off x="1691172" y="1516430"/>
              <a:ext cx="35741" cy="29039"/>
            </p14:xfrm>
          </p:contentPart>
        </mc:Choice>
        <mc:Fallback xmlns="">
          <p:sp>
            <p:nvSpPr>
              <p:cNvPr id="1050955" name=""/>
              <p:cNvSpPr/>
              <p:nvPr/>
            </p:nvSpPr>
            <p:spPr>
              <a:xfrm>
                <a:off x="1691172" y="1516430"/>
                <a:ext cx="35741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956" name="Encre 1050955"/>
              <p14:cNvContentPartPr/>
              <p14:nvPr/>
            </p14:nvContentPartPr>
            <p14:xfrm>
              <a:off x="8413535" y="4088376"/>
              <a:ext cx="1379061" cy="35893"/>
            </p14:xfrm>
          </p:contentPart>
        </mc:Choice>
        <mc:Fallback xmlns="">
          <p:sp>
            <p:nvSpPr>
              <p:cNvPr id="1050956" name=""/>
              <p:cNvSpPr/>
              <p:nvPr/>
            </p:nvSpPr>
            <p:spPr>
              <a:xfrm>
                <a:off x="8413535" y="4088376"/>
                <a:ext cx="1379061" cy="35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957" name="Encre 1050956"/>
              <p14:cNvContentPartPr/>
              <p14:nvPr/>
            </p14:nvContentPartPr>
            <p14:xfrm>
              <a:off x="9536502" y="3994212"/>
              <a:ext cx="27773" cy="534072"/>
            </p14:xfrm>
          </p:contentPart>
        </mc:Choice>
        <mc:Fallback xmlns="">
          <p:sp>
            <p:nvSpPr>
              <p:cNvPr id="1050957" name=""/>
              <p:cNvSpPr/>
              <p:nvPr/>
            </p:nvSpPr>
            <p:spPr>
              <a:xfrm>
                <a:off x="9536502" y="3994212"/>
                <a:ext cx="27773" cy="534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958" name="Encre 1050957"/>
              <p14:cNvContentPartPr/>
              <p14:nvPr/>
            </p14:nvContentPartPr>
            <p14:xfrm>
              <a:off x="9529442" y="4022755"/>
              <a:ext cx="106812" cy="92332"/>
            </p14:xfrm>
          </p:contentPart>
        </mc:Choice>
        <mc:Fallback xmlns="">
          <p:sp>
            <p:nvSpPr>
              <p:cNvPr id="1050958" name=""/>
              <p:cNvSpPr/>
              <p:nvPr/>
            </p:nvSpPr>
            <p:spPr>
              <a:xfrm>
                <a:off x="9529442" y="4022755"/>
                <a:ext cx="106812" cy="92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959" name="Encre 1050958"/>
              <p14:cNvContentPartPr/>
              <p14:nvPr/>
            </p14:nvContentPartPr>
            <p14:xfrm>
              <a:off x="9449022" y="4022755"/>
              <a:ext cx="80420" cy="157357"/>
            </p14:xfrm>
          </p:contentPart>
        </mc:Choice>
        <mc:Fallback xmlns="">
          <p:sp>
            <p:nvSpPr>
              <p:cNvPr id="1050959" name=""/>
              <p:cNvSpPr/>
              <p:nvPr/>
            </p:nvSpPr>
            <p:spPr>
              <a:xfrm>
                <a:off x="9449022" y="4022755"/>
                <a:ext cx="80420" cy="157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960" name="Encre 1050959"/>
              <p14:cNvContentPartPr/>
              <p14:nvPr/>
            </p14:nvContentPartPr>
            <p14:xfrm>
              <a:off x="9479140" y="4631342"/>
              <a:ext cx="130393" cy="254557"/>
            </p14:xfrm>
          </p:contentPart>
        </mc:Choice>
        <mc:Fallback xmlns="">
          <p:sp>
            <p:nvSpPr>
              <p:cNvPr id="1050960" name=""/>
              <p:cNvSpPr/>
              <p:nvPr/>
            </p:nvSpPr>
            <p:spPr>
              <a:xfrm>
                <a:off x="9479140" y="4631342"/>
                <a:ext cx="130393" cy="254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961" name="Encre 1050960"/>
              <p14:cNvContentPartPr/>
              <p14:nvPr/>
            </p14:nvContentPartPr>
            <p14:xfrm>
              <a:off x="9694027" y="4602302"/>
              <a:ext cx="287241" cy="208838"/>
            </p14:xfrm>
          </p:contentPart>
        </mc:Choice>
        <mc:Fallback xmlns="">
          <p:sp>
            <p:nvSpPr>
              <p:cNvPr id="1050961" name=""/>
              <p:cNvSpPr/>
              <p:nvPr/>
            </p:nvSpPr>
            <p:spPr>
              <a:xfrm>
                <a:off x="9694027" y="4602302"/>
                <a:ext cx="287241" cy="2088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962" name="Encre 1050961"/>
              <p14:cNvContentPartPr/>
              <p14:nvPr/>
            </p14:nvContentPartPr>
            <p14:xfrm>
              <a:off x="9996675" y="4406200"/>
              <a:ext cx="707316" cy="442415"/>
            </p14:xfrm>
          </p:contentPart>
        </mc:Choice>
        <mc:Fallback xmlns="">
          <p:sp>
            <p:nvSpPr>
              <p:cNvPr id="1050962" name=""/>
              <p:cNvSpPr/>
              <p:nvPr/>
            </p:nvSpPr>
            <p:spPr>
              <a:xfrm>
                <a:off x="9996675" y="4406200"/>
                <a:ext cx="707316" cy="442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963" name="Encre 1050962"/>
              <p14:cNvContentPartPr/>
              <p14:nvPr/>
            </p14:nvContentPartPr>
            <p14:xfrm>
              <a:off x="10358982" y="4522630"/>
              <a:ext cx="5280" cy="32499"/>
            </p14:xfrm>
          </p:contentPart>
        </mc:Choice>
        <mc:Fallback xmlns="">
          <p:sp>
            <p:nvSpPr>
              <p:cNvPr id="1050963" name=""/>
              <p:cNvSpPr/>
              <p:nvPr/>
            </p:nvSpPr>
            <p:spPr>
              <a:xfrm>
                <a:off x="10358982" y="4522630"/>
                <a:ext cx="5280" cy="32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964" name="Encre 1050963"/>
              <p14:cNvContentPartPr/>
              <p14:nvPr/>
            </p14:nvContentPartPr>
            <p14:xfrm>
              <a:off x="9586804" y="5016758"/>
              <a:ext cx="207383" cy="259743"/>
            </p14:xfrm>
          </p:contentPart>
        </mc:Choice>
        <mc:Fallback xmlns="">
          <p:sp>
            <p:nvSpPr>
              <p:cNvPr id="1050964" name=""/>
              <p:cNvSpPr/>
              <p:nvPr/>
            </p:nvSpPr>
            <p:spPr>
              <a:xfrm>
                <a:off x="9586804" y="5016758"/>
                <a:ext cx="207383" cy="259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965" name="Encre 1050964"/>
              <p14:cNvContentPartPr/>
              <p14:nvPr/>
            </p14:nvContentPartPr>
            <p14:xfrm>
              <a:off x="9834738" y="5073138"/>
              <a:ext cx="95354" cy="222494"/>
            </p14:xfrm>
          </p:contentPart>
        </mc:Choice>
        <mc:Fallback xmlns="">
          <p:sp>
            <p:nvSpPr>
              <p:cNvPr id="1050965" name=""/>
              <p:cNvSpPr/>
              <p:nvPr/>
            </p:nvSpPr>
            <p:spPr>
              <a:xfrm>
                <a:off x="9834738" y="5073138"/>
                <a:ext cx="95354" cy="222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966" name="Encre 1050965"/>
              <p14:cNvContentPartPr/>
              <p14:nvPr/>
            </p14:nvContentPartPr>
            <p14:xfrm>
              <a:off x="9961359" y="4906739"/>
              <a:ext cx="283341" cy="424323"/>
            </p14:xfrm>
          </p:contentPart>
        </mc:Choice>
        <mc:Fallback xmlns="">
          <p:sp>
            <p:nvSpPr>
              <p:cNvPr id="1050966" name=""/>
              <p:cNvSpPr/>
              <p:nvPr/>
            </p:nvSpPr>
            <p:spPr>
              <a:xfrm>
                <a:off x="9961359" y="4906739"/>
                <a:ext cx="283341" cy="424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967" name="Encre 1050966"/>
              <p14:cNvContentPartPr/>
              <p14:nvPr/>
            </p14:nvContentPartPr>
            <p14:xfrm>
              <a:off x="10279644" y="5126382"/>
              <a:ext cx="552051" cy="176112"/>
            </p14:xfrm>
          </p:contentPart>
        </mc:Choice>
        <mc:Fallback xmlns="">
          <p:sp>
            <p:nvSpPr>
              <p:cNvPr id="1050967" name=""/>
              <p:cNvSpPr/>
              <p:nvPr/>
            </p:nvSpPr>
            <p:spPr>
              <a:xfrm>
                <a:off x="10279644" y="5126382"/>
                <a:ext cx="552051" cy="1761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968" name="Encre 1050967"/>
              <p14:cNvContentPartPr/>
              <p14:nvPr/>
            </p14:nvContentPartPr>
            <p14:xfrm>
              <a:off x="10457424" y="4993466"/>
              <a:ext cx="30402" cy="15296"/>
            </p14:xfrm>
          </p:contentPart>
        </mc:Choice>
        <mc:Fallback xmlns="">
          <p:sp>
            <p:nvSpPr>
              <p:cNvPr id="1050968" name=""/>
              <p:cNvSpPr/>
              <p:nvPr/>
            </p:nvSpPr>
            <p:spPr>
              <a:xfrm>
                <a:off x="10457424" y="4993466"/>
                <a:ext cx="30402" cy="15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969" name="Encre 1050968"/>
              <p14:cNvContentPartPr/>
              <p14:nvPr/>
            </p14:nvContentPartPr>
            <p14:xfrm>
              <a:off x="10941658" y="4531814"/>
              <a:ext cx="103901" cy="765945"/>
            </p14:xfrm>
          </p:contentPart>
        </mc:Choice>
        <mc:Fallback xmlns="">
          <p:sp>
            <p:nvSpPr>
              <p:cNvPr id="1050969" name=""/>
              <p:cNvSpPr/>
              <p:nvPr/>
            </p:nvSpPr>
            <p:spPr>
              <a:xfrm>
                <a:off x="10941658" y="4531814"/>
                <a:ext cx="103901" cy="765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970" name="Encre 1050969"/>
              <p14:cNvContentPartPr/>
              <p14:nvPr/>
            </p14:nvContentPartPr>
            <p14:xfrm>
              <a:off x="11109980" y="4877556"/>
              <a:ext cx="60494" cy="329096"/>
            </p14:xfrm>
          </p:contentPart>
        </mc:Choice>
        <mc:Fallback xmlns="">
          <p:sp>
            <p:nvSpPr>
              <p:cNvPr id="1050970" name=""/>
              <p:cNvSpPr/>
              <p:nvPr/>
            </p:nvSpPr>
            <p:spPr>
              <a:xfrm>
                <a:off x="11109980" y="4877556"/>
                <a:ext cx="60494" cy="329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971" name="Encre 1050970"/>
              <p14:cNvContentPartPr/>
              <p14:nvPr/>
            </p14:nvContentPartPr>
            <p14:xfrm>
              <a:off x="11094326" y="4848517"/>
              <a:ext cx="115482" cy="128447"/>
            </p14:xfrm>
          </p:contentPart>
        </mc:Choice>
        <mc:Fallback xmlns="">
          <p:sp>
            <p:nvSpPr>
              <p:cNvPr id="1050971" name=""/>
              <p:cNvSpPr/>
              <p:nvPr/>
            </p:nvSpPr>
            <p:spPr>
              <a:xfrm>
                <a:off x="11094326" y="4848517"/>
                <a:ext cx="115482" cy="128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972" name="Encre 1050971"/>
              <p14:cNvContentPartPr/>
              <p14:nvPr/>
            </p14:nvContentPartPr>
            <p14:xfrm>
              <a:off x="11260004" y="4850987"/>
              <a:ext cx="116400" cy="136635"/>
            </p14:xfrm>
          </p:contentPart>
        </mc:Choice>
        <mc:Fallback xmlns="">
          <p:sp>
            <p:nvSpPr>
              <p:cNvPr id="1050972" name=""/>
              <p:cNvSpPr/>
              <p:nvPr/>
            </p:nvSpPr>
            <p:spPr>
              <a:xfrm>
                <a:off x="11260004" y="4850987"/>
                <a:ext cx="116400" cy="136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973" name="Encre 1050972"/>
              <p14:cNvContentPartPr/>
              <p14:nvPr/>
            </p14:nvContentPartPr>
            <p14:xfrm>
              <a:off x="11409558" y="4906596"/>
              <a:ext cx="63617" cy="77277"/>
            </p14:xfrm>
          </p:contentPart>
        </mc:Choice>
        <mc:Fallback xmlns="">
          <p:sp>
            <p:nvSpPr>
              <p:cNvPr id="1050973" name=""/>
              <p:cNvSpPr/>
              <p:nvPr/>
            </p:nvSpPr>
            <p:spPr>
              <a:xfrm>
                <a:off x="11409558" y="4906596"/>
                <a:ext cx="63617" cy="77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974" name="Encre 1050973"/>
              <p14:cNvContentPartPr/>
              <p14:nvPr/>
            </p14:nvContentPartPr>
            <p14:xfrm>
              <a:off x="11446209" y="4790686"/>
              <a:ext cx="114723" cy="427080"/>
            </p14:xfrm>
          </p:contentPart>
        </mc:Choice>
        <mc:Fallback xmlns="">
          <p:sp>
            <p:nvSpPr>
              <p:cNvPr id="1050974" name=""/>
              <p:cNvSpPr/>
              <p:nvPr/>
            </p:nvSpPr>
            <p:spPr>
              <a:xfrm>
                <a:off x="11446209" y="4790686"/>
                <a:ext cx="114723" cy="4270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975" name="Encre 1050974"/>
              <p14:cNvContentPartPr/>
              <p14:nvPr/>
            </p14:nvContentPartPr>
            <p14:xfrm>
              <a:off x="11512612" y="4631342"/>
              <a:ext cx="5079" cy="31443"/>
            </p14:xfrm>
          </p:contentPart>
        </mc:Choice>
        <mc:Fallback xmlns="">
          <p:sp>
            <p:nvSpPr>
              <p:cNvPr id="1050975" name=""/>
              <p:cNvSpPr/>
              <p:nvPr/>
            </p:nvSpPr>
            <p:spPr>
              <a:xfrm>
                <a:off x="11512612" y="4631342"/>
                <a:ext cx="5079" cy="3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976" name="Encre 1050975"/>
              <p14:cNvContentPartPr/>
              <p14:nvPr/>
            </p14:nvContentPartPr>
            <p14:xfrm>
              <a:off x="11589172" y="4837865"/>
              <a:ext cx="146493" cy="158572"/>
            </p14:xfrm>
          </p:contentPart>
        </mc:Choice>
        <mc:Fallback xmlns="">
          <p:sp>
            <p:nvSpPr>
              <p:cNvPr id="1050976" name=""/>
              <p:cNvSpPr/>
              <p:nvPr/>
            </p:nvSpPr>
            <p:spPr>
              <a:xfrm>
                <a:off x="11589172" y="4837865"/>
                <a:ext cx="146493" cy="1585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977" name="Encre 1050976"/>
              <p14:cNvContentPartPr/>
              <p14:nvPr/>
            </p14:nvContentPartPr>
            <p14:xfrm>
              <a:off x="11726631" y="4795706"/>
              <a:ext cx="93984" cy="240372"/>
            </p14:xfrm>
          </p:contentPart>
        </mc:Choice>
        <mc:Fallback xmlns="">
          <p:sp>
            <p:nvSpPr>
              <p:cNvPr id="1050977" name=""/>
              <p:cNvSpPr/>
              <p:nvPr/>
            </p:nvSpPr>
            <p:spPr>
              <a:xfrm>
                <a:off x="11726631" y="4795706"/>
                <a:ext cx="93984" cy="240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978" name="Encre 1050977"/>
              <p14:cNvContentPartPr/>
              <p14:nvPr/>
            </p14:nvContentPartPr>
            <p14:xfrm>
              <a:off x="11784754" y="4638788"/>
              <a:ext cx="40484" cy="449242"/>
            </p14:xfrm>
          </p:contentPart>
        </mc:Choice>
        <mc:Fallback xmlns="">
          <p:sp>
            <p:nvSpPr>
              <p:cNvPr id="1050978" name=""/>
              <p:cNvSpPr/>
              <p:nvPr/>
            </p:nvSpPr>
            <p:spPr>
              <a:xfrm>
                <a:off x="11784754" y="4638788"/>
                <a:ext cx="40484" cy="449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979" name="Encre 1050978"/>
              <p14:cNvContentPartPr/>
              <p14:nvPr/>
            </p14:nvContentPartPr>
            <p14:xfrm>
              <a:off x="11789497" y="4913794"/>
              <a:ext cx="114357" cy="163535"/>
            </p14:xfrm>
          </p:contentPart>
        </mc:Choice>
        <mc:Fallback xmlns="">
          <p:sp>
            <p:nvSpPr>
              <p:cNvPr id="1050979" name=""/>
              <p:cNvSpPr/>
              <p:nvPr/>
            </p:nvSpPr>
            <p:spPr>
              <a:xfrm>
                <a:off x="11789497" y="4913794"/>
                <a:ext cx="114357" cy="163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980" name="Encre 1050979"/>
              <p14:cNvContentPartPr/>
              <p14:nvPr/>
            </p14:nvContentPartPr>
            <p14:xfrm>
              <a:off x="11932699" y="4976603"/>
              <a:ext cx="165335" cy="145097"/>
            </p14:xfrm>
          </p:contentPart>
        </mc:Choice>
        <mc:Fallback xmlns="">
          <p:sp>
            <p:nvSpPr>
              <p:cNvPr id="1050980" name=""/>
              <p:cNvSpPr/>
              <p:nvPr/>
            </p:nvSpPr>
            <p:spPr>
              <a:xfrm>
                <a:off x="11932699" y="4976603"/>
                <a:ext cx="165335" cy="145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981" name="Encre 1050980"/>
              <p14:cNvContentPartPr/>
              <p14:nvPr/>
            </p14:nvContentPartPr>
            <p14:xfrm>
              <a:off x="12053803" y="4711014"/>
              <a:ext cx="101045" cy="627938"/>
            </p14:xfrm>
          </p:contentPart>
        </mc:Choice>
        <mc:Fallback xmlns="">
          <p:sp>
            <p:nvSpPr>
              <p:cNvPr id="1050981" name=""/>
              <p:cNvSpPr/>
              <p:nvPr/>
            </p:nvSpPr>
            <p:spPr>
              <a:xfrm>
                <a:off x="12053803" y="4711014"/>
                <a:ext cx="101045" cy="627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982" name="Encre 1050981"/>
              <p14:cNvContentPartPr/>
              <p14:nvPr/>
            </p14:nvContentPartPr>
            <p14:xfrm>
              <a:off x="11102921" y="5239680"/>
              <a:ext cx="793799" cy="50881"/>
            </p14:xfrm>
          </p:contentPart>
        </mc:Choice>
        <mc:Fallback xmlns="">
          <p:sp>
            <p:nvSpPr>
              <p:cNvPr id="1050982" name=""/>
              <p:cNvSpPr/>
              <p:nvPr/>
            </p:nvSpPr>
            <p:spPr>
              <a:xfrm>
                <a:off x="11102921" y="5239680"/>
                <a:ext cx="793799" cy="50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983" name="Encre 1050982"/>
              <p14:cNvContentPartPr/>
              <p14:nvPr/>
            </p14:nvContentPartPr>
            <p14:xfrm>
              <a:off x="1020055" y="5927939"/>
              <a:ext cx="2831010" cy="111662"/>
            </p14:xfrm>
          </p:contentPart>
        </mc:Choice>
        <mc:Fallback xmlns="">
          <p:sp>
            <p:nvSpPr>
              <p:cNvPr id="1050983" name=""/>
              <p:cNvSpPr/>
              <p:nvPr/>
            </p:nvSpPr>
            <p:spPr>
              <a:xfrm>
                <a:off x="1020055" y="5927939"/>
                <a:ext cx="2831010" cy="111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984" name="Encre 1050983"/>
              <p14:cNvContentPartPr/>
              <p14:nvPr/>
            </p14:nvContentPartPr>
            <p14:xfrm>
              <a:off x="10363836" y="2720945"/>
              <a:ext cx="116813" cy="41142"/>
            </p14:xfrm>
          </p:contentPart>
        </mc:Choice>
        <mc:Fallback xmlns="">
          <p:sp>
            <p:nvSpPr>
              <p:cNvPr id="1050984" name=""/>
              <p:cNvSpPr/>
              <p:nvPr/>
            </p:nvSpPr>
            <p:spPr>
              <a:xfrm>
                <a:off x="10363836" y="2720945"/>
                <a:ext cx="116813" cy="41142"/>
              </a:xfrm>
            </p:spPr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985" name="ZoneTexte 3"/>
          <p:cNvSpPr txBox="1"/>
          <p:nvPr/>
        </p:nvSpPr>
        <p:spPr>
          <a:xfrm>
            <a:off x="1105847" y="538938"/>
            <a:ext cx="49326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1.2. Travail élémentaire d’une force</a:t>
            </a:r>
          </a:p>
        </p:txBody>
      </p:sp>
      <p:sp>
        <p:nvSpPr>
          <p:cNvPr id="1050986" name="Forme libre 4"/>
          <p:cNvSpPr/>
          <p:nvPr/>
        </p:nvSpPr>
        <p:spPr>
          <a:xfrm>
            <a:off x="6516709" y="1133341"/>
            <a:ext cx="5344733" cy="1725769"/>
          </a:xfrm>
          <a:custGeom>
            <a:avLst/>
            <a:gdLst>
              <a:gd name="connsiteX0" fmla="*/ 0 w 5344733"/>
              <a:gd name="connsiteY0" fmla="*/ 1725769 h 1725769"/>
              <a:gd name="connsiteX1" fmla="*/ 1609859 w 5344733"/>
              <a:gd name="connsiteY1" fmla="*/ 721217 h 1725769"/>
              <a:gd name="connsiteX2" fmla="*/ 3670479 w 5344733"/>
              <a:gd name="connsiteY2" fmla="*/ 1184856 h 1725769"/>
              <a:gd name="connsiteX3" fmla="*/ 5344733 w 5344733"/>
              <a:gd name="connsiteY3" fmla="*/ 0 h 1725769"/>
              <a:gd name="connsiteX4" fmla="*/ 5344733 w 5344733"/>
              <a:gd name="connsiteY4" fmla="*/ 0 h 172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4733" h="1725769">
                <a:moveTo>
                  <a:pt x="0" y="1725769"/>
                </a:moveTo>
                <a:cubicBezTo>
                  <a:pt x="499056" y="1268569"/>
                  <a:pt x="998113" y="811369"/>
                  <a:pt x="1609859" y="721217"/>
                </a:cubicBezTo>
                <a:cubicBezTo>
                  <a:pt x="2221605" y="631065"/>
                  <a:pt x="3048000" y="1305059"/>
                  <a:pt x="3670479" y="1184856"/>
                </a:cubicBezTo>
                <a:cubicBezTo>
                  <a:pt x="4292958" y="1064653"/>
                  <a:pt x="5344733" y="0"/>
                  <a:pt x="5344733" y="0"/>
                </a:cubicBezTo>
                <a:lnTo>
                  <a:pt x="5344733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47" name="Connecteur droit avec flèche 6"/>
          <p:cNvCxnSpPr>
            <a:cxnSpLocks/>
            <a:stCxn id="1050986" idx="1"/>
          </p:cNvCxnSpPr>
          <p:nvPr/>
        </p:nvCxnSpPr>
        <p:spPr>
          <a:xfrm flipV="1">
            <a:off x="8126568" y="1751527"/>
            <a:ext cx="798491" cy="1030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987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06602" y="1242670"/>
            <a:ext cx="918457" cy="508857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988" name="ZoneTexte 8"/>
          <p:cNvSpPr txBox="1"/>
          <p:nvPr/>
        </p:nvSpPr>
        <p:spPr>
          <a:xfrm>
            <a:off x="7652824" y="1883464"/>
            <a:ext cx="5257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/>
              <a:t>M</a:t>
            </a:r>
          </a:p>
        </p:txBody>
      </p:sp>
      <p:cxnSp>
        <p:nvCxnSpPr>
          <p:cNvPr id="3145748" name="Connecteur droit avec flèche 10"/>
          <p:cNvCxnSpPr>
            <a:cxnSpLocks/>
            <a:stCxn id="1050986" idx="1"/>
          </p:cNvCxnSpPr>
          <p:nvPr/>
        </p:nvCxnSpPr>
        <p:spPr>
          <a:xfrm>
            <a:off x="8126568" y="1854558"/>
            <a:ext cx="1558345" cy="1171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989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416503" y="2520114"/>
            <a:ext cx="978473" cy="506421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990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2612" y="1146672"/>
            <a:ext cx="5865765" cy="2109295"/>
          </a:xfrm>
          <a:prstGeom prst="rect">
            <a:avLst/>
          </a:prstGeom>
          <a:blipFill rotWithShape="0">
            <a:blip r:embed="rId4"/>
            <a:stretch>
              <a:fillRect l="-1040" t="-1445" b="-115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991" name="Ellipse 14"/>
          <p:cNvSpPr/>
          <p:nvPr/>
        </p:nvSpPr>
        <p:spPr>
          <a:xfrm>
            <a:off x="11115625" y="1719475"/>
            <a:ext cx="77273" cy="7727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50992" name="ZoneTexte 15"/>
          <p:cNvSpPr txBox="1"/>
          <p:nvPr/>
        </p:nvSpPr>
        <p:spPr>
          <a:xfrm>
            <a:off x="6728353" y="2610265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/>
              <a:t>A</a:t>
            </a:r>
          </a:p>
        </p:txBody>
      </p:sp>
      <p:sp>
        <p:nvSpPr>
          <p:cNvPr id="1050993" name="ZoneTexte 16"/>
          <p:cNvSpPr txBox="1"/>
          <p:nvPr/>
        </p:nvSpPr>
        <p:spPr>
          <a:xfrm>
            <a:off x="11014003" y="1758111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/>
              <a:t>B</a:t>
            </a:r>
          </a:p>
        </p:txBody>
      </p:sp>
      <p:sp>
        <p:nvSpPr>
          <p:cNvPr id="1050994" name="ZoneTexte 17"/>
          <p:cNvSpPr txBox="1"/>
          <p:nvPr/>
        </p:nvSpPr>
        <p:spPr>
          <a:xfrm>
            <a:off x="1105847" y="3939001"/>
            <a:ext cx="6545580" cy="4470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1.3. Travail sur un déplacement quelconque AB</a:t>
            </a:r>
          </a:p>
        </p:txBody>
      </p:sp>
      <p:sp>
        <p:nvSpPr>
          <p:cNvPr id="1050995" name="Rectangle 18"/>
          <p:cNvSpPr/>
          <p:nvPr/>
        </p:nvSpPr>
        <p:spPr>
          <a:xfrm>
            <a:off x="792612" y="4598034"/>
            <a:ext cx="110688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0" i="0" u="none" strike="noStrike" baseline="0" dirty="0"/>
              <a:t>Le travail d’une force sur un déplacement </a:t>
            </a:r>
            <a:r>
              <a:rPr lang="fr-FR" b="0" i="1" u="none" strike="noStrike" baseline="0" dirty="0"/>
              <a:t>AB </a:t>
            </a:r>
            <a:r>
              <a:rPr lang="fr-FR" b="0" i="0" u="none" strike="noStrike" baseline="0" dirty="0"/>
              <a:t>correspond à la </a:t>
            </a:r>
            <a:r>
              <a:rPr lang="fr-FR" b="1" i="0" u="none" strike="noStrike" baseline="0" dirty="0"/>
              <a:t>circulation </a:t>
            </a:r>
            <a:r>
              <a:rPr lang="fr-FR" sz="2000" b="0" i="1" u="none" strike="noStrike" baseline="0" dirty="0"/>
              <a:t>C </a:t>
            </a:r>
            <a:r>
              <a:rPr lang="fr-FR" b="0" i="0" u="none" strike="noStrike" baseline="0" dirty="0"/>
              <a:t>du vecteur </a:t>
            </a:r>
            <a:r>
              <a:rPr lang="fr-MA" b="0" i="0" u="none" strike="noStrike" baseline="0" dirty="0"/>
              <a:t>force sur ce trajet.</a:t>
            </a:r>
            <a:endParaRPr lang="fr-MA" dirty="0"/>
          </a:p>
        </p:txBody>
      </p:sp>
      <p:sp>
        <p:nvSpPr>
          <p:cNvPr id="1050996" name="ZoneTexte 1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54569" y="5073030"/>
            <a:ext cx="3430491" cy="928075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997" name="Encre 1050996"/>
              <p14:cNvContentPartPr/>
              <p14:nvPr/>
            </p14:nvContentPartPr>
            <p14:xfrm>
              <a:off x="8334993" y="1798882"/>
              <a:ext cx="30574" cy="85719"/>
            </p14:xfrm>
          </p:contentPart>
        </mc:Choice>
        <mc:Fallback xmlns="">
          <p:sp>
            <p:nvSpPr>
              <p:cNvPr id="1050997" name=""/>
              <p:cNvSpPr/>
              <p:nvPr/>
            </p:nvSpPr>
            <p:spPr>
              <a:xfrm>
                <a:off x="8334993" y="1798882"/>
                <a:ext cx="30574" cy="85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998" name="Encre 1050997"/>
              <p14:cNvContentPartPr/>
              <p14:nvPr/>
            </p14:nvContentPartPr>
            <p14:xfrm>
              <a:off x="8127608" y="1827921"/>
              <a:ext cx="6519" cy="67465"/>
            </p14:xfrm>
          </p:contentPart>
        </mc:Choice>
        <mc:Fallback xmlns="">
          <p:sp>
            <p:nvSpPr>
              <p:cNvPr id="1050998" name=""/>
              <p:cNvSpPr/>
              <p:nvPr/>
            </p:nvSpPr>
            <p:spPr>
              <a:xfrm>
                <a:off x="8127608" y="1827921"/>
                <a:ext cx="6519" cy="67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999" name="Encre 1050998"/>
              <p14:cNvContentPartPr/>
              <p14:nvPr/>
            </p14:nvContentPartPr>
            <p14:xfrm>
              <a:off x="8313813" y="1813526"/>
              <a:ext cx="17649" cy="83395"/>
            </p14:xfrm>
          </p:contentPart>
        </mc:Choice>
        <mc:Fallback xmlns="">
          <p:sp>
            <p:nvSpPr>
              <p:cNvPr id="1050999" name=""/>
              <p:cNvSpPr/>
              <p:nvPr/>
            </p:nvSpPr>
            <p:spPr>
              <a:xfrm>
                <a:off x="8313813" y="1813526"/>
                <a:ext cx="17649" cy="83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000" name="Encre 1050999"/>
              <p14:cNvContentPartPr/>
              <p14:nvPr/>
            </p14:nvContentPartPr>
            <p14:xfrm>
              <a:off x="11094085" y="1757734"/>
              <a:ext cx="111338" cy="41688"/>
            </p14:xfrm>
          </p:contentPart>
        </mc:Choice>
        <mc:Fallback xmlns="">
          <p:sp>
            <p:nvSpPr>
              <p:cNvPr id="1051000" name=""/>
              <p:cNvSpPr/>
              <p:nvPr/>
            </p:nvSpPr>
            <p:spPr>
              <a:xfrm>
                <a:off x="11094085" y="1757734"/>
                <a:ext cx="111338" cy="41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001" name="Encre 1051000"/>
              <p14:cNvContentPartPr/>
              <p14:nvPr/>
            </p14:nvContentPartPr>
            <p14:xfrm>
              <a:off x="4979218" y="3933267"/>
              <a:ext cx="67394" cy="24231"/>
            </p14:xfrm>
          </p:contentPart>
        </mc:Choice>
        <mc:Fallback xmlns="">
          <p:sp>
            <p:nvSpPr>
              <p:cNvPr id="1051001" name=""/>
              <p:cNvSpPr/>
              <p:nvPr/>
            </p:nvSpPr>
            <p:spPr>
              <a:xfrm>
                <a:off x="4979218" y="3933267"/>
                <a:ext cx="67394" cy="24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002" name="Encre 1051001"/>
              <p14:cNvContentPartPr/>
              <p14:nvPr/>
            </p14:nvContentPartPr>
            <p14:xfrm>
              <a:off x="11080917" y="1760632"/>
              <a:ext cx="72350" cy="36377"/>
            </p14:xfrm>
          </p:contentPart>
        </mc:Choice>
        <mc:Fallback xmlns="">
          <p:sp>
            <p:nvSpPr>
              <p:cNvPr id="1051002" name=""/>
              <p:cNvSpPr/>
              <p:nvPr/>
            </p:nvSpPr>
            <p:spPr>
              <a:xfrm>
                <a:off x="11080917" y="1760632"/>
                <a:ext cx="72350" cy="36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003" name="Encre 1051002"/>
              <p14:cNvContentPartPr/>
              <p14:nvPr/>
            </p14:nvContentPartPr>
            <p14:xfrm>
              <a:off x="11059679" y="1719210"/>
              <a:ext cx="102381" cy="104969"/>
            </p14:xfrm>
          </p:contentPart>
        </mc:Choice>
        <mc:Fallback xmlns="">
          <p:sp>
            <p:nvSpPr>
              <p:cNvPr id="1051003" name=""/>
              <p:cNvSpPr/>
              <p:nvPr/>
            </p:nvSpPr>
            <p:spPr>
              <a:xfrm>
                <a:off x="11059679" y="1719210"/>
                <a:ext cx="102381" cy="104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004" name="Encre 1051003"/>
              <p14:cNvContentPartPr/>
              <p14:nvPr/>
            </p14:nvContentPartPr>
            <p14:xfrm>
              <a:off x="8156289" y="1842931"/>
              <a:ext cx="242723" cy="51187"/>
            </p14:xfrm>
          </p:contentPart>
        </mc:Choice>
        <mc:Fallback xmlns="">
          <p:sp>
            <p:nvSpPr>
              <p:cNvPr id="1051004" name=""/>
              <p:cNvSpPr/>
              <p:nvPr/>
            </p:nvSpPr>
            <p:spPr>
              <a:xfrm>
                <a:off x="8156289" y="1842931"/>
                <a:ext cx="242723" cy="51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005" name="Encre 1051004"/>
              <p14:cNvContentPartPr/>
              <p14:nvPr/>
            </p14:nvContentPartPr>
            <p14:xfrm>
              <a:off x="8192030" y="1748497"/>
              <a:ext cx="800859" cy="122859"/>
            </p14:xfrm>
          </p:contentPart>
        </mc:Choice>
        <mc:Fallback xmlns="">
          <p:sp>
            <p:nvSpPr>
              <p:cNvPr id="1051005" name=""/>
              <p:cNvSpPr/>
              <p:nvPr/>
            </p:nvSpPr>
            <p:spPr>
              <a:xfrm>
                <a:off x="8192030" y="1748497"/>
                <a:ext cx="800859" cy="122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006" name="Encre 1051005"/>
              <p14:cNvContentPartPr/>
              <p14:nvPr/>
            </p14:nvContentPartPr>
            <p14:xfrm>
              <a:off x="8742703" y="1719209"/>
              <a:ext cx="300943" cy="132876"/>
            </p14:xfrm>
          </p:contentPart>
        </mc:Choice>
        <mc:Fallback xmlns="">
          <p:sp>
            <p:nvSpPr>
              <p:cNvPr id="1051006" name=""/>
              <p:cNvSpPr/>
              <p:nvPr/>
            </p:nvSpPr>
            <p:spPr>
              <a:xfrm>
                <a:off x="8742703" y="1719209"/>
                <a:ext cx="300943" cy="132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007" name="Encre 1051006"/>
              <p14:cNvContentPartPr/>
              <p14:nvPr/>
            </p14:nvContentPartPr>
            <p14:xfrm>
              <a:off x="9100111" y="1553951"/>
              <a:ext cx="293428" cy="174120"/>
            </p14:xfrm>
          </p:contentPart>
        </mc:Choice>
        <mc:Fallback xmlns="">
          <p:sp>
            <p:nvSpPr>
              <p:cNvPr id="1051007" name=""/>
              <p:cNvSpPr/>
              <p:nvPr/>
            </p:nvSpPr>
            <p:spPr>
              <a:xfrm>
                <a:off x="9100111" y="1553951"/>
                <a:ext cx="293428" cy="174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008" name="Encre 1051007"/>
              <p14:cNvContentPartPr/>
              <p14:nvPr/>
            </p14:nvContentPartPr>
            <p14:xfrm>
              <a:off x="9093051" y="1458600"/>
              <a:ext cx="186206" cy="28791"/>
            </p14:xfrm>
          </p:contentPart>
        </mc:Choice>
        <mc:Fallback xmlns="">
          <p:sp>
            <p:nvSpPr>
              <p:cNvPr id="1051008" name=""/>
              <p:cNvSpPr/>
              <p:nvPr/>
            </p:nvSpPr>
            <p:spPr>
              <a:xfrm>
                <a:off x="9093051" y="1458600"/>
                <a:ext cx="186206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009" name="Encre 1051008"/>
              <p14:cNvContentPartPr/>
              <p14:nvPr/>
            </p14:nvContentPartPr>
            <p14:xfrm>
              <a:off x="9250576" y="1386373"/>
              <a:ext cx="159473" cy="190247"/>
            </p14:xfrm>
          </p:contentPart>
        </mc:Choice>
        <mc:Fallback xmlns="">
          <p:sp>
            <p:nvSpPr>
              <p:cNvPr id="1051009" name=""/>
              <p:cNvSpPr/>
              <p:nvPr/>
            </p:nvSpPr>
            <p:spPr>
              <a:xfrm>
                <a:off x="9250576" y="1386373"/>
                <a:ext cx="159473" cy="190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010" name="Encre 1051009"/>
              <p14:cNvContentPartPr/>
              <p14:nvPr/>
            </p14:nvContentPartPr>
            <p14:xfrm>
              <a:off x="9369707" y="1653275"/>
              <a:ext cx="151077" cy="131151"/>
            </p14:xfrm>
          </p:contentPart>
        </mc:Choice>
        <mc:Fallback xmlns="">
          <p:sp>
            <p:nvSpPr>
              <p:cNvPr id="1051010" name=""/>
              <p:cNvSpPr/>
              <p:nvPr/>
            </p:nvSpPr>
            <p:spPr>
              <a:xfrm>
                <a:off x="9369707" y="1653275"/>
                <a:ext cx="151077" cy="131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011" name="Encre 1051010"/>
              <p14:cNvContentPartPr/>
              <p14:nvPr/>
            </p14:nvContentPartPr>
            <p14:xfrm>
              <a:off x="9510771" y="1644502"/>
              <a:ext cx="147956" cy="193744"/>
            </p14:xfrm>
          </p:contentPart>
        </mc:Choice>
        <mc:Fallback xmlns="">
          <p:sp>
            <p:nvSpPr>
              <p:cNvPr id="1051011" name=""/>
              <p:cNvSpPr/>
              <p:nvPr/>
            </p:nvSpPr>
            <p:spPr>
              <a:xfrm>
                <a:off x="9510771" y="1644502"/>
                <a:ext cx="147956" cy="1937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012" name="Encre 1051011"/>
              <p14:cNvContentPartPr/>
              <p14:nvPr/>
            </p14:nvContentPartPr>
            <p14:xfrm>
              <a:off x="9596459" y="1688368"/>
              <a:ext cx="151836" cy="185222"/>
            </p14:xfrm>
          </p:contentPart>
        </mc:Choice>
        <mc:Fallback xmlns="">
          <p:sp>
            <p:nvSpPr>
              <p:cNvPr id="1051012" name=""/>
              <p:cNvSpPr/>
              <p:nvPr/>
            </p:nvSpPr>
            <p:spPr>
              <a:xfrm>
                <a:off x="9596459" y="1688368"/>
                <a:ext cx="151836" cy="1852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013" name="Encre 1051012"/>
              <p14:cNvContentPartPr/>
              <p14:nvPr/>
            </p14:nvContentPartPr>
            <p14:xfrm>
              <a:off x="8613860" y="2925202"/>
              <a:ext cx="31349" cy="3735"/>
            </p14:xfrm>
          </p:contentPart>
        </mc:Choice>
        <mc:Fallback xmlns="">
          <p:sp>
            <p:nvSpPr>
              <p:cNvPr id="1051013" name=""/>
              <p:cNvSpPr/>
              <p:nvPr/>
            </p:nvSpPr>
            <p:spPr>
              <a:xfrm>
                <a:off x="8613860" y="2925202"/>
                <a:ext cx="31349" cy="3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014" name="Encre 1051013"/>
              <p14:cNvContentPartPr/>
              <p14:nvPr/>
            </p14:nvContentPartPr>
            <p14:xfrm>
              <a:off x="2588626" y="1754155"/>
              <a:ext cx="2261632" cy="527594"/>
            </p14:xfrm>
          </p:contentPart>
        </mc:Choice>
        <mc:Fallback xmlns="">
          <p:sp>
            <p:nvSpPr>
              <p:cNvPr id="1051014" name=""/>
              <p:cNvSpPr/>
              <p:nvPr/>
            </p:nvSpPr>
            <p:spPr>
              <a:xfrm>
                <a:off x="2588626" y="1754155"/>
                <a:ext cx="2261632" cy="527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015" name="Encre 1051014"/>
              <p14:cNvContentPartPr/>
              <p14:nvPr/>
            </p14:nvContentPartPr>
            <p14:xfrm>
              <a:off x="6476615" y="2762395"/>
              <a:ext cx="56334" cy="139370"/>
            </p14:xfrm>
          </p:contentPart>
        </mc:Choice>
        <mc:Fallback xmlns="">
          <p:sp>
            <p:nvSpPr>
              <p:cNvPr id="1051015" name=""/>
              <p:cNvSpPr/>
              <p:nvPr/>
            </p:nvSpPr>
            <p:spPr>
              <a:xfrm>
                <a:off x="6476615" y="2762395"/>
                <a:ext cx="56334" cy="139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016" name="Encre 1051015"/>
              <p14:cNvContentPartPr/>
              <p14:nvPr/>
            </p14:nvContentPartPr>
            <p14:xfrm>
              <a:off x="6432787" y="2820225"/>
              <a:ext cx="173790" cy="110277"/>
            </p14:xfrm>
          </p:contentPart>
        </mc:Choice>
        <mc:Fallback xmlns="">
          <p:sp>
            <p:nvSpPr>
              <p:cNvPr id="1051016" name=""/>
              <p:cNvSpPr/>
              <p:nvPr/>
            </p:nvSpPr>
            <p:spPr>
              <a:xfrm>
                <a:off x="6432787" y="2820225"/>
                <a:ext cx="173790" cy="110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017" name="Encre 1051016"/>
              <p14:cNvContentPartPr/>
              <p14:nvPr/>
            </p14:nvContentPartPr>
            <p14:xfrm>
              <a:off x="11093576" y="1682972"/>
              <a:ext cx="87886" cy="156839"/>
            </p14:xfrm>
          </p:contentPart>
        </mc:Choice>
        <mc:Fallback xmlns="">
          <p:sp>
            <p:nvSpPr>
              <p:cNvPr id="1051017" name=""/>
              <p:cNvSpPr/>
              <p:nvPr/>
            </p:nvSpPr>
            <p:spPr>
              <a:xfrm>
                <a:off x="11093576" y="1682972"/>
                <a:ext cx="87886" cy="156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018" name="Encre 1051017"/>
              <p14:cNvContentPartPr/>
              <p14:nvPr/>
            </p14:nvContentPartPr>
            <p14:xfrm>
              <a:off x="11038499" y="1733853"/>
              <a:ext cx="214445" cy="101514"/>
            </p14:xfrm>
          </p:contentPart>
        </mc:Choice>
        <mc:Fallback xmlns="">
          <p:sp>
            <p:nvSpPr>
              <p:cNvPr id="1051018" name=""/>
              <p:cNvSpPr/>
              <p:nvPr/>
            </p:nvSpPr>
            <p:spPr>
              <a:xfrm>
                <a:off x="11038499" y="1733853"/>
                <a:ext cx="214445" cy="101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019" name="Encre 1051018"/>
              <p14:cNvContentPartPr/>
              <p14:nvPr/>
            </p14:nvContentPartPr>
            <p14:xfrm>
              <a:off x="5810632" y="5812278"/>
              <a:ext cx="1741065" cy="463720"/>
            </p14:xfrm>
          </p:contentPart>
        </mc:Choice>
        <mc:Fallback xmlns="">
          <p:sp>
            <p:nvSpPr>
              <p:cNvPr id="1051019" name=""/>
              <p:cNvSpPr/>
              <p:nvPr/>
            </p:nvSpPr>
            <p:spPr>
              <a:xfrm>
                <a:off x="5810632" y="5812278"/>
                <a:ext cx="1741065" cy="4637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020" name="Encre 1051019"/>
              <p14:cNvContentPartPr/>
              <p14:nvPr/>
            </p14:nvContentPartPr>
            <p14:xfrm>
              <a:off x="5731132" y="5785212"/>
              <a:ext cx="272324" cy="215449"/>
            </p14:xfrm>
          </p:contentPart>
        </mc:Choice>
        <mc:Fallback xmlns="">
          <p:sp>
            <p:nvSpPr>
              <p:cNvPr id="1051020" name=""/>
              <p:cNvSpPr/>
              <p:nvPr/>
            </p:nvSpPr>
            <p:spPr>
              <a:xfrm>
                <a:off x="5731132" y="5785212"/>
                <a:ext cx="272324" cy="215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021" name="Encre 1051020"/>
              <p14:cNvContentPartPr/>
              <p14:nvPr/>
            </p14:nvContentPartPr>
            <p14:xfrm>
              <a:off x="7426912" y="5853228"/>
              <a:ext cx="402934" cy="418932"/>
            </p14:xfrm>
          </p:contentPart>
        </mc:Choice>
        <mc:Fallback xmlns="">
          <p:sp>
            <p:nvSpPr>
              <p:cNvPr id="1051021" name=""/>
              <p:cNvSpPr/>
              <p:nvPr/>
            </p:nvSpPr>
            <p:spPr>
              <a:xfrm>
                <a:off x="7426912" y="5853228"/>
                <a:ext cx="402934" cy="418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022" name="Encre 1051021"/>
              <p14:cNvContentPartPr/>
              <p14:nvPr/>
            </p14:nvContentPartPr>
            <p14:xfrm>
              <a:off x="7870295" y="6102176"/>
              <a:ext cx="19874" cy="171215"/>
            </p14:xfrm>
          </p:contentPart>
        </mc:Choice>
        <mc:Fallback xmlns="">
          <p:sp>
            <p:nvSpPr>
              <p:cNvPr id="1051022" name=""/>
              <p:cNvSpPr/>
              <p:nvPr/>
            </p:nvSpPr>
            <p:spPr>
              <a:xfrm>
                <a:off x="7870295" y="6102176"/>
                <a:ext cx="19874" cy="171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023" name="Encre 1051022"/>
              <p14:cNvContentPartPr/>
              <p14:nvPr/>
            </p14:nvContentPartPr>
            <p14:xfrm>
              <a:off x="7870362" y="5942335"/>
              <a:ext cx="3530" cy="94564"/>
            </p14:xfrm>
          </p:contentPart>
        </mc:Choice>
        <mc:Fallback xmlns="">
          <p:sp>
            <p:nvSpPr>
              <p:cNvPr id="1051023" name=""/>
              <p:cNvSpPr/>
              <p:nvPr/>
            </p:nvSpPr>
            <p:spPr>
              <a:xfrm>
                <a:off x="7870362" y="5942335"/>
                <a:ext cx="3530" cy="94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024" name="Encre 1051023"/>
              <p14:cNvContentPartPr/>
              <p14:nvPr/>
            </p14:nvContentPartPr>
            <p14:xfrm>
              <a:off x="8143908" y="5849961"/>
              <a:ext cx="258470" cy="484033"/>
            </p14:xfrm>
          </p:contentPart>
        </mc:Choice>
        <mc:Fallback xmlns="">
          <p:sp>
            <p:nvSpPr>
              <p:cNvPr id="1051024" name=""/>
              <p:cNvSpPr/>
              <p:nvPr/>
            </p:nvSpPr>
            <p:spPr>
              <a:xfrm>
                <a:off x="8143908" y="5849961"/>
                <a:ext cx="258470" cy="484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025" name="Encre 1051024"/>
              <p14:cNvContentPartPr/>
              <p14:nvPr/>
            </p14:nvContentPartPr>
            <p14:xfrm>
              <a:off x="8526657" y="5889092"/>
              <a:ext cx="151624" cy="558786"/>
            </p14:xfrm>
          </p:contentPart>
        </mc:Choice>
        <mc:Fallback xmlns="">
          <p:sp>
            <p:nvSpPr>
              <p:cNvPr id="1051025" name=""/>
              <p:cNvSpPr/>
              <p:nvPr/>
            </p:nvSpPr>
            <p:spPr>
              <a:xfrm>
                <a:off x="8526657" y="5889092"/>
                <a:ext cx="151624" cy="558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026" name="Encre 1051025"/>
              <p14:cNvContentPartPr/>
              <p14:nvPr/>
            </p14:nvContentPartPr>
            <p14:xfrm>
              <a:off x="8499577" y="6116911"/>
              <a:ext cx="400650" cy="209251"/>
            </p14:xfrm>
          </p:contentPart>
        </mc:Choice>
        <mc:Fallback xmlns="">
          <p:sp>
            <p:nvSpPr>
              <p:cNvPr id="1051026" name=""/>
              <p:cNvSpPr/>
              <p:nvPr/>
            </p:nvSpPr>
            <p:spPr>
              <a:xfrm>
                <a:off x="8499577" y="6116911"/>
                <a:ext cx="400650" cy="209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027" name="Encre 1051026"/>
              <p14:cNvContentPartPr/>
              <p14:nvPr/>
            </p14:nvContentPartPr>
            <p14:xfrm>
              <a:off x="8932766" y="6087532"/>
              <a:ext cx="188903" cy="274153"/>
            </p14:xfrm>
          </p:contentPart>
        </mc:Choice>
        <mc:Fallback xmlns="">
          <p:sp>
            <p:nvSpPr>
              <p:cNvPr id="1051027" name=""/>
              <p:cNvSpPr/>
              <p:nvPr/>
            </p:nvSpPr>
            <p:spPr>
              <a:xfrm>
                <a:off x="8932766" y="6087532"/>
                <a:ext cx="188903" cy="2741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028" name="Encre 1051027"/>
              <p14:cNvContentPartPr/>
              <p14:nvPr/>
            </p14:nvContentPartPr>
            <p14:xfrm>
              <a:off x="7719898" y="6458839"/>
              <a:ext cx="1334765" cy="77934"/>
            </p14:xfrm>
          </p:contentPart>
        </mc:Choice>
        <mc:Fallback xmlns="">
          <p:sp>
            <p:nvSpPr>
              <p:cNvPr id="1051028" name=""/>
              <p:cNvSpPr/>
              <p:nvPr/>
            </p:nvSpPr>
            <p:spPr>
              <a:xfrm>
                <a:off x="7719898" y="6458839"/>
                <a:ext cx="1334765" cy="77934"/>
              </a:xfrm>
            </p:spPr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29" name="ZoneTexte 3"/>
          <p:cNvSpPr txBox="1"/>
          <p:nvPr/>
        </p:nvSpPr>
        <p:spPr>
          <a:xfrm>
            <a:off x="252511" y="222856"/>
            <a:ext cx="54152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2. EXEMPLES DE CALVUL DU TRAVAIL</a:t>
            </a:r>
          </a:p>
        </p:txBody>
      </p:sp>
      <p:pic>
        <p:nvPicPr>
          <p:cNvPr id="2097157" name="Image 4"/>
          <p:cNvPicPr>
            <a:picLocks noChangeAspect="1"/>
          </p:cNvPicPr>
          <p:nvPr/>
        </p:nvPicPr>
        <p:blipFill>
          <a:blip r:embed="rId2">
            <a:lum bright="-20000" contrast="20000"/>
          </a:blip>
          <a:stretch>
            <a:fillRect/>
          </a:stretch>
        </p:blipFill>
        <p:spPr>
          <a:xfrm>
            <a:off x="6671256" y="565682"/>
            <a:ext cx="4971245" cy="3709115"/>
          </a:xfrm>
          <a:prstGeom prst="rect">
            <a:avLst/>
          </a:prstGeom>
        </p:spPr>
      </p:pic>
      <p:sp>
        <p:nvSpPr>
          <p:cNvPr id="1051030" name="ZoneTexte 5"/>
          <p:cNvSpPr txBox="1"/>
          <p:nvPr/>
        </p:nvSpPr>
        <p:spPr>
          <a:xfrm>
            <a:off x="822101" y="847860"/>
            <a:ext cx="39166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2.1 Travail de la force poids</a:t>
            </a:r>
          </a:p>
        </p:txBody>
      </p:sp>
      <p:sp>
        <p:nvSpPr>
          <p:cNvPr id="1051031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62130" y="2162404"/>
            <a:ext cx="3941271" cy="92807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032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92295" y="3715483"/>
            <a:ext cx="3062890" cy="976614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033" name="ZoneTexte 8"/>
          <p:cNvSpPr txBox="1"/>
          <p:nvPr/>
        </p:nvSpPr>
        <p:spPr>
          <a:xfrm>
            <a:off x="1262130" y="3253818"/>
            <a:ext cx="855980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Avec</a:t>
            </a:r>
          </a:p>
        </p:txBody>
      </p:sp>
      <p:sp>
        <p:nvSpPr>
          <p:cNvPr id="1051034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74088" y="4826952"/>
            <a:ext cx="9430980" cy="508857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035" name="Encre 1051034"/>
              <p14:cNvContentPartPr/>
              <p14:nvPr/>
            </p14:nvContentPartPr>
            <p14:xfrm>
              <a:off x="3760405" y="2842067"/>
              <a:ext cx="512489" cy="161213"/>
            </p14:xfrm>
          </p:contentPart>
        </mc:Choice>
        <mc:Fallback xmlns="">
          <p:sp>
            <p:nvSpPr>
              <p:cNvPr id="1051035" name=""/>
              <p:cNvSpPr/>
              <p:nvPr/>
            </p:nvSpPr>
            <p:spPr>
              <a:xfrm>
                <a:off x="3760405" y="2842067"/>
                <a:ext cx="512489" cy="161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036" name="Encre 1051035"/>
              <p14:cNvContentPartPr/>
              <p14:nvPr/>
            </p14:nvContentPartPr>
            <p14:xfrm>
              <a:off x="4516021" y="2864157"/>
              <a:ext cx="547065" cy="74603"/>
            </p14:xfrm>
          </p:contentPart>
        </mc:Choice>
        <mc:Fallback xmlns="">
          <p:sp>
            <p:nvSpPr>
              <p:cNvPr id="1051036" name=""/>
              <p:cNvSpPr/>
              <p:nvPr/>
            </p:nvSpPr>
            <p:spPr>
              <a:xfrm>
                <a:off x="4516021" y="2864157"/>
                <a:ext cx="547065" cy="74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037" name="Encre 1051036"/>
              <p14:cNvContentPartPr/>
              <p14:nvPr/>
            </p14:nvContentPartPr>
            <p14:xfrm>
              <a:off x="8096721" y="3510811"/>
              <a:ext cx="30210" cy="9090"/>
            </p14:xfrm>
          </p:contentPart>
        </mc:Choice>
        <mc:Fallback xmlns="">
          <p:sp>
            <p:nvSpPr>
              <p:cNvPr id="1051037" name=""/>
              <p:cNvSpPr/>
              <p:nvPr/>
            </p:nvSpPr>
            <p:spPr>
              <a:xfrm>
                <a:off x="8096721" y="3510811"/>
                <a:ext cx="30210" cy="9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038" name="Encre 1051037"/>
              <p14:cNvContentPartPr/>
              <p14:nvPr/>
            </p14:nvContentPartPr>
            <p14:xfrm>
              <a:off x="8105986" y="3501535"/>
              <a:ext cx="30707" cy="9677"/>
            </p14:xfrm>
          </p:contentPart>
        </mc:Choice>
        <mc:Fallback xmlns="">
          <p:sp>
            <p:nvSpPr>
              <p:cNvPr id="1051038" name=""/>
              <p:cNvSpPr/>
              <p:nvPr/>
            </p:nvSpPr>
            <p:spPr>
              <a:xfrm>
                <a:off x="8105986" y="3501535"/>
                <a:ext cx="30707" cy="9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039" name="Encre 1051038"/>
              <p14:cNvContentPartPr/>
              <p14:nvPr/>
            </p14:nvContentPartPr>
            <p14:xfrm>
              <a:off x="7279709" y="480443"/>
              <a:ext cx="82781" cy="372582"/>
            </p14:xfrm>
          </p:contentPart>
        </mc:Choice>
        <mc:Fallback xmlns="">
          <p:sp>
            <p:nvSpPr>
              <p:cNvPr id="1051039" name=""/>
              <p:cNvSpPr/>
              <p:nvPr/>
            </p:nvSpPr>
            <p:spPr>
              <a:xfrm>
                <a:off x="7279709" y="480443"/>
                <a:ext cx="82781" cy="372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040" name="Encre 1051039"/>
              <p14:cNvContentPartPr/>
              <p14:nvPr/>
            </p14:nvContentPartPr>
            <p14:xfrm>
              <a:off x="7483832" y="632590"/>
              <a:ext cx="369041" cy="177984"/>
            </p14:xfrm>
          </p:contentPart>
        </mc:Choice>
        <mc:Fallback xmlns="">
          <p:sp>
            <p:nvSpPr>
              <p:cNvPr id="1051040" name=""/>
              <p:cNvSpPr/>
              <p:nvPr/>
            </p:nvSpPr>
            <p:spPr>
              <a:xfrm>
                <a:off x="7483832" y="632590"/>
                <a:ext cx="369041" cy="177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041" name="Encre 1051040"/>
              <p14:cNvContentPartPr/>
              <p14:nvPr/>
            </p14:nvContentPartPr>
            <p14:xfrm>
              <a:off x="7858588" y="458850"/>
              <a:ext cx="101333" cy="319170"/>
            </p14:xfrm>
          </p:contentPart>
        </mc:Choice>
        <mc:Fallback xmlns="">
          <p:sp>
            <p:nvSpPr>
              <p:cNvPr id="1051041" name=""/>
              <p:cNvSpPr/>
              <p:nvPr/>
            </p:nvSpPr>
            <p:spPr>
              <a:xfrm>
                <a:off x="7858588" y="458850"/>
                <a:ext cx="101333" cy="3191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042" name="Encre 1051041"/>
              <p14:cNvContentPartPr/>
              <p14:nvPr/>
            </p14:nvContentPartPr>
            <p14:xfrm>
              <a:off x="7957302" y="647233"/>
              <a:ext cx="27342" cy="92510"/>
            </p14:xfrm>
          </p:contentPart>
        </mc:Choice>
        <mc:Fallback xmlns="">
          <p:sp>
            <p:nvSpPr>
              <p:cNvPr id="1051042" name=""/>
              <p:cNvSpPr/>
              <p:nvPr/>
            </p:nvSpPr>
            <p:spPr>
              <a:xfrm>
                <a:off x="7957302" y="647233"/>
                <a:ext cx="27342" cy="92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043" name="Encre 1051042"/>
              <p14:cNvContentPartPr/>
              <p14:nvPr/>
            </p14:nvContentPartPr>
            <p14:xfrm>
              <a:off x="7998764" y="545720"/>
              <a:ext cx="14562" cy="36237"/>
            </p14:xfrm>
          </p:contentPart>
        </mc:Choice>
        <mc:Fallback xmlns="">
          <p:sp>
            <p:nvSpPr>
              <p:cNvPr id="1051043" name=""/>
              <p:cNvSpPr/>
              <p:nvPr/>
            </p:nvSpPr>
            <p:spPr>
              <a:xfrm>
                <a:off x="7998764" y="545720"/>
                <a:ext cx="14562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044" name="Encre 1051043"/>
              <p14:cNvContentPartPr/>
              <p14:nvPr/>
            </p14:nvContentPartPr>
            <p14:xfrm>
              <a:off x="7841682" y="611244"/>
              <a:ext cx="148477" cy="15295"/>
            </p14:xfrm>
          </p:contentPart>
        </mc:Choice>
        <mc:Fallback xmlns="">
          <p:sp>
            <p:nvSpPr>
              <p:cNvPr id="1051044" name=""/>
              <p:cNvSpPr/>
              <p:nvPr/>
            </p:nvSpPr>
            <p:spPr>
              <a:xfrm>
                <a:off x="7841682" y="611244"/>
                <a:ext cx="148477" cy="15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045" name="Encre 1051044"/>
              <p14:cNvContentPartPr/>
              <p14:nvPr/>
            </p14:nvContentPartPr>
            <p14:xfrm>
              <a:off x="8040006" y="672550"/>
              <a:ext cx="114436" cy="111332"/>
            </p14:xfrm>
          </p:contentPart>
        </mc:Choice>
        <mc:Fallback xmlns="">
          <p:sp>
            <p:nvSpPr>
              <p:cNvPr id="1051045" name=""/>
              <p:cNvSpPr/>
              <p:nvPr/>
            </p:nvSpPr>
            <p:spPr>
              <a:xfrm>
                <a:off x="8040006" y="672550"/>
                <a:ext cx="114436" cy="111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046" name="Encre 1051045"/>
              <p14:cNvContentPartPr/>
              <p14:nvPr/>
            </p14:nvContentPartPr>
            <p14:xfrm>
              <a:off x="8110937" y="618194"/>
              <a:ext cx="224055" cy="152653"/>
            </p14:xfrm>
          </p:contentPart>
        </mc:Choice>
        <mc:Fallback xmlns="">
          <p:sp>
            <p:nvSpPr>
              <p:cNvPr id="1051046" name=""/>
              <p:cNvSpPr/>
              <p:nvPr/>
            </p:nvSpPr>
            <p:spPr>
              <a:xfrm>
                <a:off x="8110937" y="618194"/>
                <a:ext cx="224055" cy="152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047" name="Encre 1051046"/>
              <p14:cNvContentPartPr/>
              <p14:nvPr/>
            </p14:nvContentPartPr>
            <p14:xfrm>
              <a:off x="8332959" y="386375"/>
              <a:ext cx="23655" cy="329168"/>
            </p14:xfrm>
          </p:contentPart>
        </mc:Choice>
        <mc:Fallback xmlns="">
          <p:sp>
            <p:nvSpPr>
              <p:cNvPr id="1051047" name=""/>
              <p:cNvSpPr/>
              <p:nvPr/>
            </p:nvSpPr>
            <p:spPr>
              <a:xfrm>
                <a:off x="8332959" y="386375"/>
                <a:ext cx="23655" cy="329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048" name="Encre 1051047"/>
              <p14:cNvContentPartPr/>
              <p14:nvPr/>
            </p14:nvContentPartPr>
            <p14:xfrm>
              <a:off x="8367982" y="633322"/>
              <a:ext cx="135008" cy="101672"/>
            </p14:xfrm>
          </p:contentPart>
        </mc:Choice>
        <mc:Fallback xmlns="">
          <p:sp>
            <p:nvSpPr>
              <p:cNvPr id="1051048" name=""/>
              <p:cNvSpPr/>
              <p:nvPr/>
            </p:nvSpPr>
            <p:spPr>
              <a:xfrm>
                <a:off x="8367982" y="633322"/>
                <a:ext cx="135008" cy="101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049" name="Encre 1051048"/>
              <p14:cNvContentPartPr/>
              <p14:nvPr/>
            </p14:nvContentPartPr>
            <p14:xfrm>
              <a:off x="8506637" y="458850"/>
              <a:ext cx="83819" cy="398361"/>
            </p14:xfrm>
          </p:contentPart>
        </mc:Choice>
        <mc:Fallback xmlns="">
          <p:sp>
            <p:nvSpPr>
              <p:cNvPr id="1051049" name=""/>
              <p:cNvSpPr/>
              <p:nvPr/>
            </p:nvSpPr>
            <p:spPr>
              <a:xfrm>
                <a:off x="8506637" y="458850"/>
                <a:ext cx="83819" cy="398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050" name="Encre 1051049"/>
              <p14:cNvContentPartPr/>
              <p14:nvPr/>
            </p14:nvContentPartPr>
            <p14:xfrm>
              <a:off x="3665611" y="4886285"/>
              <a:ext cx="480357" cy="511014"/>
            </p14:xfrm>
          </p:contentPart>
        </mc:Choice>
        <mc:Fallback xmlns="">
          <p:sp>
            <p:nvSpPr>
              <p:cNvPr id="1051050" name=""/>
              <p:cNvSpPr/>
              <p:nvPr/>
            </p:nvSpPr>
            <p:spPr>
              <a:xfrm>
                <a:off x="3665611" y="4886285"/>
                <a:ext cx="480357" cy="511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051" name="Encre 1051050"/>
              <p14:cNvContentPartPr/>
              <p14:nvPr/>
            </p14:nvContentPartPr>
            <p14:xfrm>
              <a:off x="8642541" y="1142448"/>
              <a:ext cx="115714" cy="178401"/>
            </p14:xfrm>
          </p:contentPart>
        </mc:Choice>
        <mc:Fallback xmlns="">
          <p:sp>
            <p:nvSpPr>
              <p:cNvPr id="1051051" name=""/>
              <p:cNvSpPr/>
              <p:nvPr/>
            </p:nvSpPr>
            <p:spPr>
              <a:xfrm>
                <a:off x="8642541" y="1142448"/>
                <a:ext cx="115714" cy="178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052" name="Encre 1051051"/>
              <p14:cNvContentPartPr/>
              <p14:nvPr/>
            </p14:nvContentPartPr>
            <p14:xfrm>
              <a:off x="9264696" y="2346823"/>
              <a:ext cx="153781" cy="141118"/>
            </p14:xfrm>
          </p:contentPart>
        </mc:Choice>
        <mc:Fallback xmlns="">
          <p:sp>
            <p:nvSpPr>
              <p:cNvPr id="1051052" name=""/>
              <p:cNvSpPr/>
              <p:nvPr/>
            </p:nvSpPr>
            <p:spPr>
              <a:xfrm>
                <a:off x="9264696" y="2346823"/>
                <a:ext cx="153781" cy="141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053" name="Encre 1051052"/>
              <p14:cNvContentPartPr/>
              <p14:nvPr/>
            </p14:nvContentPartPr>
            <p14:xfrm>
              <a:off x="10530626" y="2412337"/>
              <a:ext cx="84865" cy="177680"/>
            </p14:xfrm>
          </p:contentPart>
        </mc:Choice>
        <mc:Fallback xmlns="">
          <p:sp>
            <p:nvSpPr>
              <p:cNvPr id="1051053" name=""/>
              <p:cNvSpPr/>
              <p:nvPr/>
            </p:nvSpPr>
            <p:spPr>
              <a:xfrm>
                <a:off x="10530626" y="2412337"/>
                <a:ext cx="84865" cy="177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054" name="Encre 1051053"/>
              <p14:cNvContentPartPr/>
              <p14:nvPr/>
            </p14:nvContentPartPr>
            <p14:xfrm>
              <a:off x="8170409" y="1473243"/>
              <a:ext cx="3152091" cy="536280"/>
            </p14:xfrm>
          </p:contentPart>
        </mc:Choice>
        <mc:Fallback xmlns="">
          <p:sp>
            <p:nvSpPr>
              <p:cNvPr id="1051054" name=""/>
              <p:cNvSpPr/>
              <p:nvPr/>
            </p:nvSpPr>
            <p:spPr>
              <a:xfrm>
                <a:off x="8170409" y="1473243"/>
                <a:ext cx="3152091" cy="536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055" name="Encre 1051054"/>
              <p14:cNvContentPartPr/>
              <p14:nvPr/>
            </p14:nvContentPartPr>
            <p14:xfrm>
              <a:off x="8156906" y="1509232"/>
              <a:ext cx="3028738" cy="2348977"/>
            </p14:xfrm>
          </p:contentPart>
        </mc:Choice>
        <mc:Fallback xmlns="">
          <p:sp>
            <p:nvSpPr>
              <p:cNvPr id="1051055" name=""/>
              <p:cNvSpPr/>
              <p:nvPr/>
            </p:nvSpPr>
            <p:spPr>
              <a:xfrm>
                <a:off x="8156906" y="1509232"/>
                <a:ext cx="3028738" cy="2348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056" name="Encre 1051055"/>
              <p14:cNvContentPartPr/>
              <p14:nvPr/>
            </p14:nvContentPartPr>
            <p14:xfrm>
              <a:off x="777347" y="5655073"/>
              <a:ext cx="19864" cy="63137"/>
            </p14:xfrm>
          </p:contentPart>
        </mc:Choice>
        <mc:Fallback xmlns="">
          <p:sp>
            <p:nvSpPr>
              <p:cNvPr id="1051056" name=""/>
              <p:cNvSpPr/>
              <p:nvPr/>
            </p:nvSpPr>
            <p:spPr>
              <a:xfrm>
                <a:off x="777347" y="5655073"/>
                <a:ext cx="19864" cy="63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057" name="Encre 1051056"/>
              <p14:cNvContentPartPr/>
              <p14:nvPr/>
            </p14:nvContentPartPr>
            <p14:xfrm>
              <a:off x="667953" y="5500787"/>
              <a:ext cx="324266" cy="550462"/>
            </p14:xfrm>
          </p:contentPart>
        </mc:Choice>
        <mc:Fallback xmlns="">
          <p:sp>
            <p:nvSpPr>
              <p:cNvPr id="1051057" name=""/>
              <p:cNvSpPr/>
              <p:nvPr/>
            </p:nvSpPr>
            <p:spPr>
              <a:xfrm>
                <a:off x="667953" y="5500787"/>
                <a:ext cx="324266" cy="550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058" name="Encre 1051057"/>
              <p14:cNvContentPartPr/>
              <p14:nvPr/>
            </p14:nvContentPartPr>
            <p14:xfrm>
              <a:off x="1090197" y="5609156"/>
              <a:ext cx="351843" cy="447228"/>
            </p14:xfrm>
          </p:contentPart>
        </mc:Choice>
        <mc:Fallback xmlns="">
          <p:sp>
            <p:nvSpPr>
              <p:cNvPr id="1051058" name=""/>
              <p:cNvSpPr/>
              <p:nvPr/>
            </p:nvSpPr>
            <p:spPr>
              <a:xfrm>
                <a:off x="1090197" y="5609156"/>
                <a:ext cx="351843" cy="447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059" name="Encre 1051058"/>
              <p14:cNvContentPartPr/>
              <p14:nvPr/>
            </p14:nvContentPartPr>
            <p14:xfrm>
              <a:off x="1125938" y="5718210"/>
              <a:ext cx="200325" cy="14395"/>
            </p14:xfrm>
          </p:contentPart>
        </mc:Choice>
        <mc:Fallback xmlns="">
          <p:sp>
            <p:nvSpPr>
              <p:cNvPr id="1051059" name=""/>
              <p:cNvSpPr/>
              <p:nvPr/>
            </p:nvSpPr>
            <p:spPr>
              <a:xfrm>
                <a:off x="1125938" y="5718210"/>
                <a:ext cx="200325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060" name="Encre 1051059"/>
              <p14:cNvContentPartPr/>
              <p14:nvPr/>
            </p14:nvContentPartPr>
            <p14:xfrm>
              <a:off x="1457899" y="5874430"/>
              <a:ext cx="445602" cy="164211"/>
            </p14:xfrm>
          </p:contentPart>
        </mc:Choice>
        <mc:Fallback xmlns="">
          <p:sp>
            <p:nvSpPr>
              <p:cNvPr id="1051060" name=""/>
              <p:cNvSpPr/>
              <p:nvPr/>
            </p:nvSpPr>
            <p:spPr>
              <a:xfrm>
                <a:off x="1457899" y="5874430"/>
                <a:ext cx="445602" cy="164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061" name="Encre 1051060"/>
              <p14:cNvContentPartPr/>
              <p14:nvPr/>
            </p14:nvContentPartPr>
            <p14:xfrm>
              <a:off x="1889664" y="5630859"/>
              <a:ext cx="447567" cy="479817"/>
            </p14:xfrm>
          </p:contentPart>
        </mc:Choice>
        <mc:Fallback xmlns="">
          <p:sp>
            <p:nvSpPr>
              <p:cNvPr id="1051061" name=""/>
              <p:cNvSpPr/>
              <p:nvPr/>
            </p:nvSpPr>
            <p:spPr>
              <a:xfrm>
                <a:off x="1889664" y="5630859"/>
                <a:ext cx="447567" cy="479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062" name="Encre 1051061"/>
              <p14:cNvContentPartPr/>
              <p14:nvPr/>
            </p14:nvContentPartPr>
            <p14:xfrm>
              <a:off x="2027401" y="5768595"/>
              <a:ext cx="51885" cy="67951"/>
            </p14:xfrm>
          </p:contentPart>
        </mc:Choice>
        <mc:Fallback xmlns="">
          <p:sp>
            <p:nvSpPr>
              <p:cNvPr id="1051062" name=""/>
              <p:cNvSpPr/>
              <p:nvPr/>
            </p:nvSpPr>
            <p:spPr>
              <a:xfrm>
                <a:off x="2027401" y="5768595"/>
                <a:ext cx="51885" cy="67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063" name="Encre 1051062"/>
              <p14:cNvContentPartPr/>
              <p14:nvPr/>
            </p14:nvContentPartPr>
            <p14:xfrm>
              <a:off x="2519093" y="5679455"/>
              <a:ext cx="337848" cy="444066"/>
            </p14:xfrm>
          </p:contentPart>
        </mc:Choice>
        <mc:Fallback xmlns="">
          <p:sp>
            <p:nvSpPr>
              <p:cNvPr id="1051063" name=""/>
              <p:cNvSpPr/>
              <p:nvPr/>
            </p:nvSpPr>
            <p:spPr>
              <a:xfrm>
                <a:off x="2519093" y="5679455"/>
                <a:ext cx="337848" cy="444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064" name="Encre 1051063"/>
              <p14:cNvContentPartPr/>
              <p14:nvPr/>
            </p14:nvContentPartPr>
            <p14:xfrm>
              <a:off x="3014024" y="5874805"/>
              <a:ext cx="195618" cy="219804"/>
            </p14:xfrm>
          </p:contentPart>
        </mc:Choice>
        <mc:Fallback xmlns="">
          <p:sp>
            <p:nvSpPr>
              <p:cNvPr id="1051064" name=""/>
              <p:cNvSpPr/>
              <p:nvPr/>
            </p:nvSpPr>
            <p:spPr>
              <a:xfrm>
                <a:off x="3014024" y="5874805"/>
                <a:ext cx="195618" cy="219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065" name="Encre 1051064"/>
              <p14:cNvContentPartPr/>
              <p14:nvPr/>
            </p14:nvContentPartPr>
            <p14:xfrm>
              <a:off x="3327024" y="5934675"/>
              <a:ext cx="127554" cy="515528"/>
            </p14:xfrm>
          </p:contentPart>
        </mc:Choice>
        <mc:Fallback xmlns="">
          <p:sp>
            <p:nvSpPr>
              <p:cNvPr id="1051065" name=""/>
              <p:cNvSpPr/>
              <p:nvPr/>
            </p:nvSpPr>
            <p:spPr>
              <a:xfrm>
                <a:off x="3327024" y="5934675"/>
                <a:ext cx="127554" cy="515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066" name="Encre 1051065"/>
              <p14:cNvContentPartPr/>
              <p14:nvPr/>
            </p14:nvContentPartPr>
            <p14:xfrm>
              <a:off x="3278771" y="5746753"/>
              <a:ext cx="278866" cy="36485"/>
            </p14:xfrm>
          </p:contentPart>
        </mc:Choice>
        <mc:Fallback xmlns="">
          <p:sp>
            <p:nvSpPr>
              <p:cNvPr id="1051066" name=""/>
              <p:cNvSpPr/>
              <p:nvPr/>
            </p:nvSpPr>
            <p:spPr>
              <a:xfrm>
                <a:off x="3278771" y="5746753"/>
                <a:ext cx="278866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067" name="Encre 1051066"/>
              <p14:cNvContentPartPr/>
              <p14:nvPr/>
            </p14:nvContentPartPr>
            <p14:xfrm>
              <a:off x="3464535" y="5630844"/>
              <a:ext cx="112847" cy="247784"/>
            </p14:xfrm>
          </p:contentPart>
        </mc:Choice>
        <mc:Fallback xmlns="">
          <p:sp>
            <p:nvSpPr>
              <p:cNvPr id="1051067" name=""/>
              <p:cNvSpPr/>
              <p:nvPr/>
            </p:nvSpPr>
            <p:spPr>
              <a:xfrm>
                <a:off x="3464535" y="5630844"/>
                <a:ext cx="112847" cy="247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068" name="Encre 1051067"/>
              <p14:cNvContentPartPr/>
              <p14:nvPr/>
            </p14:nvContentPartPr>
            <p14:xfrm>
              <a:off x="3862261" y="5945853"/>
              <a:ext cx="260996" cy="235746"/>
            </p14:xfrm>
          </p:contentPart>
        </mc:Choice>
        <mc:Fallback xmlns="">
          <p:sp>
            <p:nvSpPr>
              <p:cNvPr id="1051068" name=""/>
              <p:cNvSpPr/>
              <p:nvPr/>
            </p:nvSpPr>
            <p:spPr>
              <a:xfrm>
                <a:off x="3862261" y="5945853"/>
                <a:ext cx="260996" cy="235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069" name="Encre 1051068"/>
              <p14:cNvContentPartPr/>
              <p14:nvPr/>
            </p14:nvContentPartPr>
            <p14:xfrm>
              <a:off x="4149856" y="5725408"/>
              <a:ext cx="21797" cy="439827"/>
            </p14:xfrm>
          </p:contentPart>
        </mc:Choice>
        <mc:Fallback xmlns="">
          <p:sp>
            <p:nvSpPr>
              <p:cNvPr id="1051069" name=""/>
              <p:cNvSpPr/>
              <p:nvPr/>
            </p:nvSpPr>
            <p:spPr>
              <a:xfrm>
                <a:off x="4149856" y="5725408"/>
                <a:ext cx="21797" cy="439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070" name="Encre 1051069"/>
              <p14:cNvContentPartPr/>
              <p14:nvPr/>
            </p14:nvContentPartPr>
            <p14:xfrm>
              <a:off x="4101250" y="5942335"/>
              <a:ext cx="185764" cy="7694"/>
            </p14:xfrm>
          </p:contentPart>
        </mc:Choice>
        <mc:Fallback xmlns="">
          <p:sp>
            <p:nvSpPr>
              <p:cNvPr id="1051070" name=""/>
              <p:cNvSpPr/>
              <p:nvPr/>
            </p:nvSpPr>
            <p:spPr>
              <a:xfrm>
                <a:off x="4101250" y="5942335"/>
                <a:ext cx="185764" cy="76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071" name="Encre 1051070"/>
              <p14:cNvContentPartPr/>
              <p14:nvPr/>
            </p14:nvContentPartPr>
            <p14:xfrm>
              <a:off x="4361275" y="5935137"/>
              <a:ext cx="563080" cy="262500"/>
            </p14:xfrm>
          </p:contentPart>
        </mc:Choice>
        <mc:Fallback xmlns="">
          <p:sp>
            <p:nvSpPr>
              <p:cNvPr id="1051071" name=""/>
              <p:cNvSpPr/>
              <p:nvPr/>
            </p:nvSpPr>
            <p:spPr>
              <a:xfrm>
                <a:off x="4361275" y="5935137"/>
                <a:ext cx="563080" cy="2625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072" name="Encre 1051071"/>
              <p14:cNvContentPartPr/>
              <p14:nvPr/>
            </p14:nvContentPartPr>
            <p14:xfrm>
              <a:off x="5008536" y="5950029"/>
              <a:ext cx="416030" cy="275687"/>
            </p14:xfrm>
          </p:contentPart>
        </mc:Choice>
        <mc:Fallback xmlns="">
          <p:sp>
            <p:nvSpPr>
              <p:cNvPr id="1051072" name=""/>
              <p:cNvSpPr/>
              <p:nvPr/>
            </p:nvSpPr>
            <p:spPr>
              <a:xfrm>
                <a:off x="5008536" y="5950029"/>
                <a:ext cx="416030" cy="275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073" name="Encre 1051072"/>
              <p14:cNvContentPartPr/>
              <p14:nvPr/>
            </p14:nvContentPartPr>
            <p14:xfrm>
              <a:off x="5431603" y="6006515"/>
              <a:ext cx="410992" cy="249050"/>
            </p14:xfrm>
          </p:contentPart>
        </mc:Choice>
        <mc:Fallback xmlns="">
          <p:sp>
            <p:nvSpPr>
              <p:cNvPr id="1051073" name=""/>
              <p:cNvSpPr/>
              <p:nvPr/>
            </p:nvSpPr>
            <p:spPr>
              <a:xfrm>
                <a:off x="5431603" y="6006515"/>
                <a:ext cx="410992" cy="249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074" name="Encre 1051073"/>
              <p14:cNvContentPartPr/>
              <p14:nvPr/>
            </p14:nvContentPartPr>
            <p14:xfrm>
              <a:off x="5720962" y="5754447"/>
              <a:ext cx="75109" cy="105252"/>
            </p14:xfrm>
          </p:contentPart>
        </mc:Choice>
        <mc:Fallback xmlns="">
          <p:sp>
            <p:nvSpPr>
              <p:cNvPr id="1051074" name=""/>
              <p:cNvSpPr/>
              <p:nvPr/>
            </p:nvSpPr>
            <p:spPr>
              <a:xfrm>
                <a:off x="5720962" y="5754447"/>
                <a:ext cx="75109" cy="105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075" name="Encre 1051074"/>
              <p14:cNvContentPartPr/>
              <p14:nvPr/>
            </p14:nvContentPartPr>
            <p14:xfrm>
              <a:off x="3733328" y="6304752"/>
              <a:ext cx="2141726" cy="42779"/>
            </p14:xfrm>
          </p:contentPart>
        </mc:Choice>
        <mc:Fallback xmlns="">
          <p:sp>
            <p:nvSpPr>
              <p:cNvPr id="1051075" name=""/>
              <p:cNvSpPr/>
              <p:nvPr/>
            </p:nvSpPr>
            <p:spPr>
              <a:xfrm>
                <a:off x="3733328" y="6304752"/>
                <a:ext cx="2141726" cy="4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076" name="Encre 1051075"/>
              <p14:cNvContentPartPr/>
              <p14:nvPr/>
            </p14:nvContentPartPr>
            <p14:xfrm>
              <a:off x="5887644" y="6181600"/>
              <a:ext cx="30211" cy="29941"/>
            </p14:xfrm>
          </p:contentPart>
        </mc:Choice>
        <mc:Fallback xmlns="">
          <p:sp>
            <p:nvSpPr>
              <p:cNvPr id="1051076" name=""/>
              <p:cNvSpPr/>
              <p:nvPr/>
            </p:nvSpPr>
            <p:spPr>
              <a:xfrm>
                <a:off x="5887644" y="6181600"/>
                <a:ext cx="30211" cy="29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077" name="Encre 1051076"/>
              <p14:cNvContentPartPr/>
              <p14:nvPr/>
            </p14:nvContentPartPr>
            <p14:xfrm>
              <a:off x="6032137" y="6099642"/>
              <a:ext cx="253181" cy="15096"/>
            </p14:xfrm>
          </p:contentPart>
        </mc:Choice>
        <mc:Fallback xmlns="">
          <p:sp>
            <p:nvSpPr>
              <p:cNvPr id="1051077" name=""/>
              <p:cNvSpPr/>
              <p:nvPr/>
            </p:nvSpPr>
            <p:spPr>
              <a:xfrm>
                <a:off x="6032137" y="6099642"/>
                <a:ext cx="253181" cy="15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078" name="Encre 1051077"/>
              <p14:cNvContentPartPr/>
              <p14:nvPr/>
            </p14:nvContentPartPr>
            <p14:xfrm>
              <a:off x="6060818" y="6185673"/>
              <a:ext cx="228710" cy="17768"/>
            </p14:xfrm>
          </p:contentPart>
        </mc:Choice>
        <mc:Fallback xmlns="">
          <p:sp>
            <p:nvSpPr>
              <p:cNvPr id="1051078" name=""/>
              <p:cNvSpPr/>
              <p:nvPr/>
            </p:nvSpPr>
            <p:spPr>
              <a:xfrm>
                <a:off x="6060818" y="6185673"/>
                <a:ext cx="228710" cy="17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079" name="Encre 1051078"/>
              <p14:cNvContentPartPr/>
              <p14:nvPr/>
            </p14:nvContentPartPr>
            <p14:xfrm>
              <a:off x="6232462" y="6000662"/>
              <a:ext cx="125971" cy="328028"/>
            </p14:xfrm>
          </p:contentPart>
        </mc:Choice>
        <mc:Fallback xmlns="">
          <p:sp>
            <p:nvSpPr>
              <p:cNvPr id="1051079" name=""/>
              <p:cNvSpPr/>
              <p:nvPr/>
            </p:nvSpPr>
            <p:spPr>
              <a:xfrm>
                <a:off x="6232462" y="6000662"/>
                <a:ext cx="125971" cy="328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080" name="Encre 1051079"/>
              <p14:cNvContentPartPr/>
              <p14:nvPr/>
            </p14:nvContentPartPr>
            <p14:xfrm>
              <a:off x="6504269" y="5771421"/>
              <a:ext cx="476502" cy="663469"/>
            </p14:xfrm>
          </p:contentPart>
        </mc:Choice>
        <mc:Fallback xmlns="">
          <p:sp>
            <p:nvSpPr>
              <p:cNvPr id="1051080" name=""/>
              <p:cNvSpPr/>
              <p:nvPr/>
            </p:nvSpPr>
            <p:spPr>
              <a:xfrm>
                <a:off x="6504269" y="5771421"/>
                <a:ext cx="476502" cy="663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081" name="Encre 1051080"/>
              <p14:cNvContentPartPr/>
              <p14:nvPr/>
            </p14:nvContentPartPr>
            <p14:xfrm>
              <a:off x="6973545" y="6065938"/>
              <a:ext cx="301014" cy="232117"/>
            </p14:xfrm>
          </p:contentPart>
        </mc:Choice>
        <mc:Fallback xmlns="">
          <p:sp>
            <p:nvSpPr>
              <p:cNvPr id="1051081" name=""/>
              <p:cNvSpPr/>
              <p:nvPr/>
            </p:nvSpPr>
            <p:spPr>
              <a:xfrm>
                <a:off x="6973545" y="6065938"/>
                <a:ext cx="301014" cy="2321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082" name="Encre 1051081"/>
              <p14:cNvContentPartPr/>
              <p14:nvPr/>
            </p14:nvContentPartPr>
            <p14:xfrm>
              <a:off x="7418741" y="6036683"/>
              <a:ext cx="480664" cy="301847"/>
            </p14:xfrm>
          </p:contentPart>
        </mc:Choice>
        <mc:Fallback xmlns="">
          <p:sp>
            <p:nvSpPr>
              <p:cNvPr id="1051082" name=""/>
              <p:cNvSpPr/>
              <p:nvPr/>
            </p:nvSpPr>
            <p:spPr>
              <a:xfrm>
                <a:off x="7418741" y="6036683"/>
                <a:ext cx="480664" cy="301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083" name="Encre 1051082"/>
              <p14:cNvContentPartPr/>
              <p14:nvPr/>
            </p14:nvContentPartPr>
            <p14:xfrm>
              <a:off x="7983753" y="6078864"/>
              <a:ext cx="738915" cy="291510"/>
            </p14:xfrm>
          </p:contentPart>
        </mc:Choice>
        <mc:Fallback xmlns="">
          <p:sp>
            <p:nvSpPr>
              <p:cNvPr id="1051083" name=""/>
              <p:cNvSpPr/>
              <p:nvPr/>
            </p:nvSpPr>
            <p:spPr>
              <a:xfrm>
                <a:off x="7983753" y="6078864"/>
                <a:ext cx="738915" cy="291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084" name="Encre 1051083"/>
              <p14:cNvContentPartPr/>
              <p14:nvPr/>
            </p14:nvContentPartPr>
            <p14:xfrm>
              <a:off x="8702146" y="5938840"/>
              <a:ext cx="736206" cy="430923"/>
            </p14:xfrm>
          </p:contentPart>
        </mc:Choice>
        <mc:Fallback xmlns="">
          <p:sp>
            <p:nvSpPr>
              <p:cNvPr id="1051084" name=""/>
              <p:cNvSpPr/>
              <p:nvPr/>
            </p:nvSpPr>
            <p:spPr>
              <a:xfrm>
                <a:off x="8702146" y="5938840"/>
                <a:ext cx="736206" cy="430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085" name="Encre 1051084"/>
              <p14:cNvContentPartPr/>
              <p14:nvPr/>
            </p14:nvContentPartPr>
            <p14:xfrm>
              <a:off x="9164533" y="5978820"/>
              <a:ext cx="7060" cy="79920"/>
            </p14:xfrm>
          </p:contentPart>
        </mc:Choice>
        <mc:Fallback xmlns="">
          <p:sp>
            <p:nvSpPr>
              <p:cNvPr id="1051085" name=""/>
              <p:cNvSpPr/>
              <p:nvPr/>
            </p:nvSpPr>
            <p:spPr>
              <a:xfrm>
                <a:off x="9164533" y="5978820"/>
                <a:ext cx="7060" cy="79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086" name="Encre 1051085"/>
              <p14:cNvContentPartPr/>
              <p14:nvPr/>
            </p14:nvContentPartPr>
            <p14:xfrm>
              <a:off x="8873712" y="6051046"/>
              <a:ext cx="147858" cy="28650"/>
            </p14:xfrm>
          </p:contentPart>
        </mc:Choice>
        <mc:Fallback xmlns="">
          <p:sp>
            <p:nvSpPr>
              <p:cNvPr id="1051086" name=""/>
              <p:cNvSpPr/>
              <p:nvPr/>
            </p:nvSpPr>
            <p:spPr>
              <a:xfrm>
                <a:off x="8873712" y="6051046"/>
                <a:ext cx="147858" cy="28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087" name="Encre 1051086"/>
              <p14:cNvContentPartPr/>
              <p14:nvPr/>
            </p14:nvContentPartPr>
            <p14:xfrm>
              <a:off x="9591097" y="6319102"/>
              <a:ext cx="31448" cy="14338"/>
            </p14:xfrm>
          </p:contentPart>
        </mc:Choice>
        <mc:Fallback xmlns="">
          <p:sp>
            <p:nvSpPr>
              <p:cNvPr id="1051087" name=""/>
              <p:cNvSpPr/>
              <p:nvPr/>
            </p:nvSpPr>
            <p:spPr>
              <a:xfrm>
                <a:off x="9591097" y="6319102"/>
                <a:ext cx="31448" cy="14338"/>
              </a:xfrm>
            </p:spPr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088" name="Encre 1051087"/>
              <p14:cNvContentPartPr/>
              <p14:nvPr/>
            </p14:nvContentPartPr>
            <p14:xfrm>
              <a:off x="1113522" y="277663"/>
              <a:ext cx="41097" cy="3070352"/>
            </p14:xfrm>
          </p:contentPart>
        </mc:Choice>
        <mc:Fallback xmlns="">
          <p:sp>
            <p:nvSpPr>
              <p:cNvPr id="1051088" name=""/>
              <p:cNvSpPr/>
              <p:nvPr/>
            </p:nvSpPr>
            <p:spPr>
              <a:xfrm>
                <a:off x="1113522" y="277663"/>
                <a:ext cx="41097" cy="3070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089" name="Encre 1051088"/>
              <p14:cNvContentPartPr/>
              <p14:nvPr/>
            </p14:nvContentPartPr>
            <p14:xfrm>
              <a:off x="1113106" y="227031"/>
              <a:ext cx="56074" cy="140475"/>
            </p14:xfrm>
          </p:contentPart>
        </mc:Choice>
        <mc:Fallback xmlns="">
          <p:sp>
            <p:nvSpPr>
              <p:cNvPr id="1051089" name=""/>
              <p:cNvSpPr/>
              <p:nvPr/>
            </p:nvSpPr>
            <p:spPr>
              <a:xfrm>
                <a:off x="1113106" y="227031"/>
                <a:ext cx="56074" cy="140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090" name="Encre 1051089"/>
              <p14:cNvContentPartPr/>
              <p14:nvPr/>
            </p14:nvContentPartPr>
            <p14:xfrm>
              <a:off x="1169180" y="227031"/>
              <a:ext cx="20513" cy="161711"/>
            </p14:xfrm>
          </p:contentPart>
        </mc:Choice>
        <mc:Fallback xmlns="">
          <p:sp>
            <p:nvSpPr>
              <p:cNvPr id="1051090" name=""/>
              <p:cNvSpPr/>
              <p:nvPr/>
            </p:nvSpPr>
            <p:spPr>
              <a:xfrm>
                <a:off x="1169180" y="227031"/>
                <a:ext cx="20513" cy="161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091" name="Encre 1051090"/>
              <p14:cNvContentPartPr/>
              <p14:nvPr/>
            </p14:nvContentPartPr>
            <p14:xfrm>
              <a:off x="832952" y="192087"/>
              <a:ext cx="170610" cy="378498"/>
            </p14:xfrm>
          </p:contentPart>
        </mc:Choice>
        <mc:Fallback xmlns="">
          <p:sp>
            <p:nvSpPr>
              <p:cNvPr id="1051091" name=""/>
              <p:cNvSpPr/>
              <p:nvPr/>
            </p:nvSpPr>
            <p:spPr>
              <a:xfrm>
                <a:off x="832952" y="192087"/>
                <a:ext cx="170610" cy="378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092" name="Encre 1051091"/>
              <p14:cNvContentPartPr/>
              <p14:nvPr/>
            </p14:nvContentPartPr>
            <p14:xfrm>
              <a:off x="1098976" y="2400271"/>
              <a:ext cx="77264" cy="105450"/>
            </p14:xfrm>
          </p:contentPart>
        </mc:Choice>
        <mc:Fallback xmlns="">
          <p:sp>
            <p:nvSpPr>
              <p:cNvPr id="1051092" name=""/>
              <p:cNvSpPr/>
              <p:nvPr/>
            </p:nvSpPr>
            <p:spPr>
              <a:xfrm>
                <a:off x="1098976" y="2400271"/>
                <a:ext cx="77264" cy="105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093" name="Encre 1051092"/>
              <p14:cNvContentPartPr/>
              <p14:nvPr/>
            </p14:nvContentPartPr>
            <p14:xfrm>
              <a:off x="1090197" y="2407469"/>
              <a:ext cx="69359" cy="99621"/>
            </p14:xfrm>
          </p:contentPart>
        </mc:Choice>
        <mc:Fallback xmlns="">
          <p:sp>
            <p:nvSpPr>
              <p:cNvPr id="1051093" name=""/>
              <p:cNvSpPr/>
              <p:nvPr/>
            </p:nvSpPr>
            <p:spPr>
              <a:xfrm>
                <a:off x="1090197" y="2407469"/>
                <a:ext cx="69359" cy="99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094" name="Encre 1051093"/>
              <p14:cNvContentPartPr/>
              <p14:nvPr/>
            </p14:nvContentPartPr>
            <p14:xfrm>
              <a:off x="843019" y="2414446"/>
              <a:ext cx="75713" cy="114136"/>
            </p14:xfrm>
          </p:contentPart>
        </mc:Choice>
        <mc:Fallback xmlns="">
          <p:sp>
            <p:nvSpPr>
              <p:cNvPr id="1051094" name=""/>
              <p:cNvSpPr/>
              <p:nvPr/>
            </p:nvSpPr>
            <p:spPr>
              <a:xfrm>
                <a:off x="843019" y="2414446"/>
                <a:ext cx="75713" cy="114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095" name="Encre 1051094"/>
              <p14:cNvContentPartPr/>
              <p14:nvPr/>
            </p14:nvContentPartPr>
            <p14:xfrm>
              <a:off x="2279130" y="1291792"/>
              <a:ext cx="20077" cy="43953"/>
            </p14:xfrm>
          </p:contentPart>
        </mc:Choice>
        <mc:Fallback xmlns="">
          <p:sp>
            <p:nvSpPr>
              <p:cNvPr id="1051095" name=""/>
              <p:cNvSpPr/>
              <p:nvPr/>
            </p:nvSpPr>
            <p:spPr>
              <a:xfrm>
                <a:off x="2279130" y="1291792"/>
                <a:ext cx="20077" cy="439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096" name="Encre 1051095"/>
              <p14:cNvContentPartPr/>
              <p14:nvPr/>
            </p14:nvContentPartPr>
            <p14:xfrm>
              <a:off x="2016865" y="1125267"/>
              <a:ext cx="96136" cy="177173"/>
            </p14:xfrm>
          </p:contentPart>
        </mc:Choice>
        <mc:Fallback xmlns="">
          <p:sp>
            <p:nvSpPr>
              <p:cNvPr id="1051096" name=""/>
              <p:cNvSpPr/>
              <p:nvPr/>
            </p:nvSpPr>
            <p:spPr>
              <a:xfrm>
                <a:off x="2016865" y="1125267"/>
                <a:ext cx="96136" cy="177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097" name="Encre 1051096"/>
              <p14:cNvContentPartPr/>
              <p14:nvPr/>
            </p14:nvContentPartPr>
            <p14:xfrm>
              <a:off x="2063142" y="1125267"/>
              <a:ext cx="42461" cy="218192"/>
            </p14:xfrm>
          </p:contentPart>
        </mc:Choice>
        <mc:Fallback xmlns="">
          <p:sp>
            <p:nvSpPr>
              <p:cNvPr id="1051097" name=""/>
              <p:cNvSpPr/>
              <p:nvPr/>
            </p:nvSpPr>
            <p:spPr>
              <a:xfrm>
                <a:off x="2063142" y="1125267"/>
                <a:ext cx="42461" cy="218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098" name="Encre 1051097"/>
              <p14:cNvContentPartPr/>
              <p14:nvPr/>
            </p14:nvContentPartPr>
            <p14:xfrm>
              <a:off x="2005780" y="1168950"/>
              <a:ext cx="135903" cy="43186"/>
            </p14:xfrm>
          </p:contentPart>
        </mc:Choice>
        <mc:Fallback xmlns="">
          <p:sp>
            <p:nvSpPr>
              <p:cNvPr id="1051098" name=""/>
              <p:cNvSpPr/>
              <p:nvPr/>
            </p:nvSpPr>
            <p:spPr>
              <a:xfrm>
                <a:off x="2005780" y="1168950"/>
                <a:ext cx="135903" cy="43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099" name="Encre 1051098"/>
              <p14:cNvContentPartPr/>
              <p14:nvPr/>
            </p14:nvContentPartPr>
            <p14:xfrm>
              <a:off x="1998720" y="1035914"/>
              <a:ext cx="119498" cy="328617"/>
            </p14:xfrm>
          </p:contentPart>
        </mc:Choice>
        <mc:Fallback xmlns="">
          <p:sp>
            <p:nvSpPr>
              <p:cNvPr id="1051099" name=""/>
              <p:cNvSpPr/>
              <p:nvPr/>
            </p:nvSpPr>
            <p:spPr>
              <a:xfrm>
                <a:off x="1998720" y="1035914"/>
                <a:ext cx="119498" cy="3286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100" name="Encre 1051099"/>
              <p14:cNvContentPartPr/>
              <p14:nvPr/>
            </p14:nvContentPartPr>
            <p14:xfrm>
              <a:off x="1998720" y="1150861"/>
              <a:ext cx="138817" cy="83117"/>
            </p14:xfrm>
          </p:contentPart>
        </mc:Choice>
        <mc:Fallback xmlns="">
          <p:sp>
            <p:nvSpPr>
              <p:cNvPr id="1051100" name=""/>
              <p:cNvSpPr/>
              <p:nvPr/>
            </p:nvSpPr>
            <p:spPr>
              <a:xfrm>
                <a:off x="1998720" y="1150861"/>
                <a:ext cx="138817" cy="831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101" name="Encre 1051100"/>
              <p14:cNvContentPartPr/>
              <p14:nvPr/>
            </p14:nvContentPartPr>
            <p14:xfrm>
              <a:off x="2299208" y="555743"/>
              <a:ext cx="1657101" cy="1872782"/>
            </p14:xfrm>
          </p:contentPart>
        </mc:Choice>
        <mc:Fallback xmlns="">
          <p:sp>
            <p:nvSpPr>
              <p:cNvPr id="1051101" name=""/>
              <p:cNvSpPr/>
              <p:nvPr/>
            </p:nvSpPr>
            <p:spPr>
              <a:xfrm>
                <a:off x="2299208" y="555743"/>
                <a:ext cx="1657101" cy="1872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102" name="Encre 1051101"/>
              <p14:cNvContentPartPr/>
              <p14:nvPr/>
            </p14:nvContentPartPr>
            <p14:xfrm>
              <a:off x="1820016" y="1263018"/>
              <a:ext cx="92661" cy="14643"/>
            </p14:xfrm>
          </p:contentPart>
        </mc:Choice>
        <mc:Fallback xmlns="">
          <p:sp>
            <p:nvSpPr>
              <p:cNvPr id="1051102" name=""/>
              <p:cNvSpPr/>
              <p:nvPr/>
            </p:nvSpPr>
            <p:spPr>
              <a:xfrm>
                <a:off x="1820016" y="1263018"/>
                <a:ext cx="92661" cy="1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103" name="Encre 1051102"/>
              <p14:cNvContentPartPr/>
              <p14:nvPr/>
            </p14:nvContentPartPr>
            <p14:xfrm>
              <a:off x="1812515" y="1335244"/>
              <a:ext cx="86042" cy="14643"/>
            </p14:xfrm>
          </p:contentPart>
        </mc:Choice>
        <mc:Fallback xmlns="">
          <p:sp>
            <p:nvSpPr>
              <p:cNvPr id="1051103" name=""/>
              <p:cNvSpPr/>
              <p:nvPr/>
            </p:nvSpPr>
            <p:spPr>
              <a:xfrm>
                <a:off x="1812515" y="1335244"/>
                <a:ext cx="86042" cy="1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104" name="Encre 1051103"/>
              <p14:cNvContentPartPr/>
              <p14:nvPr/>
            </p14:nvContentPartPr>
            <p14:xfrm>
              <a:off x="1805455" y="1429560"/>
              <a:ext cx="78982" cy="14395"/>
            </p14:xfrm>
          </p:contentPart>
        </mc:Choice>
        <mc:Fallback xmlns="">
          <p:sp>
            <p:nvSpPr>
              <p:cNvPr id="1051104" name=""/>
              <p:cNvSpPr/>
              <p:nvPr/>
            </p:nvSpPr>
            <p:spPr>
              <a:xfrm>
                <a:off x="1805455" y="1429560"/>
                <a:ext cx="78982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105" name="Encre 1051104"/>
              <p14:cNvContentPartPr/>
              <p14:nvPr/>
            </p14:nvContentPartPr>
            <p14:xfrm>
              <a:off x="1534842" y="1255572"/>
              <a:ext cx="20426" cy="241622"/>
            </p14:xfrm>
          </p:contentPart>
        </mc:Choice>
        <mc:Fallback xmlns="">
          <p:sp>
            <p:nvSpPr>
              <p:cNvPr id="1051105" name=""/>
              <p:cNvSpPr/>
              <p:nvPr/>
            </p:nvSpPr>
            <p:spPr>
              <a:xfrm>
                <a:off x="1534842" y="1255572"/>
                <a:ext cx="20426" cy="241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106" name="Encre 1051105"/>
              <p14:cNvContentPartPr/>
              <p14:nvPr/>
            </p14:nvContentPartPr>
            <p14:xfrm>
              <a:off x="1507843" y="1215641"/>
              <a:ext cx="165254" cy="339231"/>
            </p14:xfrm>
          </p:contentPart>
        </mc:Choice>
        <mc:Fallback xmlns="">
          <p:sp>
            <p:nvSpPr>
              <p:cNvPr id="1051106" name=""/>
              <p:cNvSpPr/>
              <p:nvPr/>
            </p:nvSpPr>
            <p:spPr>
              <a:xfrm>
                <a:off x="1507843" y="1215641"/>
                <a:ext cx="165254" cy="339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107" name="Encre 1051106"/>
              <p14:cNvContentPartPr/>
              <p14:nvPr/>
            </p14:nvContentPartPr>
            <p14:xfrm>
              <a:off x="1190360" y="3501535"/>
              <a:ext cx="303850" cy="392596"/>
            </p14:xfrm>
          </p:contentPart>
        </mc:Choice>
        <mc:Fallback xmlns="">
          <p:sp>
            <p:nvSpPr>
              <p:cNvPr id="1051107" name=""/>
              <p:cNvSpPr/>
              <p:nvPr/>
            </p:nvSpPr>
            <p:spPr>
              <a:xfrm>
                <a:off x="1190360" y="3501535"/>
                <a:ext cx="303850" cy="3925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108" name="Encre 1051107"/>
              <p14:cNvContentPartPr/>
              <p14:nvPr/>
            </p14:nvContentPartPr>
            <p14:xfrm>
              <a:off x="1537651" y="3786409"/>
              <a:ext cx="121407" cy="227422"/>
            </p14:xfrm>
          </p:contentPart>
        </mc:Choice>
        <mc:Fallback xmlns="">
          <p:sp>
            <p:nvSpPr>
              <p:cNvPr id="1051108" name=""/>
              <p:cNvSpPr/>
              <p:nvPr/>
            </p:nvSpPr>
            <p:spPr>
              <a:xfrm>
                <a:off x="1537651" y="3786409"/>
                <a:ext cx="121407" cy="227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109" name="Encre 1051108"/>
              <p14:cNvContentPartPr/>
              <p14:nvPr/>
            </p14:nvContentPartPr>
            <p14:xfrm>
              <a:off x="1519528" y="3914043"/>
              <a:ext cx="155413" cy="10192"/>
            </p14:xfrm>
          </p:contentPart>
        </mc:Choice>
        <mc:Fallback xmlns="">
          <p:sp>
            <p:nvSpPr>
              <p:cNvPr id="1051109" name=""/>
              <p:cNvSpPr/>
              <p:nvPr/>
            </p:nvSpPr>
            <p:spPr>
              <a:xfrm>
                <a:off x="1519528" y="3914043"/>
                <a:ext cx="155413" cy="10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110" name="Encre 1051109"/>
              <p14:cNvContentPartPr/>
              <p14:nvPr/>
            </p14:nvContentPartPr>
            <p14:xfrm>
              <a:off x="1719853" y="3906142"/>
              <a:ext cx="120912" cy="80872"/>
            </p14:xfrm>
          </p:contentPart>
        </mc:Choice>
        <mc:Fallback xmlns="">
          <p:sp>
            <p:nvSpPr>
              <p:cNvPr id="1051110" name=""/>
              <p:cNvSpPr/>
              <p:nvPr/>
            </p:nvSpPr>
            <p:spPr>
              <a:xfrm>
                <a:off x="1719853" y="3906142"/>
                <a:ext cx="120912" cy="80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111" name="Encre 1051110"/>
              <p14:cNvContentPartPr/>
              <p14:nvPr/>
            </p14:nvContentPartPr>
            <p14:xfrm>
              <a:off x="1914858" y="3885500"/>
              <a:ext cx="26500" cy="169321"/>
            </p14:xfrm>
          </p:contentPart>
        </mc:Choice>
        <mc:Fallback xmlns="">
          <p:sp>
            <p:nvSpPr>
              <p:cNvPr id="1051111" name=""/>
              <p:cNvSpPr/>
              <p:nvPr/>
            </p:nvSpPr>
            <p:spPr>
              <a:xfrm>
                <a:off x="1914858" y="3885500"/>
                <a:ext cx="26500" cy="169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112" name="Encre 1051111"/>
              <p14:cNvContentPartPr/>
              <p14:nvPr/>
            </p14:nvContentPartPr>
            <p14:xfrm>
              <a:off x="1862817" y="3831589"/>
              <a:ext cx="148552" cy="221103"/>
            </p14:xfrm>
          </p:contentPart>
        </mc:Choice>
        <mc:Fallback xmlns="">
          <p:sp>
            <p:nvSpPr>
              <p:cNvPr id="1051112" name=""/>
              <p:cNvSpPr/>
              <p:nvPr/>
            </p:nvSpPr>
            <p:spPr>
              <a:xfrm>
                <a:off x="1862817" y="3831589"/>
                <a:ext cx="148552" cy="2211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113" name="Encre 1051112"/>
              <p14:cNvContentPartPr/>
              <p14:nvPr/>
            </p14:nvContentPartPr>
            <p14:xfrm>
              <a:off x="2147092" y="3486891"/>
              <a:ext cx="52559" cy="551809"/>
            </p14:xfrm>
          </p:contentPart>
        </mc:Choice>
        <mc:Fallback xmlns="">
          <p:sp>
            <p:nvSpPr>
              <p:cNvPr id="1051113" name=""/>
              <p:cNvSpPr/>
              <p:nvPr/>
            </p:nvSpPr>
            <p:spPr>
              <a:xfrm>
                <a:off x="2147092" y="3486891"/>
                <a:ext cx="52559" cy="551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114" name="Encre 1051113"/>
              <p14:cNvContentPartPr/>
              <p14:nvPr/>
            </p14:nvContentPartPr>
            <p14:xfrm>
              <a:off x="2298715" y="3726156"/>
              <a:ext cx="244831" cy="227260"/>
            </p14:xfrm>
          </p:contentPart>
        </mc:Choice>
        <mc:Fallback xmlns="">
          <p:sp>
            <p:nvSpPr>
              <p:cNvPr id="1051114" name=""/>
              <p:cNvSpPr/>
              <p:nvPr/>
            </p:nvSpPr>
            <p:spPr>
              <a:xfrm>
                <a:off x="2298715" y="3726156"/>
                <a:ext cx="244831" cy="227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115" name="Encre 1051114"/>
              <p14:cNvContentPartPr/>
              <p14:nvPr/>
            </p14:nvContentPartPr>
            <p14:xfrm>
              <a:off x="2542333" y="3786449"/>
              <a:ext cx="186185" cy="429074"/>
            </p14:xfrm>
          </p:contentPart>
        </mc:Choice>
        <mc:Fallback xmlns="">
          <p:sp>
            <p:nvSpPr>
              <p:cNvPr id="1051115" name=""/>
              <p:cNvSpPr/>
              <p:nvPr/>
            </p:nvSpPr>
            <p:spPr>
              <a:xfrm>
                <a:off x="2542333" y="3786449"/>
                <a:ext cx="186185" cy="429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116" name="Encre 1051115"/>
              <p14:cNvContentPartPr/>
              <p14:nvPr/>
            </p14:nvContentPartPr>
            <p14:xfrm>
              <a:off x="2527772" y="3628117"/>
              <a:ext cx="221946" cy="39960"/>
            </p14:xfrm>
          </p:contentPart>
        </mc:Choice>
        <mc:Fallback xmlns="">
          <p:sp>
            <p:nvSpPr>
              <p:cNvPr id="1051116" name=""/>
              <p:cNvSpPr/>
              <p:nvPr/>
            </p:nvSpPr>
            <p:spPr>
              <a:xfrm>
                <a:off x="2527772" y="3628117"/>
                <a:ext cx="221946" cy="39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117" name="Encre 1051116"/>
              <p14:cNvContentPartPr/>
              <p14:nvPr/>
            </p14:nvContentPartPr>
            <p14:xfrm>
              <a:off x="2656616" y="3566563"/>
              <a:ext cx="116060" cy="152395"/>
            </p14:xfrm>
          </p:contentPart>
        </mc:Choice>
        <mc:Fallback xmlns="">
          <p:sp>
            <p:nvSpPr>
              <p:cNvPr id="1051117" name=""/>
              <p:cNvSpPr/>
              <p:nvPr/>
            </p:nvSpPr>
            <p:spPr>
              <a:xfrm>
                <a:off x="2656616" y="3566563"/>
                <a:ext cx="116060" cy="152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118" name="Encre 1051117"/>
              <p14:cNvContentPartPr/>
              <p14:nvPr/>
            </p14:nvContentPartPr>
            <p14:xfrm>
              <a:off x="2806639" y="3537524"/>
              <a:ext cx="156251" cy="624296"/>
            </p14:xfrm>
          </p:contentPart>
        </mc:Choice>
        <mc:Fallback xmlns="">
          <p:sp>
            <p:nvSpPr>
              <p:cNvPr id="1051118" name=""/>
              <p:cNvSpPr/>
              <p:nvPr/>
            </p:nvSpPr>
            <p:spPr>
              <a:xfrm>
                <a:off x="2806639" y="3537524"/>
                <a:ext cx="156251" cy="624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119" name="Encre 1051118"/>
              <p14:cNvContentPartPr/>
              <p14:nvPr/>
            </p14:nvContentPartPr>
            <p14:xfrm>
              <a:off x="789544" y="820974"/>
              <a:ext cx="14726" cy="791815"/>
            </p14:xfrm>
          </p:contentPart>
        </mc:Choice>
        <mc:Fallback xmlns="">
          <p:sp>
            <p:nvSpPr>
              <p:cNvPr id="1051119" name=""/>
              <p:cNvSpPr/>
              <p:nvPr/>
            </p:nvSpPr>
            <p:spPr>
              <a:xfrm>
                <a:off x="789544" y="820974"/>
                <a:ext cx="14726" cy="791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120" name="Encre 1051119"/>
              <p14:cNvContentPartPr/>
              <p14:nvPr/>
            </p14:nvContentPartPr>
            <p14:xfrm>
              <a:off x="689988" y="1473243"/>
              <a:ext cx="252927" cy="219595"/>
            </p14:xfrm>
          </p:contentPart>
        </mc:Choice>
        <mc:Fallback xmlns="">
          <p:sp>
            <p:nvSpPr>
              <p:cNvPr id="1051120" name=""/>
              <p:cNvSpPr/>
              <p:nvPr/>
            </p:nvSpPr>
            <p:spPr>
              <a:xfrm>
                <a:off x="689988" y="1473243"/>
                <a:ext cx="252927" cy="219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121" name="Encre 1051120"/>
              <p14:cNvContentPartPr/>
              <p14:nvPr/>
            </p14:nvContentPartPr>
            <p14:xfrm>
              <a:off x="409904" y="1313651"/>
              <a:ext cx="94143" cy="513444"/>
            </p14:xfrm>
          </p:contentPart>
        </mc:Choice>
        <mc:Fallback xmlns="">
          <p:sp>
            <p:nvSpPr>
              <p:cNvPr id="1051121" name=""/>
              <p:cNvSpPr/>
              <p:nvPr/>
            </p:nvSpPr>
            <p:spPr>
              <a:xfrm>
                <a:off x="409904" y="1313651"/>
                <a:ext cx="94143" cy="513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122" name="Encre 1051121"/>
              <p14:cNvContentPartPr/>
              <p14:nvPr/>
            </p14:nvContentPartPr>
            <p14:xfrm>
              <a:off x="396561" y="1185455"/>
              <a:ext cx="196749" cy="26682"/>
            </p14:xfrm>
          </p:contentPart>
        </mc:Choice>
        <mc:Fallback xmlns="">
          <p:sp>
            <p:nvSpPr>
              <p:cNvPr id="1051122" name=""/>
              <p:cNvSpPr/>
              <p:nvPr/>
            </p:nvSpPr>
            <p:spPr>
              <a:xfrm>
                <a:off x="396561" y="1185455"/>
                <a:ext cx="196749" cy="26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123" name="Encre 1051122"/>
              <p14:cNvContentPartPr/>
              <p14:nvPr/>
            </p14:nvContentPartPr>
            <p14:xfrm>
              <a:off x="511284" y="1139662"/>
              <a:ext cx="113313" cy="134303"/>
            </p14:xfrm>
          </p:contentPart>
        </mc:Choice>
        <mc:Fallback xmlns="">
          <p:sp>
            <p:nvSpPr>
              <p:cNvPr id="1051123" name=""/>
              <p:cNvSpPr/>
              <p:nvPr/>
            </p:nvSpPr>
            <p:spPr>
              <a:xfrm>
                <a:off x="511284" y="1139662"/>
                <a:ext cx="113313" cy="134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124" name="Encre 1051123"/>
              <p14:cNvContentPartPr/>
              <p14:nvPr/>
            </p14:nvContentPartPr>
            <p14:xfrm>
              <a:off x="3042705" y="3827173"/>
              <a:ext cx="189749" cy="7683"/>
            </p14:xfrm>
          </p:contentPart>
        </mc:Choice>
        <mc:Fallback xmlns="">
          <p:sp>
            <p:nvSpPr>
              <p:cNvPr id="1051124" name=""/>
              <p:cNvSpPr/>
              <p:nvPr/>
            </p:nvSpPr>
            <p:spPr>
              <a:xfrm>
                <a:off x="3042705" y="3827173"/>
                <a:ext cx="189749" cy="7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125" name="Encre 1051124"/>
              <p14:cNvContentPartPr/>
              <p14:nvPr/>
            </p14:nvContentPartPr>
            <p14:xfrm>
              <a:off x="3100067" y="3921738"/>
              <a:ext cx="185763" cy="1399"/>
            </p14:xfrm>
          </p:contentPart>
        </mc:Choice>
        <mc:Fallback xmlns="">
          <p:sp>
            <p:nvSpPr>
              <p:cNvPr id="1051125" name=""/>
              <p:cNvSpPr/>
              <p:nvPr/>
            </p:nvSpPr>
            <p:spPr>
              <a:xfrm>
                <a:off x="3100067" y="3921738"/>
                <a:ext cx="185763" cy="1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126" name="Encre 1051125"/>
              <p14:cNvContentPartPr/>
              <p14:nvPr/>
            </p14:nvContentPartPr>
            <p14:xfrm>
              <a:off x="3450415" y="3761185"/>
              <a:ext cx="301622" cy="174771"/>
            </p14:xfrm>
          </p:contentPart>
        </mc:Choice>
        <mc:Fallback xmlns="">
          <p:sp>
            <p:nvSpPr>
              <p:cNvPr id="1051126" name=""/>
              <p:cNvSpPr/>
              <p:nvPr/>
            </p:nvSpPr>
            <p:spPr>
              <a:xfrm>
                <a:off x="3450415" y="3761185"/>
                <a:ext cx="301622" cy="174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127" name="Encre 1051126"/>
              <p14:cNvContentPartPr/>
              <p14:nvPr/>
            </p14:nvContentPartPr>
            <p14:xfrm>
              <a:off x="3812105" y="3748791"/>
              <a:ext cx="178829" cy="345842"/>
            </p14:xfrm>
          </p:contentPart>
        </mc:Choice>
        <mc:Fallback xmlns="">
          <p:sp>
            <p:nvSpPr>
              <p:cNvPr id="1051127" name=""/>
              <p:cNvSpPr/>
              <p:nvPr/>
            </p:nvSpPr>
            <p:spPr>
              <a:xfrm>
                <a:off x="3812105" y="3748791"/>
                <a:ext cx="178829" cy="345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128" name="Encre 1051127"/>
              <p14:cNvContentPartPr/>
              <p14:nvPr/>
            </p14:nvContentPartPr>
            <p14:xfrm>
              <a:off x="4105009" y="3472247"/>
              <a:ext cx="182006" cy="710623"/>
            </p14:xfrm>
          </p:contentPart>
        </mc:Choice>
        <mc:Fallback xmlns="">
          <p:sp>
            <p:nvSpPr>
              <p:cNvPr id="1051128" name=""/>
              <p:cNvSpPr/>
              <p:nvPr/>
            </p:nvSpPr>
            <p:spPr>
              <a:xfrm>
                <a:off x="4105009" y="3472247"/>
                <a:ext cx="182006" cy="710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129" name="Encre 1051128"/>
              <p14:cNvContentPartPr/>
              <p14:nvPr/>
            </p14:nvContentPartPr>
            <p14:xfrm>
              <a:off x="4322756" y="3650890"/>
              <a:ext cx="226613" cy="304362"/>
            </p14:xfrm>
          </p:contentPart>
        </mc:Choice>
        <mc:Fallback xmlns="">
          <p:sp>
            <p:nvSpPr>
              <p:cNvPr id="1051129" name=""/>
              <p:cNvSpPr/>
              <p:nvPr/>
            </p:nvSpPr>
            <p:spPr>
              <a:xfrm>
                <a:off x="4322756" y="3650890"/>
                <a:ext cx="226613" cy="304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130" name="Encre 1051129"/>
              <p14:cNvContentPartPr/>
              <p14:nvPr/>
            </p14:nvContentPartPr>
            <p14:xfrm>
              <a:off x="4557233" y="3950529"/>
              <a:ext cx="116312" cy="157897"/>
            </p14:xfrm>
          </p:contentPart>
        </mc:Choice>
        <mc:Fallback xmlns="">
          <p:sp>
            <p:nvSpPr>
              <p:cNvPr id="1051130" name=""/>
              <p:cNvSpPr/>
              <p:nvPr/>
            </p:nvSpPr>
            <p:spPr>
              <a:xfrm>
                <a:off x="4557233" y="3950529"/>
                <a:ext cx="116312" cy="157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131" name="Encre 1051130"/>
              <p14:cNvContentPartPr/>
              <p14:nvPr/>
            </p14:nvContentPartPr>
            <p14:xfrm>
              <a:off x="4708614" y="3914043"/>
              <a:ext cx="2288" cy="241843"/>
            </p14:xfrm>
          </p:contentPart>
        </mc:Choice>
        <mc:Fallback xmlns="">
          <p:sp>
            <p:nvSpPr>
              <p:cNvPr id="1051131" name=""/>
              <p:cNvSpPr/>
              <p:nvPr/>
            </p:nvSpPr>
            <p:spPr>
              <a:xfrm>
                <a:off x="4708614" y="3914043"/>
                <a:ext cx="2288" cy="241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132" name="Encre 1051131"/>
              <p14:cNvContentPartPr/>
              <p14:nvPr/>
            </p14:nvContentPartPr>
            <p14:xfrm>
              <a:off x="4573383" y="4051795"/>
              <a:ext cx="92661" cy="29287"/>
            </p14:xfrm>
          </p:contentPart>
        </mc:Choice>
        <mc:Fallback xmlns="">
          <p:sp>
            <p:nvSpPr>
              <p:cNvPr id="1051132" name=""/>
              <p:cNvSpPr/>
              <p:nvPr/>
            </p:nvSpPr>
            <p:spPr>
              <a:xfrm>
                <a:off x="4573383" y="4051795"/>
                <a:ext cx="92661" cy="29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133" name="Encre 1051132"/>
              <p14:cNvContentPartPr/>
              <p14:nvPr/>
            </p14:nvContentPartPr>
            <p14:xfrm>
              <a:off x="3314512" y="451652"/>
              <a:ext cx="186984" cy="216926"/>
            </p14:xfrm>
          </p:contentPart>
        </mc:Choice>
        <mc:Fallback xmlns="">
          <p:sp>
            <p:nvSpPr>
              <p:cNvPr id="1051133" name=""/>
              <p:cNvSpPr/>
              <p:nvPr/>
            </p:nvSpPr>
            <p:spPr>
              <a:xfrm>
                <a:off x="3314512" y="451652"/>
                <a:ext cx="186984" cy="2169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134" name="Encre 1051133"/>
              <p14:cNvContentPartPr/>
              <p14:nvPr/>
            </p14:nvContentPartPr>
            <p14:xfrm>
              <a:off x="2385344" y="2063463"/>
              <a:ext cx="16232" cy="113538"/>
            </p14:xfrm>
          </p:contentPart>
        </mc:Choice>
        <mc:Fallback xmlns="">
          <p:sp>
            <p:nvSpPr>
              <p:cNvPr id="1051134" name=""/>
              <p:cNvSpPr/>
              <p:nvPr/>
            </p:nvSpPr>
            <p:spPr>
              <a:xfrm>
                <a:off x="2385344" y="2063463"/>
                <a:ext cx="16232" cy="113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135" name="Encre 1051134"/>
              <p14:cNvContentPartPr/>
              <p14:nvPr/>
            </p14:nvContentPartPr>
            <p14:xfrm>
              <a:off x="2420550" y="2045096"/>
              <a:ext cx="161177" cy="9929"/>
            </p14:xfrm>
          </p:contentPart>
        </mc:Choice>
        <mc:Fallback xmlns="">
          <p:sp>
            <p:nvSpPr>
              <p:cNvPr id="1051135" name=""/>
              <p:cNvSpPr/>
              <p:nvPr/>
            </p:nvSpPr>
            <p:spPr>
              <a:xfrm>
                <a:off x="2420550" y="2045096"/>
                <a:ext cx="161177" cy="9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136" name="Encre 1051135"/>
              <p14:cNvContentPartPr/>
              <p14:nvPr/>
            </p14:nvContentPartPr>
            <p14:xfrm>
              <a:off x="4549710" y="3899648"/>
              <a:ext cx="145014" cy="143491"/>
            </p14:xfrm>
          </p:contentPart>
        </mc:Choice>
        <mc:Fallback xmlns="">
          <p:sp>
            <p:nvSpPr>
              <p:cNvPr id="1051136" name=""/>
              <p:cNvSpPr/>
              <p:nvPr/>
            </p:nvSpPr>
            <p:spPr>
              <a:xfrm>
                <a:off x="4549710" y="3899648"/>
                <a:ext cx="145014" cy="143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137" name="Encre 1051136"/>
              <p14:cNvContentPartPr/>
              <p14:nvPr/>
            </p14:nvContentPartPr>
            <p14:xfrm>
              <a:off x="4845189" y="3841817"/>
              <a:ext cx="142963" cy="21841"/>
            </p14:xfrm>
          </p:contentPart>
        </mc:Choice>
        <mc:Fallback xmlns="">
          <p:sp>
            <p:nvSpPr>
              <p:cNvPr id="1051137" name=""/>
              <p:cNvSpPr/>
              <p:nvPr/>
            </p:nvSpPr>
            <p:spPr>
              <a:xfrm>
                <a:off x="4845189" y="3841817"/>
                <a:ext cx="142963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138" name="Encre 1051137"/>
              <p14:cNvContentPartPr/>
              <p14:nvPr/>
            </p14:nvContentPartPr>
            <p14:xfrm>
              <a:off x="4995212" y="3686432"/>
              <a:ext cx="291241" cy="384786"/>
            </p14:xfrm>
          </p:contentPart>
        </mc:Choice>
        <mc:Fallback xmlns="">
          <p:sp>
            <p:nvSpPr>
              <p:cNvPr id="1051138" name=""/>
              <p:cNvSpPr/>
              <p:nvPr/>
            </p:nvSpPr>
            <p:spPr>
              <a:xfrm>
                <a:off x="4995212" y="3686432"/>
                <a:ext cx="291241" cy="384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139" name="Encre 1051138"/>
              <p14:cNvContentPartPr/>
              <p14:nvPr/>
            </p14:nvContentPartPr>
            <p14:xfrm>
              <a:off x="5339849" y="3881956"/>
              <a:ext cx="121413" cy="234147"/>
            </p14:xfrm>
          </p:contentPart>
        </mc:Choice>
        <mc:Fallback xmlns="">
          <p:sp>
            <p:nvSpPr>
              <p:cNvPr id="1051139" name=""/>
              <p:cNvSpPr/>
              <p:nvPr/>
            </p:nvSpPr>
            <p:spPr>
              <a:xfrm>
                <a:off x="5339849" y="3881956"/>
                <a:ext cx="121413" cy="23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140" name="Encre 1051139"/>
              <p14:cNvContentPartPr/>
              <p14:nvPr/>
            </p14:nvContentPartPr>
            <p14:xfrm>
              <a:off x="5424102" y="3624394"/>
              <a:ext cx="204398" cy="550760"/>
            </p14:xfrm>
          </p:contentPart>
        </mc:Choice>
        <mc:Fallback xmlns="">
          <p:sp>
            <p:nvSpPr>
              <p:cNvPr id="1051140" name=""/>
              <p:cNvSpPr/>
              <p:nvPr/>
            </p:nvSpPr>
            <p:spPr>
              <a:xfrm>
                <a:off x="5424102" y="3624394"/>
                <a:ext cx="204398" cy="550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141" name="Encre 1051140"/>
              <p14:cNvContentPartPr/>
              <p14:nvPr/>
            </p14:nvContentPartPr>
            <p14:xfrm>
              <a:off x="5695909" y="3883343"/>
              <a:ext cx="180856" cy="9936"/>
            </p14:xfrm>
          </p:contentPart>
        </mc:Choice>
        <mc:Fallback xmlns="">
          <p:sp>
            <p:nvSpPr>
              <p:cNvPr id="1051141" name=""/>
              <p:cNvSpPr/>
              <p:nvPr/>
            </p:nvSpPr>
            <p:spPr>
              <a:xfrm>
                <a:off x="5695909" y="3883343"/>
                <a:ext cx="180856" cy="9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142" name="Encre 1051141"/>
              <p14:cNvContentPartPr/>
              <p14:nvPr/>
            </p14:nvContentPartPr>
            <p14:xfrm>
              <a:off x="5710470" y="3986517"/>
              <a:ext cx="200325" cy="14893"/>
            </p14:xfrm>
          </p:contentPart>
        </mc:Choice>
        <mc:Fallback xmlns="">
          <p:sp>
            <p:nvSpPr>
              <p:cNvPr id="1051142" name=""/>
              <p:cNvSpPr/>
              <p:nvPr/>
            </p:nvSpPr>
            <p:spPr>
              <a:xfrm>
                <a:off x="5710470" y="3986517"/>
                <a:ext cx="200325" cy="14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143" name="Encre 1051142"/>
              <p14:cNvContentPartPr/>
              <p14:nvPr/>
            </p14:nvContentPartPr>
            <p14:xfrm>
              <a:off x="5999475" y="3781731"/>
              <a:ext cx="215320" cy="237927"/>
            </p14:xfrm>
          </p:contentPart>
        </mc:Choice>
        <mc:Fallback xmlns="">
          <p:sp>
            <p:nvSpPr>
              <p:cNvPr id="1051143" name=""/>
              <p:cNvSpPr/>
              <p:nvPr/>
            </p:nvSpPr>
            <p:spPr>
              <a:xfrm>
                <a:off x="5999475" y="3781731"/>
                <a:ext cx="215320" cy="237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144" name="Encre 1051143"/>
              <p14:cNvContentPartPr/>
              <p14:nvPr/>
            </p14:nvContentPartPr>
            <p14:xfrm>
              <a:off x="3951227" y="2347156"/>
              <a:ext cx="14120" cy="306527"/>
            </p14:xfrm>
          </p:contentPart>
        </mc:Choice>
        <mc:Fallback xmlns="">
          <p:sp>
            <p:nvSpPr>
              <p:cNvPr id="1051144" name=""/>
              <p:cNvSpPr/>
              <p:nvPr/>
            </p:nvSpPr>
            <p:spPr>
              <a:xfrm>
                <a:off x="3951227" y="2347156"/>
                <a:ext cx="14120" cy="3065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145" name="Encre 1051144"/>
              <p14:cNvContentPartPr/>
              <p14:nvPr/>
            </p14:nvContentPartPr>
            <p14:xfrm>
              <a:off x="3836504" y="2489266"/>
              <a:ext cx="329413" cy="126201"/>
            </p14:xfrm>
          </p:contentPart>
        </mc:Choice>
        <mc:Fallback xmlns="">
          <p:sp>
            <p:nvSpPr>
              <p:cNvPr id="1051145" name=""/>
              <p:cNvSpPr/>
              <p:nvPr/>
            </p:nvSpPr>
            <p:spPr>
              <a:xfrm>
                <a:off x="3836504" y="2489266"/>
                <a:ext cx="329413" cy="126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146" name="Encre 1051145"/>
              <p14:cNvContentPartPr/>
              <p14:nvPr/>
            </p14:nvContentPartPr>
            <p14:xfrm>
              <a:off x="4211696" y="2425014"/>
              <a:ext cx="222261" cy="351666"/>
            </p14:xfrm>
          </p:contentPart>
        </mc:Choice>
        <mc:Fallback xmlns="">
          <p:sp>
            <p:nvSpPr>
              <p:cNvPr id="1051146" name=""/>
              <p:cNvSpPr/>
              <p:nvPr/>
            </p:nvSpPr>
            <p:spPr>
              <a:xfrm>
                <a:off x="4211696" y="2425014"/>
                <a:ext cx="222261" cy="3516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147" name="Encre 1051146"/>
              <p14:cNvContentPartPr/>
              <p14:nvPr/>
            </p14:nvContentPartPr>
            <p14:xfrm>
              <a:off x="4430245" y="2357084"/>
              <a:ext cx="21354" cy="32280"/>
            </p14:xfrm>
          </p:contentPart>
        </mc:Choice>
        <mc:Fallback xmlns="">
          <p:sp>
            <p:nvSpPr>
              <p:cNvPr id="1051147" name=""/>
              <p:cNvSpPr/>
              <p:nvPr/>
            </p:nvSpPr>
            <p:spPr>
              <a:xfrm>
                <a:off x="4430245" y="2357084"/>
                <a:ext cx="21354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148" name="Encre 1051147"/>
              <p14:cNvContentPartPr/>
              <p14:nvPr/>
            </p14:nvContentPartPr>
            <p14:xfrm>
              <a:off x="4489928" y="2353823"/>
              <a:ext cx="304959" cy="260049"/>
            </p14:xfrm>
          </p:contentPart>
        </mc:Choice>
        <mc:Fallback xmlns="">
          <p:sp>
            <p:nvSpPr>
              <p:cNvPr id="1051148" name=""/>
              <p:cNvSpPr/>
              <p:nvPr/>
            </p:nvSpPr>
            <p:spPr>
              <a:xfrm>
                <a:off x="4489928" y="2353823"/>
                <a:ext cx="304959" cy="260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149" name="Encre 1051148"/>
              <p14:cNvContentPartPr/>
              <p14:nvPr/>
            </p14:nvContentPartPr>
            <p14:xfrm>
              <a:off x="4113931" y="2682723"/>
              <a:ext cx="870353" cy="373818"/>
            </p14:xfrm>
          </p:contentPart>
        </mc:Choice>
        <mc:Fallback xmlns="">
          <p:sp>
            <p:nvSpPr>
              <p:cNvPr id="1051149" name=""/>
              <p:cNvSpPr/>
              <p:nvPr/>
            </p:nvSpPr>
            <p:spPr>
              <a:xfrm>
                <a:off x="4113931" y="2682723"/>
                <a:ext cx="870353" cy="3738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150" name="Encre 1051149"/>
              <p14:cNvContentPartPr/>
              <p14:nvPr/>
            </p14:nvContentPartPr>
            <p14:xfrm>
              <a:off x="4921424" y="2728143"/>
              <a:ext cx="102910" cy="90237"/>
            </p14:xfrm>
          </p:contentPart>
        </mc:Choice>
        <mc:Fallback xmlns="">
          <p:sp>
            <p:nvSpPr>
              <p:cNvPr id="1051150" name=""/>
              <p:cNvSpPr/>
              <p:nvPr/>
            </p:nvSpPr>
            <p:spPr>
              <a:xfrm>
                <a:off x="4921424" y="2728143"/>
                <a:ext cx="102910" cy="90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151" name="Encre 1051150"/>
              <p14:cNvContentPartPr/>
              <p14:nvPr/>
            </p14:nvContentPartPr>
            <p14:xfrm>
              <a:off x="4208473" y="2887064"/>
              <a:ext cx="40768" cy="85307"/>
            </p14:xfrm>
          </p:contentPart>
        </mc:Choice>
        <mc:Fallback xmlns="">
          <p:sp>
            <p:nvSpPr>
              <p:cNvPr id="1051151" name=""/>
              <p:cNvSpPr/>
              <p:nvPr/>
            </p:nvSpPr>
            <p:spPr>
              <a:xfrm>
                <a:off x="4208473" y="2887064"/>
                <a:ext cx="40768" cy="85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152" name="Encre 1051151"/>
              <p14:cNvContentPartPr/>
              <p14:nvPr/>
            </p14:nvContentPartPr>
            <p14:xfrm>
              <a:off x="4042159" y="2689920"/>
              <a:ext cx="180874" cy="485150"/>
            </p14:xfrm>
          </p:contentPart>
        </mc:Choice>
        <mc:Fallback xmlns="">
          <p:sp>
            <p:nvSpPr>
              <p:cNvPr id="1051152" name=""/>
              <p:cNvSpPr/>
              <p:nvPr/>
            </p:nvSpPr>
            <p:spPr>
              <a:xfrm>
                <a:off x="4042159" y="2689920"/>
                <a:ext cx="180874" cy="485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153" name="Encre 1051152"/>
              <p14:cNvContentPartPr/>
              <p14:nvPr/>
            </p14:nvContentPartPr>
            <p14:xfrm>
              <a:off x="4122872" y="2955632"/>
              <a:ext cx="131640" cy="31383"/>
            </p14:xfrm>
          </p:contentPart>
        </mc:Choice>
        <mc:Fallback xmlns="">
          <p:sp>
            <p:nvSpPr>
              <p:cNvPr id="1051153" name=""/>
              <p:cNvSpPr/>
              <p:nvPr/>
            </p:nvSpPr>
            <p:spPr>
              <a:xfrm>
                <a:off x="4122872" y="2955632"/>
                <a:ext cx="131640" cy="31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154" name="Encre 1051153"/>
              <p14:cNvContentPartPr/>
              <p14:nvPr/>
            </p14:nvContentPartPr>
            <p14:xfrm>
              <a:off x="2105943" y="1342690"/>
              <a:ext cx="102672" cy="4689"/>
            </p14:xfrm>
          </p:contentPart>
        </mc:Choice>
        <mc:Fallback xmlns="">
          <p:sp>
            <p:nvSpPr>
              <p:cNvPr id="1051154" name=""/>
              <p:cNvSpPr/>
              <p:nvPr/>
            </p:nvSpPr>
            <p:spPr>
              <a:xfrm>
                <a:off x="2105943" y="1342690"/>
                <a:ext cx="102672" cy="4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155" name="Encre 1051154"/>
              <p14:cNvContentPartPr/>
              <p14:nvPr/>
            </p14:nvContentPartPr>
            <p14:xfrm>
              <a:off x="2406430" y="1324323"/>
              <a:ext cx="100162" cy="10920"/>
            </p14:xfrm>
          </p:contentPart>
        </mc:Choice>
        <mc:Fallback xmlns="">
          <p:sp>
            <p:nvSpPr>
              <p:cNvPr id="1051155" name=""/>
              <p:cNvSpPr/>
              <p:nvPr/>
            </p:nvSpPr>
            <p:spPr>
              <a:xfrm>
                <a:off x="2406430" y="1324323"/>
                <a:ext cx="100162" cy="10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156" name="Encre 1051155"/>
              <p14:cNvContentPartPr/>
              <p14:nvPr/>
            </p14:nvContentPartPr>
            <p14:xfrm>
              <a:off x="2649556" y="1303547"/>
              <a:ext cx="132914" cy="4057"/>
            </p14:xfrm>
          </p:contentPart>
        </mc:Choice>
        <mc:Fallback xmlns="">
          <p:sp>
            <p:nvSpPr>
              <p:cNvPr id="1051156" name=""/>
              <p:cNvSpPr/>
              <p:nvPr/>
            </p:nvSpPr>
            <p:spPr>
              <a:xfrm>
                <a:off x="2649556" y="1303547"/>
                <a:ext cx="132914" cy="4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157" name="Encre 1051156"/>
              <p14:cNvContentPartPr/>
              <p14:nvPr/>
            </p14:nvContentPartPr>
            <p14:xfrm>
              <a:off x="2992844" y="1313467"/>
              <a:ext cx="75310" cy="7381"/>
            </p14:xfrm>
          </p:contentPart>
        </mc:Choice>
        <mc:Fallback xmlns="">
          <p:sp>
            <p:nvSpPr>
              <p:cNvPr id="1051157" name=""/>
              <p:cNvSpPr/>
              <p:nvPr/>
            </p:nvSpPr>
            <p:spPr>
              <a:xfrm>
                <a:off x="2992844" y="1313467"/>
                <a:ext cx="75310" cy="7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158" name="Encre 1051157"/>
              <p14:cNvContentPartPr/>
              <p14:nvPr/>
            </p14:nvContentPartPr>
            <p14:xfrm>
              <a:off x="3243030" y="1288897"/>
              <a:ext cx="102712" cy="2911"/>
            </p14:xfrm>
          </p:contentPart>
        </mc:Choice>
        <mc:Fallback xmlns="">
          <p:sp>
            <p:nvSpPr>
              <p:cNvPr id="1051158" name=""/>
              <p:cNvSpPr/>
              <p:nvPr/>
            </p:nvSpPr>
            <p:spPr>
              <a:xfrm>
                <a:off x="3243030" y="1288897"/>
                <a:ext cx="102712" cy="2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159" name="Encre 1051158"/>
              <p14:cNvContentPartPr/>
              <p14:nvPr/>
            </p14:nvContentPartPr>
            <p14:xfrm>
              <a:off x="3543517" y="1277662"/>
              <a:ext cx="96632" cy="4925"/>
            </p14:xfrm>
          </p:contentPart>
        </mc:Choice>
        <mc:Fallback xmlns="">
          <p:sp>
            <p:nvSpPr>
              <p:cNvPr id="1051159" name=""/>
              <p:cNvSpPr/>
              <p:nvPr/>
            </p:nvSpPr>
            <p:spPr>
              <a:xfrm>
                <a:off x="3543517" y="1277662"/>
                <a:ext cx="96632" cy="4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160" name="Encre 1051159"/>
              <p14:cNvContentPartPr/>
              <p14:nvPr/>
            </p14:nvContentPartPr>
            <p14:xfrm>
              <a:off x="3786643" y="1259303"/>
              <a:ext cx="104289" cy="11161"/>
            </p14:xfrm>
          </p:contentPart>
        </mc:Choice>
        <mc:Fallback xmlns="">
          <p:sp>
            <p:nvSpPr>
              <p:cNvPr id="1051160" name=""/>
              <p:cNvSpPr/>
              <p:nvPr/>
            </p:nvSpPr>
            <p:spPr>
              <a:xfrm>
                <a:off x="3786643" y="1259303"/>
                <a:ext cx="104289" cy="111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161" name="Encre 1051160"/>
              <p14:cNvContentPartPr/>
              <p14:nvPr/>
            </p14:nvContentPartPr>
            <p14:xfrm>
              <a:off x="4043889" y="1231769"/>
              <a:ext cx="121917" cy="9407"/>
            </p14:xfrm>
          </p:contentPart>
        </mc:Choice>
        <mc:Fallback xmlns="">
          <p:sp>
            <p:nvSpPr>
              <p:cNvPr id="1051161" name=""/>
              <p:cNvSpPr/>
              <p:nvPr/>
            </p:nvSpPr>
            <p:spPr>
              <a:xfrm>
                <a:off x="4043889" y="1231769"/>
                <a:ext cx="121917" cy="94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162" name="Encre 1051161"/>
              <p14:cNvContentPartPr/>
              <p14:nvPr/>
            </p14:nvContentPartPr>
            <p14:xfrm>
              <a:off x="4387177" y="1226781"/>
              <a:ext cx="157822" cy="5832"/>
            </p14:xfrm>
          </p:contentPart>
        </mc:Choice>
        <mc:Fallback xmlns="">
          <p:sp>
            <p:nvSpPr>
              <p:cNvPr id="1051162" name=""/>
              <p:cNvSpPr/>
              <p:nvPr/>
            </p:nvSpPr>
            <p:spPr>
              <a:xfrm>
                <a:off x="4387177" y="1226781"/>
                <a:ext cx="157822" cy="5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163" name="Encre 1051162"/>
              <p14:cNvContentPartPr/>
              <p14:nvPr/>
            </p14:nvContentPartPr>
            <p14:xfrm>
              <a:off x="4823568" y="1226781"/>
              <a:ext cx="31267" cy="1286"/>
            </p14:xfrm>
          </p:contentPart>
        </mc:Choice>
        <mc:Fallback xmlns="">
          <p:sp>
            <p:nvSpPr>
              <p:cNvPr id="1051163" name=""/>
              <p:cNvSpPr/>
              <p:nvPr/>
            </p:nvSpPr>
            <p:spPr>
              <a:xfrm>
                <a:off x="4823568" y="1226781"/>
                <a:ext cx="31267" cy="1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164" name="Encre 1051163"/>
              <p14:cNvContentPartPr/>
              <p14:nvPr/>
            </p14:nvContentPartPr>
            <p14:xfrm>
              <a:off x="1083137" y="1349888"/>
              <a:ext cx="73385" cy="544"/>
            </p14:xfrm>
          </p:contentPart>
        </mc:Choice>
        <mc:Fallback xmlns="">
          <p:sp>
            <p:nvSpPr>
              <p:cNvPr id="1051164" name=""/>
              <p:cNvSpPr/>
              <p:nvPr/>
            </p:nvSpPr>
            <p:spPr>
              <a:xfrm>
                <a:off x="1083137" y="1349888"/>
                <a:ext cx="73385" cy="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165" name="Encre 1051164"/>
              <p14:cNvContentPartPr/>
              <p14:nvPr/>
            </p14:nvContentPartPr>
            <p14:xfrm>
              <a:off x="1469226" y="1342690"/>
              <a:ext cx="182675" cy="7685"/>
            </p14:xfrm>
          </p:contentPart>
        </mc:Choice>
        <mc:Fallback xmlns="">
          <p:sp>
            <p:nvSpPr>
              <p:cNvPr id="1051165" name=""/>
              <p:cNvSpPr/>
              <p:nvPr/>
            </p:nvSpPr>
            <p:spPr>
              <a:xfrm>
                <a:off x="1469226" y="1342690"/>
                <a:ext cx="182675" cy="7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166" name="Encre 1051165"/>
              <p14:cNvContentPartPr/>
              <p14:nvPr/>
            </p14:nvContentPartPr>
            <p14:xfrm>
              <a:off x="1848256" y="1334489"/>
              <a:ext cx="208139" cy="8201"/>
            </p14:xfrm>
          </p:contentPart>
        </mc:Choice>
        <mc:Fallback xmlns="">
          <p:sp>
            <p:nvSpPr>
              <p:cNvPr id="1051166" name=""/>
              <p:cNvSpPr/>
              <p:nvPr/>
            </p:nvSpPr>
            <p:spPr>
              <a:xfrm>
                <a:off x="1848256" y="1334489"/>
                <a:ext cx="208139" cy="8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167" name="Encre 1051166"/>
              <p14:cNvContentPartPr/>
              <p14:nvPr/>
            </p14:nvContentPartPr>
            <p14:xfrm>
              <a:off x="2196839" y="1351625"/>
              <a:ext cx="75278" cy="5989"/>
            </p14:xfrm>
          </p:contentPart>
        </mc:Choice>
        <mc:Fallback xmlns="">
          <p:sp>
            <p:nvSpPr>
              <p:cNvPr id="1051167" name=""/>
              <p:cNvSpPr/>
              <p:nvPr/>
            </p:nvSpPr>
            <p:spPr>
              <a:xfrm>
                <a:off x="2196839" y="1351625"/>
                <a:ext cx="75278" cy="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168" name="Encre 1051167"/>
              <p14:cNvContentPartPr/>
              <p14:nvPr/>
            </p14:nvContentPartPr>
            <p14:xfrm>
              <a:off x="1133439" y="1111389"/>
              <a:ext cx="202523" cy="219320"/>
            </p14:xfrm>
          </p:contentPart>
        </mc:Choice>
        <mc:Fallback xmlns="">
          <p:sp>
            <p:nvSpPr>
              <p:cNvPr id="1051168" name=""/>
              <p:cNvSpPr/>
              <p:nvPr/>
            </p:nvSpPr>
            <p:spPr>
              <a:xfrm>
                <a:off x="1133439" y="1111389"/>
                <a:ext cx="202523" cy="219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169" name="Encre 1051168"/>
              <p14:cNvContentPartPr/>
              <p14:nvPr/>
            </p14:nvContentPartPr>
            <p14:xfrm>
              <a:off x="3747372" y="1219335"/>
              <a:ext cx="182234" cy="87366"/>
            </p14:xfrm>
          </p:contentPart>
        </mc:Choice>
        <mc:Fallback xmlns="">
          <p:sp>
            <p:nvSpPr>
              <p:cNvPr id="1051169" name=""/>
              <p:cNvSpPr/>
              <p:nvPr/>
            </p:nvSpPr>
            <p:spPr>
              <a:xfrm>
                <a:off x="3747372" y="1219335"/>
                <a:ext cx="182234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170" name="Encre 1051169"/>
              <p14:cNvContentPartPr/>
              <p14:nvPr/>
            </p14:nvContentPartPr>
            <p14:xfrm>
              <a:off x="3793703" y="1233979"/>
              <a:ext cx="101330" cy="102391"/>
            </p14:xfrm>
          </p:contentPart>
        </mc:Choice>
        <mc:Fallback xmlns="">
          <p:sp>
            <p:nvSpPr>
              <p:cNvPr id="1051170" name=""/>
              <p:cNvSpPr/>
              <p:nvPr/>
            </p:nvSpPr>
            <p:spPr>
              <a:xfrm>
                <a:off x="3793703" y="1233979"/>
                <a:ext cx="101330" cy="102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171" name="Encre 1051170"/>
              <p14:cNvContentPartPr/>
              <p14:nvPr/>
            </p14:nvContentPartPr>
            <p14:xfrm>
              <a:off x="4257155" y="987516"/>
              <a:ext cx="22799" cy="170527"/>
            </p14:xfrm>
          </p:contentPart>
        </mc:Choice>
        <mc:Fallback xmlns="">
          <p:sp>
            <p:nvSpPr>
              <p:cNvPr id="1051171" name=""/>
              <p:cNvSpPr/>
              <p:nvPr/>
            </p:nvSpPr>
            <p:spPr>
              <a:xfrm>
                <a:off x="4257155" y="987516"/>
                <a:ext cx="22799" cy="1705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172" name="Encre 1051171"/>
              <p14:cNvContentPartPr/>
              <p14:nvPr/>
            </p14:nvContentPartPr>
            <p14:xfrm>
              <a:off x="4158612" y="986139"/>
              <a:ext cx="248738" cy="9070"/>
            </p14:xfrm>
          </p:contentPart>
        </mc:Choice>
        <mc:Fallback xmlns="">
          <p:sp>
            <p:nvSpPr>
              <p:cNvPr id="1051172" name=""/>
              <p:cNvSpPr/>
              <p:nvPr/>
            </p:nvSpPr>
            <p:spPr>
              <a:xfrm>
                <a:off x="4158612" y="986139"/>
                <a:ext cx="248738" cy="9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173" name="Encre 1051172"/>
              <p14:cNvContentPartPr/>
              <p14:nvPr/>
            </p14:nvContentPartPr>
            <p14:xfrm>
              <a:off x="4172733" y="1160019"/>
              <a:ext cx="200324" cy="8931"/>
            </p14:xfrm>
          </p:contentPart>
        </mc:Choice>
        <mc:Fallback xmlns="">
          <p:sp>
            <p:nvSpPr>
              <p:cNvPr id="1051173" name=""/>
              <p:cNvSpPr/>
              <p:nvPr/>
            </p:nvSpPr>
            <p:spPr>
              <a:xfrm>
                <a:off x="4172733" y="1160019"/>
                <a:ext cx="200324" cy="89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174" name="Encre 1051173"/>
              <p14:cNvContentPartPr/>
              <p14:nvPr/>
            </p14:nvContentPartPr>
            <p14:xfrm>
              <a:off x="3329073" y="205189"/>
              <a:ext cx="223774" cy="208719"/>
            </p14:xfrm>
          </p:contentPart>
        </mc:Choice>
        <mc:Fallback xmlns="">
          <p:sp>
            <p:nvSpPr>
              <p:cNvPr id="1051174" name=""/>
              <p:cNvSpPr/>
              <p:nvPr/>
            </p:nvSpPr>
            <p:spPr>
              <a:xfrm>
                <a:off x="3329073" y="205189"/>
                <a:ext cx="223774" cy="208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175" name="Encre 1051174"/>
              <p14:cNvContentPartPr/>
              <p14:nvPr/>
            </p14:nvContentPartPr>
            <p14:xfrm>
              <a:off x="3528975" y="351790"/>
              <a:ext cx="131273" cy="139456"/>
            </p14:xfrm>
          </p:contentPart>
        </mc:Choice>
        <mc:Fallback xmlns="">
          <p:sp>
            <p:nvSpPr>
              <p:cNvPr id="1051175" name=""/>
              <p:cNvSpPr/>
              <p:nvPr/>
            </p:nvSpPr>
            <p:spPr>
              <a:xfrm>
                <a:off x="3528975" y="351790"/>
                <a:ext cx="131273" cy="139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176" name="Encre 1051175"/>
              <p14:cNvContentPartPr/>
              <p14:nvPr/>
            </p14:nvContentPartPr>
            <p14:xfrm>
              <a:off x="3500717" y="407114"/>
              <a:ext cx="171837" cy="22696"/>
            </p14:xfrm>
          </p:contentPart>
        </mc:Choice>
        <mc:Fallback xmlns="">
          <p:sp>
            <p:nvSpPr>
              <p:cNvPr id="1051176" name=""/>
              <p:cNvSpPr/>
              <p:nvPr/>
            </p:nvSpPr>
            <p:spPr>
              <a:xfrm>
                <a:off x="3500717" y="407114"/>
                <a:ext cx="171837" cy="22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177" name="Encre 1051176"/>
              <p14:cNvContentPartPr/>
              <p14:nvPr/>
            </p14:nvContentPartPr>
            <p14:xfrm>
              <a:off x="3693540" y="404641"/>
              <a:ext cx="164830" cy="3824"/>
            </p14:xfrm>
          </p:contentPart>
        </mc:Choice>
        <mc:Fallback xmlns="">
          <p:sp>
            <p:nvSpPr>
              <p:cNvPr id="1051177" name=""/>
              <p:cNvSpPr/>
              <p:nvPr/>
            </p:nvSpPr>
            <p:spPr>
              <a:xfrm>
                <a:off x="3693540" y="404641"/>
                <a:ext cx="164830" cy="38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178" name="Encre 1051177"/>
              <p14:cNvContentPartPr/>
              <p14:nvPr/>
            </p14:nvContentPartPr>
            <p14:xfrm>
              <a:off x="3772082" y="364285"/>
              <a:ext cx="53300" cy="94564"/>
            </p14:xfrm>
          </p:contentPart>
        </mc:Choice>
        <mc:Fallback xmlns="">
          <p:sp>
            <p:nvSpPr>
              <p:cNvPr id="1051178" name=""/>
              <p:cNvSpPr/>
              <p:nvPr/>
            </p:nvSpPr>
            <p:spPr>
              <a:xfrm>
                <a:off x="3772082" y="364285"/>
                <a:ext cx="53300" cy="94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179" name="Encre 1051178"/>
              <p14:cNvContentPartPr/>
              <p14:nvPr/>
            </p14:nvContentPartPr>
            <p14:xfrm>
              <a:off x="3969619" y="342940"/>
              <a:ext cx="17349" cy="143364"/>
            </p14:xfrm>
          </p:contentPart>
        </mc:Choice>
        <mc:Fallback xmlns="">
          <p:sp>
            <p:nvSpPr>
              <p:cNvPr id="1051179" name=""/>
              <p:cNvSpPr/>
              <p:nvPr/>
            </p:nvSpPr>
            <p:spPr>
              <a:xfrm>
                <a:off x="3969619" y="342940"/>
                <a:ext cx="17349" cy="143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180" name="Encre 1051179"/>
              <p14:cNvContentPartPr/>
              <p14:nvPr/>
            </p14:nvContentPartPr>
            <p14:xfrm>
              <a:off x="3907986" y="347017"/>
              <a:ext cx="154221" cy="6051"/>
            </p14:xfrm>
          </p:contentPart>
        </mc:Choice>
        <mc:Fallback xmlns="">
          <p:sp>
            <p:nvSpPr>
              <p:cNvPr id="1051180" name=""/>
              <p:cNvSpPr/>
              <p:nvPr/>
            </p:nvSpPr>
            <p:spPr>
              <a:xfrm>
                <a:off x="3907986" y="347017"/>
                <a:ext cx="154221" cy="6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181" name="Encre 1051180"/>
              <p14:cNvContentPartPr/>
              <p14:nvPr/>
            </p14:nvContentPartPr>
            <p14:xfrm>
              <a:off x="3900925" y="491274"/>
              <a:ext cx="162674" cy="35860"/>
            </p14:xfrm>
          </p:contentPart>
        </mc:Choice>
        <mc:Fallback xmlns="">
          <p:sp>
            <p:nvSpPr>
              <p:cNvPr id="1051181" name=""/>
              <p:cNvSpPr/>
              <p:nvPr/>
            </p:nvSpPr>
            <p:spPr>
              <a:xfrm>
                <a:off x="3900925" y="491274"/>
                <a:ext cx="162674" cy="35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182" name="Encre 1051181"/>
              <p14:cNvContentPartPr/>
              <p14:nvPr/>
            </p14:nvContentPartPr>
            <p14:xfrm>
              <a:off x="4174704" y="217599"/>
              <a:ext cx="37740" cy="301948"/>
            </p14:xfrm>
          </p:contentPart>
        </mc:Choice>
        <mc:Fallback xmlns="">
          <p:sp>
            <p:nvSpPr>
              <p:cNvPr id="1051182" name=""/>
              <p:cNvSpPr/>
              <p:nvPr/>
            </p:nvSpPr>
            <p:spPr>
              <a:xfrm>
                <a:off x="4174704" y="217599"/>
                <a:ext cx="37740" cy="301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183" name="Encre 1051182"/>
              <p14:cNvContentPartPr/>
              <p14:nvPr/>
            </p14:nvContentPartPr>
            <p14:xfrm>
              <a:off x="4337317" y="315498"/>
              <a:ext cx="203592" cy="150144"/>
            </p14:xfrm>
          </p:contentPart>
        </mc:Choice>
        <mc:Fallback xmlns="">
          <p:sp>
            <p:nvSpPr>
              <p:cNvPr id="1051183" name=""/>
              <p:cNvSpPr/>
              <p:nvPr/>
            </p:nvSpPr>
            <p:spPr>
              <a:xfrm>
                <a:off x="4337317" y="315498"/>
                <a:ext cx="203592" cy="150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184" name="Encre 1051183"/>
              <p14:cNvContentPartPr/>
              <p14:nvPr/>
            </p14:nvContentPartPr>
            <p14:xfrm>
              <a:off x="4634437" y="284861"/>
              <a:ext cx="116455" cy="332933"/>
            </p14:xfrm>
          </p:contentPart>
        </mc:Choice>
        <mc:Fallback xmlns="">
          <p:sp>
            <p:nvSpPr>
              <p:cNvPr id="1051184" name=""/>
              <p:cNvSpPr/>
              <p:nvPr/>
            </p:nvSpPr>
            <p:spPr>
              <a:xfrm>
                <a:off x="4634437" y="284861"/>
                <a:ext cx="116455" cy="332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185" name="Encre 1051184"/>
              <p14:cNvContentPartPr/>
              <p14:nvPr/>
            </p14:nvContentPartPr>
            <p14:xfrm>
              <a:off x="4623243" y="205189"/>
              <a:ext cx="196177" cy="14892"/>
            </p14:xfrm>
          </p:contentPart>
        </mc:Choice>
        <mc:Fallback xmlns="">
          <p:sp>
            <p:nvSpPr>
              <p:cNvPr id="1051185" name=""/>
              <p:cNvSpPr/>
              <p:nvPr/>
            </p:nvSpPr>
            <p:spPr>
              <a:xfrm>
                <a:off x="4623243" y="205189"/>
                <a:ext cx="196177" cy="14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186" name="Encre 1051185"/>
              <p14:cNvContentPartPr/>
              <p14:nvPr/>
            </p14:nvContentPartPr>
            <p14:xfrm>
              <a:off x="4787827" y="154556"/>
              <a:ext cx="65425" cy="107508"/>
            </p14:xfrm>
          </p:contentPart>
        </mc:Choice>
        <mc:Fallback xmlns="">
          <p:sp>
            <p:nvSpPr>
              <p:cNvPr id="1051186" name=""/>
              <p:cNvSpPr/>
              <p:nvPr/>
            </p:nvSpPr>
            <p:spPr>
              <a:xfrm>
                <a:off x="4787827" y="154556"/>
                <a:ext cx="65425" cy="107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187" name="Encre 1051186"/>
              <p14:cNvContentPartPr/>
              <p14:nvPr/>
            </p14:nvContentPartPr>
            <p14:xfrm>
              <a:off x="4815253" y="154556"/>
              <a:ext cx="127767" cy="453950"/>
            </p14:xfrm>
          </p:contentPart>
        </mc:Choice>
        <mc:Fallback xmlns="">
          <p:sp>
            <p:nvSpPr>
              <p:cNvPr id="1051187" name=""/>
              <p:cNvSpPr/>
              <p:nvPr/>
            </p:nvSpPr>
            <p:spPr>
              <a:xfrm>
                <a:off x="4815253" y="154556"/>
                <a:ext cx="127767" cy="453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188" name="Encre 1051187"/>
              <p14:cNvContentPartPr/>
              <p14:nvPr/>
            </p14:nvContentPartPr>
            <p14:xfrm>
              <a:off x="5088315" y="431397"/>
              <a:ext cx="208872" cy="27452"/>
            </p14:xfrm>
          </p:contentPart>
        </mc:Choice>
        <mc:Fallback xmlns="">
          <p:sp>
            <p:nvSpPr>
              <p:cNvPr id="1051188" name=""/>
              <p:cNvSpPr/>
              <p:nvPr/>
            </p:nvSpPr>
            <p:spPr>
              <a:xfrm>
                <a:off x="5088315" y="431397"/>
                <a:ext cx="208872" cy="27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189" name="Encre 1051188"/>
              <p14:cNvContentPartPr/>
              <p14:nvPr/>
            </p14:nvContentPartPr>
            <p14:xfrm>
              <a:off x="5139518" y="357336"/>
              <a:ext cx="21517" cy="196448"/>
            </p14:xfrm>
          </p:contentPart>
        </mc:Choice>
        <mc:Fallback xmlns="">
          <p:sp>
            <p:nvSpPr>
              <p:cNvPr id="1051189" name=""/>
              <p:cNvSpPr/>
              <p:nvPr/>
            </p:nvSpPr>
            <p:spPr>
              <a:xfrm>
                <a:off x="5139518" y="357336"/>
                <a:ext cx="21517" cy="196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190" name="Encre 1051189"/>
              <p14:cNvContentPartPr/>
              <p14:nvPr/>
            </p14:nvContentPartPr>
            <p14:xfrm>
              <a:off x="5395784" y="274869"/>
              <a:ext cx="231597" cy="201910"/>
            </p14:xfrm>
          </p:contentPart>
        </mc:Choice>
        <mc:Fallback xmlns="">
          <p:sp>
            <p:nvSpPr>
              <p:cNvPr id="1051190" name=""/>
              <p:cNvSpPr/>
              <p:nvPr/>
            </p:nvSpPr>
            <p:spPr>
              <a:xfrm>
                <a:off x="5395784" y="274869"/>
                <a:ext cx="231597" cy="201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191" name="Encre 1051190"/>
              <p14:cNvContentPartPr/>
              <p14:nvPr/>
            </p14:nvContentPartPr>
            <p14:xfrm>
              <a:off x="5611647" y="545720"/>
              <a:ext cx="5720" cy="171010"/>
            </p14:xfrm>
          </p:contentPart>
        </mc:Choice>
        <mc:Fallback xmlns="">
          <p:sp>
            <p:nvSpPr>
              <p:cNvPr id="1051191" name=""/>
              <p:cNvSpPr/>
              <p:nvPr/>
            </p:nvSpPr>
            <p:spPr>
              <a:xfrm>
                <a:off x="5611647" y="545720"/>
                <a:ext cx="5720" cy="171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192" name="Encre 1051191"/>
              <p14:cNvContentPartPr/>
              <p14:nvPr/>
            </p14:nvContentPartPr>
            <p14:xfrm>
              <a:off x="5538826" y="547552"/>
              <a:ext cx="148217" cy="14712"/>
            </p14:xfrm>
          </p:contentPart>
        </mc:Choice>
        <mc:Fallback xmlns="">
          <p:sp>
            <p:nvSpPr>
              <p:cNvPr id="1051192" name=""/>
              <p:cNvSpPr/>
              <p:nvPr/>
            </p:nvSpPr>
            <p:spPr>
              <a:xfrm>
                <a:off x="5538826" y="547552"/>
                <a:ext cx="148217" cy="14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193" name="Encre 1051192"/>
              <p14:cNvContentPartPr/>
              <p14:nvPr/>
            </p14:nvContentPartPr>
            <p14:xfrm>
              <a:off x="5545886" y="697574"/>
              <a:ext cx="180455" cy="43727"/>
            </p14:xfrm>
          </p:contentPart>
        </mc:Choice>
        <mc:Fallback xmlns="">
          <p:sp>
            <p:nvSpPr>
              <p:cNvPr id="1051193" name=""/>
              <p:cNvSpPr/>
              <p:nvPr/>
            </p:nvSpPr>
            <p:spPr>
              <a:xfrm>
                <a:off x="5545886" y="697574"/>
                <a:ext cx="180455" cy="43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194" name="Encre 1051193"/>
              <p14:cNvContentPartPr/>
              <p14:nvPr/>
            </p14:nvContentPartPr>
            <p14:xfrm>
              <a:off x="5767390" y="621715"/>
              <a:ext cx="163232" cy="25518"/>
            </p14:xfrm>
          </p:contentPart>
        </mc:Choice>
        <mc:Fallback xmlns="">
          <p:sp>
            <p:nvSpPr>
              <p:cNvPr id="1051194" name=""/>
              <p:cNvSpPr/>
              <p:nvPr/>
            </p:nvSpPr>
            <p:spPr>
              <a:xfrm>
                <a:off x="5767390" y="621715"/>
                <a:ext cx="163232" cy="25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195" name="Encre 1051194"/>
              <p14:cNvContentPartPr/>
              <p14:nvPr/>
            </p14:nvContentPartPr>
            <p14:xfrm>
              <a:off x="5839313" y="581957"/>
              <a:ext cx="61164" cy="104162"/>
            </p14:xfrm>
          </p:contentPart>
        </mc:Choice>
        <mc:Fallback xmlns="">
          <p:sp>
            <p:nvSpPr>
              <p:cNvPr id="1051195" name=""/>
              <p:cNvSpPr/>
              <p:nvPr/>
            </p:nvSpPr>
            <p:spPr>
              <a:xfrm>
                <a:off x="5839313" y="581957"/>
                <a:ext cx="61164" cy="1041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196" name="Encre 1051195"/>
              <p14:cNvContentPartPr/>
              <p14:nvPr/>
            </p14:nvContentPartPr>
            <p14:xfrm>
              <a:off x="5993189" y="585680"/>
              <a:ext cx="24828" cy="156938"/>
            </p14:xfrm>
          </p:contentPart>
        </mc:Choice>
        <mc:Fallback xmlns="">
          <p:sp>
            <p:nvSpPr>
              <p:cNvPr id="1051196" name=""/>
              <p:cNvSpPr/>
              <p:nvPr/>
            </p:nvSpPr>
            <p:spPr>
              <a:xfrm>
                <a:off x="5993189" y="585680"/>
                <a:ext cx="24828" cy="156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197" name="Encre 1051196"/>
              <p14:cNvContentPartPr/>
              <p14:nvPr/>
            </p14:nvContentPartPr>
            <p14:xfrm>
              <a:off x="5989336" y="531149"/>
              <a:ext cx="96338" cy="197491"/>
            </p14:xfrm>
          </p:contentPart>
        </mc:Choice>
        <mc:Fallback xmlns="">
          <p:sp>
            <p:nvSpPr>
              <p:cNvPr id="1051197" name=""/>
              <p:cNvSpPr/>
              <p:nvPr/>
            </p:nvSpPr>
            <p:spPr>
              <a:xfrm>
                <a:off x="5989336" y="531149"/>
                <a:ext cx="96338" cy="197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198" name="Encre 1051197"/>
              <p14:cNvContentPartPr/>
              <p14:nvPr/>
            </p14:nvContentPartPr>
            <p14:xfrm>
              <a:off x="6146420" y="614466"/>
              <a:ext cx="118926" cy="10925"/>
            </p14:xfrm>
          </p:contentPart>
        </mc:Choice>
        <mc:Fallback xmlns="">
          <p:sp>
            <p:nvSpPr>
              <p:cNvPr id="1051198" name=""/>
              <p:cNvSpPr/>
              <p:nvPr/>
            </p:nvSpPr>
            <p:spPr>
              <a:xfrm>
                <a:off x="6146420" y="614466"/>
                <a:ext cx="118926" cy="10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199" name="Encre 1051198"/>
              <p14:cNvContentPartPr/>
              <p14:nvPr/>
            </p14:nvContentPartPr>
            <p14:xfrm>
              <a:off x="6118180" y="698407"/>
              <a:ext cx="119905" cy="6657"/>
            </p14:xfrm>
          </p:contentPart>
        </mc:Choice>
        <mc:Fallback xmlns="">
          <p:sp>
            <p:nvSpPr>
              <p:cNvPr id="1051199" name=""/>
              <p:cNvSpPr/>
              <p:nvPr/>
            </p:nvSpPr>
            <p:spPr>
              <a:xfrm>
                <a:off x="6118180" y="698407"/>
                <a:ext cx="119905" cy="6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200" name="Encre 1051199"/>
              <p14:cNvContentPartPr/>
              <p14:nvPr/>
            </p14:nvContentPartPr>
            <p14:xfrm>
              <a:off x="6110679" y="744185"/>
              <a:ext cx="111798" cy="33601"/>
            </p14:xfrm>
          </p:contentPart>
        </mc:Choice>
        <mc:Fallback xmlns="">
          <p:sp>
            <p:nvSpPr>
              <p:cNvPr id="1051200" name=""/>
              <p:cNvSpPr/>
              <p:nvPr/>
            </p:nvSpPr>
            <p:spPr>
              <a:xfrm>
                <a:off x="6110679" y="744185"/>
                <a:ext cx="111798" cy="33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201" name="Encre 1051200"/>
              <p14:cNvContentPartPr/>
              <p14:nvPr/>
            </p14:nvContentPartPr>
            <p14:xfrm>
              <a:off x="6311004" y="590451"/>
              <a:ext cx="106516" cy="179889"/>
            </p14:xfrm>
          </p:contentPart>
        </mc:Choice>
        <mc:Fallback xmlns="">
          <p:sp>
            <p:nvSpPr>
              <p:cNvPr id="1051201" name=""/>
              <p:cNvSpPr/>
              <p:nvPr/>
            </p:nvSpPr>
            <p:spPr>
              <a:xfrm>
                <a:off x="6311004" y="590451"/>
                <a:ext cx="106516" cy="179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202" name="Encre 1051201"/>
              <p14:cNvContentPartPr/>
              <p14:nvPr/>
            </p14:nvContentPartPr>
            <p14:xfrm>
              <a:off x="6289824" y="668403"/>
              <a:ext cx="165989" cy="22513"/>
            </p14:xfrm>
          </p:contentPart>
        </mc:Choice>
        <mc:Fallback xmlns="">
          <p:sp>
            <p:nvSpPr>
              <p:cNvPr id="1051202" name=""/>
              <p:cNvSpPr/>
              <p:nvPr/>
            </p:nvSpPr>
            <p:spPr>
              <a:xfrm>
                <a:off x="6289824" y="668403"/>
                <a:ext cx="165989" cy="22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203" name="Encre 1051202"/>
              <p14:cNvContentPartPr/>
              <p14:nvPr/>
            </p14:nvContentPartPr>
            <p14:xfrm>
              <a:off x="6086894" y="205189"/>
              <a:ext cx="65811" cy="264046"/>
            </p14:xfrm>
          </p:contentPart>
        </mc:Choice>
        <mc:Fallback xmlns="">
          <p:sp>
            <p:nvSpPr>
              <p:cNvPr id="1051203" name=""/>
              <p:cNvSpPr/>
              <p:nvPr/>
            </p:nvSpPr>
            <p:spPr>
              <a:xfrm>
                <a:off x="6086894" y="205189"/>
                <a:ext cx="65811" cy="2640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1204" name="Encre 1051203"/>
              <p14:cNvContentPartPr/>
              <p14:nvPr/>
            </p14:nvContentPartPr>
            <p14:xfrm>
              <a:off x="6254083" y="277663"/>
              <a:ext cx="250904" cy="112933"/>
            </p14:xfrm>
          </p:contentPart>
        </mc:Choice>
        <mc:Fallback xmlns="">
          <p:sp>
            <p:nvSpPr>
              <p:cNvPr id="1051204" name=""/>
              <p:cNvSpPr/>
              <p:nvPr/>
            </p:nvSpPr>
            <p:spPr>
              <a:xfrm>
                <a:off x="6254083" y="277663"/>
                <a:ext cx="250904" cy="112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1205" name="Encre 1051204"/>
              <p14:cNvContentPartPr/>
              <p14:nvPr/>
            </p14:nvContentPartPr>
            <p14:xfrm>
              <a:off x="6561631" y="263268"/>
              <a:ext cx="126308" cy="356654"/>
            </p14:xfrm>
          </p:contentPart>
        </mc:Choice>
        <mc:Fallback xmlns="">
          <p:sp>
            <p:nvSpPr>
              <p:cNvPr id="1051205" name=""/>
              <p:cNvSpPr/>
              <p:nvPr/>
            </p:nvSpPr>
            <p:spPr>
              <a:xfrm>
                <a:off x="6561631" y="263268"/>
                <a:ext cx="126308" cy="356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1206" name="Encre 1051205"/>
              <p14:cNvContentPartPr/>
              <p14:nvPr/>
            </p14:nvContentPartPr>
            <p14:xfrm>
              <a:off x="6561631" y="192463"/>
              <a:ext cx="111357" cy="12725"/>
            </p14:xfrm>
          </p:contentPart>
        </mc:Choice>
        <mc:Fallback xmlns="">
          <p:sp>
            <p:nvSpPr>
              <p:cNvPr id="1051206" name=""/>
              <p:cNvSpPr/>
              <p:nvPr/>
            </p:nvSpPr>
            <p:spPr>
              <a:xfrm>
                <a:off x="6561631" y="192463"/>
                <a:ext cx="111357" cy="12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1207" name="Encre 1051206"/>
              <p14:cNvContentPartPr/>
              <p14:nvPr/>
            </p14:nvContentPartPr>
            <p14:xfrm>
              <a:off x="6654292" y="147358"/>
              <a:ext cx="63765" cy="126768"/>
            </p14:xfrm>
          </p:contentPart>
        </mc:Choice>
        <mc:Fallback xmlns="">
          <p:sp>
            <p:nvSpPr>
              <p:cNvPr id="1051207" name=""/>
              <p:cNvSpPr/>
              <p:nvPr/>
            </p:nvSpPr>
            <p:spPr>
              <a:xfrm>
                <a:off x="6654292" y="147358"/>
                <a:ext cx="63765" cy="126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1208" name="Encre 1051207"/>
              <p14:cNvContentPartPr/>
              <p14:nvPr/>
            </p14:nvContentPartPr>
            <p14:xfrm>
              <a:off x="6778184" y="161754"/>
              <a:ext cx="80351" cy="403178"/>
            </p14:xfrm>
          </p:contentPart>
        </mc:Choice>
        <mc:Fallback xmlns="">
          <p:sp>
            <p:nvSpPr>
              <p:cNvPr id="1051208" name=""/>
              <p:cNvSpPr/>
              <p:nvPr/>
            </p:nvSpPr>
            <p:spPr>
              <a:xfrm>
                <a:off x="6778184" y="161754"/>
                <a:ext cx="80351" cy="4031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1209" name="Encre 1051208"/>
              <p14:cNvContentPartPr/>
              <p14:nvPr/>
            </p14:nvContentPartPr>
            <p14:xfrm>
              <a:off x="6968900" y="328940"/>
              <a:ext cx="161118" cy="21197"/>
            </p14:xfrm>
          </p:contentPart>
        </mc:Choice>
        <mc:Fallback xmlns="">
          <p:sp>
            <p:nvSpPr>
              <p:cNvPr id="1051209" name=""/>
              <p:cNvSpPr/>
              <p:nvPr/>
            </p:nvSpPr>
            <p:spPr>
              <a:xfrm>
                <a:off x="6968900" y="328940"/>
                <a:ext cx="161118" cy="21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1210" name="Encre 1051209"/>
              <p14:cNvContentPartPr/>
              <p14:nvPr/>
            </p14:nvContentPartPr>
            <p14:xfrm>
              <a:off x="6954780" y="414807"/>
              <a:ext cx="157065" cy="29894"/>
            </p14:xfrm>
          </p:contentPart>
        </mc:Choice>
        <mc:Fallback xmlns="">
          <p:sp>
            <p:nvSpPr>
              <p:cNvPr id="1051210" name=""/>
              <p:cNvSpPr/>
              <p:nvPr/>
            </p:nvSpPr>
            <p:spPr>
              <a:xfrm>
                <a:off x="6954780" y="414807"/>
                <a:ext cx="157065" cy="29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1211" name="Encre 1051210"/>
              <p14:cNvContentPartPr/>
              <p14:nvPr/>
            </p14:nvContentPartPr>
            <p14:xfrm>
              <a:off x="7250847" y="261877"/>
              <a:ext cx="105461" cy="162172"/>
            </p14:xfrm>
          </p:contentPart>
        </mc:Choice>
        <mc:Fallback xmlns="">
          <p:sp>
            <p:nvSpPr>
              <p:cNvPr id="1051211" name=""/>
              <p:cNvSpPr/>
              <p:nvPr/>
            </p:nvSpPr>
            <p:spPr>
              <a:xfrm>
                <a:off x="7250847" y="261877"/>
                <a:ext cx="105461" cy="162172"/>
              </a:xfrm>
            </p:spPr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212" name="ZoneTexte 3"/>
          <p:cNvSpPr txBox="1"/>
          <p:nvPr/>
        </p:nvSpPr>
        <p:spPr>
          <a:xfrm>
            <a:off x="822101" y="525890"/>
            <a:ext cx="44881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2.2 Travail d’une force élastique</a:t>
            </a:r>
          </a:p>
        </p:txBody>
      </p:sp>
      <p:pic>
        <p:nvPicPr>
          <p:cNvPr id="2097158" name="Image 4"/>
          <p:cNvPicPr>
            <a:picLocks noChangeAspect="1"/>
          </p:cNvPicPr>
          <p:nvPr/>
        </p:nvPicPr>
        <p:blipFill>
          <a:blip r:embed="rId2">
            <a:lum bright="-20000" contrast="20000"/>
          </a:blip>
          <a:stretch>
            <a:fillRect/>
          </a:stretch>
        </p:blipFill>
        <p:spPr>
          <a:xfrm>
            <a:off x="7186413" y="756722"/>
            <a:ext cx="4108360" cy="2553151"/>
          </a:xfrm>
          <a:prstGeom prst="rect">
            <a:avLst/>
          </a:prstGeom>
        </p:spPr>
      </p:pic>
      <p:sp>
        <p:nvSpPr>
          <p:cNvPr id="1051213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84856" y="1313647"/>
            <a:ext cx="5167825" cy="506421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214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9183" y="2146160"/>
            <a:ext cx="6303894" cy="1200329"/>
          </a:xfrm>
          <a:prstGeom prst="rect">
            <a:avLst/>
          </a:prstGeom>
          <a:blipFill rotWithShape="0">
            <a:blip r:embed="rId4"/>
            <a:stretch>
              <a:fillRect l="-580" t="-2538" r="-1354" b="-71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215" name="ZoneTexte 7"/>
          <p:cNvSpPr txBox="1"/>
          <p:nvPr/>
        </p:nvSpPr>
        <p:spPr>
          <a:xfrm>
            <a:off x="873617" y="4355158"/>
            <a:ext cx="63042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2.3 Travail de la force magnétique de Lorentz</a:t>
            </a:r>
          </a:p>
        </p:txBody>
      </p:sp>
      <p:sp>
        <p:nvSpPr>
          <p:cNvPr id="1051216" name="ZoneTexte 8"/>
          <p:cNvSpPr txBox="1"/>
          <p:nvPr/>
        </p:nvSpPr>
        <p:spPr>
          <a:xfrm>
            <a:off x="873617" y="5125791"/>
            <a:ext cx="6189980" cy="891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 Rappeler l’expression de la force magnétique de Lorentz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 Exprimer le travail élémentaire correspondant. Conclure.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217" name="Encre 1051216"/>
              <p14:cNvContentPartPr/>
              <p14:nvPr/>
            </p14:nvContentPartPr>
            <p14:xfrm>
              <a:off x="2258252" y="1373444"/>
              <a:ext cx="398363" cy="503715"/>
            </p14:xfrm>
          </p:contentPart>
        </mc:Choice>
        <mc:Fallback xmlns="">
          <p:sp>
            <p:nvSpPr>
              <p:cNvPr id="1051217" name=""/>
              <p:cNvSpPr/>
              <p:nvPr/>
            </p:nvSpPr>
            <p:spPr>
              <a:xfrm>
                <a:off x="2258252" y="1373444"/>
                <a:ext cx="398363" cy="503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218" name="Encre 1051217"/>
              <p14:cNvContentPartPr/>
              <p14:nvPr/>
            </p14:nvContentPartPr>
            <p14:xfrm>
              <a:off x="2403977" y="1877297"/>
              <a:ext cx="652476" cy="260128"/>
            </p14:xfrm>
          </p:contentPart>
        </mc:Choice>
        <mc:Fallback xmlns="">
          <p:sp>
            <p:nvSpPr>
              <p:cNvPr id="1051218" name=""/>
              <p:cNvSpPr/>
              <p:nvPr/>
            </p:nvSpPr>
            <p:spPr>
              <a:xfrm>
                <a:off x="2403977" y="1877297"/>
                <a:ext cx="652476" cy="260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219" name="Encre 1051218"/>
              <p14:cNvContentPartPr/>
              <p14:nvPr/>
            </p14:nvContentPartPr>
            <p14:xfrm>
              <a:off x="3086761" y="1926926"/>
              <a:ext cx="725366" cy="356109"/>
            </p14:xfrm>
          </p:contentPart>
        </mc:Choice>
        <mc:Fallback xmlns="">
          <p:sp>
            <p:nvSpPr>
              <p:cNvPr id="1051219" name=""/>
              <p:cNvSpPr/>
              <p:nvPr/>
            </p:nvSpPr>
            <p:spPr>
              <a:xfrm>
                <a:off x="3086761" y="1926926"/>
                <a:ext cx="725366" cy="356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220" name="Encre 1051219"/>
              <p14:cNvContentPartPr/>
              <p14:nvPr/>
            </p14:nvContentPartPr>
            <p14:xfrm>
              <a:off x="3185668" y="2007516"/>
              <a:ext cx="71758" cy="38076"/>
            </p14:xfrm>
          </p:contentPart>
        </mc:Choice>
        <mc:Fallback xmlns="">
          <p:sp>
            <p:nvSpPr>
              <p:cNvPr id="1051220" name=""/>
              <p:cNvSpPr/>
              <p:nvPr/>
            </p:nvSpPr>
            <p:spPr>
              <a:xfrm>
                <a:off x="3185668" y="2007516"/>
                <a:ext cx="71758" cy="38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221" name="Encre 1051220"/>
              <p14:cNvContentPartPr/>
              <p14:nvPr/>
            </p14:nvContentPartPr>
            <p14:xfrm>
              <a:off x="2270527" y="1708537"/>
              <a:ext cx="38388" cy="97542"/>
            </p14:xfrm>
          </p:contentPart>
        </mc:Choice>
        <mc:Fallback xmlns="">
          <p:sp>
            <p:nvSpPr>
              <p:cNvPr id="1051221" name=""/>
              <p:cNvSpPr/>
              <p:nvPr/>
            </p:nvSpPr>
            <p:spPr>
              <a:xfrm>
                <a:off x="2270527" y="1708537"/>
                <a:ext cx="38388" cy="97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222" name="Encre 1051221"/>
              <p14:cNvContentPartPr/>
              <p14:nvPr/>
            </p14:nvContentPartPr>
            <p14:xfrm>
              <a:off x="2220225" y="1136973"/>
              <a:ext cx="203819" cy="292587"/>
            </p14:xfrm>
          </p:contentPart>
        </mc:Choice>
        <mc:Fallback xmlns="">
          <p:sp>
            <p:nvSpPr>
              <p:cNvPr id="1051222" name=""/>
              <p:cNvSpPr/>
              <p:nvPr/>
            </p:nvSpPr>
            <p:spPr>
              <a:xfrm>
                <a:off x="2220225" y="1136973"/>
                <a:ext cx="203819" cy="292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223" name="Encre 1051222"/>
              <p14:cNvContentPartPr/>
              <p14:nvPr/>
            </p14:nvContentPartPr>
            <p14:xfrm>
              <a:off x="2178737" y="1299007"/>
              <a:ext cx="127530" cy="130173"/>
            </p14:xfrm>
          </p:contentPart>
        </mc:Choice>
        <mc:Fallback xmlns="">
          <p:sp>
            <p:nvSpPr>
              <p:cNvPr id="1051223" name=""/>
              <p:cNvSpPr/>
              <p:nvPr/>
            </p:nvSpPr>
            <p:spPr>
              <a:xfrm>
                <a:off x="2178737" y="1299007"/>
                <a:ext cx="127530" cy="130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224" name="Encre 1051223"/>
              <p14:cNvContentPartPr/>
              <p14:nvPr/>
            </p14:nvContentPartPr>
            <p14:xfrm>
              <a:off x="2499091" y="1052792"/>
              <a:ext cx="152425" cy="146463"/>
            </p14:xfrm>
          </p:contentPart>
        </mc:Choice>
        <mc:Fallback xmlns="">
          <p:sp>
            <p:nvSpPr>
              <p:cNvPr id="1051224" name=""/>
              <p:cNvSpPr/>
              <p:nvPr/>
            </p:nvSpPr>
            <p:spPr>
              <a:xfrm>
                <a:off x="2499091" y="1052792"/>
                <a:ext cx="152425" cy="146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225" name="Encre 1051224"/>
              <p14:cNvContentPartPr/>
              <p14:nvPr/>
            </p14:nvContentPartPr>
            <p14:xfrm>
              <a:off x="2647258" y="1067019"/>
              <a:ext cx="205613" cy="89627"/>
            </p14:xfrm>
          </p:contentPart>
        </mc:Choice>
        <mc:Fallback xmlns="">
          <p:sp>
            <p:nvSpPr>
              <p:cNvPr id="1051225" name=""/>
              <p:cNvSpPr/>
              <p:nvPr/>
            </p:nvSpPr>
            <p:spPr>
              <a:xfrm>
                <a:off x="2647258" y="1067019"/>
                <a:ext cx="205613" cy="89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226" name="Encre 1051225"/>
              <p14:cNvContentPartPr/>
              <p14:nvPr/>
            </p14:nvContentPartPr>
            <p14:xfrm>
              <a:off x="2851739" y="995210"/>
              <a:ext cx="5201" cy="32280"/>
            </p14:xfrm>
          </p:contentPart>
        </mc:Choice>
        <mc:Fallback xmlns="">
          <p:sp>
            <p:nvSpPr>
              <p:cNvPr id="1051226" name=""/>
              <p:cNvSpPr/>
              <p:nvPr/>
            </p:nvSpPr>
            <p:spPr>
              <a:xfrm>
                <a:off x="2851739" y="995210"/>
                <a:ext cx="5201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227" name="Encre 1051226"/>
              <p14:cNvContentPartPr/>
              <p14:nvPr/>
            </p14:nvContentPartPr>
            <p14:xfrm>
              <a:off x="2912038" y="1045595"/>
              <a:ext cx="101985" cy="119213"/>
            </p14:xfrm>
          </p:contentPart>
        </mc:Choice>
        <mc:Fallback xmlns="">
          <p:sp>
            <p:nvSpPr>
              <p:cNvPr id="1051227" name=""/>
              <p:cNvSpPr/>
              <p:nvPr/>
            </p:nvSpPr>
            <p:spPr>
              <a:xfrm>
                <a:off x="2912038" y="1045595"/>
                <a:ext cx="101985" cy="119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228" name="Encre 1051227"/>
              <p14:cNvContentPartPr/>
              <p14:nvPr/>
            </p14:nvContentPartPr>
            <p14:xfrm>
              <a:off x="3017377" y="900646"/>
              <a:ext cx="431059" cy="208026"/>
            </p14:xfrm>
          </p:contentPart>
        </mc:Choice>
        <mc:Fallback xmlns="">
          <p:sp>
            <p:nvSpPr>
              <p:cNvPr id="1051228" name=""/>
              <p:cNvSpPr/>
              <p:nvPr/>
            </p:nvSpPr>
            <p:spPr>
              <a:xfrm>
                <a:off x="3017377" y="900646"/>
                <a:ext cx="431059" cy="2080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229" name="Encre 1051228"/>
              <p14:cNvContentPartPr/>
              <p14:nvPr/>
            </p14:nvContentPartPr>
            <p14:xfrm>
              <a:off x="1927238" y="2487141"/>
              <a:ext cx="913635" cy="23778"/>
            </p14:xfrm>
          </p:contentPart>
        </mc:Choice>
        <mc:Fallback xmlns="">
          <p:sp>
            <p:nvSpPr>
              <p:cNvPr id="1051229" name=""/>
              <p:cNvSpPr/>
              <p:nvPr/>
            </p:nvSpPr>
            <p:spPr>
              <a:xfrm>
                <a:off x="1927238" y="2487141"/>
                <a:ext cx="913635" cy="237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230" name="Encre 1051229"/>
              <p14:cNvContentPartPr/>
              <p14:nvPr/>
            </p14:nvContentPartPr>
            <p14:xfrm>
              <a:off x="875279" y="3360855"/>
              <a:ext cx="350821" cy="12403"/>
            </p14:xfrm>
          </p:contentPart>
        </mc:Choice>
        <mc:Fallback xmlns="">
          <p:sp>
            <p:nvSpPr>
              <p:cNvPr id="1051230" name=""/>
              <p:cNvSpPr/>
              <p:nvPr/>
            </p:nvSpPr>
            <p:spPr>
              <a:xfrm>
                <a:off x="875279" y="3360855"/>
                <a:ext cx="350821" cy="124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231" name="Encre 1051230"/>
              <p14:cNvContentPartPr/>
              <p14:nvPr/>
            </p14:nvContentPartPr>
            <p14:xfrm>
              <a:off x="1469227" y="3363535"/>
              <a:ext cx="315048" cy="101513"/>
            </p14:xfrm>
          </p:contentPart>
        </mc:Choice>
        <mc:Fallback xmlns="">
          <p:sp>
            <p:nvSpPr>
              <p:cNvPr id="1051231" name=""/>
              <p:cNvSpPr/>
              <p:nvPr/>
            </p:nvSpPr>
            <p:spPr>
              <a:xfrm>
                <a:off x="1469227" y="3363535"/>
                <a:ext cx="315048" cy="101513"/>
              </a:xfrm>
            </p:spPr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232" name="Encre 1051231"/>
              <p14:cNvContentPartPr/>
              <p14:nvPr/>
            </p14:nvContentPartPr>
            <p14:xfrm>
              <a:off x="676891" y="328793"/>
              <a:ext cx="163120" cy="406252"/>
            </p14:xfrm>
          </p:contentPart>
        </mc:Choice>
        <mc:Fallback xmlns="">
          <p:sp>
            <p:nvSpPr>
              <p:cNvPr id="1051232" name=""/>
              <p:cNvSpPr/>
              <p:nvPr/>
            </p:nvSpPr>
            <p:spPr>
              <a:xfrm>
                <a:off x="676891" y="328793"/>
                <a:ext cx="163120" cy="406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233" name="Encre 1051232"/>
              <p14:cNvContentPartPr/>
              <p14:nvPr/>
            </p14:nvContentPartPr>
            <p14:xfrm>
              <a:off x="831433" y="480443"/>
              <a:ext cx="215963" cy="211318"/>
            </p14:xfrm>
          </p:contentPart>
        </mc:Choice>
        <mc:Fallback xmlns="">
          <p:sp>
            <p:nvSpPr>
              <p:cNvPr id="1051233" name=""/>
              <p:cNvSpPr/>
              <p:nvPr/>
            </p:nvSpPr>
            <p:spPr>
              <a:xfrm>
                <a:off x="831433" y="480443"/>
                <a:ext cx="215963" cy="2113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234" name="Encre 1051233"/>
              <p14:cNvContentPartPr/>
              <p14:nvPr/>
            </p14:nvContentPartPr>
            <p14:xfrm>
              <a:off x="1109913" y="306951"/>
              <a:ext cx="109127" cy="485074"/>
            </p14:xfrm>
          </p:contentPart>
        </mc:Choice>
        <mc:Fallback xmlns="">
          <p:sp>
            <p:nvSpPr>
              <p:cNvPr id="1051234" name=""/>
              <p:cNvSpPr/>
              <p:nvPr/>
            </p:nvSpPr>
            <p:spPr>
              <a:xfrm>
                <a:off x="1109913" y="306951"/>
                <a:ext cx="109127" cy="485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235" name="Encre 1051234"/>
              <p14:cNvContentPartPr/>
              <p14:nvPr/>
            </p14:nvContentPartPr>
            <p14:xfrm>
              <a:off x="1280214" y="567561"/>
              <a:ext cx="46049" cy="215511"/>
            </p14:xfrm>
          </p:contentPart>
        </mc:Choice>
        <mc:Fallback xmlns="">
          <p:sp>
            <p:nvSpPr>
              <p:cNvPr id="1051235" name=""/>
              <p:cNvSpPr/>
              <p:nvPr/>
            </p:nvSpPr>
            <p:spPr>
              <a:xfrm>
                <a:off x="1280214" y="567561"/>
                <a:ext cx="46049" cy="2155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236" name="Encre 1051235"/>
              <p14:cNvContentPartPr/>
              <p14:nvPr/>
            </p14:nvContentPartPr>
            <p14:xfrm>
              <a:off x="1233602" y="521094"/>
              <a:ext cx="247607" cy="17427"/>
            </p14:xfrm>
          </p:contentPart>
        </mc:Choice>
        <mc:Fallback xmlns="">
          <p:sp>
            <p:nvSpPr>
              <p:cNvPr id="1051236" name=""/>
              <p:cNvSpPr/>
              <p:nvPr/>
            </p:nvSpPr>
            <p:spPr>
              <a:xfrm>
                <a:off x="1233602" y="521094"/>
                <a:ext cx="247607" cy="17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237" name="Encre 1051236"/>
              <p14:cNvContentPartPr/>
              <p14:nvPr/>
            </p14:nvContentPartPr>
            <p14:xfrm>
              <a:off x="1305083" y="411162"/>
              <a:ext cx="197096" cy="11450"/>
            </p14:xfrm>
          </p:contentPart>
        </mc:Choice>
        <mc:Fallback xmlns="">
          <p:sp>
            <p:nvSpPr>
              <p:cNvPr id="1051237" name=""/>
              <p:cNvSpPr/>
              <p:nvPr/>
            </p:nvSpPr>
            <p:spPr>
              <a:xfrm>
                <a:off x="1305083" y="411162"/>
                <a:ext cx="197096" cy="11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238" name="Encre 1051237"/>
              <p14:cNvContentPartPr/>
              <p14:nvPr/>
            </p14:nvContentPartPr>
            <p14:xfrm>
              <a:off x="1455107" y="364285"/>
              <a:ext cx="92210" cy="127777"/>
            </p14:xfrm>
          </p:contentPart>
        </mc:Choice>
        <mc:Fallback xmlns="">
          <p:sp>
            <p:nvSpPr>
              <p:cNvPr id="1051238" name=""/>
              <p:cNvSpPr/>
              <p:nvPr/>
            </p:nvSpPr>
            <p:spPr>
              <a:xfrm>
                <a:off x="1455107" y="364285"/>
                <a:ext cx="92210" cy="127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239" name="Encre 1051238"/>
              <p14:cNvContentPartPr/>
              <p14:nvPr/>
            </p14:nvContentPartPr>
            <p14:xfrm>
              <a:off x="1483788" y="350138"/>
              <a:ext cx="200843" cy="492677"/>
            </p14:xfrm>
          </p:contentPart>
        </mc:Choice>
        <mc:Fallback xmlns="">
          <p:sp>
            <p:nvSpPr>
              <p:cNvPr id="1051239" name=""/>
              <p:cNvSpPr/>
              <p:nvPr/>
            </p:nvSpPr>
            <p:spPr>
              <a:xfrm>
                <a:off x="1483788" y="350138"/>
                <a:ext cx="200843" cy="492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240" name="Encre 1051239"/>
              <p14:cNvContentPartPr/>
              <p14:nvPr/>
            </p14:nvContentPartPr>
            <p14:xfrm>
              <a:off x="1776774" y="611244"/>
              <a:ext cx="171373" cy="16539"/>
            </p14:xfrm>
          </p:contentPart>
        </mc:Choice>
        <mc:Fallback xmlns="">
          <p:sp>
            <p:nvSpPr>
              <p:cNvPr id="1051240" name=""/>
              <p:cNvSpPr/>
              <p:nvPr/>
            </p:nvSpPr>
            <p:spPr>
              <a:xfrm>
                <a:off x="1776774" y="611244"/>
                <a:ext cx="171373" cy="16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241" name="Encre 1051240"/>
              <p14:cNvContentPartPr/>
              <p14:nvPr/>
            </p14:nvContentPartPr>
            <p14:xfrm>
              <a:off x="1784275" y="726235"/>
              <a:ext cx="167994" cy="15066"/>
            </p14:xfrm>
          </p:contentPart>
        </mc:Choice>
        <mc:Fallback xmlns="">
          <p:sp>
            <p:nvSpPr>
              <p:cNvPr id="1051241" name=""/>
              <p:cNvSpPr/>
              <p:nvPr/>
            </p:nvSpPr>
            <p:spPr>
              <a:xfrm>
                <a:off x="1784275" y="726235"/>
                <a:ext cx="167994" cy="15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242" name="Encre 1051241"/>
              <p14:cNvContentPartPr/>
              <p14:nvPr/>
            </p14:nvContentPartPr>
            <p14:xfrm>
              <a:off x="2173894" y="480443"/>
              <a:ext cx="21461" cy="293372"/>
            </p14:xfrm>
          </p:contentPart>
        </mc:Choice>
        <mc:Fallback xmlns="">
          <p:sp>
            <p:nvSpPr>
              <p:cNvPr id="1051242" name=""/>
              <p:cNvSpPr/>
              <p:nvPr/>
            </p:nvSpPr>
            <p:spPr>
              <a:xfrm>
                <a:off x="2173894" y="480443"/>
                <a:ext cx="21461" cy="293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243" name="Encre 1051242"/>
              <p14:cNvContentPartPr/>
              <p14:nvPr/>
            </p14:nvContentPartPr>
            <p14:xfrm>
              <a:off x="2063142" y="457466"/>
              <a:ext cx="317510" cy="14477"/>
            </p14:xfrm>
          </p:contentPart>
        </mc:Choice>
        <mc:Fallback xmlns="">
          <p:sp>
            <p:nvSpPr>
              <p:cNvPr id="1051243" name=""/>
              <p:cNvSpPr/>
              <p:nvPr/>
            </p:nvSpPr>
            <p:spPr>
              <a:xfrm>
                <a:off x="2063142" y="457466"/>
                <a:ext cx="317510" cy="14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244" name="Encre 1051243"/>
              <p14:cNvContentPartPr/>
              <p14:nvPr/>
            </p14:nvContentPartPr>
            <p14:xfrm>
              <a:off x="2098883" y="321099"/>
              <a:ext cx="250229" cy="0"/>
            </p14:xfrm>
          </p:contentPart>
        </mc:Choice>
        <mc:Fallback xmlns="">
          <p:sp>
            <p:nvSpPr>
              <p:cNvPr id="1051244" name=""/>
              <p:cNvSpPr/>
              <p:nvPr/>
            </p:nvSpPr>
            <p:spPr>
              <a:xfrm>
                <a:off x="2098883" y="321099"/>
                <a:ext cx="250229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245" name="Encre 1051244"/>
              <p14:cNvContentPartPr/>
              <p14:nvPr/>
            </p14:nvContentPartPr>
            <p14:xfrm>
              <a:off x="2291706" y="261801"/>
              <a:ext cx="162992" cy="155085"/>
            </p14:xfrm>
          </p:contentPart>
        </mc:Choice>
        <mc:Fallback xmlns="">
          <p:sp>
            <p:nvSpPr>
              <p:cNvPr id="1051245" name=""/>
              <p:cNvSpPr/>
              <p:nvPr/>
            </p:nvSpPr>
            <p:spPr>
              <a:xfrm>
                <a:off x="2291706" y="261801"/>
                <a:ext cx="162992" cy="155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246" name="Encre 1051245"/>
              <p14:cNvContentPartPr/>
              <p14:nvPr/>
            </p14:nvContentPartPr>
            <p14:xfrm>
              <a:off x="2423290" y="683471"/>
              <a:ext cx="11821" cy="30810"/>
            </p14:xfrm>
          </p:contentPart>
        </mc:Choice>
        <mc:Fallback xmlns="">
          <p:sp>
            <p:nvSpPr>
              <p:cNvPr id="1051246" name=""/>
              <p:cNvSpPr/>
              <p:nvPr/>
            </p:nvSpPr>
            <p:spPr>
              <a:xfrm>
                <a:off x="2423290" y="683471"/>
                <a:ext cx="11821" cy="30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247" name="Encre 1051246"/>
              <p14:cNvContentPartPr/>
              <p14:nvPr/>
            </p14:nvContentPartPr>
            <p14:xfrm>
              <a:off x="2177424" y="330942"/>
              <a:ext cx="235898" cy="33343"/>
            </p14:xfrm>
          </p:contentPart>
        </mc:Choice>
        <mc:Fallback xmlns="">
          <p:sp>
            <p:nvSpPr>
              <p:cNvPr id="1051247" name=""/>
              <p:cNvSpPr/>
              <p:nvPr/>
            </p:nvSpPr>
            <p:spPr>
              <a:xfrm>
                <a:off x="2177424" y="330942"/>
                <a:ext cx="235898" cy="33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248" name="Encre 1051247"/>
              <p14:cNvContentPartPr/>
              <p14:nvPr/>
            </p14:nvContentPartPr>
            <p14:xfrm>
              <a:off x="2594002" y="403261"/>
              <a:ext cx="145103" cy="293086"/>
            </p14:xfrm>
          </p:contentPart>
        </mc:Choice>
        <mc:Fallback xmlns="">
          <p:sp>
            <p:nvSpPr>
              <p:cNvPr id="1051248" name=""/>
              <p:cNvSpPr/>
              <p:nvPr/>
            </p:nvSpPr>
            <p:spPr>
              <a:xfrm>
                <a:off x="2594002" y="403261"/>
                <a:ext cx="145103" cy="293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249" name="Encre 1051248"/>
              <p14:cNvContentPartPr/>
              <p14:nvPr/>
            </p14:nvContentPartPr>
            <p14:xfrm>
              <a:off x="2796049" y="483861"/>
              <a:ext cx="109345" cy="172643"/>
            </p14:xfrm>
          </p:contentPart>
        </mc:Choice>
        <mc:Fallback xmlns="">
          <p:sp>
            <p:nvSpPr>
              <p:cNvPr id="1051249" name=""/>
              <p:cNvSpPr/>
              <p:nvPr/>
            </p:nvSpPr>
            <p:spPr>
              <a:xfrm>
                <a:off x="2796049" y="483861"/>
                <a:ext cx="109345" cy="172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250" name="Encre 1051249"/>
              <p14:cNvContentPartPr/>
              <p14:nvPr/>
            </p14:nvContentPartPr>
            <p14:xfrm>
              <a:off x="2956743" y="487889"/>
              <a:ext cx="43161" cy="166382"/>
            </p14:xfrm>
          </p:contentPart>
        </mc:Choice>
        <mc:Fallback xmlns="">
          <p:sp>
            <p:nvSpPr>
              <p:cNvPr id="1051250" name=""/>
              <p:cNvSpPr/>
              <p:nvPr/>
            </p:nvSpPr>
            <p:spPr>
              <a:xfrm>
                <a:off x="2956743" y="487889"/>
                <a:ext cx="43161" cy="1663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251" name="Encre 1051250"/>
              <p14:cNvContentPartPr/>
              <p14:nvPr/>
            </p14:nvContentPartPr>
            <p14:xfrm>
              <a:off x="2999904" y="475080"/>
              <a:ext cx="164907" cy="193498"/>
            </p14:xfrm>
          </p:contentPart>
        </mc:Choice>
        <mc:Fallback xmlns="">
          <p:sp>
            <p:nvSpPr>
              <p:cNvPr id="1051251" name=""/>
              <p:cNvSpPr/>
              <p:nvPr/>
            </p:nvSpPr>
            <p:spPr>
              <a:xfrm>
                <a:off x="2999904" y="475080"/>
                <a:ext cx="164907" cy="193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252" name="Encre 1051251"/>
              <p14:cNvContentPartPr/>
              <p14:nvPr/>
            </p14:nvContentPartPr>
            <p14:xfrm>
              <a:off x="2885622" y="299753"/>
              <a:ext cx="421829" cy="50384"/>
            </p14:xfrm>
          </p:contentPart>
        </mc:Choice>
        <mc:Fallback xmlns="">
          <p:sp>
            <p:nvSpPr>
              <p:cNvPr id="1051252" name=""/>
              <p:cNvSpPr/>
              <p:nvPr/>
            </p:nvSpPr>
            <p:spPr>
              <a:xfrm>
                <a:off x="2885622" y="299753"/>
                <a:ext cx="421829" cy="50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253" name="Encre 1051252"/>
              <p14:cNvContentPartPr/>
              <p14:nvPr/>
            </p14:nvContentPartPr>
            <p14:xfrm>
              <a:off x="3100067" y="263268"/>
              <a:ext cx="217864" cy="177444"/>
            </p14:xfrm>
          </p:contentPart>
        </mc:Choice>
        <mc:Fallback xmlns="">
          <p:sp>
            <p:nvSpPr>
              <p:cNvPr id="1051253" name=""/>
              <p:cNvSpPr/>
              <p:nvPr/>
            </p:nvSpPr>
            <p:spPr>
              <a:xfrm>
                <a:off x="3100067" y="263268"/>
                <a:ext cx="217864" cy="177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254" name="Encre 1051253"/>
              <p14:cNvContentPartPr/>
              <p14:nvPr/>
            </p14:nvContentPartPr>
            <p14:xfrm>
              <a:off x="1733973" y="1335392"/>
              <a:ext cx="186002" cy="14495"/>
            </p14:xfrm>
          </p:contentPart>
        </mc:Choice>
        <mc:Fallback xmlns="">
          <p:sp>
            <p:nvSpPr>
              <p:cNvPr id="1051254" name=""/>
              <p:cNvSpPr/>
              <p:nvPr/>
            </p:nvSpPr>
            <p:spPr>
              <a:xfrm>
                <a:off x="1733973" y="1335392"/>
                <a:ext cx="186002" cy="14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255" name="Encre 1051254"/>
              <p14:cNvContentPartPr/>
              <p14:nvPr/>
            </p14:nvContentPartPr>
            <p14:xfrm>
              <a:off x="1726913" y="1450182"/>
              <a:ext cx="167728" cy="23061"/>
            </p14:xfrm>
          </p:contentPart>
        </mc:Choice>
        <mc:Fallback xmlns="">
          <p:sp>
            <p:nvSpPr>
              <p:cNvPr id="1051255" name=""/>
              <p:cNvSpPr/>
              <p:nvPr/>
            </p:nvSpPr>
            <p:spPr>
              <a:xfrm>
                <a:off x="1726913" y="1450182"/>
                <a:ext cx="167728" cy="23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256" name="Encre 1051255"/>
              <p14:cNvContentPartPr/>
              <p14:nvPr/>
            </p14:nvContentPartPr>
            <p14:xfrm>
              <a:off x="2034461" y="1364067"/>
              <a:ext cx="170287" cy="22306"/>
            </p14:xfrm>
          </p:contentPart>
        </mc:Choice>
        <mc:Fallback xmlns="">
          <p:sp>
            <p:nvSpPr>
              <p:cNvPr id="1051256" name=""/>
              <p:cNvSpPr/>
              <p:nvPr/>
            </p:nvSpPr>
            <p:spPr>
              <a:xfrm>
                <a:off x="2034461" y="1364067"/>
                <a:ext cx="170287" cy="223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257" name="Encre 1051256"/>
              <p14:cNvContentPartPr/>
              <p14:nvPr/>
            </p14:nvContentPartPr>
            <p14:xfrm>
              <a:off x="2313327" y="1063182"/>
              <a:ext cx="218908" cy="336045"/>
            </p14:xfrm>
          </p:contentPart>
        </mc:Choice>
        <mc:Fallback xmlns="">
          <p:sp>
            <p:nvSpPr>
              <p:cNvPr id="1051257" name=""/>
              <p:cNvSpPr/>
              <p:nvPr/>
            </p:nvSpPr>
            <p:spPr>
              <a:xfrm>
                <a:off x="2313327" y="1063182"/>
                <a:ext cx="218908" cy="336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258" name="Encre 1051257"/>
              <p14:cNvContentPartPr/>
              <p14:nvPr/>
            </p14:nvContentPartPr>
            <p14:xfrm>
              <a:off x="2578074" y="1205926"/>
              <a:ext cx="130134" cy="191120"/>
            </p14:xfrm>
          </p:contentPart>
        </mc:Choice>
        <mc:Fallback xmlns="">
          <p:sp>
            <p:nvSpPr>
              <p:cNvPr id="1051258" name=""/>
              <p:cNvSpPr/>
              <p:nvPr/>
            </p:nvSpPr>
            <p:spPr>
              <a:xfrm>
                <a:off x="2578074" y="1205926"/>
                <a:ext cx="130134" cy="191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259" name="Encre 1051258"/>
              <p14:cNvContentPartPr/>
              <p14:nvPr/>
            </p14:nvContentPartPr>
            <p14:xfrm>
              <a:off x="2683457" y="1197989"/>
              <a:ext cx="158922" cy="168077"/>
            </p14:xfrm>
          </p:contentPart>
        </mc:Choice>
        <mc:Fallback xmlns="">
          <p:sp>
            <p:nvSpPr>
              <p:cNvPr id="1051259" name=""/>
              <p:cNvSpPr/>
              <p:nvPr/>
            </p:nvSpPr>
            <p:spPr>
              <a:xfrm>
                <a:off x="2683457" y="1197989"/>
                <a:ext cx="158922" cy="168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260" name="Encre 1051259"/>
              <p14:cNvContentPartPr/>
              <p14:nvPr/>
            </p14:nvContentPartPr>
            <p14:xfrm>
              <a:off x="2993645" y="1038634"/>
              <a:ext cx="138068" cy="347312"/>
            </p14:xfrm>
          </p:contentPart>
        </mc:Choice>
        <mc:Fallback xmlns="">
          <p:sp>
            <p:nvSpPr>
              <p:cNvPr id="1051260" name=""/>
              <p:cNvSpPr/>
              <p:nvPr/>
            </p:nvSpPr>
            <p:spPr>
              <a:xfrm>
                <a:off x="2993645" y="1038634"/>
                <a:ext cx="138068" cy="347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261" name="Encre 1051260"/>
              <p14:cNvContentPartPr/>
              <p14:nvPr/>
            </p14:nvContentPartPr>
            <p14:xfrm>
              <a:off x="3149927" y="1199304"/>
              <a:ext cx="128512" cy="157345"/>
            </p14:xfrm>
          </p:contentPart>
        </mc:Choice>
        <mc:Fallback xmlns="">
          <p:sp>
            <p:nvSpPr>
              <p:cNvPr id="1051261" name=""/>
              <p:cNvSpPr/>
              <p:nvPr/>
            </p:nvSpPr>
            <p:spPr>
              <a:xfrm>
                <a:off x="3149927" y="1199304"/>
                <a:ext cx="128512" cy="157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262" name="Encre 1051261"/>
              <p14:cNvContentPartPr/>
              <p14:nvPr/>
            </p14:nvContentPartPr>
            <p14:xfrm>
              <a:off x="3255282" y="1183097"/>
              <a:ext cx="116591" cy="138050"/>
            </p14:xfrm>
          </p:contentPart>
        </mc:Choice>
        <mc:Fallback xmlns="">
          <p:sp>
            <p:nvSpPr>
              <p:cNvPr id="1051262" name=""/>
              <p:cNvSpPr/>
              <p:nvPr/>
            </p:nvSpPr>
            <p:spPr>
              <a:xfrm>
                <a:off x="3255282" y="1183097"/>
                <a:ext cx="116591" cy="138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263" name="Encre 1051262"/>
              <p14:cNvContentPartPr/>
              <p14:nvPr/>
            </p14:nvContentPartPr>
            <p14:xfrm>
              <a:off x="1003179" y="1095529"/>
              <a:ext cx="100096" cy="483611"/>
            </p14:xfrm>
          </p:contentPart>
        </mc:Choice>
        <mc:Fallback xmlns="">
          <p:sp>
            <p:nvSpPr>
              <p:cNvPr id="1051263" name=""/>
              <p:cNvSpPr/>
              <p:nvPr/>
            </p:nvSpPr>
            <p:spPr>
              <a:xfrm>
                <a:off x="1003179" y="1095529"/>
                <a:ext cx="100096" cy="4836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264" name="Encre 1051263"/>
              <p14:cNvContentPartPr/>
              <p14:nvPr/>
            </p14:nvContentPartPr>
            <p14:xfrm>
              <a:off x="1159800" y="1327798"/>
              <a:ext cx="159403" cy="197964"/>
            </p14:xfrm>
          </p:contentPart>
        </mc:Choice>
        <mc:Fallback xmlns="">
          <p:sp>
            <p:nvSpPr>
              <p:cNvPr id="1051264" name=""/>
              <p:cNvSpPr/>
              <p:nvPr/>
            </p:nvSpPr>
            <p:spPr>
              <a:xfrm>
                <a:off x="1159800" y="1327798"/>
                <a:ext cx="159403" cy="197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265" name="Encre 1051264"/>
              <p14:cNvContentPartPr/>
              <p14:nvPr/>
            </p14:nvContentPartPr>
            <p14:xfrm>
              <a:off x="1364543" y="1190792"/>
              <a:ext cx="54822" cy="359454"/>
            </p14:xfrm>
          </p:contentPart>
        </mc:Choice>
        <mc:Fallback xmlns="">
          <p:sp>
            <p:nvSpPr>
              <p:cNvPr id="1051265" name=""/>
              <p:cNvSpPr/>
              <p:nvPr/>
            </p:nvSpPr>
            <p:spPr>
              <a:xfrm>
                <a:off x="1364543" y="1190792"/>
                <a:ext cx="54822" cy="359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266" name="Encre 1051265"/>
              <p14:cNvContentPartPr/>
              <p14:nvPr/>
            </p14:nvContentPartPr>
            <p14:xfrm>
              <a:off x="1455467" y="1386373"/>
              <a:ext cx="13759" cy="171990"/>
            </p14:xfrm>
          </p:contentPart>
        </mc:Choice>
        <mc:Fallback xmlns="">
          <p:sp>
            <p:nvSpPr>
              <p:cNvPr id="1051266" name=""/>
              <p:cNvSpPr/>
              <p:nvPr/>
            </p:nvSpPr>
            <p:spPr>
              <a:xfrm>
                <a:off x="1455467" y="1386373"/>
                <a:ext cx="13759" cy="1719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267" name="Encre 1051266"/>
              <p14:cNvContentPartPr/>
              <p14:nvPr/>
            </p14:nvContentPartPr>
            <p14:xfrm>
              <a:off x="1405246" y="1371974"/>
              <a:ext cx="143261" cy="14399"/>
            </p14:xfrm>
          </p:contentPart>
        </mc:Choice>
        <mc:Fallback xmlns="">
          <p:sp>
            <p:nvSpPr>
              <p:cNvPr id="1051267" name=""/>
              <p:cNvSpPr/>
              <p:nvPr/>
            </p:nvSpPr>
            <p:spPr>
              <a:xfrm>
                <a:off x="1405246" y="1371974"/>
                <a:ext cx="143261" cy="14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268" name="Encre 1051267"/>
              <p14:cNvContentPartPr/>
              <p14:nvPr/>
            </p14:nvContentPartPr>
            <p14:xfrm>
              <a:off x="1433486" y="1255249"/>
              <a:ext cx="158233" cy="60495"/>
            </p14:xfrm>
          </p:contentPart>
        </mc:Choice>
        <mc:Fallback xmlns="">
          <p:sp>
            <p:nvSpPr>
              <p:cNvPr id="1051268" name=""/>
              <p:cNvSpPr/>
              <p:nvPr/>
            </p:nvSpPr>
            <p:spPr>
              <a:xfrm>
                <a:off x="1433486" y="1255249"/>
                <a:ext cx="158233" cy="60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269" name="Encre 1051268"/>
              <p14:cNvContentPartPr/>
              <p14:nvPr/>
            </p14:nvContentPartPr>
            <p14:xfrm>
              <a:off x="1574068" y="1183097"/>
              <a:ext cx="97443" cy="406806"/>
            </p14:xfrm>
          </p:contentPart>
        </mc:Choice>
        <mc:Fallback xmlns="">
          <p:sp>
            <p:nvSpPr>
              <p:cNvPr id="1051269" name=""/>
              <p:cNvSpPr/>
              <p:nvPr/>
            </p:nvSpPr>
            <p:spPr>
              <a:xfrm>
                <a:off x="1574068" y="1183097"/>
                <a:ext cx="97443" cy="406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270" name="Encre 1051269"/>
              <p14:cNvContentPartPr/>
              <p14:nvPr/>
            </p14:nvContentPartPr>
            <p14:xfrm>
              <a:off x="863213" y="1031447"/>
              <a:ext cx="48280" cy="682777"/>
            </p14:xfrm>
          </p:contentPart>
        </mc:Choice>
        <mc:Fallback xmlns="">
          <p:sp>
            <p:nvSpPr>
              <p:cNvPr id="1051270" name=""/>
              <p:cNvSpPr/>
              <p:nvPr/>
            </p:nvSpPr>
            <p:spPr>
              <a:xfrm>
                <a:off x="863213" y="1031447"/>
                <a:ext cx="48280" cy="682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271" name="Encre 1051270"/>
              <p14:cNvContentPartPr/>
              <p14:nvPr/>
            </p14:nvContentPartPr>
            <p14:xfrm>
              <a:off x="840012" y="944237"/>
              <a:ext cx="2737339" cy="830719"/>
            </p14:xfrm>
          </p:contentPart>
        </mc:Choice>
        <mc:Fallback xmlns="">
          <p:sp>
            <p:nvSpPr>
              <p:cNvPr id="1051271" name=""/>
              <p:cNvSpPr/>
              <p:nvPr/>
            </p:nvSpPr>
            <p:spPr>
              <a:xfrm>
                <a:off x="840012" y="944237"/>
                <a:ext cx="2737339" cy="830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272" name="Encre 1051271"/>
              <p14:cNvContentPartPr/>
              <p14:nvPr/>
            </p14:nvContentPartPr>
            <p14:xfrm>
              <a:off x="1076078" y="2088780"/>
              <a:ext cx="225195" cy="336291"/>
            </p14:xfrm>
          </p:contentPart>
        </mc:Choice>
        <mc:Fallback xmlns="">
          <p:sp>
            <p:nvSpPr>
              <p:cNvPr id="1051272" name=""/>
              <p:cNvSpPr/>
              <p:nvPr/>
            </p:nvSpPr>
            <p:spPr>
              <a:xfrm>
                <a:off x="1076078" y="2088780"/>
                <a:ext cx="225195" cy="336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273" name="Encre 1051272"/>
              <p14:cNvContentPartPr/>
              <p14:nvPr/>
            </p14:nvContentPartPr>
            <p14:xfrm>
              <a:off x="1352883" y="2030949"/>
              <a:ext cx="102223" cy="453256"/>
            </p14:xfrm>
          </p:contentPart>
        </mc:Choice>
        <mc:Fallback xmlns="">
          <p:sp>
            <p:nvSpPr>
              <p:cNvPr id="1051273" name=""/>
              <p:cNvSpPr/>
              <p:nvPr/>
            </p:nvSpPr>
            <p:spPr>
              <a:xfrm>
                <a:off x="1352883" y="2030949"/>
                <a:ext cx="102223" cy="453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274" name="Encre 1051273"/>
              <p14:cNvContentPartPr/>
              <p14:nvPr/>
            </p14:nvContentPartPr>
            <p14:xfrm>
              <a:off x="1533873" y="2248372"/>
              <a:ext cx="39434" cy="234758"/>
            </p14:xfrm>
          </p:contentPart>
        </mc:Choice>
        <mc:Fallback xmlns="">
          <p:sp>
            <p:nvSpPr>
              <p:cNvPr id="1051274" name=""/>
              <p:cNvSpPr/>
              <p:nvPr/>
            </p:nvSpPr>
            <p:spPr>
              <a:xfrm>
                <a:off x="1533873" y="2248372"/>
                <a:ext cx="39434" cy="234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275" name="Encre 1051274"/>
              <p14:cNvContentPartPr/>
              <p14:nvPr/>
            </p14:nvContentPartPr>
            <p14:xfrm>
              <a:off x="1462167" y="2213980"/>
              <a:ext cx="301805" cy="25210"/>
            </p14:xfrm>
          </p:contentPart>
        </mc:Choice>
        <mc:Fallback xmlns="">
          <p:sp>
            <p:nvSpPr>
              <p:cNvPr id="1051275" name=""/>
              <p:cNvSpPr/>
              <p:nvPr/>
            </p:nvSpPr>
            <p:spPr>
              <a:xfrm>
                <a:off x="1462167" y="2213980"/>
                <a:ext cx="301805" cy="25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276" name="Encre 1051275"/>
              <p14:cNvContentPartPr/>
              <p14:nvPr/>
            </p14:nvContentPartPr>
            <p14:xfrm>
              <a:off x="1526588" y="2119822"/>
              <a:ext cx="189848" cy="12641"/>
            </p14:xfrm>
          </p:contentPart>
        </mc:Choice>
        <mc:Fallback xmlns="">
          <p:sp>
            <p:nvSpPr>
              <p:cNvPr id="1051276" name=""/>
              <p:cNvSpPr/>
              <p:nvPr/>
            </p:nvSpPr>
            <p:spPr>
              <a:xfrm>
                <a:off x="1526588" y="2119822"/>
                <a:ext cx="189848" cy="12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277" name="Encre 1051276"/>
              <p14:cNvContentPartPr/>
              <p14:nvPr/>
            </p14:nvContentPartPr>
            <p14:xfrm>
              <a:off x="1640871" y="2074136"/>
              <a:ext cx="67951" cy="76693"/>
            </p14:xfrm>
          </p:contentPart>
        </mc:Choice>
        <mc:Fallback xmlns="">
          <p:sp>
            <p:nvSpPr>
              <p:cNvPr id="1051277" name=""/>
              <p:cNvSpPr/>
              <p:nvPr/>
            </p:nvSpPr>
            <p:spPr>
              <a:xfrm>
                <a:off x="1640871" y="2074136"/>
                <a:ext cx="67951" cy="76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278" name="Encre 1051277"/>
              <p14:cNvContentPartPr/>
              <p14:nvPr/>
            </p14:nvContentPartPr>
            <p14:xfrm>
              <a:off x="1774752" y="2066938"/>
              <a:ext cx="86900" cy="447369"/>
            </p14:xfrm>
          </p:contentPart>
        </mc:Choice>
        <mc:Fallback xmlns="">
          <p:sp>
            <p:nvSpPr>
              <p:cNvPr id="1051278" name=""/>
              <p:cNvSpPr/>
              <p:nvPr/>
            </p:nvSpPr>
            <p:spPr>
              <a:xfrm>
                <a:off x="1774752" y="2066938"/>
                <a:ext cx="86900" cy="447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279" name="Encre 1051278"/>
              <p14:cNvContentPartPr/>
              <p14:nvPr/>
            </p14:nvContentPartPr>
            <p14:xfrm>
              <a:off x="1977099" y="2318386"/>
              <a:ext cx="146682" cy="4370"/>
            </p14:xfrm>
          </p:contentPart>
        </mc:Choice>
        <mc:Fallback xmlns="">
          <p:sp>
            <p:nvSpPr>
              <p:cNvPr id="1051279" name=""/>
              <p:cNvSpPr/>
              <p:nvPr/>
            </p:nvSpPr>
            <p:spPr>
              <a:xfrm>
                <a:off x="1977099" y="2318386"/>
                <a:ext cx="146682" cy="4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280" name="Encre 1051279"/>
              <p14:cNvContentPartPr/>
              <p14:nvPr/>
            </p14:nvContentPartPr>
            <p14:xfrm>
              <a:off x="1970039" y="2413596"/>
              <a:ext cx="171534" cy="37307"/>
            </p14:xfrm>
          </p:contentPart>
        </mc:Choice>
        <mc:Fallback xmlns="">
          <p:sp>
            <p:nvSpPr>
              <p:cNvPr id="1051280" name=""/>
              <p:cNvSpPr/>
              <p:nvPr/>
            </p:nvSpPr>
            <p:spPr>
              <a:xfrm>
                <a:off x="1970039" y="2413596"/>
                <a:ext cx="171534" cy="37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281" name="Encre 1051280"/>
              <p14:cNvContentPartPr/>
              <p14:nvPr/>
            </p14:nvContentPartPr>
            <p14:xfrm>
              <a:off x="2241846" y="1885752"/>
              <a:ext cx="229006" cy="949365"/>
            </p14:xfrm>
          </p:contentPart>
        </mc:Choice>
        <mc:Fallback xmlns="">
          <p:sp>
            <p:nvSpPr>
              <p:cNvPr id="1051281" name=""/>
              <p:cNvSpPr/>
              <p:nvPr/>
            </p:nvSpPr>
            <p:spPr>
              <a:xfrm>
                <a:off x="2241846" y="1885752"/>
                <a:ext cx="229006" cy="9493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282" name="Encre 1051281"/>
              <p14:cNvContentPartPr/>
              <p14:nvPr/>
            </p14:nvContentPartPr>
            <p14:xfrm>
              <a:off x="2342008" y="2942469"/>
              <a:ext cx="138461" cy="134102"/>
            </p14:xfrm>
          </p:contentPart>
        </mc:Choice>
        <mc:Fallback xmlns="">
          <p:sp>
            <p:nvSpPr>
              <p:cNvPr id="1051282" name=""/>
              <p:cNvSpPr/>
              <p:nvPr/>
            </p:nvSpPr>
            <p:spPr>
              <a:xfrm>
                <a:off x="2342008" y="2942469"/>
                <a:ext cx="138461" cy="134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283" name="Encre 1051282"/>
              <p14:cNvContentPartPr/>
              <p14:nvPr/>
            </p14:nvContentPartPr>
            <p14:xfrm>
              <a:off x="2463887" y="2907592"/>
              <a:ext cx="106686" cy="159096"/>
            </p14:xfrm>
          </p:contentPart>
        </mc:Choice>
        <mc:Fallback xmlns="">
          <p:sp>
            <p:nvSpPr>
              <p:cNvPr id="1051283" name=""/>
              <p:cNvSpPr/>
              <p:nvPr/>
            </p:nvSpPr>
            <p:spPr>
              <a:xfrm>
                <a:off x="2463887" y="2907592"/>
                <a:ext cx="106686" cy="159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284" name="Encre 1051283"/>
              <p14:cNvContentPartPr/>
              <p14:nvPr/>
            </p14:nvContentPartPr>
            <p14:xfrm>
              <a:off x="2613815" y="3037649"/>
              <a:ext cx="14119" cy="108711"/>
            </p14:xfrm>
          </p:contentPart>
        </mc:Choice>
        <mc:Fallback xmlns="">
          <p:sp>
            <p:nvSpPr>
              <p:cNvPr id="1051284" name=""/>
              <p:cNvSpPr/>
              <p:nvPr/>
            </p:nvSpPr>
            <p:spPr>
              <a:xfrm>
                <a:off x="2613815" y="3037649"/>
                <a:ext cx="14119" cy="108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285" name="Encre 1051284"/>
              <p14:cNvContentPartPr/>
              <p14:nvPr/>
            </p14:nvContentPartPr>
            <p14:xfrm>
              <a:off x="2584033" y="1798882"/>
              <a:ext cx="61357" cy="152466"/>
            </p14:xfrm>
          </p:contentPart>
        </mc:Choice>
        <mc:Fallback xmlns="">
          <p:sp>
            <p:nvSpPr>
              <p:cNvPr id="1051285" name=""/>
              <p:cNvSpPr/>
              <p:nvPr/>
            </p:nvSpPr>
            <p:spPr>
              <a:xfrm>
                <a:off x="2584033" y="1798882"/>
                <a:ext cx="61357" cy="152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286" name="Encre 1051285"/>
              <p14:cNvContentPartPr/>
              <p14:nvPr/>
            </p14:nvContentPartPr>
            <p14:xfrm>
              <a:off x="2638078" y="1820724"/>
              <a:ext cx="105959" cy="113708"/>
            </p14:xfrm>
          </p:contentPart>
        </mc:Choice>
        <mc:Fallback xmlns="">
          <p:sp>
            <p:nvSpPr>
              <p:cNvPr id="1051286" name=""/>
              <p:cNvSpPr/>
              <p:nvPr/>
            </p:nvSpPr>
            <p:spPr>
              <a:xfrm>
                <a:off x="2638078" y="1820724"/>
                <a:ext cx="105959" cy="113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287" name="Encre 1051286"/>
              <p14:cNvContentPartPr/>
              <p14:nvPr/>
            </p14:nvContentPartPr>
            <p14:xfrm>
              <a:off x="2762542" y="1896992"/>
              <a:ext cx="87338" cy="148601"/>
            </p14:xfrm>
          </p:contentPart>
        </mc:Choice>
        <mc:Fallback xmlns="">
          <p:sp>
            <p:nvSpPr>
              <p:cNvPr id="1051287" name=""/>
              <p:cNvSpPr/>
              <p:nvPr/>
            </p:nvSpPr>
            <p:spPr>
              <a:xfrm>
                <a:off x="2762542" y="1896992"/>
                <a:ext cx="87338" cy="148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288" name="Encre 1051287"/>
              <p14:cNvContentPartPr/>
              <p14:nvPr/>
            </p14:nvContentPartPr>
            <p14:xfrm>
              <a:off x="2563513" y="2414672"/>
              <a:ext cx="175179" cy="14390"/>
            </p14:xfrm>
          </p:contentPart>
        </mc:Choice>
        <mc:Fallback xmlns="">
          <p:sp>
            <p:nvSpPr>
              <p:cNvPr id="1051288" name=""/>
              <p:cNvSpPr/>
              <p:nvPr/>
            </p:nvSpPr>
            <p:spPr>
              <a:xfrm>
                <a:off x="2563513" y="2414672"/>
                <a:ext cx="175179" cy="143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289" name="Encre 1051288"/>
              <p14:cNvContentPartPr/>
              <p14:nvPr/>
            </p14:nvContentPartPr>
            <p14:xfrm>
              <a:off x="2864001" y="2226274"/>
              <a:ext cx="185763" cy="268843"/>
            </p14:xfrm>
          </p:contentPart>
        </mc:Choice>
        <mc:Fallback xmlns="">
          <p:sp>
            <p:nvSpPr>
              <p:cNvPr id="1051289" name=""/>
              <p:cNvSpPr/>
              <p:nvPr/>
            </p:nvSpPr>
            <p:spPr>
              <a:xfrm>
                <a:off x="2864001" y="2226274"/>
                <a:ext cx="185763" cy="268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290" name="Encre 1051289"/>
              <p14:cNvContentPartPr/>
              <p14:nvPr/>
            </p14:nvContentPartPr>
            <p14:xfrm>
              <a:off x="3142867" y="2323331"/>
              <a:ext cx="93426" cy="140883"/>
            </p14:xfrm>
          </p:contentPart>
        </mc:Choice>
        <mc:Fallback xmlns="">
          <p:sp>
            <p:nvSpPr>
              <p:cNvPr id="1051290" name=""/>
              <p:cNvSpPr/>
              <p:nvPr/>
            </p:nvSpPr>
            <p:spPr>
              <a:xfrm>
                <a:off x="3142867" y="2323331"/>
                <a:ext cx="93426" cy="1408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291" name="Encre 1051290"/>
              <p14:cNvContentPartPr/>
              <p14:nvPr/>
            </p14:nvContentPartPr>
            <p14:xfrm>
              <a:off x="3239726" y="2313153"/>
              <a:ext cx="80494" cy="126130"/>
            </p14:xfrm>
          </p:contentPart>
        </mc:Choice>
        <mc:Fallback xmlns="">
          <p:sp>
            <p:nvSpPr>
              <p:cNvPr id="1051291" name=""/>
              <p:cNvSpPr/>
              <p:nvPr/>
            </p:nvSpPr>
            <p:spPr>
              <a:xfrm>
                <a:off x="3239726" y="2313153"/>
                <a:ext cx="80494" cy="126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292" name="Encre 1051291"/>
              <p14:cNvContentPartPr/>
              <p14:nvPr/>
            </p14:nvContentPartPr>
            <p14:xfrm>
              <a:off x="3415636" y="2160736"/>
              <a:ext cx="114388" cy="278196"/>
            </p14:xfrm>
          </p:contentPart>
        </mc:Choice>
        <mc:Fallback xmlns="">
          <p:sp>
            <p:nvSpPr>
              <p:cNvPr id="1051292" name=""/>
              <p:cNvSpPr/>
              <p:nvPr/>
            </p:nvSpPr>
            <p:spPr>
              <a:xfrm>
                <a:off x="3415636" y="2160736"/>
                <a:ext cx="114388" cy="278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293" name="Encre 1051292"/>
              <p14:cNvContentPartPr/>
              <p14:nvPr/>
            </p14:nvContentPartPr>
            <p14:xfrm>
              <a:off x="3560034" y="2277412"/>
              <a:ext cx="80791" cy="174122"/>
            </p14:xfrm>
          </p:contentPart>
        </mc:Choice>
        <mc:Fallback xmlns="">
          <p:sp>
            <p:nvSpPr>
              <p:cNvPr id="1051293" name=""/>
              <p:cNvSpPr/>
              <p:nvPr/>
            </p:nvSpPr>
            <p:spPr>
              <a:xfrm>
                <a:off x="3560034" y="2277412"/>
                <a:ext cx="80791" cy="174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294" name="Encre 1051293"/>
              <p14:cNvContentPartPr/>
              <p14:nvPr/>
            </p14:nvContentPartPr>
            <p14:xfrm>
              <a:off x="3632017" y="2284361"/>
              <a:ext cx="149288" cy="158559"/>
            </p14:xfrm>
          </p:contentPart>
        </mc:Choice>
        <mc:Fallback xmlns="">
          <p:sp>
            <p:nvSpPr>
              <p:cNvPr id="1051294" name=""/>
              <p:cNvSpPr/>
              <p:nvPr/>
            </p:nvSpPr>
            <p:spPr>
              <a:xfrm>
                <a:off x="3632017" y="2284361"/>
                <a:ext cx="149288" cy="158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295" name="Encre 1051294"/>
              <p14:cNvContentPartPr/>
              <p14:nvPr/>
            </p14:nvContentPartPr>
            <p14:xfrm>
              <a:off x="3900925" y="2320599"/>
              <a:ext cx="119758" cy="6889"/>
            </p14:xfrm>
          </p:contentPart>
        </mc:Choice>
        <mc:Fallback xmlns="">
          <p:sp>
            <p:nvSpPr>
              <p:cNvPr id="1051295" name=""/>
              <p:cNvSpPr/>
              <p:nvPr/>
            </p:nvSpPr>
            <p:spPr>
              <a:xfrm>
                <a:off x="3900925" y="2320599"/>
                <a:ext cx="119758" cy="6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296" name="Encre 1051295"/>
              <p14:cNvContentPartPr/>
              <p14:nvPr/>
            </p14:nvContentPartPr>
            <p14:xfrm>
              <a:off x="3907986" y="2400512"/>
              <a:ext cx="144957" cy="6956"/>
            </p14:xfrm>
          </p:contentPart>
        </mc:Choice>
        <mc:Fallback xmlns="">
          <p:sp>
            <p:nvSpPr>
              <p:cNvPr id="1051296" name=""/>
              <p:cNvSpPr/>
              <p:nvPr/>
            </p:nvSpPr>
            <p:spPr>
              <a:xfrm>
                <a:off x="3907986" y="2400512"/>
                <a:ext cx="144957" cy="69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297" name="Encre 1051296"/>
              <p14:cNvContentPartPr/>
              <p14:nvPr/>
            </p14:nvContentPartPr>
            <p14:xfrm>
              <a:off x="4151111" y="2371698"/>
              <a:ext cx="169793" cy="6731"/>
            </p14:xfrm>
          </p:contentPart>
        </mc:Choice>
        <mc:Fallback xmlns="">
          <p:sp>
            <p:nvSpPr>
              <p:cNvPr id="1051297" name=""/>
              <p:cNvSpPr/>
              <p:nvPr/>
            </p:nvSpPr>
            <p:spPr>
              <a:xfrm>
                <a:off x="4151111" y="2371698"/>
                <a:ext cx="169793" cy="6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298" name="Encre 1051297"/>
              <p14:cNvContentPartPr/>
              <p14:nvPr/>
            </p14:nvContentPartPr>
            <p14:xfrm>
              <a:off x="4451599" y="2038967"/>
              <a:ext cx="161224" cy="401863"/>
            </p14:xfrm>
          </p:contentPart>
        </mc:Choice>
        <mc:Fallback xmlns="">
          <p:sp>
            <p:nvSpPr>
              <p:cNvPr id="1051298" name=""/>
              <p:cNvSpPr/>
              <p:nvPr/>
            </p:nvSpPr>
            <p:spPr>
              <a:xfrm>
                <a:off x="4451599" y="2038967"/>
                <a:ext cx="161224" cy="401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299" name="Encre 1051298"/>
              <p14:cNvContentPartPr/>
              <p14:nvPr/>
            </p14:nvContentPartPr>
            <p14:xfrm>
              <a:off x="4723406" y="2185930"/>
              <a:ext cx="103687" cy="161644"/>
            </p14:xfrm>
          </p:contentPart>
        </mc:Choice>
        <mc:Fallback xmlns="">
          <p:sp>
            <p:nvSpPr>
              <p:cNvPr id="1051299" name=""/>
              <p:cNvSpPr/>
              <p:nvPr/>
            </p:nvSpPr>
            <p:spPr>
              <a:xfrm>
                <a:off x="4723406" y="2185930"/>
                <a:ext cx="103687" cy="161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300" name="Encre 1051299"/>
              <p14:cNvContentPartPr/>
              <p14:nvPr/>
            </p14:nvContentPartPr>
            <p14:xfrm>
              <a:off x="4818474" y="2161502"/>
              <a:ext cx="96147" cy="142964"/>
            </p14:xfrm>
          </p:contentPart>
        </mc:Choice>
        <mc:Fallback xmlns="">
          <p:sp>
            <p:nvSpPr>
              <p:cNvPr id="1051300" name=""/>
              <p:cNvSpPr/>
              <p:nvPr/>
            </p:nvSpPr>
            <p:spPr>
              <a:xfrm>
                <a:off x="4818474" y="2161502"/>
                <a:ext cx="96147" cy="142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301" name="Encre 1051300"/>
              <p14:cNvContentPartPr/>
              <p14:nvPr/>
            </p14:nvContentPartPr>
            <p14:xfrm>
              <a:off x="4866369" y="1970359"/>
              <a:ext cx="148619" cy="162787"/>
            </p14:xfrm>
          </p:contentPart>
        </mc:Choice>
        <mc:Fallback xmlns="">
          <p:sp>
            <p:nvSpPr>
              <p:cNvPr id="1051301" name=""/>
              <p:cNvSpPr/>
              <p:nvPr/>
            </p:nvSpPr>
            <p:spPr>
              <a:xfrm>
                <a:off x="4866369" y="1970359"/>
                <a:ext cx="148619" cy="162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302" name="Encre 1051301"/>
              <p14:cNvContentPartPr/>
              <p14:nvPr/>
            </p14:nvContentPartPr>
            <p14:xfrm>
              <a:off x="4687665" y="2417942"/>
              <a:ext cx="316134" cy="18814"/>
            </p14:xfrm>
          </p:contentPart>
        </mc:Choice>
        <mc:Fallback xmlns="">
          <p:sp>
            <p:nvSpPr>
              <p:cNvPr id="1051302" name=""/>
              <p:cNvSpPr/>
              <p:nvPr/>
            </p:nvSpPr>
            <p:spPr>
              <a:xfrm>
                <a:off x="4687665" y="2417942"/>
                <a:ext cx="316134" cy="18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303" name="Encre 1051302"/>
              <p14:cNvContentPartPr/>
              <p14:nvPr/>
            </p14:nvContentPartPr>
            <p14:xfrm>
              <a:off x="4701657" y="2548602"/>
              <a:ext cx="118181" cy="183148"/>
            </p14:xfrm>
          </p:contentPart>
        </mc:Choice>
        <mc:Fallback xmlns="">
          <p:sp>
            <p:nvSpPr>
              <p:cNvPr id="1051303" name=""/>
              <p:cNvSpPr/>
              <p:nvPr/>
            </p:nvSpPr>
            <p:spPr>
              <a:xfrm>
                <a:off x="4701657" y="2548602"/>
                <a:ext cx="118181" cy="183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304" name="Encre 1051303"/>
              <p14:cNvContentPartPr/>
              <p14:nvPr/>
            </p14:nvContentPartPr>
            <p14:xfrm>
              <a:off x="4110568" y="1850011"/>
              <a:ext cx="262489" cy="959221"/>
            </p14:xfrm>
          </p:contentPart>
        </mc:Choice>
        <mc:Fallback xmlns="">
          <p:sp>
            <p:nvSpPr>
              <p:cNvPr id="1051304" name=""/>
              <p:cNvSpPr/>
              <p:nvPr/>
            </p:nvSpPr>
            <p:spPr>
              <a:xfrm>
                <a:off x="4110568" y="1850011"/>
                <a:ext cx="262489" cy="959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305" name="Encre 1051304"/>
              <p14:cNvContentPartPr/>
              <p14:nvPr/>
            </p14:nvContentPartPr>
            <p14:xfrm>
              <a:off x="4998507" y="1871356"/>
              <a:ext cx="200285" cy="948025"/>
            </p14:xfrm>
          </p:contentPart>
        </mc:Choice>
        <mc:Fallback xmlns="">
          <p:sp>
            <p:nvSpPr>
              <p:cNvPr id="1051305" name=""/>
              <p:cNvSpPr/>
              <p:nvPr/>
            </p:nvSpPr>
            <p:spPr>
              <a:xfrm>
                <a:off x="4998507" y="1871356"/>
                <a:ext cx="200285" cy="948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306" name="Encre 1051305"/>
              <p14:cNvContentPartPr/>
              <p14:nvPr/>
            </p14:nvContentPartPr>
            <p14:xfrm>
              <a:off x="5192159" y="2646485"/>
              <a:ext cx="137492" cy="183083"/>
            </p14:xfrm>
          </p:contentPart>
        </mc:Choice>
        <mc:Fallback xmlns="">
          <p:sp>
            <p:nvSpPr>
              <p:cNvPr id="1051306" name=""/>
              <p:cNvSpPr/>
              <p:nvPr/>
            </p:nvSpPr>
            <p:spPr>
              <a:xfrm>
                <a:off x="5192159" y="2646485"/>
                <a:ext cx="137492" cy="1830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307" name="Encre 1051306"/>
              <p14:cNvContentPartPr/>
              <p14:nvPr/>
            </p14:nvContentPartPr>
            <p14:xfrm>
              <a:off x="5313984" y="2653683"/>
              <a:ext cx="124737" cy="168043"/>
            </p14:xfrm>
          </p:contentPart>
        </mc:Choice>
        <mc:Fallback xmlns="">
          <p:sp>
            <p:nvSpPr>
              <p:cNvPr id="1051307" name=""/>
              <p:cNvSpPr/>
              <p:nvPr/>
            </p:nvSpPr>
            <p:spPr>
              <a:xfrm>
                <a:off x="5313984" y="2653683"/>
                <a:ext cx="124737" cy="168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308" name="Encre 1051307"/>
              <p14:cNvContentPartPr/>
              <p14:nvPr/>
            </p14:nvContentPartPr>
            <p14:xfrm>
              <a:off x="5504010" y="2755445"/>
              <a:ext cx="6134" cy="127459"/>
            </p14:xfrm>
          </p:contentPart>
        </mc:Choice>
        <mc:Fallback xmlns="">
          <p:sp>
            <p:nvSpPr>
              <p:cNvPr id="1051308" name=""/>
              <p:cNvSpPr/>
              <p:nvPr/>
            </p:nvSpPr>
            <p:spPr>
              <a:xfrm>
                <a:off x="5504010" y="2755445"/>
                <a:ext cx="6134" cy="127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309" name="Encre 1051308"/>
              <p14:cNvContentPartPr/>
              <p14:nvPr/>
            </p14:nvContentPartPr>
            <p14:xfrm>
              <a:off x="5218923" y="1779700"/>
              <a:ext cx="102669" cy="144308"/>
            </p14:xfrm>
          </p:contentPart>
        </mc:Choice>
        <mc:Fallback xmlns="">
          <p:sp>
            <p:nvSpPr>
              <p:cNvPr id="1051309" name=""/>
              <p:cNvSpPr/>
              <p:nvPr/>
            </p:nvSpPr>
            <p:spPr>
              <a:xfrm>
                <a:off x="5218923" y="1779700"/>
                <a:ext cx="102669" cy="144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310" name="Encre 1051309"/>
              <p14:cNvContentPartPr/>
              <p14:nvPr/>
            </p14:nvContentPartPr>
            <p14:xfrm>
              <a:off x="5329085" y="1741051"/>
              <a:ext cx="99710" cy="160305"/>
            </p14:xfrm>
          </p:contentPart>
        </mc:Choice>
        <mc:Fallback xmlns="">
          <p:sp>
            <p:nvSpPr>
              <p:cNvPr id="1051310" name=""/>
              <p:cNvSpPr/>
              <p:nvPr/>
            </p:nvSpPr>
            <p:spPr>
              <a:xfrm>
                <a:off x="5329085" y="1741051"/>
                <a:ext cx="99710" cy="1603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311" name="Encre 1051310"/>
              <p14:cNvContentPartPr/>
              <p14:nvPr/>
            </p14:nvContentPartPr>
            <p14:xfrm>
              <a:off x="5447119" y="1825850"/>
              <a:ext cx="93623" cy="187015"/>
            </p14:xfrm>
          </p:contentPart>
        </mc:Choice>
        <mc:Fallback xmlns="">
          <p:sp>
            <p:nvSpPr>
              <p:cNvPr id="1051311" name=""/>
              <p:cNvSpPr/>
              <p:nvPr/>
            </p:nvSpPr>
            <p:spPr>
              <a:xfrm>
                <a:off x="5447119" y="1825850"/>
                <a:ext cx="93623" cy="1870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312" name="Encre 1051311"/>
              <p14:cNvContentPartPr/>
              <p14:nvPr/>
            </p14:nvContentPartPr>
            <p14:xfrm>
              <a:off x="2098883" y="3669254"/>
              <a:ext cx="197062" cy="8186"/>
            </p14:xfrm>
          </p:contentPart>
        </mc:Choice>
        <mc:Fallback xmlns="">
          <p:sp>
            <p:nvSpPr>
              <p:cNvPr id="1051312" name=""/>
              <p:cNvSpPr/>
              <p:nvPr/>
            </p:nvSpPr>
            <p:spPr>
              <a:xfrm>
                <a:off x="2098883" y="3669254"/>
                <a:ext cx="197062" cy="8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313" name="Encre 1051312"/>
              <p14:cNvContentPartPr/>
              <p14:nvPr/>
            </p14:nvContentPartPr>
            <p14:xfrm>
              <a:off x="2091823" y="3790716"/>
              <a:ext cx="228396" cy="22310"/>
            </p14:xfrm>
          </p:contentPart>
        </mc:Choice>
        <mc:Fallback xmlns="">
          <p:sp>
            <p:nvSpPr>
              <p:cNvPr id="1051313" name=""/>
              <p:cNvSpPr/>
              <p:nvPr/>
            </p:nvSpPr>
            <p:spPr>
              <a:xfrm>
                <a:off x="2091823" y="3790716"/>
                <a:ext cx="228396" cy="22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314" name="Encre 1051313"/>
              <p14:cNvContentPartPr/>
              <p14:nvPr/>
            </p14:nvContentPartPr>
            <p14:xfrm>
              <a:off x="2534832" y="3322598"/>
              <a:ext cx="254394" cy="438105"/>
            </p14:xfrm>
          </p:contentPart>
        </mc:Choice>
        <mc:Fallback xmlns="">
          <p:sp>
            <p:nvSpPr>
              <p:cNvPr id="1051314" name=""/>
              <p:cNvSpPr/>
              <p:nvPr/>
            </p:nvSpPr>
            <p:spPr>
              <a:xfrm>
                <a:off x="2534832" y="3322598"/>
                <a:ext cx="254394" cy="438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315" name="Encre 1051314"/>
              <p14:cNvContentPartPr/>
              <p14:nvPr/>
            </p14:nvContentPartPr>
            <p14:xfrm>
              <a:off x="2570573" y="3820760"/>
              <a:ext cx="226371" cy="6412"/>
            </p14:xfrm>
          </p:contentPart>
        </mc:Choice>
        <mc:Fallback xmlns="">
          <p:sp>
            <p:nvSpPr>
              <p:cNvPr id="1051315" name=""/>
              <p:cNvSpPr/>
              <p:nvPr/>
            </p:nvSpPr>
            <p:spPr>
              <a:xfrm>
                <a:off x="2570573" y="3820760"/>
                <a:ext cx="226371" cy="6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316" name="Encre 1051315"/>
              <p14:cNvContentPartPr/>
              <p14:nvPr/>
            </p14:nvContentPartPr>
            <p14:xfrm>
              <a:off x="2577602" y="3893585"/>
              <a:ext cx="150495" cy="208842"/>
            </p14:xfrm>
          </p:contentPart>
        </mc:Choice>
        <mc:Fallback xmlns="">
          <p:sp>
            <p:nvSpPr>
              <p:cNvPr id="1051316" name=""/>
              <p:cNvSpPr/>
              <p:nvPr/>
            </p:nvSpPr>
            <p:spPr>
              <a:xfrm>
                <a:off x="2577602" y="3893585"/>
                <a:ext cx="150495" cy="208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317" name="Encre 1051316"/>
              <p14:cNvContentPartPr/>
              <p14:nvPr/>
            </p14:nvContentPartPr>
            <p14:xfrm>
              <a:off x="2917901" y="3385625"/>
              <a:ext cx="110684" cy="688243"/>
            </p14:xfrm>
          </p:contentPart>
        </mc:Choice>
        <mc:Fallback xmlns="">
          <p:sp>
            <p:nvSpPr>
              <p:cNvPr id="1051317" name=""/>
              <p:cNvSpPr/>
              <p:nvPr/>
            </p:nvSpPr>
            <p:spPr>
              <a:xfrm>
                <a:off x="2917901" y="3385625"/>
                <a:ext cx="110684" cy="688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318" name="Encre 1051317"/>
              <p14:cNvContentPartPr/>
              <p14:nvPr/>
            </p14:nvContentPartPr>
            <p14:xfrm>
              <a:off x="3128748" y="3711264"/>
              <a:ext cx="136757" cy="166174"/>
            </p14:xfrm>
          </p:contentPart>
        </mc:Choice>
        <mc:Fallback xmlns="">
          <p:sp>
            <p:nvSpPr>
              <p:cNvPr id="1051318" name=""/>
              <p:cNvSpPr/>
              <p:nvPr/>
            </p:nvSpPr>
            <p:spPr>
              <a:xfrm>
                <a:off x="3128748" y="3711264"/>
                <a:ext cx="136757" cy="166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319" name="Encre 1051318"/>
              <p14:cNvContentPartPr/>
              <p14:nvPr/>
            </p14:nvContentPartPr>
            <p14:xfrm>
              <a:off x="3252405" y="3689919"/>
              <a:ext cx="115880" cy="174287"/>
            </p14:xfrm>
          </p:contentPart>
        </mc:Choice>
        <mc:Fallback xmlns="">
          <p:sp>
            <p:nvSpPr>
              <p:cNvPr id="1051319" name=""/>
              <p:cNvSpPr/>
              <p:nvPr/>
            </p:nvSpPr>
            <p:spPr>
              <a:xfrm>
                <a:off x="3252405" y="3689919"/>
                <a:ext cx="115880" cy="174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320" name="Encre 1051319"/>
              <p14:cNvContentPartPr/>
              <p14:nvPr/>
            </p14:nvContentPartPr>
            <p14:xfrm>
              <a:off x="3433214" y="3827173"/>
              <a:ext cx="3081" cy="120636"/>
            </p14:xfrm>
          </p:contentPart>
        </mc:Choice>
        <mc:Fallback xmlns="">
          <p:sp>
            <p:nvSpPr>
              <p:cNvPr id="1051320" name=""/>
              <p:cNvSpPr/>
              <p:nvPr/>
            </p:nvSpPr>
            <p:spPr>
              <a:xfrm>
                <a:off x="3433214" y="3827173"/>
                <a:ext cx="3081" cy="120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321" name="Encre 1051320"/>
              <p14:cNvContentPartPr/>
              <p14:nvPr/>
            </p14:nvContentPartPr>
            <p14:xfrm>
              <a:off x="3314512" y="3509757"/>
              <a:ext cx="241999" cy="174607"/>
            </p14:xfrm>
          </p:contentPart>
        </mc:Choice>
        <mc:Fallback xmlns="">
          <p:sp>
            <p:nvSpPr>
              <p:cNvPr id="1051321" name=""/>
              <p:cNvSpPr/>
              <p:nvPr/>
            </p:nvSpPr>
            <p:spPr>
              <a:xfrm>
                <a:off x="3314512" y="3509757"/>
                <a:ext cx="241999" cy="1746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322" name="Encre 1051321"/>
              <p14:cNvContentPartPr/>
              <p14:nvPr/>
            </p14:nvContentPartPr>
            <p14:xfrm>
              <a:off x="3564697" y="3806270"/>
              <a:ext cx="196916" cy="6756"/>
            </p14:xfrm>
          </p:contentPart>
        </mc:Choice>
        <mc:Fallback xmlns="">
          <p:sp>
            <p:nvSpPr>
              <p:cNvPr id="1051322" name=""/>
              <p:cNvSpPr/>
              <p:nvPr/>
            </p:nvSpPr>
            <p:spPr>
              <a:xfrm>
                <a:off x="3564697" y="3806270"/>
                <a:ext cx="196916" cy="6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323" name="Encre 1051322"/>
              <p14:cNvContentPartPr/>
              <p14:nvPr/>
            </p14:nvContentPartPr>
            <p14:xfrm>
              <a:off x="3779583" y="3654300"/>
              <a:ext cx="145581" cy="182675"/>
            </p14:xfrm>
          </p:contentPart>
        </mc:Choice>
        <mc:Fallback xmlns="">
          <p:sp>
            <p:nvSpPr>
              <p:cNvPr id="1051323" name=""/>
              <p:cNvSpPr/>
              <p:nvPr/>
            </p:nvSpPr>
            <p:spPr>
              <a:xfrm>
                <a:off x="3779583" y="3654300"/>
                <a:ext cx="145581" cy="182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324" name="Encre 1051323"/>
              <p14:cNvContentPartPr/>
              <p14:nvPr/>
            </p14:nvContentPartPr>
            <p14:xfrm>
              <a:off x="3915597" y="3653433"/>
              <a:ext cx="100052" cy="180938"/>
            </p14:xfrm>
          </p:contentPart>
        </mc:Choice>
        <mc:Fallback xmlns="">
          <p:sp>
            <p:nvSpPr>
              <p:cNvPr id="1051324" name=""/>
              <p:cNvSpPr/>
              <p:nvPr/>
            </p:nvSpPr>
            <p:spPr>
              <a:xfrm>
                <a:off x="3915597" y="3653433"/>
                <a:ext cx="100052" cy="180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325" name="Encre 1051324"/>
              <p14:cNvContentPartPr/>
              <p14:nvPr/>
            </p14:nvContentPartPr>
            <p14:xfrm>
              <a:off x="4067335" y="3773284"/>
              <a:ext cx="116048" cy="174432"/>
            </p14:xfrm>
          </p:contentPart>
        </mc:Choice>
        <mc:Fallback xmlns="">
          <p:sp>
            <p:nvSpPr>
              <p:cNvPr id="1051325" name=""/>
              <p:cNvSpPr/>
              <p:nvPr/>
            </p:nvSpPr>
            <p:spPr>
              <a:xfrm>
                <a:off x="4067335" y="3773284"/>
                <a:ext cx="116048" cy="174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326" name="Encre 1051325"/>
              <p14:cNvContentPartPr/>
              <p14:nvPr/>
            </p14:nvContentPartPr>
            <p14:xfrm>
              <a:off x="4020872" y="3475472"/>
              <a:ext cx="148547" cy="163699"/>
            </p14:xfrm>
          </p:contentPart>
        </mc:Choice>
        <mc:Fallback xmlns="">
          <p:sp>
            <p:nvSpPr>
              <p:cNvPr id="1051326" name=""/>
              <p:cNvSpPr/>
              <p:nvPr/>
            </p:nvSpPr>
            <p:spPr>
              <a:xfrm>
                <a:off x="4020872" y="3475472"/>
                <a:ext cx="148547" cy="163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327" name="Encre 1051326"/>
              <p14:cNvContentPartPr/>
              <p14:nvPr/>
            </p14:nvContentPartPr>
            <p14:xfrm>
              <a:off x="4229426" y="3448420"/>
              <a:ext cx="172783" cy="600177"/>
            </p14:xfrm>
          </p:contentPart>
        </mc:Choice>
        <mc:Fallback xmlns="">
          <p:sp>
            <p:nvSpPr>
              <p:cNvPr id="1051327" name=""/>
              <p:cNvSpPr/>
              <p:nvPr/>
            </p:nvSpPr>
            <p:spPr>
              <a:xfrm>
                <a:off x="4229426" y="3448420"/>
                <a:ext cx="172783" cy="600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328" name="Encre 1051327"/>
              <p14:cNvContentPartPr/>
              <p14:nvPr/>
            </p14:nvContentPartPr>
            <p14:xfrm>
              <a:off x="1190360" y="3508484"/>
              <a:ext cx="264747" cy="345737"/>
            </p14:xfrm>
          </p:contentPart>
        </mc:Choice>
        <mc:Fallback xmlns="">
          <p:sp>
            <p:nvSpPr>
              <p:cNvPr id="1051328" name=""/>
              <p:cNvSpPr/>
              <p:nvPr/>
            </p:nvSpPr>
            <p:spPr>
              <a:xfrm>
                <a:off x="1190360" y="3508484"/>
                <a:ext cx="264747" cy="345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329" name="Encre 1051328"/>
              <p14:cNvContentPartPr/>
              <p14:nvPr/>
            </p14:nvContentPartPr>
            <p14:xfrm>
              <a:off x="1536526" y="3472247"/>
              <a:ext cx="83165" cy="533762"/>
            </p14:xfrm>
          </p:contentPart>
        </mc:Choice>
        <mc:Fallback xmlns="">
          <p:sp>
            <p:nvSpPr>
              <p:cNvPr id="1051329" name=""/>
              <p:cNvSpPr/>
              <p:nvPr/>
            </p:nvSpPr>
            <p:spPr>
              <a:xfrm>
                <a:off x="1536526" y="3472247"/>
                <a:ext cx="83165" cy="533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330" name="Encre 1051329"/>
              <p14:cNvContentPartPr/>
              <p14:nvPr/>
            </p14:nvContentPartPr>
            <p14:xfrm>
              <a:off x="1722435" y="3740303"/>
              <a:ext cx="4478" cy="180518"/>
            </p14:xfrm>
          </p:contentPart>
        </mc:Choice>
        <mc:Fallback xmlns="">
          <p:sp>
            <p:nvSpPr>
              <p:cNvPr id="1051330" name=""/>
              <p:cNvSpPr/>
              <p:nvPr/>
            </p:nvSpPr>
            <p:spPr>
              <a:xfrm>
                <a:off x="1722435" y="3740303"/>
                <a:ext cx="4478" cy="180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331" name="Encre 1051330"/>
              <p14:cNvContentPartPr/>
              <p14:nvPr/>
            </p14:nvContentPartPr>
            <p14:xfrm>
              <a:off x="1591010" y="3710842"/>
              <a:ext cx="282256" cy="22263"/>
            </p14:xfrm>
          </p:contentPart>
        </mc:Choice>
        <mc:Fallback xmlns="">
          <p:sp>
            <p:nvSpPr>
              <p:cNvPr id="1051331" name=""/>
              <p:cNvSpPr/>
              <p:nvPr/>
            </p:nvSpPr>
            <p:spPr>
              <a:xfrm>
                <a:off x="1591010" y="3710842"/>
                <a:ext cx="282256" cy="22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332" name="Encre 1051331"/>
              <p14:cNvContentPartPr/>
              <p14:nvPr/>
            </p14:nvContentPartPr>
            <p14:xfrm>
              <a:off x="1669552" y="3613833"/>
              <a:ext cx="157845" cy="10560"/>
            </p14:xfrm>
          </p:contentPart>
        </mc:Choice>
        <mc:Fallback xmlns="">
          <p:sp>
            <p:nvSpPr>
              <p:cNvPr id="1051332" name=""/>
              <p:cNvSpPr/>
              <p:nvPr/>
            </p:nvSpPr>
            <p:spPr>
              <a:xfrm>
                <a:off x="1669552" y="3613833"/>
                <a:ext cx="157845" cy="10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333" name="Encre 1051332"/>
              <p14:cNvContentPartPr/>
              <p14:nvPr/>
            </p14:nvContentPartPr>
            <p14:xfrm>
              <a:off x="1726913" y="3559117"/>
              <a:ext cx="125894" cy="76445"/>
            </p14:xfrm>
          </p:contentPart>
        </mc:Choice>
        <mc:Fallback xmlns="">
          <p:sp>
            <p:nvSpPr>
              <p:cNvPr id="1051333" name=""/>
              <p:cNvSpPr/>
              <p:nvPr/>
            </p:nvSpPr>
            <p:spPr>
              <a:xfrm>
                <a:off x="1726913" y="3559117"/>
                <a:ext cx="125894" cy="76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334" name="Encre 1051333"/>
              <p14:cNvContentPartPr/>
              <p14:nvPr/>
            </p14:nvContentPartPr>
            <p14:xfrm>
              <a:off x="1898558" y="3537524"/>
              <a:ext cx="92313" cy="405559"/>
            </p14:xfrm>
          </p:contentPart>
        </mc:Choice>
        <mc:Fallback xmlns="">
          <p:sp>
            <p:nvSpPr>
              <p:cNvPr id="1051334" name=""/>
              <p:cNvSpPr/>
              <p:nvPr/>
            </p:nvSpPr>
            <p:spPr>
              <a:xfrm>
                <a:off x="1898558" y="3537524"/>
                <a:ext cx="92313" cy="405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335" name="Encre 1051334"/>
              <p14:cNvContentPartPr/>
              <p14:nvPr/>
            </p14:nvContentPartPr>
            <p14:xfrm>
              <a:off x="1006361" y="3317866"/>
              <a:ext cx="18410" cy="861715"/>
            </p14:xfrm>
          </p:contentPart>
        </mc:Choice>
        <mc:Fallback xmlns="">
          <p:sp>
            <p:nvSpPr>
              <p:cNvPr id="1051335" name=""/>
              <p:cNvSpPr/>
              <p:nvPr/>
            </p:nvSpPr>
            <p:spPr>
              <a:xfrm>
                <a:off x="1006361" y="3317866"/>
                <a:ext cx="18410" cy="861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336" name="Encre 1051335"/>
              <p14:cNvContentPartPr/>
              <p14:nvPr/>
            </p14:nvContentPartPr>
            <p14:xfrm>
              <a:off x="918553" y="3277845"/>
              <a:ext cx="3690970" cy="1131402"/>
            </p14:xfrm>
          </p:contentPart>
        </mc:Choice>
        <mc:Fallback xmlns="">
          <p:sp>
            <p:nvSpPr>
              <p:cNvPr id="1051336" name=""/>
              <p:cNvSpPr/>
              <p:nvPr/>
            </p:nvSpPr>
            <p:spPr>
              <a:xfrm>
                <a:off x="918553" y="3277845"/>
                <a:ext cx="3690970" cy="1131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337" name="Encre 1051336"/>
              <p14:cNvContentPartPr/>
              <p14:nvPr/>
            </p14:nvContentPartPr>
            <p14:xfrm>
              <a:off x="3354074" y="3783986"/>
              <a:ext cx="46480" cy="167958"/>
            </p14:xfrm>
          </p:contentPart>
        </mc:Choice>
        <mc:Fallback xmlns="">
          <p:sp>
            <p:nvSpPr>
              <p:cNvPr id="1051337" name=""/>
              <p:cNvSpPr/>
              <p:nvPr/>
            </p:nvSpPr>
            <p:spPr>
              <a:xfrm>
                <a:off x="3354074" y="3783986"/>
                <a:ext cx="46480" cy="167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338" name="Encre 1051337"/>
              <p14:cNvContentPartPr/>
              <p14:nvPr/>
            </p14:nvContentPartPr>
            <p14:xfrm>
              <a:off x="3407614" y="3813026"/>
              <a:ext cx="16683" cy="191841"/>
            </p14:xfrm>
          </p:contentPart>
        </mc:Choice>
        <mc:Fallback xmlns="">
          <p:sp>
            <p:nvSpPr>
              <p:cNvPr id="1051338" name=""/>
              <p:cNvSpPr/>
              <p:nvPr/>
            </p:nvSpPr>
            <p:spPr>
              <a:xfrm>
                <a:off x="3407614" y="3813026"/>
                <a:ext cx="16683" cy="19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339" name="Encre 1051338"/>
              <p14:cNvContentPartPr/>
              <p14:nvPr/>
            </p14:nvContentPartPr>
            <p14:xfrm>
              <a:off x="3407614" y="3798630"/>
              <a:ext cx="7059" cy="83395"/>
            </p14:xfrm>
          </p:contentPart>
        </mc:Choice>
        <mc:Fallback xmlns="">
          <p:sp>
            <p:nvSpPr>
              <p:cNvPr id="1051339" name=""/>
              <p:cNvSpPr/>
              <p:nvPr/>
            </p:nvSpPr>
            <p:spPr>
              <a:xfrm>
                <a:off x="3407614" y="3798630"/>
                <a:ext cx="7059" cy="83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340" name="Encre 1051339"/>
              <p14:cNvContentPartPr/>
              <p14:nvPr/>
            </p14:nvContentPartPr>
            <p14:xfrm>
              <a:off x="897373" y="4675025"/>
              <a:ext cx="35522" cy="353873"/>
            </p14:xfrm>
          </p:contentPart>
        </mc:Choice>
        <mc:Fallback xmlns="">
          <p:sp>
            <p:nvSpPr>
              <p:cNvPr id="1051340" name=""/>
              <p:cNvSpPr/>
              <p:nvPr/>
            </p:nvSpPr>
            <p:spPr>
              <a:xfrm>
                <a:off x="897373" y="4675025"/>
                <a:ext cx="35522" cy="353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341" name="Encre 1051340"/>
              <p14:cNvContentPartPr/>
              <p14:nvPr/>
            </p14:nvContentPartPr>
            <p14:xfrm>
              <a:off x="697048" y="4652935"/>
              <a:ext cx="439660" cy="44528"/>
            </p14:xfrm>
          </p:contentPart>
        </mc:Choice>
        <mc:Fallback xmlns="">
          <p:sp>
            <p:nvSpPr>
              <p:cNvPr id="1051341" name=""/>
              <p:cNvSpPr/>
              <p:nvPr/>
            </p:nvSpPr>
            <p:spPr>
              <a:xfrm>
                <a:off x="697048" y="4652935"/>
                <a:ext cx="439660" cy="44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342" name="Encre 1051341"/>
              <p14:cNvContentPartPr/>
              <p14:nvPr/>
            </p14:nvContentPartPr>
            <p14:xfrm>
              <a:off x="711168" y="4512997"/>
              <a:ext cx="479191" cy="10791"/>
            </p14:xfrm>
          </p:contentPart>
        </mc:Choice>
        <mc:Fallback xmlns="">
          <p:sp>
            <p:nvSpPr>
              <p:cNvPr id="1051342" name=""/>
              <p:cNvSpPr/>
              <p:nvPr/>
            </p:nvSpPr>
            <p:spPr>
              <a:xfrm>
                <a:off x="711168" y="4512997"/>
                <a:ext cx="479191" cy="10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343" name="Encre 1051342"/>
              <p14:cNvContentPartPr/>
              <p14:nvPr/>
            </p14:nvContentPartPr>
            <p14:xfrm>
              <a:off x="1147559" y="4435760"/>
              <a:ext cx="150756" cy="193584"/>
            </p14:xfrm>
          </p:contentPart>
        </mc:Choice>
        <mc:Fallback xmlns="">
          <p:sp>
            <p:nvSpPr>
              <p:cNvPr id="1051343" name=""/>
              <p:cNvSpPr/>
              <p:nvPr/>
            </p:nvSpPr>
            <p:spPr>
              <a:xfrm>
                <a:off x="1147559" y="4435760"/>
                <a:ext cx="150756" cy="1935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344" name="Encre 1051343"/>
              <p14:cNvContentPartPr/>
              <p14:nvPr/>
            </p14:nvContentPartPr>
            <p14:xfrm>
              <a:off x="1305083" y="4891241"/>
              <a:ext cx="303849" cy="166788"/>
            </p14:xfrm>
          </p:contentPart>
        </mc:Choice>
        <mc:Fallback xmlns="">
          <p:sp>
            <p:nvSpPr>
              <p:cNvPr id="1051344" name=""/>
              <p:cNvSpPr/>
              <p:nvPr/>
            </p:nvSpPr>
            <p:spPr>
              <a:xfrm>
                <a:off x="1305083" y="4891241"/>
                <a:ext cx="303849" cy="166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345" name="Encre 1051344"/>
              <p14:cNvContentPartPr/>
              <p14:nvPr/>
            </p14:nvContentPartPr>
            <p14:xfrm>
              <a:off x="1662491" y="4638788"/>
              <a:ext cx="28154" cy="420203"/>
            </p14:xfrm>
          </p:contentPart>
        </mc:Choice>
        <mc:Fallback xmlns="">
          <p:sp>
            <p:nvSpPr>
              <p:cNvPr id="1051345" name=""/>
              <p:cNvSpPr/>
              <p:nvPr/>
            </p:nvSpPr>
            <p:spPr>
              <a:xfrm>
                <a:off x="1662491" y="4638788"/>
                <a:ext cx="28154" cy="4202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346" name="Encre 1051345"/>
              <p14:cNvContentPartPr/>
              <p14:nvPr/>
            </p14:nvContentPartPr>
            <p14:xfrm>
              <a:off x="1640871" y="4820434"/>
              <a:ext cx="242157" cy="21133"/>
            </p14:xfrm>
          </p:contentPart>
        </mc:Choice>
        <mc:Fallback xmlns="">
          <p:sp>
            <p:nvSpPr>
              <p:cNvPr id="1051346" name=""/>
              <p:cNvSpPr/>
              <p:nvPr/>
            </p:nvSpPr>
            <p:spPr>
              <a:xfrm>
                <a:off x="1640871" y="4820434"/>
                <a:ext cx="242157" cy="211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347" name="Encre 1051346"/>
              <p14:cNvContentPartPr/>
              <p14:nvPr/>
            </p14:nvContentPartPr>
            <p14:xfrm>
              <a:off x="1977522" y="4768845"/>
              <a:ext cx="611491" cy="243668"/>
            </p14:xfrm>
          </p:contentPart>
        </mc:Choice>
        <mc:Fallback xmlns="">
          <p:sp>
            <p:nvSpPr>
              <p:cNvPr id="1051347" name=""/>
              <p:cNvSpPr/>
              <p:nvPr/>
            </p:nvSpPr>
            <p:spPr>
              <a:xfrm>
                <a:off x="1977522" y="4768845"/>
                <a:ext cx="611491" cy="243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1348" name="Encre 1051347"/>
              <p14:cNvContentPartPr/>
              <p14:nvPr/>
            </p14:nvContentPartPr>
            <p14:xfrm>
              <a:off x="2665245" y="4754697"/>
              <a:ext cx="785170" cy="253501"/>
            </p14:xfrm>
          </p:contentPart>
        </mc:Choice>
        <mc:Fallback xmlns="">
          <p:sp>
            <p:nvSpPr>
              <p:cNvPr id="1051348" name=""/>
              <p:cNvSpPr/>
              <p:nvPr/>
            </p:nvSpPr>
            <p:spPr>
              <a:xfrm>
                <a:off x="2665245" y="4754697"/>
                <a:ext cx="785170" cy="253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1349" name="Encre 1051348"/>
              <p14:cNvContentPartPr/>
              <p14:nvPr/>
            </p14:nvContentPartPr>
            <p14:xfrm>
              <a:off x="3404260" y="4600810"/>
              <a:ext cx="969425" cy="437012"/>
            </p14:xfrm>
          </p:contentPart>
        </mc:Choice>
        <mc:Fallback xmlns="">
          <p:sp>
            <p:nvSpPr>
              <p:cNvPr id="1051349" name=""/>
              <p:cNvSpPr/>
              <p:nvPr/>
            </p:nvSpPr>
            <p:spPr>
              <a:xfrm>
                <a:off x="3404260" y="4600810"/>
                <a:ext cx="969425" cy="437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1350" name="Encre 1051349"/>
              <p14:cNvContentPartPr/>
              <p14:nvPr/>
            </p14:nvContentPartPr>
            <p14:xfrm>
              <a:off x="4097419" y="4681975"/>
              <a:ext cx="3831" cy="31476"/>
            </p14:xfrm>
          </p:contentPart>
        </mc:Choice>
        <mc:Fallback xmlns="">
          <p:sp>
            <p:nvSpPr>
              <p:cNvPr id="1051350" name=""/>
              <p:cNvSpPr/>
              <p:nvPr/>
            </p:nvSpPr>
            <p:spPr>
              <a:xfrm>
                <a:off x="4097419" y="4681975"/>
                <a:ext cx="3831" cy="31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1351" name="Encre 1051350"/>
              <p14:cNvContentPartPr/>
              <p14:nvPr/>
            </p14:nvContentPartPr>
            <p14:xfrm>
              <a:off x="3789336" y="4718212"/>
              <a:ext cx="126150" cy="32036"/>
            </p14:xfrm>
          </p:contentPart>
        </mc:Choice>
        <mc:Fallback xmlns="">
          <p:sp>
            <p:nvSpPr>
              <p:cNvPr id="1051351" name=""/>
              <p:cNvSpPr/>
              <p:nvPr/>
            </p:nvSpPr>
            <p:spPr>
              <a:xfrm>
                <a:off x="3789336" y="4718212"/>
                <a:ext cx="126150" cy="32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1352" name="Encre 1051351"/>
              <p14:cNvContentPartPr/>
              <p14:nvPr/>
            </p14:nvContentPartPr>
            <p14:xfrm>
              <a:off x="1082406" y="5126506"/>
              <a:ext cx="3397873" cy="77433"/>
            </p14:xfrm>
          </p:contentPart>
        </mc:Choice>
        <mc:Fallback xmlns="">
          <p:sp>
            <p:nvSpPr>
              <p:cNvPr id="1051352" name=""/>
              <p:cNvSpPr/>
              <p:nvPr/>
            </p:nvSpPr>
            <p:spPr>
              <a:xfrm>
                <a:off x="1082406" y="5126506"/>
                <a:ext cx="3397873" cy="774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1353" name="Encre 1051352"/>
              <p14:cNvContentPartPr/>
              <p14:nvPr/>
            </p14:nvContentPartPr>
            <p14:xfrm>
              <a:off x="1026217" y="5138663"/>
              <a:ext cx="35740" cy="14147"/>
            </p14:xfrm>
          </p:contentPart>
        </mc:Choice>
        <mc:Fallback xmlns="">
          <p:sp>
            <p:nvSpPr>
              <p:cNvPr id="1051353" name=""/>
              <p:cNvSpPr/>
              <p:nvPr/>
            </p:nvSpPr>
            <p:spPr>
              <a:xfrm>
                <a:off x="1026217" y="5138663"/>
                <a:ext cx="35740" cy="14147"/>
              </a:xfrm>
            </p:spPr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354" name="ZoneTexte 3"/>
          <p:cNvSpPr txBox="1"/>
          <p:nvPr/>
        </p:nvSpPr>
        <p:spPr>
          <a:xfrm>
            <a:off x="540912" y="310735"/>
            <a:ext cx="41071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3. PUISSANCE D’UNE FORCE</a:t>
            </a:r>
          </a:p>
        </p:txBody>
      </p:sp>
      <p:sp>
        <p:nvSpPr>
          <p:cNvPr id="1051355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0912" y="1120464"/>
            <a:ext cx="7328080" cy="2112694"/>
          </a:xfrm>
          <a:prstGeom prst="rect">
            <a:avLst/>
          </a:prstGeom>
          <a:blipFill rotWithShape="0">
            <a:blip r:embed="rId2"/>
            <a:stretch>
              <a:fillRect l="-1165" b="-578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356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9511" y="4886238"/>
            <a:ext cx="2607252" cy="960391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357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02822" y="3467621"/>
            <a:ext cx="2874954" cy="881780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358" name="Encre 1051357"/>
              <p14:cNvContentPartPr/>
              <p14:nvPr/>
            </p14:nvContentPartPr>
            <p14:xfrm>
              <a:off x="7416220" y="864878"/>
              <a:ext cx="119152" cy="355560"/>
            </p14:xfrm>
          </p:contentPart>
        </mc:Choice>
        <mc:Fallback xmlns="">
          <p:sp>
            <p:nvSpPr>
              <p:cNvPr id="1051358" name=""/>
              <p:cNvSpPr/>
              <p:nvPr/>
            </p:nvSpPr>
            <p:spPr>
              <a:xfrm>
                <a:off x="7416220" y="864878"/>
                <a:ext cx="119152" cy="355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359" name="Encre 1051358"/>
              <p14:cNvContentPartPr/>
              <p14:nvPr/>
            </p14:nvContentPartPr>
            <p14:xfrm>
              <a:off x="7611514" y="973368"/>
              <a:ext cx="272451" cy="201080"/>
            </p14:xfrm>
          </p:contentPart>
        </mc:Choice>
        <mc:Fallback xmlns="">
          <p:sp>
            <p:nvSpPr>
              <p:cNvPr id="1051359" name=""/>
              <p:cNvSpPr/>
              <p:nvPr/>
            </p:nvSpPr>
            <p:spPr>
              <a:xfrm>
                <a:off x="7611514" y="973368"/>
                <a:ext cx="272451" cy="2010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360" name="Encre 1051359"/>
              <p14:cNvContentPartPr/>
              <p14:nvPr/>
            </p14:nvContentPartPr>
            <p14:xfrm>
              <a:off x="8042007" y="1045595"/>
              <a:ext cx="118020" cy="4176"/>
            </p14:xfrm>
          </p:contentPart>
        </mc:Choice>
        <mc:Fallback xmlns="">
          <p:sp>
            <p:nvSpPr>
              <p:cNvPr id="1051360" name=""/>
              <p:cNvSpPr/>
              <p:nvPr/>
            </p:nvSpPr>
            <p:spPr>
              <a:xfrm>
                <a:off x="8042007" y="1045595"/>
                <a:ext cx="118020" cy="41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361" name="Encre 1051360"/>
              <p14:cNvContentPartPr/>
              <p14:nvPr/>
            </p14:nvContentPartPr>
            <p14:xfrm>
              <a:off x="7998764" y="1147942"/>
              <a:ext cx="146869" cy="6363"/>
            </p14:xfrm>
          </p:contentPart>
        </mc:Choice>
        <mc:Fallback xmlns="">
          <p:sp>
            <p:nvSpPr>
              <p:cNvPr id="1051361" name=""/>
              <p:cNvSpPr/>
              <p:nvPr/>
            </p:nvSpPr>
            <p:spPr>
              <a:xfrm>
                <a:off x="7998764" y="1147942"/>
                <a:ext cx="146869" cy="63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362" name="Encre 1051361"/>
              <p14:cNvContentPartPr/>
              <p14:nvPr/>
            </p14:nvContentPartPr>
            <p14:xfrm>
              <a:off x="8412903" y="987516"/>
              <a:ext cx="2675" cy="197739"/>
            </p14:xfrm>
          </p:contentPart>
        </mc:Choice>
        <mc:Fallback xmlns="">
          <p:sp>
            <p:nvSpPr>
              <p:cNvPr id="1051362" name=""/>
              <p:cNvSpPr/>
              <p:nvPr/>
            </p:nvSpPr>
            <p:spPr>
              <a:xfrm>
                <a:off x="8412903" y="987516"/>
                <a:ext cx="2675" cy="197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363" name="Encre 1051362"/>
              <p14:cNvContentPartPr/>
              <p14:nvPr/>
            </p14:nvContentPartPr>
            <p14:xfrm>
              <a:off x="8306312" y="951527"/>
              <a:ext cx="300487" cy="21841"/>
            </p14:xfrm>
          </p:contentPart>
        </mc:Choice>
        <mc:Fallback xmlns="">
          <p:sp>
            <p:nvSpPr>
              <p:cNvPr id="1051363" name=""/>
              <p:cNvSpPr/>
              <p:nvPr/>
            </p:nvSpPr>
            <p:spPr>
              <a:xfrm>
                <a:off x="8306312" y="951527"/>
                <a:ext cx="300487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364" name="Encre 1051363"/>
              <p14:cNvContentPartPr/>
              <p14:nvPr/>
            </p14:nvContentPartPr>
            <p14:xfrm>
              <a:off x="8299252" y="807661"/>
              <a:ext cx="334609" cy="28204"/>
            </p14:xfrm>
          </p:contentPart>
        </mc:Choice>
        <mc:Fallback xmlns="">
          <p:sp>
            <p:nvSpPr>
              <p:cNvPr id="1051364" name=""/>
              <p:cNvSpPr/>
              <p:nvPr/>
            </p:nvSpPr>
            <p:spPr>
              <a:xfrm>
                <a:off x="8299252" y="807661"/>
                <a:ext cx="334609" cy="282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365" name="Encre 1051364"/>
              <p14:cNvContentPartPr/>
              <p14:nvPr/>
            </p14:nvContentPartPr>
            <p14:xfrm>
              <a:off x="8528258" y="748499"/>
              <a:ext cx="179280" cy="188383"/>
            </p14:xfrm>
          </p:contentPart>
        </mc:Choice>
        <mc:Fallback xmlns="">
          <p:sp>
            <p:nvSpPr>
              <p:cNvPr id="1051365" name=""/>
              <p:cNvSpPr/>
              <p:nvPr/>
            </p:nvSpPr>
            <p:spPr>
              <a:xfrm>
                <a:off x="8528258" y="748499"/>
                <a:ext cx="179280" cy="18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366" name="Encre 1051365"/>
              <p14:cNvContentPartPr/>
              <p14:nvPr/>
            </p14:nvContentPartPr>
            <p14:xfrm>
              <a:off x="8668936" y="1111119"/>
              <a:ext cx="2285" cy="63146"/>
            </p14:xfrm>
          </p:contentPart>
        </mc:Choice>
        <mc:Fallback xmlns="">
          <p:sp>
            <p:nvSpPr>
              <p:cNvPr id="1051366" name=""/>
              <p:cNvSpPr/>
              <p:nvPr/>
            </p:nvSpPr>
            <p:spPr>
              <a:xfrm>
                <a:off x="8668936" y="1111119"/>
                <a:ext cx="2285" cy="63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367" name="Encre 1051366"/>
              <p14:cNvContentPartPr/>
              <p14:nvPr/>
            </p14:nvContentPartPr>
            <p14:xfrm>
              <a:off x="8845638" y="873920"/>
              <a:ext cx="190493" cy="244788"/>
            </p14:xfrm>
          </p:contentPart>
        </mc:Choice>
        <mc:Fallback xmlns="">
          <p:sp>
            <p:nvSpPr>
              <p:cNvPr id="1051367" name=""/>
              <p:cNvSpPr/>
              <p:nvPr/>
            </p:nvSpPr>
            <p:spPr>
              <a:xfrm>
                <a:off x="8845638" y="873920"/>
                <a:ext cx="190493" cy="244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368" name="Encre 1051367"/>
              <p14:cNvContentPartPr/>
              <p14:nvPr/>
            </p14:nvContentPartPr>
            <p14:xfrm>
              <a:off x="9094703" y="951098"/>
              <a:ext cx="114789" cy="140532"/>
            </p14:xfrm>
          </p:contentPart>
        </mc:Choice>
        <mc:Fallback xmlns="">
          <p:sp>
            <p:nvSpPr>
              <p:cNvPr id="1051368" name=""/>
              <p:cNvSpPr/>
              <p:nvPr/>
            </p:nvSpPr>
            <p:spPr>
              <a:xfrm>
                <a:off x="9094703" y="951098"/>
                <a:ext cx="114789" cy="140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369" name="Encre 1051368"/>
              <p14:cNvContentPartPr/>
              <p14:nvPr/>
            </p14:nvContentPartPr>
            <p14:xfrm>
              <a:off x="9264218" y="905720"/>
              <a:ext cx="226721" cy="188954"/>
            </p14:xfrm>
          </p:contentPart>
        </mc:Choice>
        <mc:Fallback xmlns="">
          <p:sp>
            <p:nvSpPr>
              <p:cNvPr id="1051369" name=""/>
              <p:cNvSpPr/>
              <p:nvPr/>
            </p:nvSpPr>
            <p:spPr>
              <a:xfrm>
                <a:off x="9264218" y="905720"/>
                <a:ext cx="226721" cy="188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370" name="Encre 1051369"/>
              <p14:cNvContentPartPr/>
              <p14:nvPr/>
            </p14:nvContentPartPr>
            <p14:xfrm>
              <a:off x="9189916" y="770341"/>
              <a:ext cx="282164" cy="42932"/>
            </p14:xfrm>
          </p:contentPart>
        </mc:Choice>
        <mc:Fallback xmlns="">
          <p:sp>
            <p:nvSpPr>
              <p:cNvPr id="1051370" name=""/>
              <p:cNvSpPr/>
              <p:nvPr/>
            </p:nvSpPr>
            <p:spPr>
              <a:xfrm>
                <a:off x="9189916" y="770341"/>
                <a:ext cx="282164" cy="42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371" name="Encre 1051370"/>
              <p14:cNvContentPartPr/>
              <p14:nvPr/>
            </p14:nvContentPartPr>
            <p14:xfrm>
              <a:off x="9364858" y="709775"/>
              <a:ext cx="177626" cy="147435"/>
            </p14:xfrm>
          </p:contentPart>
        </mc:Choice>
        <mc:Fallback xmlns="">
          <p:sp>
            <p:nvSpPr>
              <p:cNvPr id="1051371" name=""/>
              <p:cNvSpPr/>
              <p:nvPr/>
            </p:nvSpPr>
            <p:spPr>
              <a:xfrm>
                <a:off x="9364858" y="709775"/>
                <a:ext cx="177626" cy="147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372" name="Encre 1051371"/>
              <p14:cNvContentPartPr/>
              <p14:nvPr/>
            </p14:nvContentPartPr>
            <p14:xfrm>
              <a:off x="7383669" y="1255572"/>
              <a:ext cx="2145772" cy="50646"/>
            </p14:xfrm>
          </p:contentPart>
        </mc:Choice>
        <mc:Fallback xmlns="">
          <p:sp>
            <p:nvSpPr>
              <p:cNvPr id="1051372" name=""/>
              <p:cNvSpPr/>
              <p:nvPr/>
            </p:nvSpPr>
            <p:spPr>
              <a:xfrm>
                <a:off x="7383669" y="1255572"/>
                <a:ext cx="2145772" cy="506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373" name="Encre 1051372"/>
              <p14:cNvContentPartPr/>
              <p14:nvPr/>
            </p14:nvContentPartPr>
            <p14:xfrm>
              <a:off x="5603247" y="1003729"/>
              <a:ext cx="1315134" cy="932771"/>
            </p14:xfrm>
          </p:contentPart>
        </mc:Choice>
        <mc:Fallback xmlns="">
          <p:sp>
            <p:nvSpPr>
              <p:cNvPr id="1051373" name=""/>
              <p:cNvSpPr/>
              <p:nvPr/>
            </p:nvSpPr>
            <p:spPr>
              <a:xfrm>
                <a:off x="5603247" y="1003729"/>
                <a:ext cx="1315134" cy="932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374" name="Encre 1051373"/>
              <p14:cNvContentPartPr/>
              <p14:nvPr/>
            </p14:nvContentPartPr>
            <p14:xfrm>
              <a:off x="6959633" y="1731868"/>
              <a:ext cx="692246" cy="294480"/>
            </p14:xfrm>
          </p:contentPart>
        </mc:Choice>
        <mc:Fallback xmlns="">
          <p:sp>
            <p:nvSpPr>
              <p:cNvPr id="1051374" name=""/>
              <p:cNvSpPr/>
              <p:nvPr/>
            </p:nvSpPr>
            <p:spPr>
              <a:xfrm>
                <a:off x="6959633" y="1731868"/>
                <a:ext cx="692246" cy="294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375" name="Encre 1051374"/>
              <p14:cNvContentPartPr/>
              <p14:nvPr/>
            </p14:nvContentPartPr>
            <p14:xfrm>
              <a:off x="6944779" y="1661627"/>
              <a:ext cx="167525" cy="200390"/>
            </p14:xfrm>
          </p:contentPart>
        </mc:Choice>
        <mc:Fallback xmlns="">
          <p:sp>
            <p:nvSpPr>
              <p:cNvPr id="1051375" name=""/>
              <p:cNvSpPr/>
              <p:nvPr/>
            </p:nvSpPr>
            <p:spPr>
              <a:xfrm>
                <a:off x="6944779" y="1661627"/>
                <a:ext cx="167525" cy="2003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376" name="Encre 1051375"/>
              <p14:cNvContentPartPr/>
              <p14:nvPr/>
            </p14:nvContentPartPr>
            <p14:xfrm>
              <a:off x="7771632" y="1846040"/>
              <a:ext cx="249015" cy="417773"/>
            </p14:xfrm>
          </p:contentPart>
        </mc:Choice>
        <mc:Fallback xmlns="">
          <p:sp>
            <p:nvSpPr>
              <p:cNvPr id="1051376" name=""/>
              <p:cNvSpPr/>
              <p:nvPr/>
            </p:nvSpPr>
            <p:spPr>
              <a:xfrm>
                <a:off x="7771632" y="1846040"/>
                <a:ext cx="249015" cy="417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377" name="Encre 1051376"/>
              <p14:cNvContentPartPr/>
              <p14:nvPr/>
            </p14:nvContentPartPr>
            <p14:xfrm>
              <a:off x="8184970" y="2024703"/>
              <a:ext cx="1028620" cy="433478"/>
            </p14:xfrm>
          </p:contentPart>
        </mc:Choice>
        <mc:Fallback xmlns="">
          <p:sp>
            <p:nvSpPr>
              <p:cNvPr id="1051377" name=""/>
              <p:cNvSpPr/>
              <p:nvPr/>
            </p:nvSpPr>
            <p:spPr>
              <a:xfrm>
                <a:off x="8184970" y="2024703"/>
                <a:ext cx="1028620" cy="433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378" name="Encre 1051377"/>
              <p14:cNvContentPartPr/>
              <p14:nvPr/>
            </p14:nvContentPartPr>
            <p14:xfrm>
              <a:off x="8827620" y="1914791"/>
              <a:ext cx="15246" cy="74231"/>
            </p14:xfrm>
          </p:contentPart>
        </mc:Choice>
        <mc:Fallback xmlns="">
          <p:sp>
            <p:nvSpPr>
              <p:cNvPr id="1051378" name=""/>
              <p:cNvSpPr/>
              <p:nvPr/>
            </p:nvSpPr>
            <p:spPr>
              <a:xfrm>
                <a:off x="8827620" y="1914791"/>
                <a:ext cx="15246" cy="74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379" name="Encre 1051378"/>
              <p14:cNvContentPartPr/>
              <p14:nvPr/>
            </p14:nvContentPartPr>
            <p14:xfrm>
              <a:off x="9305495" y="2022462"/>
              <a:ext cx="489629" cy="185109"/>
            </p14:xfrm>
          </p:contentPart>
        </mc:Choice>
        <mc:Fallback xmlns="">
          <p:sp>
            <p:nvSpPr>
              <p:cNvPr id="1051379" name=""/>
              <p:cNvSpPr/>
              <p:nvPr/>
            </p:nvSpPr>
            <p:spPr>
              <a:xfrm>
                <a:off x="9305495" y="2022462"/>
                <a:ext cx="489629" cy="185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380" name="Encre 1051379"/>
              <p14:cNvContentPartPr/>
              <p14:nvPr/>
            </p14:nvContentPartPr>
            <p14:xfrm>
              <a:off x="9850633" y="2001661"/>
              <a:ext cx="246865" cy="206316"/>
            </p14:xfrm>
          </p:contentPart>
        </mc:Choice>
        <mc:Fallback xmlns="">
          <p:sp>
            <p:nvSpPr>
              <p:cNvPr id="1051380" name=""/>
              <p:cNvSpPr/>
              <p:nvPr/>
            </p:nvSpPr>
            <p:spPr>
              <a:xfrm>
                <a:off x="9850633" y="2001661"/>
                <a:ext cx="246865" cy="206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381" name="Encre 1051380"/>
              <p14:cNvContentPartPr/>
              <p14:nvPr/>
            </p14:nvContentPartPr>
            <p14:xfrm>
              <a:off x="10294560" y="2016139"/>
              <a:ext cx="189698" cy="7363"/>
            </p14:xfrm>
          </p:contentPart>
        </mc:Choice>
        <mc:Fallback xmlns="">
          <p:sp>
            <p:nvSpPr>
              <p:cNvPr id="1051381" name=""/>
              <p:cNvSpPr/>
              <p:nvPr/>
            </p:nvSpPr>
            <p:spPr>
              <a:xfrm>
                <a:off x="10294560" y="2016139"/>
                <a:ext cx="189698" cy="73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382" name="Encre 1051381"/>
              <p14:cNvContentPartPr/>
              <p14:nvPr/>
            </p14:nvContentPartPr>
            <p14:xfrm>
              <a:off x="10280441" y="2081334"/>
              <a:ext cx="178704" cy="14643"/>
            </p14:xfrm>
          </p:contentPart>
        </mc:Choice>
        <mc:Fallback xmlns="">
          <p:sp>
            <p:nvSpPr>
              <p:cNvPr id="1051382" name=""/>
              <p:cNvSpPr/>
              <p:nvPr/>
            </p:nvSpPr>
            <p:spPr>
              <a:xfrm>
                <a:off x="10280441" y="2081334"/>
                <a:ext cx="178704" cy="1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383" name="Encre 1051382"/>
              <p14:cNvContentPartPr/>
              <p14:nvPr/>
            </p14:nvContentPartPr>
            <p14:xfrm>
              <a:off x="10258820" y="2182670"/>
              <a:ext cx="144540" cy="36414"/>
            </p14:xfrm>
          </p:contentPart>
        </mc:Choice>
        <mc:Fallback xmlns="">
          <p:sp>
            <p:nvSpPr>
              <p:cNvPr id="1051383" name=""/>
              <p:cNvSpPr/>
              <p:nvPr/>
            </p:nvSpPr>
            <p:spPr>
              <a:xfrm>
                <a:off x="10258820" y="2182670"/>
                <a:ext cx="144540" cy="364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384" name="Encre 1051383"/>
              <p14:cNvContentPartPr/>
              <p14:nvPr/>
            </p14:nvContentPartPr>
            <p14:xfrm>
              <a:off x="10680649" y="2001661"/>
              <a:ext cx="280595" cy="179423"/>
            </p14:xfrm>
          </p:contentPart>
        </mc:Choice>
        <mc:Fallback xmlns="">
          <p:sp>
            <p:nvSpPr>
              <p:cNvPr id="1051384" name=""/>
              <p:cNvSpPr/>
              <p:nvPr/>
            </p:nvSpPr>
            <p:spPr>
              <a:xfrm>
                <a:off x="10680649" y="2001661"/>
                <a:ext cx="280595" cy="179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385" name="Encre 1051384"/>
              <p14:cNvContentPartPr/>
              <p14:nvPr/>
            </p14:nvContentPartPr>
            <p14:xfrm>
              <a:off x="10865340" y="1842317"/>
              <a:ext cx="30196" cy="30211"/>
            </p14:xfrm>
          </p:contentPart>
        </mc:Choice>
        <mc:Fallback xmlns="">
          <p:sp>
            <p:nvSpPr>
              <p:cNvPr id="1051385" name=""/>
              <p:cNvSpPr/>
              <p:nvPr/>
            </p:nvSpPr>
            <p:spPr>
              <a:xfrm>
                <a:off x="10865340" y="1842317"/>
                <a:ext cx="30196" cy="30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386" name="Encre 1051385"/>
              <p14:cNvContentPartPr/>
              <p14:nvPr/>
            </p14:nvContentPartPr>
            <p14:xfrm>
              <a:off x="11074240" y="1777537"/>
              <a:ext cx="155274" cy="402816"/>
            </p14:xfrm>
          </p:contentPart>
        </mc:Choice>
        <mc:Fallback xmlns="">
          <p:sp>
            <p:nvSpPr>
              <p:cNvPr id="1051386" name=""/>
              <p:cNvSpPr/>
              <p:nvPr/>
            </p:nvSpPr>
            <p:spPr>
              <a:xfrm>
                <a:off x="11074240" y="1777537"/>
                <a:ext cx="155274" cy="402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387" name="Encre 1051386"/>
              <p14:cNvContentPartPr/>
              <p14:nvPr/>
            </p14:nvContentPartPr>
            <p14:xfrm>
              <a:off x="11152781" y="1999030"/>
              <a:ext cx="509475" cy="193631"/>
            </p14:xfrm>
          </p:contentPart>
        </mc:Choice>
        <mc:Fallback xmlns="">
          <p:sp>
            <p:nvSpPr>
              <p:cNvPr id="1051387" name=""/>
              <p:cNvSpPr/>
              <p:nvPr/>
            </p:nvSpPr>
            <p:spPr>
              <a:xfrm>
                <a:off x="11152781" y="1999030"/>
                <a:ext cx="509475" cy="193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388" name="Encre 1051387"/>
              <p14:cNvContentPartPr/>
              <p14:nvPr/>
            </p14:nvContentPartPr>
            <p14:xfrm>
              <a:off x="8092246" y="2793172"/>
              <a:ext cx="97136" cy="176356"/>
            </p14:xfrm>
          </p:contentPart>
        </mc:Choice>
        <mc:Fallback xmlns="">
          <p:sp>
            <p:nvSpPr>
              <p:cNvPr id="1051388" name=""/>
              <p:cNvSpPr/>
              <p:nvPr/>
            </p:nvSpPr>
            <p:spPr>
              <a:xfrm>
                <a:off x="8092246" y="2793172"/>
                <a:ext cx="97136" cy="176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389" name="Encre 1051388"/>
              <p14:cNvContentPartPr/>
              <p14:nvPr/>
            </p14:nvContentPartPr>
            <p14:xfrm>
              <a:off x="8222756" y="2621169"/>
              <a:ext cx="12074" cy="380490"/>
            </p14:xfrm>
          </p:contentPart>
        </mc:Choice>
        <mc:Fallback xmlns="">
          <p:sp>
            <p:nvSpPr>
              <p:cNvPr id="1051389" name=""/>
              <p:cNvSpPr/>
              <p:nvPr/>
            </p:nvSpPr>
            <p:spPr>
              <a:xfrm>
                <a:off x="8222756" y="2621169"/>
                <a:ext cx="12074" cy="380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390" name="Encre 1051389"/>
              <p14:cNvContentPartPr/>
              <p14:nvPr/>
            </p14:nvContentPartPr>
            <p14:xfrm>
              <a:off x="8338230" y="2657406"/>
              <a:ext cx="43975" cy="133484"/>
            </p14:xfrm>
          </p:contentPart>
        </mc:Choice>
        <mc:Fallback xmlns="">
          <p:sp>
            <p:nvSpPr>
              <p:cNvPr id="1051390" name=""/>
              <p:cNvSpPr/>
              <p:nvPr/>
            </p:nvSpPr>
            <p:spPr>
              <a:xfrm>
                <a:off x="8338230" y="2657406"/>
                <a:ext cx="43975" cy="1334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391" name="Encre 1051390"/>
              <p14:cNvContentPartPr/>
              <p14:nvPr/>
            </p14:nvContentPartPr>
            <p14:xfrm>
              <a:off x="8399415" y="2844943"/>
              <a:ext cx="123648" cy="163701"/>
            </p14:xfrm>
          </p:contentPart>
        </mc:Choice>
        <mc:Fallback xmlns="">
          <p:sp>
            <p:nvSpPr>
              <p:cNvPr id="1051391" name=""/>
              <p:cNvSpPr/>
              <p:nvPr/>
            </p:nvSpPr>
            <p:spPr>
              <a:xfrm>
                <a:off x="8399415" y="2844943"/>
                <a:ext cx="123648" cy="163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392" name="Encre 1051391"/>
              <p14:cNvContentPartPr/>
              <p14:nvPr/>
            </p14:nvContentPartPr>
            <p14:xfrm>
              <a:off x="8581854" y="2798632"/>
              <a:ext cx="146729" cy="195345"/>
            </p14:xfrm>
          </p:contentPart>
        </mc:Choice>
        <mc:Fallback xmlns="">
          <p:sp>
            <p:nvSpPr>
              <p:cNvPr id="1051392" name=""/>
              <p:cNvSpPr/>
              <p:nvPr/>
            </p:nvSpPr>
            <p:spPr>
              <a:xfrm>
                <a:off x="8581854" y="2798632"/>
                <a:ext cx="146729" cy="195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393" name="Encre 1051392"/>
              <p14:cNvContentPartPr/>
              <p14:nvPr/>
            </p14:nvContentPartPr>
            <p14:xfrm>
              <a:off x="8606800" y="2784236"/>
              <a:ext cx="166147" cy="175052"/>
            </p14:xfrm>
          </p:contentPart>
        </mc:Choice>
        <mc:Fallback xmlns="">
          <p:sp>
            <p:nvSpPr>
              <p:cNvPr id="1051393" name=""/>
              <p:cNvSpPr/>
              <p:nvPr/>
            </p:nvSpPr>
            <p:spPr>
              <a:xfrm>
                <a:off x="8606800" y="2784236"/>
                <a:ext cx="166147" cy="175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394" name="Encre 1051393"/>
              <p14:cNvContentPartPr/>
              <p14:nvPr/>
            </p14:nvContentPartPr>
            <p14:xfrm>
              <a:off x="8785504" y="2835593"/>
              <a:ext cx="167795" cy="127166"/>
            </p14:xfrm>
          </p:contentPart>
        </mc:Choice>
        <mc:Fallback xmlns="">
          <p:sp>
            <p:nvSpPr>
              <p:cNvPr id="1051394" name=""/>
              <p:cNvSpPr/>
              <p:nvPr/>
            </p:nvSpPr>
            <p:spPr>
              <a:xfrm>
                <a:off x="8785504" y="2835593"/>
                <a:ext cx="167795" cy="127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395" name="Encre 1051394"/>
              <p14:cNvContentPartPr/>
              <p14:nvPr/>
            </p14:nvContentPartPr>
            <p14:xfrm>
              <a:off x="8877886" y="2646485"/>
              <a:ext cx="107943" cy="85115"/>
            </p14:xfrm>
          </p:contentPart>
        </mc:Choice>
        <mc:Fallback xmlns="">
          <p:sp>
            <p:nvSpPr>
              <p:cNvPr id="1051395" name=""/>
              <p:cNvSpPr/>
              <p:nvPr/>
            </p:nvSpPr>
            <p:spPr>
              <a:xfrm>
                <a:off x="8877886" y="2646485"/>
                <a:ext cx="107943" cy="85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396" name="Encre 1051395"/>
              <p14:cNvContentPartPr/>
              <p14:nvPr/>
            </p14:nvContentPartPr>
            <p14:xfrm>
              <a:off x="8989043" y="2813028"/>
              <a:ext cx="342801" cy="146121"/>
            </p14:xfrm>
          </p:contentPart>
        </mc:Choice>
        <mc:Fallback xmlns="">
          <p:sp>
            <p:nvSpPr>
              <p:cNvPr id="1051396" name=""/>
              <p:cNvSpPr/>
              <p:nvPr/>
            </p:nvSpPr>
            <p:spPr>
              <a:xfrm>
                <a:off x="8989043" y="2813028"/>
                <a:ext cx="342801" cy="146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397" name="Encre 1051396"/>
              <p14:cNvContentPartPr/>
              <p14:nvPr/>
            </p14:nvContentPartPr>
            <p14:xfrm>
              <a:off x="9409463" y="2699913"/>
              <a:ext cx="55558" cy="68089"/>
            </p14:xfrm>
          </p:contentPart>
        </mc:Choice>
        <mc:Fallback xmlns="">
          <p:sp>
            <p:nvSpPr>
              <p:cNvPr id="1051397" name=""/>
              <p:cNvSpPr/>
              <p:nvPr/>
            </p:nvSpPr>
            <p:spPr>
              <a:xfrm>
                <a:off x="9409463" y="2699913"/>
                <a:ext cx="55558" cy="68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398" name="Encre 1051397"/>
              <p14:cNvContentPartPr/>
              <p14:nvPr/>
            </p14:nvContentPartPr>
            <p14:xfrm>
              <a:off x="9407614" y="2603050"/>
              <a:ext cx="28726" cy="345193"/>
            </p14:xfrm>
          </p:contentPart>
        </mc:Choice>
        <mc:Fallback xmlns="">
          <p:sp>
            <p:nvSpPr>
              <p:cNvPr id="1051398" name=""/>
              <p:cNvSpPr/>
              <p:nvPr/>
            </p:nvSpPr>
            <p:spPr>
              <a:xfrm>
                <a:off x="9407614" y="2603050"/>
                <a:ext cx="28726" cy="345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399" name="Encre 1051398"/>
              <p14:cNvContentPartPr/>
              <p14:nvPr/>
            </p14:nvContentPartPr>
            <p14:xfrm>
              <a:off x="9329117" y="2794958"/>
              <a:ext cx="273870" cy="134317"/>
            </p14:xfrm>
          </p:contentPart>
        </mc:Choice>
        <mc:Fallback xmlns="">
          <p:sp>
            <p:nvSpPr>
              <p:cNvPr id="1051399" name=""/>
              <p:cNvSpPr/>
              <p:nvPr/>
            </p:nvSpPr>
            <p:spPr>
              <a:xfrm>
                <a:off x="9329117" y="2794958"/>
                <a:ext cx="273870" cy="134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400" name="Encre 1051399"/>
              <p14:cNvContentPartPr/>
              <p14:nvPr/>
            </p14:nvContentPartPr>
            <p14:xfrm>
              <a:off x="9650043" y="2777272"/>
              <a:ext cx="347716" cy="154643"/>
            </p14:xfrm>
          </p:contentPart>
        </mc:Choice>
        <mc:Fallback xmlns="">
          <p:sp>
            <p:nvSpPr>
              <p:cNvPr id="1051400" name=""/>
              <p:cNvSpPr/>
              <p:nvPr/>
            </p:nvSpPr>
            <p:spPr>
              <a:xfrm>
                <a:off x="9650043" y="2777272"/>
                <a:ext cx="347716" cy="15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401" name="Encre 1051400"/>
              <p14:cNvContentPartPr/>
              <p14:nvPr/>
            </p14:nvContentPartPr>
            <p14:xfrm>
              <a:off x="9615044" y="2646485"/>
              <a:ext cx="7483" cy="63317"/>
            </p14:xfrm>
          </p:contentPart>
        </mc:Choice>
        <mc:Fallback xmlns="">
          <p:sp>
            <p:nvSpPr>
              <p:cNvPr id="1051401" name=""/>
              <p:cNvSpPr/>
              <p:nvPr/>
            </p:nvSpPr>
            <p:spPr>
              <a:xfrm>
                <a:off x="9615044" y="2646485"/>
                <a:ext cx="7483" cy="63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402" name="Encre 1051401"/>
              <p14:cNvContentPartPr/>
              <p14:nvPr/>
            </p14:nvContentPartPr>
            <p14:xfrm>
              <a:off x="10221079" y="2589516"/>
              <a:ext cx="243908" cy="288325"/>
            </p14:xfrm>
          </p:contentPart>
        </mc:Choice>
        <mc:Fallback xmlns="">
          <p:sp>
            <p:nvSpPr>
              <p:cNvPr id="1051402" name=""/>
              <p:cNvSpPr/>
              <p:nvPr/>
            </p:nvSpPr>
            <p:spPr>
              <a:xfrm>
                <a:off x="10221079" y="2589516"/>
                <a:ext cx="243908" cy="288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403" name="Encre 1051402"/>
              <p14:cNvContentPartPr/>
              <p14:nvPr/>
            </p14:nvContentPartPr>
            <p14:xfrm>
              <a:off x="10509005" y="2508734"/>
              <a:ext cx="71482" cy="210473"/>
            </p14:xfrm>
          </p:contentPart>
        </mc:Choice>
        <mc:Fallback xmlns="">
          <p:sp>
            <p:nvSpPr>
              <p:cNvPr id="1051403" name=""/>
              <p:cNvSpPr/>
              <p:nvPr/>
            </p:nvSpPr>
            <p:spPr>
              <a:xfrm>
                <a:off x="10509005" y="2508734"/>
                <a:ext cx="71482" cy="210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404" name="Encre 1051403"/>
              <p14:cNvContentPartPr/>
              <p14:nvPr/>
            </p14:nvContentPartPr>
            <p14:xfrm>
              <a:off x="10652410" y="2580630"/>
              <a:ext cx="171044" cy="276235"/>
            </p14:xfrm>
          </p:contentPart>
        </mc:Choice>
        <mc:Fallback xmlns="">
          <p:sp>
            <p:nvSpPr>
              <p:cNvPr id="1051404" name=""/>
              <p:cNvSpPr/>
              <p:nvPr/>
            </p:nvSpPr>
            <p:spPr>
              <a:xfrm>
                <a:off x="10652410" y="2580630"/>
                <a:ext cx="171044" cy="276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405" name="Encre 1051404"/>
              <p14:cNvContentPartPr/>
              <p14:nvPr/>
            </p14:nvContentPartPr>
            <p14:xfrm>
              <a:off x="10702270" y="2840144"/>
              <a:ext cx="290506" cy="24012"/>
            </p14:xfrm>
          </p:contentPart>
        </mc:Choice>
        <mc:Fallback xmlns="">
          <p:sp>
            <p:nvSpPr>
              <p:cNvPr id="1051405" name=""/>
              <p:cNvSpPr/>
              <p:nvPr/>
            </p:nvSpPr>
            <p:spPr>
              <a:xfrm>
                <a:off x="10702270" y="2840144"/>
                <a:ext cx="290506" cy="24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406" name="Encre 1051405"/>
              <p14:cNvContentPartPr/>
              <p14:nvPr/>
            </p14:nvContentPartPr>
            <p14:xfrm>
              <a:off x="8778444" y="3204191"/>
              <a:ext cx="49861" cy="413253"/>
            </p14:xfrm>
          </p:contentPart>
        </mc:Choice>
        <mc:Fallback xmlns="">
          <p:sp>
            <p:nvSpPr>
              <p:cNvPr id="1051406" name=""/>
              <p:cNvSpPr/>
              <p:nvPr/>
            </p:nvSpPr>
            <p:spPr>
              <a:xfrm>
                <a:off x="8778444" y="3204191"/>
                <a:ext cx="49861" cy="413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407" name="Encre 1051406"/>
              <p14:cNvContentPartPr/>
              <p14:nvPr/>
            </p14:nvContentPartPr>
            <p14:xfrm>
              <a:off x="8657102" y="3320702"/>
              <a:ext cx="450209" cy="213227"/>
            </p14:xfrm>
          </p:contentPart>
        </mc:Choice>
        <mc:Fallback xmlns="">
          <p:sp>
            <p:nvSpPr>
              <p:cNvPr id="1051407" name=""/>
              <p:cNvSpPr/>
              <p:nvPr/>
            </p:nvSpPr>
            <p:spPr>
              <a:xfrm>
                <a:off x="8657102" y="3320702"/>
                <a:ext cx="450209" cy="213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408" name="Encre 1051407"/>
              <p14:cNvContentPartPr/>
              <p14:nvPr/>
            </p14:nvContentPartPr>
            <p14:xfrm>
              <a:off x="9094161" y="3349140"/>
              <a:ext cx="585304" cy="202561"/>
            </p14:xfrm>
          </p:contentPart>
        </mc:Choice>
        <mc:Fallback xmlns="">
          <p:sp>
            <p:nvSpPr>
              <p:cNvPr id="1051408" name=""/>
              <p:cNvSpPr/>
              <p:nvPr/>
            </p:nvSpPr>
            <p:spPr>
              <a:xfrm>
                <a:off x="9094161" y="3349140"/>
                <a:ext cx="585304" cy="202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409" name="Encre 1051408"/>
              <p14:cNvContentPartPr/>
              <p14:nvPr/>
            </p14:nvContentPartPr>
            <p14:xfrm>
              <a:off x="9652948" y="3150288"/>
              <a:ext cx="751711" cy="361585"/>
            </p14:xfrm>
          </p:contentPart>
        </mc:Choice>
        <mc:Fallback xmlns="">
          <p:sp>
            <p:nvSpPr>
              <p:cNvPr id="1051409" name=""/>
              <p:cNvSpPr/>
              <p:nvPr/>
            </p:nvSpPr>
            <p:spPr>
              <a:xfrm>
                <a:off x="9652948" y="3150288"/>
                <a:ext cx="751711" cy="3615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410" name="Encre 1051409"/>
              <p14:cNvContentPartPr/>
              <p14:nvPr/>
            </p14:nvContentPartPr>
            <p14:xfrm>
              <a:off x="9915531" y="3240428"/>
              <a:ext cx="36592" cy="74140"/>
            </p14:xfrm>
          </p:contentPart>
        </mc:Choice>
        <mc:Fallback xmlns="">
          <p:sp>
            <p:nvSpPr>
              <p:cNvPr id="1051410" name=""/>
              <p:cNvSpPr/>
              <p:nvPr/>
            </p:nvSpPr>
            <p:spPr>
              <a:xfrm>
                <a:off x="9915531" y="3240428"/>
                <a:ext cx="36592" cy="74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411" name="Encre 1051410"/>
              <p14:cNvContentPartPr/>
              <p14:nvPr/>
            </p14:nvContentPartPr>
            <p14:xfrm>
              <a:off x="10578975" y="3465049"/>
              <a:ext cx="16073" cy="37783"/>
            </p14:xfrm>
          </p:contentPart>
        </mc:Choice>
        <mc:Fallback xmlns="">
          <p:sp>
            <p:nvSpPr>
              <p:cNvPr id="1051411" name=""/>
              <p:cNvSpPr/>
              <p:nvPr/>
            </p:nvSpPr>
            <p:spPr>
              <a:xfrm>
                <a:off x="10578975" y="3465049"/>
                <a:ext cx="16073" cy="37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412" name="Encre 1051411"/>
              <p14:cNvContentPartPr/>
              <p14:nvPr/>
            </p14:nvContentPartPr>
            <p14:xfrm>
              <a:off x="1807877" y="3731671"/>
              <a:ext cx="469709" cy="611628"/>
            </p14:xfrm>
          </p:contentPart>
        </mc:Choice>
        <mc:Fallback xmlns="">
          <p:sp>
            <p:nvSpPr>
              <p:cNvPr id="1051412" name=""/>
              <p:cNvSpPr/>
              <p:nvPr/>
            </p:nvSpPr>
            <p:spPr>
              <a:xfrm>
                <a:off x="1807877" y="3731671"/>
                <a:ext cx="469709" cy="611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413" name="Encre 1051412"/>
              <p14:cNvContentPartPr/>
              <p14:nvPr/>
            </p14:nvContentPartPr>
            <p14:xfrm>
              <a:off x="3977187" y="3646483"/>
              <a:ext cx="656358" cy="657164"/>
            </p14:xfrm>
          </p:contentPart>
        </mc:Choice>
        <mc:Fallback xmlns="">
          <p:sp>
            <p:nvSpPr>
              <p:cNvPr id="1051413" name=""/>
              <p:cNvSpPr/>
              <p:nvPr/>
            </p:nvSpPr>
            <p:spPr>
              <a:xfrm>
                <a:off x="3977187" y="3646483"/>
                <a:ext cx="656358" cy="6571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414" name="Encre 1051413"/>
              <p14:cNvContentPartPr/>
              <p14:nvPr/>
            </p14:nvContentPartPr>
            <p14:xfrm>
              <a:off x="1867623" y="4861080"/>
              <a:ext cx="2675786" cy="1071077"/>
            </p14:xfrm>
          </p:contentPart>
        </mc:Choice>
        <mc:Fallback xmlns="">
          <p:sp>
            <p:nvSpPr>
              <p:cNvPr id="1051414" name=""/>
              <p:cNvSpPr/>
              <p:nvPr/>
            </p:nvSpPr>
            <p:spPr>
              <a:xfrm>
                <a:off x="1867623" y="4861080"/>
                <a:ext cx="2675786" cy="1071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415" name="Encre 1051414"/>
              <p14:cNvContentPartPr/>
              <p14:nvPr/>
            </p14:nvContentPartPr>
            <p14:xfrm>
              <a:off x="4701785" y="5471499"/>
              <a:ext cx="133577" cy="21486"/>
            </p14:xfrm>
          </p:contentPart>
        </mc:Choice>
        <mc:Fallback xmlns="">
          <p:sp>
            <p:nvSpPr>
              <p:cNvPr id="1051415" name=""/>
              <p:cNvSpPr/>
              <p:nvPr/>
            </p:nvSpPr>
            <p:spPr>
              <a:xfrm>
                <a:off x="4701785" y="5471499"/>
                <a:ext cx="133577" cy="21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416" name="Encre 1051415"/>
              <p14:cNvContentPartPr/>
              <p14:nvPr/>
            </p14:nvContentPartPr>
            <p14:xfrm>
              <a:off x="4745027" y="5586547"/>
              <a:ext cx="169974" cy="15505"/>
            </p14:xfrm>
          </p:contentPart>
        </mc:Choice>
        <mc:Fallback xmlns="">
          <p:sp>
            <p:nvSpPr>
              <p:cNvPr id="1051416" name=""/>
              <p:cNvSpPr/>
              <p:nvPr/>
            </p:nvSpPr>
            <p:spPr>
              <a:xfrm>
                <a:off x="4745027" y="5586547"/>
                <a:ext cx="169974" cy="15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417" name="Encre 1051416"/>
              <p14:cNvContentPartPr/>
              <p14:nvPr/>
            </p14:nvContentPartPr>
            <p14:xfrm>
              <a:off x="4958489" y="4957229"/>
              <a:ext cx="165005" cy="1114870"/>
            </p14:xfrm>
          </p:contentPart>
        </mc:Choice>
        <mc:Fallback xmlns="">
          <p:sp>
            <p:nvSpPr>
              <p:cNvPr id="1051417" name=""/>
              <p:cNvSpPr/>
              <p:nvPr/>
            </p:nvSpPr>
            <p:spPr>
              <a:xfrm>
                <a:off x="4958489" y="4957229"/>
                <a:ext cx="165005" cy="1114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418" name="Encre 1051417"/>
              <p14:cNvContentPartPr/>
              <p14:nvPr/>
            </p14:nvContentPartPr>
            <p14:xfrm>
              <a:off x="5030953" y="6009836"/>
              <a:ext cx="187777" cy="236792"/>
            </p14:xfrm>
          </p:contentPart>
        </mc:Choice>
        <mc:Fallback xmlns="">
          <p:sp>
            <p:nvSpPr>
              <p:cNvPr id="1051418" name=""/>
              <p:cNvSpPr/>
              <p:nvPr/>
            </p:nvSpPr>
            <p:spPr>
              <a:xfrm>
                <a:off x="5030953" y="6009836"/>
                <a:ext cx="187777" cy="236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419" name="Encre 1051418"/>
              <p14:cNvContentPartPr/>
              <p14:nvPr/>
            </p14:nvContentPartPr>
            <p14:xfrm>
              <a:off x="5081255" y="6102176"/>
              <a:ext cx="144059" cy="23833"/>
            </p14:xfrm>
          </p:contentPart>
        </mc:Choice>
        <mc:Fallback xmlns="">
          <p:sp>
            <p:nvSpPr>
              <p:cNvPr id="1051419" name=""/>
              <p:cNvSpPr/>
              <p:nvPr/>
            </p:nvSpPr>
            <p:spPr>
              <a:xfrm>
                <a:off x="5081255" y="6102176"/>
                <a:ext cx="144059" cy="238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420" name="Encre 1051419"/>
              <p14:cNvContentPartPr/>
              <p14:nvPr/>
            </p14:nvContentPartPr>
            <p14:xfrm>
              <a:off x="5154625" y="4884754"/>
              <a:ext cx="12231" cy="123823"/>
            </p14:xfrm>
          </p:contentPart>
        </mc:Choice>
        <mc:Fallback xmlns="">
          <p:sp>
            <p:nvSpPr>
              <p:cNvPr id="1051420" name=""/>
              <p:cNvSpPr/>
              <p:nvPr/>
            </p:nvSpPr>
            <p:spPr>
              <a:xfrm>
                <a:off x="5154625" y="4884754"/>
                <a:ext cx="12231" cy="123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421" name="Encre 1051420"/>
              <p14:cNvContentPartPr/>
              <p14:nvPr/>
            </p14:nvContentPartPr>
            <p14:xfrm>
              <a:off x="5131116" y="4836087"/>
              <a:ext cx="185893" cy="242756"/>
            </p14:xfrm>
          </p:contentPart>
        </mc:Choice>
        <mc:Fallback xmlns="">
          <p:sp>
            <p:nvSpPr>
              <p:cNvPr id="1051421" name=""/>
              <p:cNvSpPr/>
              <p:nvPr/>
            </p:nvSpPr>
            <p:spPr>
              <a:xfrm>
                <a:off x="5131116" y="4836087"/>
                <a:ext cx="185893" cy="242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422" name="Encre 1051421"/>
              <p14:cNvContentPartPr/>
              <p14:nvPr/>
            </p14:nvContentPartPr>
            <p14:xfrm>
              <a:off x="5302522" y="5451895"/>
              <a:ext cx="226741" cy="299911"/>
            </p14:xfrm>
          </p:contentPart>
        </mc:Choice>
        <mc:Fallback xmlns="">
          <p:sp>
            <p:nvSpPr>
              <p:cNvPr id="1051422" name=""/>
              <p:cNvSpPr/>
              <p:nvPr/>
            </p:nvSpPr>
            <p:spPr>
              <a:xfrm>
                <a:off x="5302522" y="5451895"/>
                <a:ext cx="226741" cy="299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423" name="Encre 1051422"/>
              <p14:cNvContentPartPr/>
              <p14:nvPr/>
            </p14:nvContentPartPr>
            <p14:xfrm>
              <a:off x="5309820" y="5580211"/>
              <a:ext cx="214445" cy="3077"/>
            </p14:xfrm>
          </p:contentPart>
        </mc:Choice>
        <mc:Fallback xmlns="">
          <p:sp>
            <p:nvSpPr>
              <p:cNvPr id="1051423" name=""/>
              <p:cNvSpPr/>
              <p:nvPr/>
            </p:nvSpPr>
            <p:spPr>
              <a:xfrm>
                <a:off x="5309820" y="5580211"/>
                <a:ext cx="214445" cy="3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424" name="Encre 1051423"/>
              <p14:cNvContentPartPr/>
              <p14:nvPr/>
            </p14:nvContentPartPr>
            <p14:xfrm>
              <a:off x="5295700" y="5327047"/>
              <a:ext cx="207385" cy="7198"/>
            </p14:xfrm>
          </p:contentPart>
        </mc:Choice>
        <mc:Fallback xmlns="">
          <p:sp>
            <p:nvSpPr>
              <p:cNvPr id="1051424" name=""/>
              <p:cNvSpPr/>
              <p:nvPr/>
            </p:nvSpPr>
            <p:spPr>
              <a:xfrm>
                <a:off x="5295700" y="5327047"/>
                <a:ext cx="207385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425" name="Encre 1051424"/>
              <p14:cNvContentPartPr/>
              <p14:nvPr/>
            </p14:nvContentPartPr>
            <p14:xfrm>
              <a:off x="5452783" y="5232482"/>
              <a:ext cx="121895" cy="228343"/>
            </p14:xfrm>
          </p:contentPart>
        </mc:Choice>
        <mc:Fallback xmlns="">
          <p:sp>
            <p:nvSpPr>
              <p:cNvPr id="1051425" name=""/>
              <p:cNvSpPr/>
              <p:nvPr/>
            </p:nvSpPr>
            <p:spPr>
              <a:xfrm>
                <a:off x="5452783" y="5232482"/>
                <a:ext cx="121895" cy="228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426" name="Encre 1051425"/>
              <p14:cNvContentPartPr/>
              <p14:nvPr/>
            </p14:nvContentPartPr>
            <p14:xfrm>
              <a:off x="5645397" y="5681725"/>
              <a:ext cx="29332" cy="64324"/>
            </p14:xfrm>
          </p:contentPart>
        </mc:Choice>
        <mc:Fallback xmlns="">
          <p:sp>
            <p:nvSpPr>
              <p:cNvPr id="1051426" name=""/>
              <p:cNvSpPr/>
              <p:nvPr/>
            </p:nvSpPr>
            <p:spPr>
              <a:xfrm>
                <a:off x="5645397" y="5681725"/>
                <a:ext cx="29332" cy="64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427" name="Encre 1051426"/>
              <p14:cNvContentPartPr/>
              <p14:nvPr/>
            </p14:nvContentPartPr>
            <p14:xfrm>
              <a:off x="5783555" y="5406346"/>
              <a:ext cx="141467" cy="384935"/>
            </p14:xfrm>
          </p:contentPart>
        </mc:Choice>
        <mc:Fallback xmlns="">
          <p:sp>
            <p:nvSpPr>
              <p:cNvPr id="1051427" name=""/>
              <p:cNvSpPr/>
              <p:nvPr/>
            </p:nvSpPr>
            <p:spPr>
              <a:xfrm>
                <a:off x="5783555" y="5406346"/>
                <a:ext cx="141467" cy="384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428" name="Encre 1051427"/>
              <p14:cNvContentPartPr/>
              <p14:nvPr/>
            </p14:nvContentPartPr>
            <p14:xfrm>
              <a:off x="5999508" y="5546071"/>
              <a:ext cx="95882" cy="252605"/>
            </p14:xfrm>
          </p:contentPart>
        </mc:Choice>
        <mc:Fallback xmlns="">
          <p:sp>
            <p:nvSpPr>
              <p:cNvPr id="1051428" name=""/>
              <p:cNvSpPr/>
              <p:nvPr/>
            </p:nvSpPr>
            <p:spPr>
              <a:xfrm>
                <a:off x="5999508" y="5546071"/>
                <a:ext cx="95882" cy="252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429" name="Encre 1051428"/>
              <p14:cNvContentPartPr/>
              <p14:nvPr/>
            </p14:nvContentPartPr>
            <p14:xfrm>
              <a:off x="6169284" y="5576377"/>
              <a:ext cx="217918" cy="264940"/>
            </p14:xfrm>
          </p:contentPart>
        </mc:Choice>
        <mc:Fallback xmlns="">
          <p:sp>
            <p:nvSpPr>
              <p:cNvPr id="1051429" name=""/>
              <p:cNvSpPr/>
              <p:nvPr/>
            </p:nvSpPr>
            <p:spPr>
              <a:xfrm>
                <a:off x="6169284" y="5576377"/>
                <a:ext cx="217918" cy="2649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430" name="Encre 1051429"/>
              <p14:cNvContentPartPr/>
              <p14:nvPr/>
            </p14:nvContentPartPr>
            <p14:xfrm>
              <a:off x="5986021" y="5377430"/>
              <a:ext cx="296301" cy="34422"/>
            </p14:xfrm>
          </p:contentPart>
        </mc:Choice>
        <mc:Fallback xmlns="">
          <p:sp>
            <p:nvSpPr>
              <p:cNvPr id="1051430" name=""/>
              <p:cNvSpPr/>
              <p:nvPr/>
            </p:nvSpPr>
            <p:spPr>
              <a:xfrm>
                <a:off x="5986021" y="5377430"/>
                <a:ext cx="296301" cy="34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431" name="Encre 1051430"/>
              <p14:cNvContentPartPr/>
              <p14:nvPr/>
            </p14:nvContentPartPr>
            <p14:xfrm>
              <a:off x="6132300" y="5297759"/>
              <a:ext cx="186184" cy="177711"/>
            </p14:xfrm>
          </p:contentPart>
        </mc:Choice>
        <mc:Fallback xmlns="">
          <p:sp>
            <p:nvSpPr>
              <p:cNvPr id="1051431" name=""/>
              <p:cNvSpPr/>
              <p:nvPr/>
            </p:nvSpPr>
            <p:spPr>
              <a:xfrm>
                <a:off x="6132300" y="5297759"/>
                <a:ext cx="186184" cy="177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432" name="Encre 1051431"/>
              <p14:cNvContentPartPr/>
              <p14:nvPr/>
            </p14:nvContentPartPr>
            <p14:xfrm>
              <a:off x="6804756" y="4595804"/>
              <a:ext cx="201302" cy="426701"/>
            </p14:xfrm>
          </p:contentPart>
        </mc:Choice>
        <mc:Fallback xmlns="">
          <p:sp>
            <p:nvSpPr>
              <p:cNvPr id="1051432" name=""/>
              <p:cNvSpPr/>
              <p:nvPr/>
            </p:nvSpPr>
            <p:spPr>
              <a:xfrm>
                <a:off x="6804756" y="4595804"/>
                <a:ext cx="201302" cy="426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433" name="Encre 1051432"/>
              <p14:cNvContentPartPr/>
              <p14:nvPr/>
            </p14:nvContentPartPr>
            <p14:xfrm>
              <a:off x="6861677" y="4790758"/>
              <a:ext cx="166466" cy="22018"/>
            </p14:xfrm>
          </p:contentPart>
        </mc:Choice>
        <mc:Fallback xmlns="">
          <p:sp>
            <p:nvSpPr>
              <p:cNvPr id="1051433" name=""/>
              <p:cNvSpPr/>
              <p:nvPr/>
            </p:nvSpPr>
            <p:spPr>
              <a:xfrm>
                <a:off x="6861677" y="4790758"/>
                <a:ext cx="166466" cy="22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434" name="Encre 1051433"/>
              <p14:cNvContentPartPr/>
              <p14:nvPr/>
            </p14:nvContentPartPr>
            <p14:xfrm>
              <a:off x="7183786" y="4800306"/>
              <a:ext cx="154461" cy="24290"/>
            </p14:xfrm>
          </p:contentPart>
        </mc:Choice>
        <mc:Fallback xmlns="">
          <p:sp>
            <p:nvSpPr>
              <p:cNvPr id="1051434" name=""/>
              <p:cNvSpPr/>
              <p:nvPr/>
            </p:nvSpPr>
            <p:spPr>
              <a:xfrm>
                <a:off x="7183786" y="4800306"/>
                <a:ext cx="154461" cy="24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435" name="Encre 1051434"/>
              <p14:cNvContentPartPr/>
              <p14:nvPr/>
            </p14:nvContentPartPr>
            <p14:xfrm>
              <a:off x="7162165" y="4888380"/>
              <a:ext cx="242681" cy="44838"/>
            </p14:xfrm>
          </p:contentPart>
        </mc:Choice>
        <mc:Fallback xmlns="">
          <p:sp>
            <p:nvSpPr>
              <p:cNvPr id="1051435" name=""/>
              <p:cNvSpPr/>
              <p:nvPr/>
            </p:nvSpPr>
            <p:spPr>
              <a:xfrm>
                <a:off x="7162165" y="4888380"/>
                <a:ext cx="242681" cy="448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436" name="Encre 1051435"/>
              <p14:cNvContentPartPr/>
              <p14:nvPr/>
            </p14:nvContentPartPr>
            <p14:xfrm>
              <a:off x="7526777" y="4652935"/>
              <a:ext cx="14417" cy="238412"/>
            </p14:xfrm>
          </p:contentPart>
        </mc:Choice>
        <mc:Fallback xmlns="">
          <p:sp>
            <p:nvSpPr>
              <p:cNvPr id="1051436" name=""/>
              <p:cNvSpPr/>
              <p:nvPr/>
            </p:nvSpPr>
            <p:spPr>
              <a:xfrm>
                <a:off x="7526777" y="4652935"/>
                <a:ext cx="14417" cy="238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437" name="Encre 1051436"/>
              <p14:cNvContentPartPr/>
              <p14:nvPr/>
            </p14:nvContentPartPr>
            <p14:xfrm>
              <a:off x="7548254" y="4561209"/>
              <a:ext cx="206825" cy="339482"/>
            </p14:xfrm>
          </p:contentPart>
        </mc:Choice>
        <mc:Fallback xmlns="">
          <p:sp>
            <p:nvSpPr>
              <p:cNvPr id="1051437" name=""/>
              <p:cNvSpPr/>
              <p:nvPr/>
            </p:nvSpPr>
            <p:spPr>
              <a:xfrm>
                <a:off x="7548254" y="4561209"/>
                <a:ext cx="206825" cy="339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438" name="Encre 1051437"/>
              <p14:cNvContentPartPr/>
              <p14:nvPr/>
            </p14:nvContentPartPr>
            <p14:xfrm>
              <a:off x="7857784" y="4457354"/>
              <a:ext cx="112740" cy="557953"/>
            </p14:xfrm>
          </p:contentPart>
        </mc:Choice>
        <mc:Fallback xmlns="">
          <p:sp>
            <p:nvSpPr>
              <p:cNvPr id="1051438" name=""/>
              <p:cNvSpPr/>
              <p:nvPr/>
            </p:nvSpPr>
            <p:spPr>
              <a:xfrm>
                <a:off x="7857784" y="4457354"/>
                <a:ext cx="112740" cy="5579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439" name="Encre 1051438"/>
              <p14:cNvContentPartPr/>
              <p14:nvPr/>
            </p14:nvContentPartPr>
            <p14:xfrm>
              <a:off x="8034505" y="4544466"/>
              <a:ext cx="140910" cy="344091"/>
            </p14:xfrm>
          </p:contentPart>
        </mc:Choice>
        <mc:Fallback xmlns="">
          <p:sp>
            <p:nvSpPr>
              <p:cNvPr id="1051439" name=""/>
              <p:cNvSpPr/>
              <p:nvPr/>
            </p:nvSpPr>
            <p:spPr>
              <a:xfrm>
                <a:off x="8034505" y="4544466"/>
                <a:ext cx="140910" cy="344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440" name="Encre 1051439"/>
              <p14:cNvContentPartPr/>
              <p14:nvPr/>
            </p14:nvContentPartPr>
            <p14:xfrm>
              <a:off x="8070246" y="4725002"/>
              <a:ext cx="147117" cy="13315"/>
            </p14:xfrm>
          </p:contentPart>
        </mc:Choice>
        <mc:Fallback xmlns="">
          <p:sp>
            <p:nvSpPr>
              <p:cNvPr id="1051440" name=""/>
              <p:cNvSpPr/>
              <p:nvPr/>
            </p:nvSpPr>
            <p:spPr>
              <a:xfrm>
                <a:off x="8070246" y="4725002"/>
                <a:ext cx="147117" cy="13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441" name="Encre 1051440"/>
              <p14:cNvContentPartPr/>
              <p14:nvPr/>
            </p14:nvContentPartPr>
            <p14:xfrm>
              <a:off x="8230875" y="4825107"/>
              <a:ext cx="102840" cy="149079"/>
            </p14:xfrm>
          </p:contentPart>
        </mc:Choice>
        <mc:Fallback xmlns="">
          <p:sp>
            <p:nvSpPr>
              <p:cNvPr id="1051441" name=""/>
              <p:cNvSpPr/>
              <p:nvPr/>
            </p:nvSpPr>
            <p:spPr>
              <a:xfrm>
                <a:off x="8230875" y="4825107"/>
                <a:ext cx="102840" cy="149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442" name="Encre 1051441"/>
              <p14:cNvContentPartPr/>
              <p14:nvPr/>
            </p14:nvContentPartPr>
            <p14:xfrm>
              <a:off x="8249392" y="4840392"/>
              <a:ext cx="129882" cy="39570"/>
            </p14:xfrm>
          </p:contentPart>
        </mc:Choice>
        <mc:Fallback xmlns="">
          <p:sp>
            <p:nvSpPr>
              <p:cNvPr id="1051442" name=""/>
              <p:cNvSpPr/>
              <p:nvPr/>
            </p:nvSpPr>
            <p:spPr>
              <a:xfrm>
                <a:off x="8249392" y="4840392"/>
                <a:ext cx="129882" cy="39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443" name="Encre 1051442"/>
              <p14:cNvContentPartPr/>
              <p14:nvPr/>
            </p14:nvContentPartPr>
            <p14:xfrm>
              <a:off x="8442216" y="4573263"/>
              <a:ext cx="44785" cy="383965"/>
            </p14:xfrm>
          </p:contentPart>
        </mc:Choice>
        <mc:Fallback xmlns="">
          <p:sp>
            <p:nvSpPr>
              <p:cNvPr id="1051443" name=""/>
              <p:cNvSpPr/>
              <p:nvPr/>
            </p:nvSpPr>
            <p:spPr>
              <a:xfrm>
                <a:off x="8442216" y="4573263"/>
                <a:ext cx="44785" cy="383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444" name="Encre 1051443"/>
              <p14:cNvContentPartPr/>
              <p14:nvPr/>
            </p14:nvContentPartPr>
            <p14:xfrm>
              <a:off x="6960304" y="5421115"/>
              <a:ext cx="23157" cy="263879"/>
            </p14:xfrm>
          </p:contentPart>
        </mc:Choice>
        <mc:Fallback xmlns="">
          <p:sp>
            <p:nvSpPr>
              <p:cNvPr id="1051444" name=""/>
              <p:cNvSpPr/>
              <p:nvPr/>
            </p:nvSpPr>
            <p:spPr>
              <a:xfrm>
                <a:off x="6960304" y="5421115"/>
                <a:ext cx="23157" cy="2638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445" name="Encre 1051444"/>
              <p14:cNvContentPartPr/>
              <p14:nvPr/>
            </p14:nvContentPartPr>
            <p14:xfrm>
              <a:off x="6985226" y="5349335"/>
              <a:ext cx="167345" cy="356943"/>
            </p14:xfrm>
          </p:contentPart>
        </mc:Choice>
        <mc:Fallback xmlns="">
          <p:sp>
            <p:nvSpPr>
              <p:cNvPr id="1051445" name=""/>
              <p:cNvSpPr/>
              <p:nvPr/>
            </p:nvSpPr>
            <p:spPr>
              <a:xfrm>
                <a:off x="6985226" y="5349335"/>
                <a:ext cx="167345" cy="3569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446" name="Encre 1051445"/>
              <p14:cNvContentPartPr/>
              <p14:nvPr/>
            </p14:nvContentPartPr>
            <p14:xfrm>
              <a:off x="7276447" y="5523230"/>
              <a:ext cx="98113" cy="14126"/>
            </p14:xfrm>
          </p:contentPart>
        </mc:Choice>
        <mc:Fallback xmlns="">
          <p:sp>
            <p:nvSpPr>
              <p:cNvPr id="1051446" name=""/>
              <p:cNvSpPr/>
              <p:nvPr/>
            </p:nvSpPr>
            <p:spPr>
              <a:xfrm>
                <a:off x="7276447" y="5523230"/>
                <a:ext cx="98113" cy="141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447" name="Encre 1051446"/>
              <p14:cNvContentPartPr/>
              <p14:nvPr/>
            </p14:nvContentPartPr>
            <p14:xfrm>
              <a:off x="7291008" y="5630354"/>
              <a:ext cx="100947" cy="22331"/>
            </p14:xfrm>
          </p:contentPart>
        </mc:Choice>
        <mc:Fallback xmlns="">
          <p:sp>
            <p:nvSpPr>
              <p:cNvPr id="1051447" name=""/>
              <p:cNvSpPr/>
              <p:nvPr/>
            </p:nvSpPr>
            <p:spPr>
              <a:xfrm>
                <a:off x="7291008" y="5630354"/>
                <a:ext cx="100947" cy="223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448" name="Encre 1051447"/>
              <p14:cNvContentPartPr/>
              <p14:nvPr/>
            </p14:nvContentPartPr>
            <p14:xfrm>
              <a:off x="7568001" y="5281285"/>
              <a:ext cx="188653" cy="326952"/>
            </p14:xfrm>
          </p:contentPart>
        </mc:Choice>
        <mc:Fallback xmlns="">
          <p:sp>
            <p:nvSpPr>
              <p:cNvPr id="1051448" name=""/>
              <p:cNvSpPr/>
              <p:nvPr/>
            </p:nvSpPr>
            <p:spPr>
              <a:xfrm>
                <a:off x="7568001" y="5281285"/>
                <a:ext cx="188653" cy="326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449" name="Encre 1051448"/>
              <p14:cNvContentPartPr/>
              <p14:nvPr/>
            </p14:nvContentPartPr>
            <p14:xfrm>
              <a:off x="7878194" y="5196245"/>
              <a:ext cx="77769" cy="525012"/>
            </p14:xfrm>
          </p:contentPart>
        </mc:Choice>
        <mc:Fallback xmlns="">
          <p:sp>
            <p:nvSpPr>
              <p:cNvPr id="1051449" name=""/>
              <p:cNvSpPr/>
              <p:nvPr/>
            </p:nvSpPr>
            <p:spPr>
              <a:xfrm>
                <a:off x="7878194" y="5196245"/>
                <a:ext cx="77769" cy="525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450" name="Encre 1051449"/>
              <p14:cNvContentPartPr/>
              <p14:nvPr/>
            </p14:nvContentPartPr>
            <p14:xfrm>
              <a:off x="8081806" y="5261025"/>
              <a:ext cx="42951" cy="270230"/>
            </p14:xfrm>
          </p:contentPart>
        </mc:Choice>
        <mc:Fallback xmlns="">
          <p:sp>
            <p:nvSpPr>
              <p:cNvPr id="1051450" name=""/>
              <p:cNvSpPr/>
              <p:nvPr/>
            </p:nvSpPr>
            <p:spPr>
              <a:xfrm>
                <a:off x="8081806" y="5261025"/>
                <a:ext cx="42951" cy="2702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451" name="Encre 1051450"/>
              <p14:cNvContentPartPr/>
              <p14:nvPr/>
            </p14:nvContentPartPr>
            <p14:xfrm>
              <a:off x="8056127" y="5439936"/>
              <a:ext cx="158200" cy="10217"/>
            </p14:xfrm>
          </p:contentPart>
        </mc:Choice>
        <mc:Fallback xmlns="">
          <p:sp>
            <p:nvSpPr>
              <p:cNvPr id="1051451" name=""/>
              <p:cNvSpPr/>
              <p:nvPr/>
            </p:nvSpPr>
            <p:spPr>
              <a:xfrm>
                <a:off x="8056127" y="5439936"/>
                <a:ext cx="158200" cy="10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452" name="Encre 1051451"/>
              <p14:cNvContentPartPr/>
              <p14:nvPr/>
            </p14:nvContentPartPr>
            <p14:xfrm>
              <a:off x="8204361" y="5420392"/>
              <a:ext cx="136164" cy="265590"/>
            </p14:xfrm>
          </p:contentPart>
        </mc:Choice>
        <mc:Fallback xmlns="">
          <p:sp>
            <p:nvSpPr>
              <p:cNvPr id="1051452" name=""/>
              <p:cNvSpPr/>
              <p:nvPr/>
            </p:nvSpPr>
            <p:spPr>
              <a:xfrm>
                <a:off x="8204361" y="5420392"/>
                <a:ext cx="136164" cy="265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453" name="Encre 1051452"/>
              <p14:cNvContentPartPr/>
              <p14:nvPr/>
            </p14:nvContentPartPr>
            <p14:xfrm>
              <a:off x="8394120" y="5225533"/>
              <a:ext cx="83305" cy="458053"/>
            </p14:xfrm>
          </p:contentPart>
        </mc:Choice>
        <mc:Fallback xmlns="">
          <p:sp>
            <p:nvSpPr>
              <p:cNvPr id="1051453" name=""/>
              <p:cNvSpPr/>
              <p:nvPr/>
            </p:nvSpPr>
            <p:spPr>
              <a:xfrm>
                <a:off x="8394120" y="5225533"/>
                <a:ext cx="83305" cy="458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454" name="Encre 1051453"/>
              <p14:cNvContentPartPr/>
              <p14:nvPr/>
            </p14:nvContentPartPr>
            <p14:xfrm>
              <a:off x="6716148" y="4618187"/>
              <a:ext cx="66649" cy="1482651"/>
            </p14:xfrm>
          </p:contentPart>
        </mc:Choice>
        <mc:Fallback xmlns="">
          <p:sp>
            <p:nvSpPr>
              <p:cNvPr id="1051454" name=""/>
              <p:cNvSpPr/>
              <p:nvPr/>
            </p:nvSpPr>
            <p:spPr>
              <a:xfrm>
                <a:off x="6716148" y="4618187"/>
                <a:ext cx="66649" cy="1482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455" name="Encre 1051454"/>
              <p14:cNvContentPartPr/>
              <p14:nvPr/>
            </p14:nvContentPartPr>
            <p14:xfrm>
              <a:off x="3631763" y="5144133"/>
              <a:ext cx="313484" cy="491139"/>
            </p14:xfrm>
          </p:contentPart>
        </mc:Choice>
        <mc:Fallback xmlns="">
          <p:sp>
            <p:nvSpPr>
              <p:cNvPr id="1051455" name=""/>
              <p:cNvSpPr/>
              <p:nvPr/>
            </p:nvSpPr>
            <p:spPr>
              <a:xfrm>
                <a:off x="3631763" y="5144133"/>
                <a:ext cx="313484" cy="491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456" name="Encre 1051455"/>
              <p14:cNvContentPartPr/>
              <p14:nvPr/>
            </p14:nvContentPartPr>
            <p14:xfrm>
              <a:off x="4101250" y="5537024"/>
              <a:ext cx="221505" cy="35989"/>
            </p14:xfrm>
          </p:contentPart>
        </mc:Choice>
        <mc:Fallback xmlns="">
          <p:sp>
            <p:nvSpPr>
              <p:cNvPr id="1051456" name=""/>
              <p:cNvSpPr/>
              <p:nvPr/>
            </p:nvSpPr>
            <p:spPr>
              <a:xfrm>
                <a:off x="4101250" y="5537024"/>
                <a:ext cx="221505" cy="3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457" name="Encre 1051456"/>
              <p14:cNvContentPartPr/>
              <p14:nvPr/>
            </p14:nvContentPartPr>
            <p14:xfrm>
              <a:off x="4129932" y="5594854"/>
              <a:ext cx="200325" cy="65029"/>
            </p14:xfrm>
          </p:contentPart>
        </mc:Choice>
        <mc:Fallback xmlns="">
          <p:sp>
            <p:nvSpPr>
              <p:cNvPr id="1051457" name=""/>
              <p:cNvSpPr/>
              <p:nvPr/>
            </p:nvSpPr>
            <p:spPr>
              <a:xfrm>
                <a:off x="4129932" y="5594854"/>
                <a:ext cx="200325" cy="65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458" name="Encre 1051457"/>
              <p14:cNvContentPartPr/>
              <p14:nvPr/>
            </p14:nvContentPartPr>
            <p14:xfrm>
              <a:off x="6417274" y="415663"/>
              <a:ext cx="372921" cy="688725"/>
            </p14:xfrm>
          </p:contentPart>
        </mc:Choice>
        <mc:Fallback xmlns="">
          <p:sp>
            <p:nvSpPr>
              <p:cNvPr id="1051458" name=""/>
              <p:cNvSpPr/>
              <p:nvPr/>
            </p:nvSpPr>
            <p:spPr>
              <a:xfrm>
                <a:off x="6417274" y="415663"/>
                <a:ext cx="372921" cy="688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459" name="Encre 1051458"/>
              <p14:cNvContentPartPr/>
              <p14:nvPr/>
            </p14:nvContentPartPr>
            <p14:xfrm>
              <a:off x="6361306" y="1073498"/>
              <a:ext cx="153050" cy="109285"/>
            </p14:xfrm>
          </p:contentPart>
        </mc:Choice>
        <mc:Fallback xmlns="">
          <p:sp>
            <p:nvSpPr>
              <p:cNvPr id="1051459" name=""/>
              <p:cNvSpPr/>
              <p:nvPr/>
            </p:nvSpPr>
            <p:spPr>
              <a:xfrm>
                <a:off x="6361306" y="1073498"/>
                <a:ext cx="153050" cy="109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460" name="Encre 1051459"/>
              <p14:cNvContentPartPr/>
              <p14:nvPr/>
            </p14:nvContentPartPr>
            <p14:xfrm>
              <a:off x="6804756" y="298823"/>
              <a:ext cx="271807" cy="208862"/>
            </p14:xfrm>
          </p:contentPart>
        </mc:Choice>
        <mc:Fallback xmlns="">
          <p:sp>
            <p:nvSpPr>
              <p:cNvPr id="1051460" name=""/>
              <p:cNvSpPr/>
              <p:nvPr/>
            </p:nvSpPr>
            <p:spPr>
              <a:xfrm>
                <a:off x="6804756" y="298823"/>
                <a:ext cx="271807" cy="208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461" name="Encre 1051460"/>
              <p14:cNvContentPartPr/>
              <p14:nvPr/>
            </p14:nvContentPartPr>
            <p14:xfrm>
              <a:off x="6994119" y="301205"/>
              <a:ext cx="418231" cy="152339"/>
            </p14:xfrm>
          </p:contentPart>
        </mc:Choice>
        <mc:Fallback xmlns="">
          <p:sp>
            <p:nvSpPr>
              <p:cNvPr id="1051461" name=""/>
              <p:cNvSpPr/>
              <p:nvPr/>
            </p:nvSpPr>
            <p:spPr>
              <a:xfrm>
                <a:off x="6994119" y="301205"/>
                <a:ext cx="418231" cy="152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462" name="Encre 1051461"/>
              <p14:cNvContentPartPr/>
              <p14:nvPr/>
            </p14:nvContentPartPr>
            <p14:xfrm>
              <a:off x="7347929" y="227031"/>
              <a:ext cx="7763" cy="67983"/>
            </p14:xfrm>
          </p:contentPart>
        </mc:Choice>
        <mc:Fallback xmlns="">
          <p:sp>
            <p:nvSpPr>
              <p:cNvPr id="1051462" name=""/>
              <p:cNvSpPr/>
              <p:nvPr/>
            </p:nvSpPr>
            <p:spPr>
              <a:xfrm>
                <a:off x="7347929" y="227031"/>
                <a:ext cx="7763" cy="67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463" name="Encre 1051462"/>
              <p14:cNvContentPartPr/>
              <p14:nvPr/>
            </p14:nvContentPartPr>
            <p14:xfrm>
              <a:off x="7480441" y="306951"/>
              <a:ext cx="85163" cy="105795"/>
            </p14:xfrm>
          </p:contentPart>
        </mc:Choice>
        <mc:Fallback xmlns="">
          <p:sp>
            <p:nvSpPr>
              <p:cNvPr id="1051463" name=""/>
              <p:cNvSpPr/>
              <p:nvPr/>
            </p:nvSpPr>
            <p:spPr>
              <a:xfrm>
                <a:off x="7480441" y="306951"/>
                <a:ext cx="85163" cy="105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464" name="Encre 1051463"/>
              <p14:cNvContentPartPr/>
              <p14:nvPr/>
            </p14:nvContentPartPr>
            <p14:xfrm>
              <a:off x="7691217" y="147358"/>
              <a:ext cx="17003" cy="272817"/>
            </p14:xfrm>
          </p:contentPart>
        </mc:Choice>
        <mc:Fallback xmlns="">
          <p:sp>
            <p:nvSpPr>
              <p:cNvPr id="1051464" name=""/>
              <p:cNvSpPr/>
              <p:nvPr/>
            </p:nvSpPr>
            <p:spPr>
              <a:xfrm>
                <a:off x="7691217" y="147358"/>
                <a:ext cx="17003" cy="272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465" name="Encre 1051464"/>
              <p14:cNvContentPartPr/>
              <p14:nvPr/>
            </p14:nvContentPartPr>
            <p14:xfrm>
              <a:off x="7641357" y="314896"/>
              <a:ext cx="195565" cy="93275"/>
            </p14:xfrm>
          </p:contentPart>
        </mc:Choice>
        <mc:Fallback xmlns="">
          <p:sp>
            <p:nvSpPr>
              <p:cNvPr id="1051465" name=""/>
              <p:cNvSpPr/>
              <p:nvPr/>
            </p:nvSpPr>
            <p:spPr>
              <a:xfrm>
                <a:off x="7641357" y="314896"/>
                <a:ext cx="195565" cy="93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466" name="Encre 1051465"/>
              <p14:cNvContentPartPr/>
              <p14:nvPr/>
            </p14:nvContentPartPr>
            <p14:xfrm>
              <a:off x="7828896" y="220081"/>
              <a:ext cx="12785" cy="61438"/>
            </p14:xfrm>
          </p:contentPart>
        </mc:Choice>
        <mc:Fallback xmlns="">
          <p:sp>
            <p:nvSpPr>
              <p:cNvPr id="1051466" name=""/>
              <p:cNvSpPr/>
              <p:nvPr/>
            </p:nvSpPr>
            <p:spPr>
              <a:xfrm>
                <a:off x="7828896" y="220081"/>
                <a:ext cx="12785" cy="61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467" name="Encre 1051466"/>
              <p14:cNvContentPartPr/>
              <p14:nvPr/>
            </p14:nvContentPartPr>
            <p14:xfrm>
              <a:off x="7907481" y="278830"/>
              <a:ext cx="295233" cy="147243"/>
            </p14:xfrm>
          </p:contentPart>
        </mc:Choice>
        <mc:Fallback xmlns="">
          <p:sp>
            <p:nvSpPr>
              <p:cNvPr id="1051467" name=""/>
              <p:cNvSpPr/>
              <p:nvPr/>
            </p:nvSpPr>
            <p:spPr>
              <a:xfrm>
                <a:off x="7907481" y="278830"/>
                <a:ext cx="295233" cy="147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468" name="Encre 1051467"/>
              <p14:cNvContentPartPr/>
              <p14:nvPr/>
            </p14:nvContentPartPr>
            <p14:xfrm>
              <a:off x="7481790" y="321099"/>
              <a:ext cx="113396" cy="112024"/>
            </p14:xfrm>
          </p:contentPart>
        </mc:Choice>
        <mc:Fallback xmlns="">
          <p:sp>
            <p:nvSpPr>
              <p:cNvPr id="1051468" name=""/>
              <p:cNvSpPr/>
              <p:nvPr/>
            </p:nvSpPr>
            <p:spPr>
              <a:xfrm>
                <a:off x="7481790" y="321099"/>
                <a:ext cx="113396" cy="1120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469" name="Encre 1051468"/>
              <p14:cNvContentPartPr/>
              <p14:nvPr/>
            </p14:nvContentPartPr>
            <p14:xfrm>
              <a:off x="6850646" y="466047"/>
              <a:ext cx="1227101" cy="136261"/>
            </p14:xfrm>
          </p:contentPart>
        </mc:Choice>
        <mc:Fallback xmlns="">
          <p:sp>
            <p:nvSpPr>
              <p:cNvPr id="1051469" name=""/>
              <p:cNvSpPr/>
              <p:nvPr/>
            </p:nvSpPr>
            <p:spPr>
              <a:xfrm>
                <a:off x="6850646" y="466047"/>
                <a:ext cx="1227101" cy="136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470" name="Encre 1051469"/>
              <p14:cNvContentPartPr/>
              <p14:nvPr/>
            </p14:nvContentPartPr>
            <p14:xfrm>
              <a:off x="8420418" y="400771"/>
              <a:ext cx="14738" cy="66962"/>
            </p14:xfrm>
          </p:contentPart>
        </mc:Choice>
        <mc:Fallback xmlns="">
          <p:sp>
            <p:nvSpPr>
              <p:cNvPr id="1051470" name=""/>
              <p:cNvSpPr/>
              <p:nvPr/>
            </p:nvSpPr>
            <p:spPr>
              <a:xfrm>
                <a:off x="8420418" y="400771"/>
                <a:ext cx="14738" cy="66962"/>
              </a:xfrm>
            </p:spPr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71" name="ZoneTexte 3"/>
          <p:cNvSpPr txBox="1"/>
          <p:nvPr/>
        </p:nvSpPr>
        <p:spPr>
          <a:xfrm>
            <a:off x="888641" y="321974"/>
            <a:ext cx="17322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4. ENERGIE</a:t>
            </a:r>
          </a:p>
        </p:txBody>
      </p:sp>
      <p:sp>
        <p:nvSpPr>
          <p:cNvPr id="1051472" name="ZoneTexte 4"/>
          <p:cNvSpPr txBox="1"/>
          <p:nvPr/>
        </p:nvSpPr>
        <p:spPr>
          <a:xfrm>
            <a:off x="888641" y="888642"/>
            <a:ext cx="3751580" cy="447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4.1. Théorème de l’énergie</a:t>
            </a:r>
          </a:p>
        </p:txBody>
      </p:sp>
      <p:sp>
        <p:nvSpPr>
          <p:cNvPr id="1051473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8640" y="1455310"/>
            <a:ext cx="10972801" cy="3348737"/>
          </a:xfrm>
          <a:prstGeom prst="rect">
            <a:avLst/>
          </a:prstGeom>
          <a:blipFill rotWithShape="0">
            <a:blip r:embed="rId2"/>
            <a:stretch>
              <a:fillRect l="-500" t="-1093" r="-556" b="-729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74" name="ZoneTexte 7"/>
          <p:cNvSpPr txBox="1"/>
          <p:nvPr/>
        </p:nvSpPr>
        <p:spPr>
          <a:xfrm>
            <a:off x="695456" y="4813998"/>
            <a:ext cx="10972801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fr-MA" sz="2000" b="1" u="sng" dirty="0"/>
              <a:t>Théorème de l’énergie cinétique</a:t>
            </a:r>
          </a:p>
          <a:p>
            <a:pPr algn="just"/>
            <a:r>
              <a:rPr lang="fr-FR" sz="2000" dirty="0"/>
              <a:t>Dans un référentiel galiléen, la variation d’énergie cinétique d’un point matériel soumis à un ensemble de forces appliquées entre une position </a:t>
            </a:r>
            <a:r>
              <a:rPr lang="fr-FR" sz="2000" i="1" dirty="0"/>
              <a:t>A </a:t>
            </a:r>
            <a:r>
              <a:rPr lang="fr-FR" sz="2000" dirty="0"/>
              <a:t>et une position </a:t>
            </a:r>
            <a:r>
              <a:rPr lang="fr-FR" sz="2000" i="1" dirty="0"/>
              <a:t>B </a:t>
            </a:r>
            <a:r>
              <a:rPr lang="fr-FR" sz="2000" dirty="0"/>
              <a:t>est égale à la somme des travaux de ces forces entre ces deux points.</a:t>
            </a:r>
            <a:endParaRPr lang="fr-MA" sz="2000" dirty="0"/>
          </a:p>
        </p:txBody>
      </p:sp>
      <p:sp>
        <p:nvSpPr>
          <p:cNvPr id="1051475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60789" y="6137436"/>
            <a:ext cx="3428503" cy="461665"/>
          </a:xfrm>
          <a:prstGeom prst="rect">
            <a:avLst/>
          </a:prstGeom>
          <a:blipFill rotWithShape="0">
            <a:blip r:embed="rId3"/>
            <a:stretch>
              <a:fillRect b="-1299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476" name="Encre 1051475"/>
              <p14:cNvContentPartPr/>
              <p14:nvPr/>
            </p14:nvContentPartPr>
            <p14:xfrm>
              <a:off x="422544" y="6172540"/>
              <a:ext cx="19981" cy="76586"/>
            </p14:xfrm>
          </p:contentPart>
        </mc:Choice>
        <mc:Fallback xmlns="">
          <p:sp>
            <p:nvSpPr>
              <p:cNvPr id="1051476" name=""/>
              <p:cNvSpPr/>
              <p:nvPr/>
            </p:nvSpPr>
            <p:spPr>
              <a:xfrm>
                <a:off x="422544" y="6172540"/>
                <a:ext cx="19981" cy="76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477" name="Encre 1051476"/>
              <p14:cNvContentPartPr/>
              <p14:nvPr/>
            </p14:nvContentPartPr>
            <p14:xfrm>
              <a:off x="5716148" y="6765682"/>
              <a:ext cx="39872" cy="66163"/>
            </p14:xfrm>
          </p:contentPart>
        </mc:Choice>
        <mc:Fallback xmlns="">
          <p:sp>
            <p:nvSpPr>
              <p:cNvPr id="1051477" name=""/>
              <p:cNvSpPr/>
              <p:nvPr/>
            </p:nvSpPr>
            <p:spPr>
              <a:xfrm>
                <a:off x="5716148" y="6765682"/>
                <a:ext cx="39872" cy="66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478" name="Encre 1051477"/>
              <p14:cNvContentPartPr/>
              <p14:nvPr/>
            </p14:nvContentPartPr>
            <p14:xfrm>
              <a:off x="5854415" y="6846246"/>
              <a:ext cx="35164" cy="1936"/>
            </p14:xfrm>
          </p:contentPart>
        </mc:Choice>
        <mc:Fallback xmlns="">
          <p:sp>
            <p:nvSpPr>
              <p:cNvPr id="1051478" name=""/>
              <p:cNvSpPr/>
              <p:nvPr/>
            </p:nvSpPr>
            <p:spPr>
              <a:xfrm>
                <a:off x="5854415" y="6846246"/>
                <a:ext cx="35164" cy="1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479" name="Encre 1051478"/>
              <p14:cNvContentPartPr/>
              <p14:nvPr/>
            </p14:nvContentPartPr>
            <p14:xfrm>
              <a:off x="7891591" y="5669096"/>
              <a:ext cx="46163" cy="108869"/>
            </p14:xfrm>
          </p:contentPart>
        </mc:Choice>
        <mc:Fallback xmlns="">
          <p:sp>
            <p:nvSpPr>
              <p:cNvPr id="1051479" name=""/>
              <p:cNvSpPr/>
              <p:nvPr/>
            </p:nvSpPr>
            <p:spPr>
              <a:xfrm>
                <a:off x="7891591" y="5669096"/>
                <a:ext cx="46163" cy="108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572" name="Encre 1051571"/>
              <p14:cNvContentPartPr/>
              <p14:nvPr/>
            </p14:nvContentPartPr>
            <p14:xfrm>
              <a:off x="521746" y="4681975"/>
              <a:ext cx="320154" cy="1623418"/>
            </p14:xfrm>
          </p:contentPart>
        </mc:Choice>
        <mc:Fallback xmlns="">
          <p:sp>
            <p:nvSpPr>
              <p:cNvPr id="1051572" name=""/>
              <p:cNvSpPr/>
              <p:nvPr/>
            </p:nvSpPr>
            <p:spPr>
              <a:xfrm>
                <a:off x="521746" y="4681975"/>
                <a:ext cx="320154" cy="1623418"/>
              </a:xfrm>
            </p:spPr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573" name="Encre 1051572"/>
              <p14:cNvContentPartPr/>
              <p14:nvPr/>
            </p14:nvContentPartPr>
            <p14:xfrm>
              <a:off x="555245" y="368008"/>
              <a:ext cx="41640" cy="399910"/>
            </p14:xfrm>
          </p:contentPart>
        </mc:Choice>
        <mc:Fallback xmlns="">
          <p:sp>
            <p:nvSpPr>
              <p:cNvPr id="1051573" name=""/>
              <p:cNvSpPr/>
              <p:nvPr/>
            </p:nvSpPr>
            <p:spPr>
              <a:xfrm>
                <a:off x="555245" y="368008"/>
                <a:ext cx="41640" cy="399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574" name="Encre 1051573"/>
              <p14:cNvContentPartPr/>
              <p14:nvPr/>
            </p14:nvContentPartPr>
            <p14:xfrm>
              <a:off x="568205" y="371980"/>
              <a:ext cx="173639" cy="7853"/>
            </p14:xfrm>
          </p:contentPart>
        </mc:Choice>
        <mc:Fallback xmlns="">
          <p:sp>
            <p:nvSpPr>
              <p:cNvPr id="1051574" name=""/>
              <p:cNvSpPr/>
              <p:nvPr/>
            </p:nvSpPr>
            <p:spPr>
              <a:xfrm>
                <a:off x="568205" y="371980"/>
                <a:ext cx="173639" cy="7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575" name="Encre 1051574"/>
              <p14:cNvContentPartPr/>
              <p14:nvPr/>
            </p14:nvContentPartPr>
            <p14:xfrm>
              <a:off x="554085" y="552917"/>
              <a:ext cx="178704" cy="13106"/>
            </p14:xfrm>
          </p:contentPart>
        </mc:Choice>
        <mc:Fallback xmlns="">
          <p:sp>
            <p:nvSpPr>
              <p:cNvPr id="1051575" name=""/>
              <p:cNvSpPr/>
              <p:nvPr/>
            </p:nvSpPr>
            <p:spPr>
              <a:xfrm>
                <a:off x="554085" y="552917"/>
                <a:ext cx="178704" cy="13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576" name="Encre 1051575"/>
              <p14:cNvContentPartPr/>
              <p14:nvPr/>
            </p14:nvContentPartPr>
            <p14:xfrm>
              <a:off x="589826" y="220081"/>
              <a:ext cx="250660" cy="27769"/>
            </p14:xfrm>
          </p:contentPart>
        </mc:Choice>
        <mc:Fallback xmlns="">
          <p:sp>
            <p:nvSpPr>
              <p:cNvPr id="1051576" name=""/>
              <p:cNvSpPr/>
              <p:nvPr/>
            </p:nvSpPr>
            <p:spPr>
              <a:xfrm>
                <a:off x="589826" y="220081"/>
                <a:ext cx="250660" cy="27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577" name="Encre 1051576"/>
              <p14:cNvContentPartPr/>
              <p14:nvPr/>
            </p14:nvContentPartPr>
            <p14:xfrm>
              <a:off x="754410" y="190793"/>
              <a:ext cx="152572" cy="156482"/>
            </p14:xfrm>
          </p:contentPart>
        </mc:Choice>
        <mc:Fallback xmlns="">
          <p:sp>
            <p:nvSpPr>
              <p:cNvPr id="1051577" name=""/>
              <p:cNvSpPr/>
              <p:nvPr/>
            </p:nvSpPr>
            <p:spPr>
              <a:xfrm>
                <a:off x="754410" y="190793"/>
                <a:ext cx="152572" cy="156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578" name="Encre 1051577"/>
              <p14:cNvContentPartPr/>
              <p14:nvPr/>
            </p14:nvContentPartPr>
            <p14:xfrm>
              <a:off x="809198" y="741301"/>
              <a:ext cx="109354" cy="144736"/>
            </p14:xfrm>
          </p:contentPart>
        </mc:Choice>
        <mc:Fallback xmlns="">
          <p:sp>
            <p:nvSpPr>
              <p:cNvPr id="1051578" name=""/>
              <p:cNvSpPr/>
              <p:nvPr/>
            </p:nvSpPr>
            <p:spPr>
              <a:xfrm>
                <a:off x="809198" y="741301"/>
                <a:ext cx="109354" cy="144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579" name="Encre 1051578"/>
              <p14:cNvContentPartPr/>
              <p14:nvPr/>
            </p14:nvContentPartPr>
            <p14:xfrm>
              <a:off x="922749" y="596352"/>
              <a:ext cx="10365" cy="31646"/>
            </p14:xfrm>
          </p:contentPart>
        </mc:Choice>
        <mc:Fallback xmlns="">
          <p:sp>
            <p:nvSpPr>
              <p:cNvPr id="1051579" name=""/>
              <p:cNvSpPr/>
              <p:nvPr/>
            </p:nvSpPr>
            <p:spPr>
              <a:xfrm>
                <a:off x="922749" y="596352"/>
                <a:ext cx="10365" cy="316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580" name="Encre 1051579"/>
              <p14:cNvContentPartPr/>
              <p14:nvPr/>
            </p14:nvContentPartPr>
            <p14:xfrm>
              <a:off x="1817337" y="573873"/>
              <a:ext cx="222944" cy="238260"/>
            </p14:xfrm>
          </p:contentPart>
        </mc:Choice>
        <mc:Fallback xmlns="">
          <p:sp>
            <p:nvSpPr>
              <p:cNvPr id="1051580" name=""/>
              <p:cNvSpPr/>
              <p:nvPr/>
            </p:nvSpPr>
            <p:spPr>
              <a:xfrm>
                <a:off x="1817337" y="573873"/>
                <a:ext cx="222944" cy="238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581" name="Encre 1051580"/>
              <p14:cNvContentPartPr/>
              <p14:nvPr/>
            </p14:nvContentPartPr>
            <p14:xfrm>
              <a:off x="2185390" y="521069"/>
              <a:ext cx="156258" cy="213961"/>
            </p14:xfrm>
          </p:contentPart>
        </mc:Choice>
        <mc:Fallback xmlns="">
          <p:sp>
            <p:nvSpPr>
              <p:cNvPr id="1051581" name=""/>
              <p:cNvSpPr/>
              <p:nvPr/>
            </p:nvSpPr>
            <p:spPr>
              <a:xfrm>
                <a:off x="2185390" y="521069"/>
                <a:ext cx="156258" cy="213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582" name="Encre 1051581"/>
              <p14:cNvContentPartPr/>
              <p14:nvPr/>
            </p14:nvContentPartPr>
            <p14:xfrm>
              <a:off x="2312878" y="249120"/>
              <a:ext cx="50310" cy="431263"/>
            </p14:xfrm>
          </p:contentPart>
        </mc:Choice>
        <mc:Fallback xmlns="">
          <p:sp>
            <p:nvSpPr>
              <p:cNvPr id="1051582" name=""/>
              <p:cNvSpPr/>
              <p:nvPr/>
            </p:nvSpPr>
            <p:spPr>
              <a:xfrm>
                <a:off x="2312878" y="249120"/>
                <a:ext cx="50310" cy="431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583" name="Encre 1051582"/>
              <p14:cNvContentPartPr/>
              <p14:nvPr/>
            </p14:nvContentPartPr>
            <p14:xfrm>
              <a:off x="2449691" y="422612"/>
              <a:ext cx="277481" cy="277274"/>
            </p14:xfrm>
          </p:contentPart>
        </mc:Choice>
        <mc:Fallback xmlns="">
          <p:sp>
            <p:nvSpPr>
              <p:cNvPr id="1051583" name=""/>
              <p:cNvSpPr/>
              <p:nvPr/>
            </p:nvSpPr>
            <p:spPr>
              <a:xfrm>
                <a:off x="2449691" y="422612"/>
                <a:ext cx="277481" cy="277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584" name="Encre 1051583"/>
              <p14:cNvContentPartPr/>
              <p14:nvPr/>
            </p14:nvContentPartPr>
            <p14:xfrm>
              <a:off x="2517182" y="249120"/>
              <a:ext cx="217975" cy="39712"/>
            </p14:xfrm>
          </p:contentPart>
        </mc:Choice>
        <mc:Fallback xmlns="">
          <p:sp>
            <p:nvSpPr>
              <p:cNvPr id="1051584" name=""/>
              <p:cNvSpPr/>
              <p:nvPr/>
            </p:nvSpPr>
            <p:spPr>
              <a:xfrm>
                <a:off x="2517182" y="249120"/>
                <a:ext cx="217975" cy="39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585" name="Encre 1051584"/>
              <p14:cNvContentPartPr/>
              <p14:nvPr/>
            </p14:nvContentPartPr>
            <p14:xfrm>
              <a:off x="2642496" y="178560"/>
              <a:ext cx="157993" cy="144106"/>
            </p14:xfrm>
          </p:contentPart>
        </mc:Choice>
        <mc:Fallback xmlns="">
          <p:sp>
            <p:nvSpPr>
              <p:cNvPr id="1051585" name=""/>
              <p:cNvSpPr/>
              <p:nvPr/>
            </p:nvSpPr>
            <p:spPr>
              <a:xfrm>
                <a:off x="2642496" y="178560"/>
                <a:ext cx="157993" cy="144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586" name="Encre 1051585"/>
              <p14:cNvContentPartPr/>
              <p14:nvPr/>
            </p14:nvContentPartPr>
            <p14:xfrm>
              <a:off x="2120062" y="755945"/>
              <a:ext cx="543613" cy="65028"/>
            </p14:xfrm>
          </p:contentPart>
        </mc:Choice>
        <mc:Fallback xmlns="">
          <p:sp>
            <p:nvSpPr>
              <p:cNvPr id="1051586" name=""/>
              <p:cNvSpPr/>
              <p:nvPr/>
            </p:nvSpPr>
            <p:spPr>
              <a:xfrm>
                <a:off x="2120062" y="755945"/>
                <a:ext cx="543613" cy="65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587" name="Encre 1051586"/>
              <p14:cNvContentPartPr/>
              <p14:nvPr/>
            </p14:nvContentPartPr>
            <p14:xfrm>
              <a:off x="2176309" y="939719"/>
              <a:ext cx="244241" cy="369626"/>
            </p14:xfrm>
          </p:contentPart>
        </mc:Choice>
        <mc:Fallback xmlns="">
          <p:sp>
            <p:nvSpPr>
              <p:cNvPr id="1051587" name=""/>
              <p:cNvSpPr/>
              <p:nvPr/>
            </p:nvSpPr>
            <p:spPr>
              <a:xfrm>
                <a:off x="2176309" y="939719"/>
                <a:ext cx="244241" cy="369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588" name="Encre 1051587"/>
              <p14:cNvContentPartPr/>
              <p14:nvPr/>
            </p14:nvContentPartPr>
            <p14:xfrm>
              <a:off x="2415376" y="951527"/>
              <a:ext cx="33855" cy="335295"/>
            </p14:xfrm>
          </p:contentPart>
        </mc:Choice>
        <mc:Fallback xmlns="">
          <p:sp>
            <p:nvSpPr>
              <p:cNvPr id="1051588" name=""/>
              <p:cNvSpPr/>
              <p:nvPr/>
            </p:nvSpPr>
            <p:spPr>
              <a:xfrm>
                <a:off x="2415376" y="951527"/>
                <a:ext cx="33855" cy="335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589" name="Encre 1051588"/>
              <p14:cNvContentPartPr/>
              <p14:nvPr/>
            </p14:nvContentPartPr>
            <p14:xfrm>
              <a:off x="2377749" y="1111119"/>
              <a:ext cx="207385" cy="64780"/>
            </p14:xfrm>
          </p:contentPart>
        </mc:Choice>
        <mc:Fallback xmlns="">
          <p:sp>
            <p:nvSpPr>
              <p:cNvPr id="1051589" name=""/>
              <p:cNvSpPr/>
              <p:nvPr/>
            </p:nvSpPr>
            <p:spPr>
              <a:xfrm>
                <a:off x="2377749" y="1111119"/>
                <a:ext cx="207385" cy="64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590" name="Encre 1051589"/>
              <p14:cNvContentPartPr/>
              <p14:nvPr/>
            </p14:nvContentPartPr>
            <p14:xfrm>
              <a:off x="2842380" y="709646"/>
              <a:ext cx="147206" cy="2615"/>
            </p14:xfrm>
          </p:contentPart>
        </mc:Choice>
        <mc:Fallback xmlns="">
          <p:sp>
            <p:nvSpPr>
              <p:cNvPr id="1051590" name=""/>
              <p:cNvSpPr/>
              <p:nvPr/>
            </p:nvSpPr>
            <p:spPr>
              <a:xfrm>
                <a:off x="2842380" y="709646"/>
                <a:ext cx="147206" cy="2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591" name="Encre 1051590"/>
              <p14:cNvContentPartPr/>
              <p14:nvPr/>
            </p14:nvContentPartPr>
            <p14:xfrm>
              <a:off x="2849881" y="823351"/>
              <a:ext cx="96158" cy="19463"/>
            </p14:xfrm>
          </p:contentPart>
        </mc:Choice>
        <mc:Fallback xmlns="">
          <p:sp>
            <p:nvSpPr>
              <p:cNvPr id="1051591" name=""/>
              <p:cNvSpPr/>
              <p:nvPr/>
            </p:nvSpPr>
            <p:spPr>
              <a:xfrm>
                <a:off x="2849881" y="823351"/>
                <a:ext cx="96158" cy="19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592" name="Encre 1051591"/>
              <p14:cNvContentPartPr/>
              <p14:nvPr/>
            </p14:nvContentPartPr>
            <p14:xfrm>
              <a:off x="3198441" y="473245"/>
              <a:ext cx="40384" cy="382761"/>
            </p14:xfrm>
          </p:contentPart>
        </mc:Choice>
        <mc:Fallback xmlns="">
          <p:sp>
            <p:nvSpPr>
              <p:cNvPr id="1051592" name=""/>
              <p:cNvSpPr/>
              <p:nvPr/>
            </p:nvSpPr>
            <p:spPr>
              <a:xfrm>
                <a:off x="3198441" y="473245"/>
                <a:ext cx="40384" cy="382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593" name="Encre 1051592"/>
              <p14:cNvContentPartPr/>
              <p14:nvPr/>
            </p14:nvContentPartPr>
            <p14:xfrm>
              <a:off x="3178608" y="442993"/>
              <a:ext cx="286555" cy="15856"/>
            </p14:xfrm>
          </p:contentPart>
        </mc:Choice>
        <mc:Fallback xmlns="">
          <p:sp>
            <p:nvSpPr>
              <p:cNvPr id="1051593" name=""/>
              <p:cNvSpPr/>
              <p:nvPr/>
            </p:nvSpPr>
            <p:spPr>
              <a:xfrm>
                <a:off x="3178608" y="442993"/>
                <a:ext cx="286555" cy="158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594" name="Encre 1051593"/>
              <p14:cNvContentPartPr/>
              <p14:nvPr/>
            </p14:nvContentPartPr>
            <p14:xfrm>
              <a:off x="3178608" y="584400"/>
              <a:ext cx="247110" cy="62833"/>
            </p14:xfrm>
          </p:contentPart>
        </mc:Choice>
        <mc:Fallback xmlns="">
          <p:sp>
            <p:nvSpPr>
              <p:cNvPr id="1051594" name=""/>
              <p:cNvSpPr/>
              <p:nvPr/>
            </p:nvSpPr>
            <p:spPr>
              <a:xfrm>
                <a:off x="3178608" y="584400"/>
                <a:ext cx="247110" cy="628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595" name="Encre 1051594"/>
              <p14:cNvContentPartPr/>
              <p14:nvPr/>
            </p14:nvContentPartPr>
            <p14:xfrm>
              <a:off x="3228199" y="263268"/>
              <a:ext cx="300757" cy="32123"/>
            </p14:xfrm>
          </p:contentPart>
        </mc:Choice>
        <mc:Fallback xmlns="">
          <p:sp>
            <p:nvSpPr>
              <p:cNvPr id="1051595" name=""/>
              <p:cNvSpPr/>
              <p:nvPr/>
            </p:nvSpPr>
            <p:spPr>
              <a:xfrm>
                <a:off x="3228199" y="263268"/>
                <a:ext cx="300757" cy="32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596" name="Encre 1051595"/>
              <p14:cNvContentPartPr/>
              <p14:nvPr/>
            </p14:nvContentPartPr>
            <p14:xfrm>
              <a:off x="3385993" y="211021"/>
              <a:ext cx="154629" cy="146314"/>
            </p14:xfrm>
          </p:contentPart>
        </mc:Choice>
        <mc:Fallback xmlns="">
          <p:sp>
            <p:nvSpPr>
              <p:cNvPr id="1051596" name=""/>
              <p:cNvSpPr/>
              <p:nvPr/>
            </p:nvSpPr>
            <p:spPr>
              <a:xfrm>
                <a:off x="3385993" y="211021"/>
                <a:ext cx="154629" cy="1463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597" name="Encre 1051596"/>
              <p14:cNvContentPartPr/>
              <p14:nvPr/>
            </p14:nvContentPartPr>
            <p14:xfrm>
              <a:off x="3732933" y="183596"/>
              <a:ext cx="178101" cy="998947"/>
            </p14:xfrm>
          </p:contentPart>
        </mc:Choice>
        <mc:Fallback xmlns="">
          <p:sp>
            <p:nvSpPr>
              <p:cNvPr id="1051597" name=""/>
              <p:cNvSpPr/>
              <p:nvPr/>
            </p:nvSpPr>
            <p:spPr>
              <a:xfrm>
                <a:off x="3732933" y="183596"/>
                <a:ext cx="178101" cy="998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598" name="Encre 1051597"/>
              <p14:cNvContentPartPr/>
              <p14:nvPr/>
            </p14:nvContentPartPr>
            <p14:xfrm>
              <a:off x="1416380" y="398537"/>
              <a:ext cx="253612" cy="1016831"/>
            </p14:xfrm>
          </p:contentPart>
        </mc:Choice>
        <mc:Fallback xmlns="">
          <p:sp>
            <p:nvSpPr>
              <p:cNvPr id="1051598" name=""/>
              <p:cNvSpPr/>
              <p:nvPr/>
            </p:nvSpPr>
            <p:spPr>
              <a:xfrm>
                <a:off x="1416380" y="398537"/>
                <a:ext cx="253612" cy="1016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599" name="Encre 1051598"/>
              <p14:cNvContentPartPr/>
              <p14:nvPr/>
            </p14:nvContentPartPr>
            <p14:xfrm>
              <a:off x="4013599" y="712262"/>
              <a:ext cx="30290" cy="68734"/>
            </p14:xfrm>
          </p:contentPart>
        </mc:Choice>
        <mc:Fallback xmlns="">
          <p:sp>
            <p:nvSpPr>
              <p:cNvPr id="1051599" name=""/>
              <p:cNvSpPr/>
              <p:nvPr/>
            </p:nvSpPr>
            <p:spPr>
              <a:xfrm>
                <a:off x="4013599" y="712262"/>
                <a:ext cx="30290" cy="68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600" name="Encre 1051599"/>
              <p14:cNvContentPartPr/>
              <p14:nvPr/>
            </p14:nvContentPartPr>
            <p14:xfrm>
              <a:off x="4144051" y="519861"/>
              <a:ext cx="350348" cy="296255"/>
            </p14:xfrm>
          </p:contentPart>
        </mc:Choice>
        <mc:Fallback xmlns="">
          <p:sp>
            <p:nvSpPr>
              <p:cNvPr id="1051600" name=""/>
              <p:cNvSpPr/>
              <p:nvPr/>
            </p:nvSpPr>
            <p:spPr>
              <a:xfrm>
                <a:off x="4144051" y="519861"/>
                <a:ext cx="350348" cy="296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601" name="Encre 1051600"/>
              <p14:cNvContentPartPr/>
              <p14:nvPr/>
            </p14:nvContentPartPr>
            <p14:xfrm>
              <a:off x="4287542" y="386375"/>
              <a:ext cx="285841" cy="28465"/>
            </p14:xfrm>
          </p:contentPart>
        </mc:Choice>
        <mc:Fallback xmlns="">
          <p:sp>
            <p:nvSpPr>
              <p:cNvPr id="1051601" name=""/>
              <p:cNvSpPr/>
              <p:nvPr/>
            </p:nvSpPr>
            <p:spPr>
              <a:xfrm>
                <a:off x="4287542" y="386375"/>
                <a:ext cx="285841" cy="28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602" name="Encre 1051601"/>
              <p14:cNvContentPartPr/>
              <p14:nvPr/>
            </p14:nvContentPartPr>
            <p14:xfrm>
              <a:off x="4501901" y="306951"/>
              <a:ext cx="169009" cy="169233"/>
            </p14:xfrm>
          </p:contentPart>
        </mc:Choice>
        <mc:Fallback xmlns="">
          <p:sp>
            <p:nvSpPr>
              <p:cNvPr id="1051602" name=""/>
              <p:cNvSpPr/>
              <p:nvPr/>
            </p:nvSpPr>
            <p:spPr>
              <a:xfrm>
                <a:off x="4501901" y="306951"/>
                <a:ext cx="169009" cy="169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603" name="Encre 1051602"/>
              <p14:cNvContentPartPr/>
              <p14:nvPr/>
            </p14:nvContentPartPr>
            <p14:xfrm>
              <a:off x="2906801" y="1835367"/>
              <a:ext cx="169068" cy="5484"/>
            </p14:xfrm>
          </p:contentPart>
        </mc:Choice>
        <mc:Fallback xmlns="">
          <p:sp>
            <p:nvSpPr>
              <p:cNvPr id="1051603" name=""/>
              <p:cNvSpPr/>
              <p:nvPr/>
            </p:nvSpPr>
            <p:spPr>
              <a:xfrm>
                <a:off x="2906801" y="1835367"/>
                <a:ext cx="169068" cy="54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604" name="Encre 1051603"/>
              <p14:cNvContentPartPr/>
              <p14:nvPr/>
            </p14:nvContentPartPr>
            <p14:xfrm>
              <a:off x="2921363" y="1963275"/>
              <a:ext cx="171754" cy="23991"/>
            </p14:xfrm>
          </p:contentPart>
        </mc:Choice>
        <mc:Fallback xmlns="">
          <p:sp>
            <p:nvSpPr>
              <p:cNvPr id="1051604" name=""/>
              <p:cNvSpPr/>
              <p:nvPr/>
            </p:nvSpPr>
            <p:spPr>
              <a:xfrm>
                <a:off x="2921363" y="1963275"/>
                <a:ext cx="171754" cy="239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605" name="Encre 1051604"/>
              <p14:cNvContentPartPr/>
              <p14:nvPr/>
            </p14:nvContentPartPr>
            <p14:xfrm>
              <a:off x="3407614" y="1523628"/>
              <a:ext cx="121342" cy="449490"/>
            </p14:xfrm>
          </p:contentPart>
        </mc:Choice>
        <mc:Fallback xmlns="">
          <p:sp>
            <p:nvSpPr>
              <p:cNvPr id="1051605" name=""/>
              <p:cNvSpPr/>
              <p:nvPr/>
            </p:nvSpPr>
            <p:spPr>
              <a:xfrm>
                <a:off x="3407614" y="1523628"/>
                <a:ext cx="121342" cy="449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606" name="Encre 1051605"/>
              <p14:cNvContentPartPr/>
              <p14:nvPr/>
            </p14:nvContentPartPr>
            <p14:xfrm>
              <a:off x="3326993" y="1417061"/>
              <a:ext cx="409354" cy="276087"/>
            </p14:xfrm>
          </p:contentPart>
        </mc:Choice>
        <mc:Fallback xmlns="">
          <p:sp>
            <p:nvSpPr>
              <p:cNvPr id="1051606" name=""/>
              <p:cNvSpPr/>
              <p:nvPr/>
            </p:nvSpPr>
            <p:spPr>
              <a:xfrm>
                <a:off x="3326993" y="1417061"/>
                <a:ext cx="409354" cy="2760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607" name="Encre 1051606"/>
              <p14:cNvContentPartPr/>
              <p14:nvPr/>
            </p14:nvContentPartPr>
            <p14:xfrm>
              <a:off x="3644359" y="1545470"/>
              <a:ext cx="271128" cy="543939"/>
            </p14:xfrm>
          </p:contentPart>
        </mc:Choice>
        <mc:Fallback xmlns="">
          <p:sp>
            <p:nvSpPr>
              <p:cNvPr id="1051607" name=""/>
              <p:cNvSpPr/>
              <p:nvPr/>
            </p:nvSpPr>
            <p:spPr>
              <a:xfrm>
                <a:off x="3644359" y="1545470"/>
                <a:ext cx="271128" cy="543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608" name="Encre 1051607"/>
              <p14:cNvContentPartPr/>
              <p14:nvPr/>
            </p14:nvContentPartPr>
            <p14:xfrm>
              <a:off x="3884281" y="1813526"/>
              <a:ext cx="23705" cy="176446"/>
            </p14:xfrm>
          </p:contentPart>
        </mc:Choice>
        <mc:Fallback xmlns="">
          <p:sp>
            <p:nvSpPr>
              <p:cNvPr id="1051608" name=""/>
              <p:cNvSpPr/>
              <p:nvPr/>
            </p:nvSpPr>
            <p:spPr>
              <a:xfrm>
                <a:off x="3884281" y="1813526"/>
                <a:ext cx="23705" cy="176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609" name="Encre 1051608"/>
              <p14:cNvContentPartPr/>
              <p14:nvPr/>
            </p14:nvContentPartPr>
            <p14:xfrm>
              <a:off x="3865185" y="1713930"/>
              <a:ext cx="248409" cy="34567"/>
            </p14:xfrm>
          </p:contentPart>
        </mc:Choice>
        <mc:Fallback xmlns="">
          <p:sp>
            <p:nvSpPr>
              <p:cNvPr id="1051609" name=""/>
              <p:cNvSpPr/>
              <p:nvPr/>
            </p:nvSpPr>
            <p:spPr>
              <a:xfrm>
                <a:off x="3865185" y="1713930"/>
                <a:ext cx="248409" cy="34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610" name="Encre 1051609"/>
              <p14:cNvContentPartPr/>
              <p14:nvPr/>
            </p14:nvContentPartPr>
            <p14:xfrm>
              <a:off x="3907986" y="1835367"/>
              <a:ext cx="214886" cy="43186"/>
            </p14:xfrm>
          </p:contentPart>
        </mc:Choice>
        <mc:Fallback xmlns="">
          <p:sp>
            <p:nvSpPr>
              <p:cNvPr id="1051610" name=""/>
              <p:cNvSpPr/>
              <p:nvPr/>
            </p:nvSpPr>
            <p:spPr>
              <a:xfrm>
                <a:off x="3907986" y="1835367"/>
                <a:ext cx="214886" cy="43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611" name="Encre 1051610"/>
              <p14:cNvContentPartPr/>
              <p14:nvPr/>
            </p14:nvContentPartPr>
            <p14:xfrm>
              <a:off x="3943726" y="1594552"/>
              <a:ext cx="200122" cy="37787"/>
            </p14:xfrm>
          </p:contentPart>
        </mc:Choice>
        <mc:Fallback xmlns="">
          <p:sp>
            <p:nvSpPr>
              <p:cNvPr id="1051611" name=""/>
              <p:cNvSpPr/>
              <p:nvPr/>
            </p:nvSpPr>
            <p:spPr>
              <a:xfrm>
                <a:off x="3943726" y="1594552"/>
                <a:ext cx="200122" cy="37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612" name="Encre 1051611"/>
              <p14:cNvContentPartPr/>
              <p14:nvPr/>
            </p14:nvContentPartPr>
            <p14:xfrm>
              <a:off x="4058450" y="1545470"/>
              <a:ext cx="85357" cy="159949"/>
            </p14:xfrm>
          </p:contentPart>
        </mc:Choice>
        <mc:Fallback xmlns="">
          <p:sp>
            <p:nvSpPr>
              <p:cNvPr id="1051612" name=""/>
              <p:cNvSpPr/>
              <p:nvPr/>
            </p:nvSpPr>
            <p:spPr>
              <a:xfrm>
                <a:off x="4058450" y="1545470"/>
                <a:ext cx="85357" cy="159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613" name="Encre 1051612"/>
              <p14:cNvContentPartPr/>
              <p14:nvPr/>
            </p14:nvContentPartPr>
            <p14:xfrm>
              <a:off x="4210543" y="1559865"/>
              <a:ext cx="108768" cy="492699"/>
            </p14:xfrm>
          </p:contentPart>
        </mc:Choice>
        <mc:Fallback xmlns="">
          <p:sp>
            <p:nvSpPr>
              <p:cNvPr id="1051613" name=""/>
              <p:cNvSpPr/>
              <p:nvPr/>
            </p:nvSpPr>
            <p:spPr>
              <a:xfrm>
                <a:off x="4210543" y="1559865"/>
                <a:ext cx="108768" cy="492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614" name="Encre 1051613"/>
              <p14:cNvContentPartPr/>
              <p14:nvPr/>
            </p14:nvContentPartPr>
            <p14:xfrm>
              <a:off x="1183300" y="1931437"/>
              <a:ext cx="221787" cy="188085"/>
            </p14:xfrm>
          </p:contentPart>
        </mc:Choice>
        <mc:Fallback xmlns="">
          <p:sp>
            <p:nvSpPr>
              <p:cNvPr id="1051614" name=""/>
              <p:cNvSpPr/>
              <p:nvPr/>
            </p:nvSpPr>
            <p:spPr>
              <a:xfrm>
                <a:off x="1183300" y="1931437"/>
                <a:ext cx="221787" cy="188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615" name="Encre 1051614"/>
              <p14:cNvContentPartPr/>
              <p14:nvPr/>
            </p14:nvContentPartPr>
            <p14:xfrm>
              <a:off x="1548209" y="1859042"/>
              <a:ext cx="183559" cy="209127"/>
            </p14:xfrm>
          </p:contentPart>
        </mc:Choice>
        <mc:Fallback xmlns="">
          <p:sp>
            <p:nvSpPr>
              <p:cNvPr id="1051615" name=""/>
              <p:cNvSpPr/>
              <p:nvPr/>
            </p:nvSpPr>
            <p:spPr>
              <a:xfrm>
                <a:off x="1548209" y="1859042"/>
                <a:ext cx="183559" cy="2091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616" name="Encre 1051615"/>
              <p14:cNvContentPartPr/>
              <p14:nvPr/>
            </p14:nvContentPartPr>
            <p14:xfrm>
              <a:off x="1483788" y="1734530"/>
              <a:ext cx="250446" cy="28114"/>
            </p14:xfrm>
          </p:contentPart>
        </mc:Choice>
        <mc:Fallback xmlns="">
          <p:sp>
            <p:nvSpPr>
              <p:cNvPr id="1051616" name=""/>
              <p:cNvSpPr/>
              <p:nvPr/>
            </p:nvSpPr>
            <p:spPr>
              <a:xfrm>
                <a:off x="1483788" y="1734530"/>
                <a:ext cx="250446" cy="28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617" name="Encre 1051616"/>
              <p14:cNvContentPartPr/>
              <p14:nvPr/>
            </p14:nvContentPartPr>
            <p14:xfrm>
              <a:off x="1640871" y="1682342"/>
              <a:ext cx="129945" cy="108241"/>
            </p14:xfrm>
          </p:contentPart>
        </mc:Choice>
        <mc:Fallback xmlns="">
          <p:sp>
            <p:nvSpPr>
              <p:cNvPr id="1051617" name=""/>
              <p:cNvSpPr/>
              <p:nvPr/>
            </p:nvSpPr>
            <p:spPr>
              <a:xfrm>
                <a:off x="1640871" y="1682342"/>
                <a:ext cx="129945" cy="1082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618" name="Encre 1051617"/>
              <p14:cNvContentPartPr/>
              <p14:nvPr/>
            </p14:nvContentPartPr>
            <p14:xfrm>
              <a:off x="1889133" y="1720603"/>
              <a:ext cx="575841" cy="321573"/>
            </p14:xfrm>
          </p:contentPart>
        </mc:Choice>
        <mc:Fallback xmlns="">
          <p:sp>
            <p:nvSpPr>
              <p:cNvPr id="1051618" name=""/>
              <p:cNvSpPr/>
              <p:nvPr/>
            </p:nvSpPr>
            <p:spPr>
              <a:xfrm>
                <a:off x="1889133" y="1720603"/>
                <a:ext cx="575841" cy="321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619" name="Encre 1051618"/>
              <p14:cNvContentPartPr/>
              <p14:nvPr/>
            </p14:nvContentPartPr>
            <p14:xfrm>
              <a:off x="2229852" y="1668825"/>
              <a:ext cx="233498" cy="10958"/>
            </p14:xfrm>
          </p:contentPart>
        </mc:Choice>
        <mc:Fallback xmlns="">
          <p:sp>
            <p:nvSpPr>
              <p:cNvPr id="1051619" name=""/>
              <p:cNvSpPr/>
              <p:nvPr/>
            </p:nvSpPr>
            <p:spPr>
              <a:xfrm>
                <a:off x="2229852" y="1668825"/>
                <a:ext cx="233498" cy="10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620" name="Encre 1051619"/>
              <p14:cNvContentPartPr/>
              <p14:nvPr/>
            </p14:nvContentPartPr>
            <p14:xfrm>
              <a:off x="2409519" y="1609257"/>
              <a:ext cx="107588" cy="113309"/>
            </p14:xfrm>
          </p:contentPart>
        </mc:Choice>
        <mc:Fallback xmlns="">
          <p:sp>
            <p:nvSpPr>
              <p:cNvPr id="1051620" name=""/>
              <p:cNvSpPr/>
              <p:nvPr/>
            </p:nvSpPr>
            <p:spPr>
              <a:xfrm>
                <a:off x="2409519" y="1609257"/>
                <a:ext cx="107588" cy="113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621" name="Encre 1051620"/>
              <p14:cNvContentPartPr/>
              <p14:nvPr/>
            </p14:nvContentPartPr>
            <p14:xfrm>
              <a:off x="1891497" y="2061657"/>
              <a:ext cx="552445" cy="63360"/>
            </p14:xfrm>
          </p:contentPart>
        </mc:Choice>
        <mc:Fallback xmlns="">
          <p:sp>
            <p:nvSpPr>
              <p:cNvPr id="1051621" name=""/>
              <p:cNvSpPr/>
              <p:nvPr/>
            </p:nvSpPr>
            <p:spPr>
              <a:xfrm>
                <a:off x="1891497" y="2061657"/>
                <a:ext cx="552445" cy="63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622" name="Encre 1051621"/>
              <p14:cNvContentPartPr/>
              <p14:nvPr/>
            </p14:nvContentPartPr>
            <p14:xfrm>
              <a:off x="1945099" y="2131997"/>
              <a:ext cx="411029" cy="304064"/>
            </p14:xfrm>
          </p:contentPart>
        </mc:Choice>
        <mc:Fallback xmlns="">
          <p:sp>
            <p:nvSpPr>
              <p:cNvPr id="1051622" name=""/>
              <p:cNvSpPr/>
              <p:nvPr/>
            </p:nvSpPr>
            <p:spPr>
              <a:xfrm>
                <a:off x="1945099" y="2131997"/>
                <a:ext cx="411029" cy="304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623" name="Encre 1051622"/>
              <p14:cNvContentPartPr/>
              <p14:nvPr/>
            </p14:nvContentPartPr>
            <p14:xfrm>
              <a:off x="2241846" y="2277412"/>
              <a:ext cx="151757" cy="7299"/>
            </p14:xfrm>
          </p:contentPart>
        </mc:Choice>
        <mc:Fallback xmlns="">
          <p:sp>
            <p:nvSpPr>
              <p:cNvPr id="1051623" name=""/>
              <p:cNvSpPr/>
              <p:nvPr/>
            </p:nvSpPr>
            <p:spPr>
              <a:xfrm>
                <a:off x="2241846" y="2277412"/>
                <a:ext cx="151757" cy="72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624" name="Encre 1051623"/>
              <p14:cNvContentPartPr/>
              <p14:nvPr/>
            </p14:nvContentPartPr>
            <p14:xfrm>
              <a:off x="1781904" y="2678943"/>
              <a:ext cx="200971" cy="415587"/>
            </p14:xfrm>
          </p:contentPart>
        </mc:Choice>
        <mc:Fallback xmlns="">
          <p:sp>
            <p:nvSpPr>
              <p:cNvPr id="1051624" name=""/>
              <p:cNvSpPr/>
              <p:nvPr/>
            </p:nvSpPr>
            <p:spPr>
              <a:xfrm>
                <a:off x="1781904" y="2678943"/>
                <a:ext cx="200971" cy="415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625" name="Encre 1051624"/>
              <p14:cNvContentPartPr/>
              <p14:nvPr/>
            </p14:nvContentPartPr>
            <p14:xfrm>
              <a:off x="1741033" y="3175345"/>
              <a:ext cx="416664" cy="21896"/>
            </p14:xfrm>
          </p:contentPart>
        </mc:Choice>
        <mc:Fallback xmlns="">
          <p:sp>
            <p:nvSpPr>
              <p:cNvPr id="1051625" name=""/>
              <p:cNvSpPr/>
              <p:nvPr/>
            </p:nvSpPr>
            <p:spPr>
              <a:xfrm>
                <a:off x="1741033" y="3175345"/>
                <a:ext cx="416664" cy="21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626" name="Encre 1051625"/>
              <p14:cNvContentPartPr/>
              <p14:nvPr/>
            </p14:nvContentPartPr>
            <p14:xfrm>
              <a:off x="1765843" y="3269468"/>
              <a:ext cx="333018" cy="341538"/>
            </p14:xfrm>
          </p:contentPart>
        </mc:Choice>
        <mc:Fallback xmlns="">
          <p:sp>
            <p:nvSpPr>
              <p:cNvPr id="1051626" name=""/>
              <p:cNvSpPr/>
              <p:nvPr/>
            </p:nvSpPr>
            <p:spPr>
              <a:xfrm>
                <a:off x="1765843" y="3269468"/>
                <a:ext cx="333018" cy="341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627" name="Encre 1051626"/>
              <p14:cNvContentPartPr/>
              <p14:nvPr/>
            </p14:nvContentPartPr>
            <p14:xfrm>
              <a:off x="2223483" y="2760856"/>
              <a:ext cx="233832" cy="863566"/>
            </p14:xfrm>
          </p:contentPart>
        </mc:Choice>
        <mc:Fallback xmlns="">
          <p:sp>
            <p:nvSpPr>
              <p:cNvPr id="1051627" name=""/>
              <p:cNvSpPr/>
              <p:nvPr/>
            </p:nvSpPr>
            <p:spPr>
              <a:xfrm>
                <a:off x="2223483" y="2760856"/>
                <a:ext cx="233832" cy="863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628" name="Encre 1051627"/>
              <p14:cNvContentPartPr/>
              <p14:nvPr/>
            </p14:nvContentPartPr>
            <p14:xfrm>
              <a:off x="2492032" y="2868458"/>
              <a:ext cx="111981" cy="248741"/>
            </p14:xfrm>
          </p:contentPart>
        </mc:Choice>
        <mc:Fallback xmlns="">
          <p:sp>
            <p:nvSpPr>
              <p:cNvPr id="1051628" name=""/>
              <p:cNvSpPr/>
              <p:nvPr/>
            </p:nvSpPr>
            <p:spPr>
              <a:xfrm>
                <a:off x="2492032" y="2868458"/>
                <a:ext cx="111981" cy="2487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629" name="Encre 1051628"/>
              <p14:cNvContentPartPr/>
              <p14:nvPr/>
            </p14:nvContentPartPr>
            <p14:xfrm>
              <a:off x="2470852" y="3211389"/>
              <a:ext cx="231413" cy="8821"/>
            </p14:xfrm>
          </p:contentPart>
        </mc:Choice>
        <mc:Fallback xmlns="">
          <p:sp>
            <p:nvSpPr>
              <p:cNvPr id="1051629" name=""/>
              <p:cNvSpPr/>
              <p:nvPr/>
            </p:nvSpPr>
            <p:spPr>
              <a:xfrm>
                <a:off x="2470852" y="3211389"/>
                <a:ext cx="231413" cy="8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630" name="Encre 1051629"/>
              <p14:cNvContentPartPr/>
              <p14:nvPr/>
            </p14:nvContentPartPr>
            <p14:xfrm>
              <a:off x="2494217" y="3321852"/>
              <a:ext cx="184020" cy="202087"/>
            </p14:xfrm>
          </p:contentPart>
        </mc:Choice>
        <mc:Fallback xmlns="">
          <p:sp>
            <p:nvSpPr>
              <p:cNvPr id="1051630" name=""/>
              <p:cNvSpPr/>
              <p:nvPr/>
            </p:nvSpPr>
            <p:spPr>
              <a:xfrm>
                <a:off x="2494217" y="3321852"/>
                <a:ext cx="184020" cy="2020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631" name="Encre 1051630"/>
              <p14:cNvContentPartPr/>
              <p14:nvPr/>
            </p14:nvContentPartPr>
            <p14:xfrm>
              <a:off x="2756778" y="3086811"/>
              <a:ext cx="255162" cy="158915"/>
            </p14:xfrm>
          </p:contentPart>
        </mc:Choice>
        <mc:Fallback xmlns="">
          <p:sp>
            <p:nvSpPr>
              <p:cNvPr id="1051631" name=""/>
              <p:cNvSpPr/>
              <p:nvPr/>
            </p:nvSpPr>
            <p:spPr>
              <a:xfrm>
                <a:off x="2756778" y="3086811"/>
                <a:ext cx="255162" cy="158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632" name="Encre 1051631"/>
              <p14:cNvContentPartPr/>
              <p14:nvPr/>
            </p14:nvContentPartPr>
            <p14:xfrm>
              <a:off x="3064326" y="3022806"/>
              <a:ext cx="228488" cy="211585"/>
            </p14:xfrm>
          </p:contentPart>
        </mc:Choice>
        <mc:Fallback xmlns="">
          <p:sp>
            <p:nvSpPr>
              <p:cNvPr id="1051632" name=""/>
              <p:cNvSpPr/>
              <p:nvPr/>
            </p:nvSpPr>
            <p:spPr>
              <a:xfrm>
                <a:off x="3064326" y="3022806"/>
                <a:ext cx="228488" cy="2115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633" name="Encre 1051632"/>
              <p14:cNvContentPartPr/>
              <p14:nvPr/>
            </p14:nvContentPartPr>
            <p14:xfrm>
              <a:off x="3285830" y="2867994"/>
              <a:ext cx="124593" cy="198507"/>
            </p14:xfrm>
          </p:contentPart>
        </mc:Choice>
        <mc:Fallback xmlns="">
          <p:sp>
            <p:nvSpPr>
              <p:cNvPr id="1051633" name=""/>
              <p:cNvSpPr/>
              <p:nvPr/>
            </p:nvSpPr>
            <p:spPr>
              <a:xfrm>
                <a:off x="3285830" y="2867994"/>
                <a:ext cx="124593" cy="198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634" name="Encre 1051633"/>
              <p14:cNvContentPartPr/>
              <p14:nvPr/>
            </p14:nvContentPartPr>
            <p14:xfrm>
              <a:off x="3300392" y="2708343"/>
              <a:ext cx="286816" cy="861350"/>
            </p14:xfrm>
          </p:contentPart>
        </mc:Choice>
        <mc:Fallback xmlns="">
          <p:sp>
            <p:nvSpPr>
              <p:cNvPr id="1051634" name=""/>
              <p:cNvSpPr/>
              <p:nvPr/>
            </p:nvSpPr>
            <p:spPr>
              <a:xfrm>
                <a:off x="3300392" y="2708343"/>
                <a:ext cx="286816" cy="8613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635" name="Encre 1051634"/>
              <p14:cNvContentPartPr/>
              <p14:nvPr/>
            </p14:nvContentPartPr>
            <p14:xfrm>
              <a:off x="3708102" y="3103427"/>
              <a:ext cx="119047" cy="6944"/>
            </p14:xfrm>
          </p:contentPart>
        </mc:Choice>
        <mc:Fallback xmlns="">
          <p:sp>
            <p:nvSpPr>
              <p:cNvPr id="1051635" name=""/>
              <p:cNvSpPr/>
              <p:nvPr/>
            </p:nvSpPr>
            <p:spPr>
              <a:xfrm>
                <a:off x="3708102" y="3103427"/>
                <a:ext cx="119047" cy="6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636" name="Encre 1051635"/>
              <p14:cNvContentPartPr/>
              <p14:nvPr/>
            </p14:nvContentPartPr>
            <p14:xfrm>
              <a:off x="3722222" y="3182598"/>
              <a:ext cx="135903" cy="28791"/>
            </p14:xfrm>
          </p:contentPart>
        </mc:Choice>
        <mc:Fallback xmlns="">
          <p:sp>
            <p:nvSpPr>
              <p:cNvPr id="1051636" name=""/>
              <p:cNvSpPr/>
              <p:nvPr/>
            </p:nvSpPr>
            <p:spPr>
              <a:xfrm>
                <a:off x="3722222" y="3182598"/>
                <a:ext cx="135903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637" name="Encre 1051636"/>
              <p14:cNvContentPartPr/>
              <p14:nvPr/>
            </p14:nvContentPartPr>
            <p14:xfrm>
              <a:off x="4041662" y="2936135"/>
              <a:ext cx="35698" cy="397020"/>
            </p14:xfrm>
          </p:contentPart>
        </mc:Choice>
        <mc:Fallback xmlns="">
          <p:sp>
            <p:nvSpPr>
              <p:cNvPr id="1051637" name=""/>
              <p:cNvSpPr/>
              <p:nvPr/>
            </p:nvSpPr>
            <p:spPr>
              <a:xfrm>
                <a:off x="4041662" y="2936135"/>
                <a:ext cx="35698" cy="397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638" name="Encre 1051637"/>
              <p14:cNvContentPartPr/>
              <p14:nvPr/>
            </p14:nvContentPartPr>
            <p14:xfrm>
              <a:off x="3915380" y="2721618"/>
              <a:ext cx="378768" cy="283706"/>
            </p14:xfrm>
          </p:contentPart>
        </mc:Choice>
        <mc:Fallback xmlns="">
          <p:sp>
            <p:nvSpPr>
              <p:cNvPr id="1051638" name=""/>
              <p:cNvSpPr/>
              <p:nvPr/>
            </p:nvSpPr>
            <p:spPr>
              <a:xfrm>
                <a:off x="3915380" y="2721618"/>
                <a:ext cx="378768" cy="283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639" name="Encre 1051638"/>
              <p14:cNvContentPartPr/>
              <p14:nvPr/>
            </p14:nvContentPartPr>
            <p14:xfrm>
              <a:off x="4218524" y="2899898"/>
              <a:ext cx="226015" cy="503066"/>
            </p14:xfrm>
          </p:contentPart>
        </mc:Choice>
        <mc:Fallback xmlns="">
          <p:sp>
            <p:nvSpPr>
              <p:cNvPr id="1051639" name=""/>
              <p:cNvSpPr/>
              <p:nvPr/>
            </p:nvSpPr>
            <p:spPr>
              <a:xfrm>
                <a:off x="4218524" y="2899898"/>
                <a:ext cx="226015" cy="503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640" name="Encre 1051639"/>
              <p14:cNvContentPartPr/>
              <p14:nvPr/>
            </p14:nvContentPartPr>
            <p14:xfrm>
              <a:off x="4464006" y="3024583"/>
              <a:ext cx="187918" cy="314617"/>
            </p14:xfrm>
          </p:contentPart>
        </mc:Choice>
        <mc:Fallback xmlns="">
          <p:sp>
            <p:nvSpPr>
              <p:cNvPr id="1051640" name=""/>
              <p:cNvSpPr/>
              <p:nvPr/>
            </p:nvSpPr>
            <p:spPr>
              <a:xfrm>
                <a:off x="4464006" y="3024583"/>
                <a:ext cx="187918" cy="3146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641" name="Encre 1051640"/>
              <p14:cNvContentPartPr/>
              <p14:nvPr/>
            </p14:nvContentPartPr>
            <p14:xfrm>
              <a:off x="4473220" y="3175400"/>
              <a:ext cx="230772" cy="1602"/>
            </p14:xfrm>
          </p:contentPart>
        </mc:Choice>
        <mc:Fallback xmlns="">
          <p:sp>
            <p:nvSpPr>
              <p:cNvPr id="1051641" name=""/>
              <p:cNvSpPr/>
              <p:nvPr/>
            </p:nvSpPr>
            <p:spPr>
              <a:xfrm>
                <a:off x="4473220" y="3175400"/>
                <a:ext cx="230772" cy="1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642" name="Encre 1051641"/>
              <p14:cNvContentPartPr/>
              <p14:nvPr/>
            </p14:nvContentPartPr>
            <p14:xfrm>
              <a:off x="4501901" y="2951323"/>
              <a:ext cx="172998" cy="6653"/>
            </p14:xfrm>
          </p:contentPart>
        </mc:Choice>
        <mc:Fallback xmlns="">
          <p:sp>
            <p:nvSpPr>
              <p:cNvPr id="1051642" name=""/>
              <p:cNvSpPr/>
              <p:nvPr/>
            </p:nvSpPr>
            <p:spPr>
              <a:xfrm>
                <a:off x="4501901" y="2951323"/>
                <a:ext cx="172998" cy="6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643" name="Encre 1051642"/>
              <p14:cNvContentPartPr/>
              <p14:nvPr/>
            </p14:nvContentPartPr>
            <p14:xfrm>
              <a:off x="4580442" y="2885502"/>
              <a:ext cx="87496" cy="105236"/>
            </p14:xfrm>
          </p:contentPart>
        </mc:Choice>
        <mc:Fallback xmlns="">
          <p:sp>
            <p:nvSpPr>
              <p:cNvPr id="1051643" name=""/>
              <p:cNvSpPr/>
              <p:nvPr/>
            </p:nvSpPr>
            <p:spPr>
              <a:xfrm>
                <a:off x="4580442" y="2885502"/>
                <a:ext cx="87496" cy="105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644" name="Encre 1051643"/>
              <p14:cNvContentPartPr/>
              <p14:nvPr/>
            </p14:nvContentPartPr>
            <p14:xfrm>
              <a:off x="4723430" y="2905358"/>
              <a:ext cx="175545" cy="500754"/>
            </p14:xfrm>
          </p:contentPart>
        </mc:Choice>
        <mc:Fallback xmlns="">
          <p:sp>
            <p:nvSpPr>
              <p:cNvPr id="1051644" name=""/>
              <p:cNvSpPr/>
              <p:nvPr/>
            </p:nvSpPr>
            <p:spPr>
              <a:xfrm>
                <a:off x="4723430" y="2905358"/>
                <a:ext cx="175545" cy="500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645" name="Encre 1051644"/>
              <p14:cNvContentPartPr/>
              <p14:nvPr/>
            </p14:nvContentPartPr>
            <p14:xfrm>
              <a:off x="1473975" y="2430723"/>
              <a:ext cx="3450532" cy="1473663"/>
            </p14:xfrm>
          </p:contentPart>
        </mc:Choice>
        <mc:Fallback xmlns="">
          <p:sp>
            <p:nvSpPr>
              <p:cNvPr id="1051645" name=""/>
              <p:cNvSpPr/>
              <p:nvPr/>
            </p:nvSpPr>
            <p:spPr>
              <a:xfrm>
                <a:off x="1473975" y="2430723"/>
                <a:ext cx="3450532" cy="1473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646" name="Encre 1051645"/>
              <p14:cNvContentPartPr/>
              <p14:nvPr/>
            </p14:nvContentPartPr>
            <p14:xfrm>
              <a:off x="4956786" y="2497813"/>
              <a:ext cx="98636" cy="1288055"/>
            </p14:xfrm>
          </p:contentPart>
        </mc:Choice>
        <mc:Fallback xmlns="">
          <p:sp>
            <p:nvSpPr>
              <p:cNvPr id="1051646" name=""/>
              <p:cNvSpPr/>
              <p:nvPr/>
            </p:nvSpPr>
            <p:spPr>
              <a:xfrm>
                <a:off x="4956786" y="2497813"/>
                <a:ext cx="98636" cy="1288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647" name="Encre 1051646"/>
              <p14:cNvContentPartPr/>
              <p14:nvPr/>
            </p14:nvContentPartPr>
            <p14:xfrm>
              <a:off x="663135" y="4264985"/>
              <a:ext cx="218794" cy="590698"/>
            </p14:xfrm>
          </p:contentPart>
        </mc:Choice>
        <mc:Fallback xmlns="">
          <p:sp>
            <p:nvSpPr>
              <p:cNvPr id="1051647" name=""/>
              <p:cNvSpPr/>
              <p:nvPr/>
            </p:nvSpPr>
            <p:spPr>
              <a:xfrm>
                <a:off x="663135" y="4264985"/>
                <a:ext cx="218794" cy="5906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648" name="Encre 1051647"/>
              <p14:cNvContentPartPr/>
              <p14:nvPr/>
            </p14:nvContentPartPr>
            <p14:xfrm>
              <a:off x="657336" y="4559116"/>
              <a:ext cx="218416" cy="6949"/>
            </p14:xfrm>
          </p:contentPart>
        </mc:Choice>
        <mc:Fallback xmlns="">
          <p:sp>
            <p:nvSpPr>
              <p:cNvPr id="1051648" name=""/>
              <p:cNvSpPr/>
              <p:nvPr/>
            </p:nvSpPr>
            <p:spPr>
              <a:xfrm>
                <a:off x="657336" y="4559116"/>
                <a:ext cx="218416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649" name="Encre 1051648"/>
              <p14:cNvContentPartPr/>
              <p14:nvPr/>
            </p14:nvContentPartPr>
            <p14:xfrm>
              <a:off x="865182" y="4812013"/>
              <a:ext cx="183877" cy="199275"/>
            </p14:xfrm>
          </p:contentPart>
        </mc:Choice>
        <mc:Fallback xmlns="">
          <p:sp>
            <p:nvSpPr>
              <p:cNvPr id="1051649" name=""/>
              <p:cNvSpPr/>
              <p:nvPr/>
            </p:nvSpPr>
            <p:spPr>
              <a:xfrm>
                <a:off x="865182" y="4812013"/>
                <a:ext cx="183877" cy="199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650" name="Encre 1051649"/>
              <p14:cNvContentPartPr/>
              <p14:nvPr/>
            </p14:nvContentPartPr>
            <p14:xfrm>
              <a:off x="1160604" y="4443206"/>
              <a:ext cx="101237" cy="533974"/>
            </p14:xfrm>
          </p:contentPart>
        </mc:Choice>
        <mc:Fallback xmlns="">
          <p:sp>
            <p:nvSpPr>
              <p:cNvPr id="1051650" name=""/>
              <p:cNvSpPr/>
              <p:nvPr/>
            </p:nvSpPr>
            <p:spPr>
              <a:xfrm>
                <a:off x="1160604" y="4443206"/>
                <a:ext cx="101237" cy="5339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651" name="Encre 1051650"/>
              <p14:cNvContentPartPr/>
              <p14:nvPr/>
            </p14:nvContentPartPr>
            <p14:xfrm>
              <a:off x="1273158" y="4609998"/>
              <a:ext cx="190363" cy="291015"/>
            </p14:xfrm>
          </p:contentPart>
        </mc:Choice>
        <mc:Fallback xmlns="">
          <p:sp>
            <p:nvSpPr>
              <p:cNvPr id="1051651" name=""/>
              <p:cNvSpPr/>
              <p:nvPr/>
            </p:nvSpPr>
            <p:spPr>
              <a:xfrm>
                <a:off x="1273158" y="4609998"/>
                <a:ext cx="190363" cy="2910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652" name="Encre 1051651"/>
              <p14:cNvContentPartPr/>
              <p14:nvPr/>
            </p14:nvContentPartPr>
            <p14:xfrm>
              <a:off x="1470558" y="4559116"/>
              <a:ext cx="134571" cy="530329"/>
            </p14:xfrm>
          </p:contentPart>
        </mc:Choice>
        <mc:Fallback xmlns="">
          <p:sp>
            <p:nvSpPr>
              <p:cNvPr id="1051652" name=""/>
              <p:cNvSpPr/>
              <p:nvPr/>
            </p:nvSpPr>
            <p:spPr>
              <a:xfrm>
                <a:off x="1470558" y="4559116"/>
                <a:ext cx="134571" cy="5303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653" name="Encre 1051652"/>
              <p14:cNvContentPartPr/>
              <p14:nvPr/>
            </p14:nvContentPartPr>
            <p14:xfrm>
              <a:off x="1601703" y="4783454"/>
              <a:ext cx="196692" cy="324576"/>
            </p14:xfrm>
          </p:contentPart>
        </mc:Choice>
        <mc:Fallback xmlns="">
          <p:sp>
            <p:nvSpPr>
              <p:cNvPr id="1051653" name=""/>
              <p:cNvSpPr/>
              <p:nvPr/>
            </p:nvSpPr>
            <p:spPr>
              <a:xfrm>
                <a:off x="1601703" y="4783454"/>
                <a:ext cx="196692" cy="3245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654" name="Encre 1051653"/>
              <p14:cNvContentPartPr/>
              <p14:nvPr/>
            </p14:nvContentPartPr>
            <p14:xfrm>
              <a:off x="1769714" y="4638788"/>
              <a:ext cx="155185" cy="629932"/>
            </p14:xfrm>
          </p:contentPart>
        </mc:Choice>
        <mc:Fallback xmlns="">
          <p:sp>
            <p:nvSpPr>
              <p:cNvPr id="1051654" name=""/>
              <p:cNvSpPr/>
              <p:nvPr/>
            </p:nvSpPr>
            <p:spPr>
              <a:xfrm>
                <a:off x="1769714" y="4638788"/>
                <a:ext cx="155185" cy="629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655" name="Encre 1051654"/>
              <p14:cNvContentPartPr/>
              <p14:nvPr/>
            </p14:nvContentPartPr>
            <p14:xfrm>
              <a:off x="1991660" y="4783737"/>
              <a:ext cx="207385" cy="14147"/>
            </p14:xfrm>
          </p:contentPart>
        </mc:Choice>
        <mc:Fallback xmlns="">
          <p:sp>
            <p:nvSpPr>
              <p:cNvPr id="1051655" name=""/>
              <p:cNvSpPr/>
              <p:nvPr/>
            </p:nvSpPr>
            <p:spPr>
              <a:xfrm>
                <a:off x="1991660" y="4783737"/>
                <a:ext cx="207385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656" name="Encre 1051655"/>
              <p14:cNvContentPartPr/>
              <p14:nvPr/>
            </p14:nvContentPartPr>
            <p14:xfrm>
              <a:off x="2041521" y="4921240"/>
              <a:ext cx="178704" cy="5579"/>
            </p14:xfrm>
          </p:contentPart>
        </mc:Choice>
        <mc:Fallback xmlns="">
          <p:sp>
            <p:nvSpPr>
              <p:cNvPr id="1051656" name=""/>
              <p:cNvSpPr/>
              <p:nvPr/>
            </p:nvSpPr>
            <p:spPr>
              <a:xfrm>
                <a:off x="2041521" y="4921240"/>
                <a:ext cx="178704" cy="5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657" name="Encre 1051656"/>
              <p14:cNvContentPartPr/>
              <p14:nvPr/>
            </p14:nvContentPartPr>
            <p14:xfrm>
              <a:off x="2391869" y="4495951"/>
              <a:ext cx="111270" cy="314246"/>
            </p14:xfrm>
          </p:contentPart>
        </mc:Choice>
        <mc:Fallback xmlns="">
          <p:sp>
            <p:nvSpPr>
              <p:cNvPr id="1051657" name=""/>
              <p:cNvSpPr/>
              <p:nvPr/>
            </p:nvSpPr>
            <p:spPr>
              <a:xfrm>
                <a:off x="2391869" y="4495951"/>
                <a:ext cx="111270" cy="314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658" name="Encre 1051657"/>
              <p14:cNvContentPartPr/>
              <p14:nvPr/>
            </p14:nvContentPartPr>
            <p14:xfrm>
              <a:off x="2363188" y="4877556"/>
              <a:ext cx="243049" cy="21179"/>
            </p14:xfrm>
          </p:contentPart>
        </mc:Choice>
        <mc:Fallback xmlns="">
          <p:sp>
            <p:nvSpPr>
              <p:cNvPr id="1051658" name=""/>
              <p:cNvSpPr/>
              <p:nvPr/>
            </p:nvSpPr>
            <p:spPr>
              <a:xfrm>
                <a:off x="2363188" y="4877556"/>
                <a:ext cx="243049" cy="21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659" name="Encre 1051658"/>
              <p14:cNvContentPartPr/>
              <p14:nvPr/>
            </p14:nvContentPartPr>
            <p14:xfrm>
              <a:off x="2366916" y="4993498"/>
              <a:ext cx="182477" cy="305713"/>
            </p14:xfrm>
          </p:contentPart>
        </mc:Choice>
        <mc:Fallback xmlns="">
          <p:sp>
            <p:nvSpPr>
              <p:cNvPr id="1051659" name=""/>
              <p:cNvSpPr/>
              <p:nvPr/>
            </p:nvSpPr>
            <p:spPr>
              <a:xfrm>
                <a:off x="2366916" y="4993498"/>
                <a:ext cx="182477" cy="305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660" name="Encre 1051659"/>
              <p14:cNvContentPartPr/>
              <p14:nvPr/>
            </p14:nvContentPartPr>
            <p14:xfrm>
              <a:off x="2685297" y="4776539"/>
              <a:ext cx="253130" cy="219851"/>
            </p14:xfrm>
          </p:contentPart>
        </mc:Choice>
        <mc:Fallback xmlns="">
          <p:sp>
            <p:nvSpPr>
              <p:cNvPr id="1051660" name=""/>
              <p:cNvSpPr/>
              <p:nvPr/>
            </p:nvSpPr>
            <p:spPr>
              <a:xfrm>
                <a:off x="2685297" y="4776539"/>
                <a:ext cx="253130" cy="219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661" name="Encre 1051660"/>
              <p14:cNvContentPartPr/>
              <p14:nvPr/>
            </p14:nvContentPartPr>
            <p14:xfrm>
              <a:off x="3114186" y="4683218"/>
              <a:ext cx="242543" cy="293406"/>
            </p14:xfrm>
          </p:contentPart>
        </mc:Choice>
        <mc:Fallback xmlns="">
          <p:sp>
            <p:nvSpPr>
              <p:cNvPr id="1051661" name=""/>
              <p:cNvSpPr/>
              <p:nvPr/>
            </p:nvSpPr>
            <p:spPr>
              <a:xfrm>
                <a:off x="3114186" y="4683218"/>
                <a:ext cx="242543" cy="293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662" name="Encre 1051661"/>
              <p14:cNvContentPartPr/>
              <p14:nvPr/>
            </p14:nvContentPartPr>
            <p14:xfrm>
              <a:off x="3057266" y="4529828"/>
              <a:ext cx="314607" cy="15609"/>
            </p14:xfrm>
          </p:contentPart>
        </mc:Choice>
        <mc:Fallback xmlns="">
          <p:sp>
            <p:nvSpPr>
              <p:cNvPr id="1051662" name=""/>
              <p:cNvSpPr/>
              <p:nvPr/>
            </p:nvSpPr>
            <p:spPr>
              <a:xfrm>
                <a:off x="3057266" y="4529828"/>
                <a:ext cx="314607" cy="156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663" name="Encre 1051662"/>
              <p14:cNvContentPartPr/>
              <p14:nvPr/>
            </p14:nvContentPartPr>
            <p14:xfrm>
              <a:off x="3271711" y="4435760"/>
              <a:ext cx="176288" cy="185902"/>
            </p14:xfrm>
          </p:contentPart>
        </mc:Choice>
        <mc:Fallback xmlns="">
          <p:sp>
            <p:nvSpPr>
              <p:cNvPr id="1051663" name=""/>
              <p:cNvSpPr/>
              <p:nvPr/>
            </p:nvSpPr>
            <p:spPr>
              <a:xfrm>
                <a:off x="3271711" y="4435760"/>
                <a:ext cx="176288" cy="1859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664" name="Encre 1051663"/>
              <p14:cNvContentPartPr/>
              <p14:nvPr/>
            </p14:nvContentPartPr>
            <p14:xfrm>
              <a:off x="3364813" y="4929846"/>
              <a:ext cx="153588" cy="200583"/>
            </p14:xfrm>
          </p:contentPart>
        </mc:Choice>
        <mc:Fallback xmlns="">
          <p:sp>
            <p:nvSpPr>
              <p:cNvPr id="1051664" name=""/>
              <p:cNvSpPr/>
              <p:nvPr/>
            </p:nvSpPr>
            <p:spPr>
              <a:xfrm>
                <a:off x="3364813" y="4929846"/>
                <a:ext cx="153588" cy="200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665" name="Encre 1051664"/>
              <p14:cNvContentPartPr/>
              <p14:nvPr/>
            </p14:nvContentPartPr>
            <p14:xfrm>
              <a:off x="3488833" y="4943081"/>
              <a:ext cx="154846" cy="459424"/>
            </p14:xfrm>
          </p:contentPart>
        </mc:Choice>
        <mc:Fallback xmlns="">
          <p:sp>
            <p:nvSpPr>
              <p:cNvPr id="1051665" name=""/>
              <p:cNvSpPr/>
              <p:nvPr/>
            </p:nvSpPr>
            <p:spPr>
              <a:xfrm>
                <a:off x="3488833" y="4943081"/>
                <a:ext cx="154846" cy="459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666" name="Encre 1051665"/>
              <p14:cNvContentPartPr/>
              <p14:nvPr/>
            </p14:nvContentPartPr>
            <p14:xfrm>
              <a:off x="3592998" y="5218335"/>
              <a:ext cx="43181" cy="219792"/>
            </p14:xfrm>
          </p:contentPart>
        </mc:Choice>
        <mc:Fallback xmlns="">
          <p:sp>
            <p:nvSpPr>
              <p:cNvPr id="1051666" name=""/>
              <p:cNvSpPr/>
              <p:nvPr/>
            </p:nvSpPr>
            <p:spPr>
              <a:xfrm>
                <a:off x="3592998" y="5218335"/>
                <a:ext cx="43181" cy="219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667" name="Encre 1051666"/>
              <p14:cNvContentPartPr/>
              <p14:nvPr/>
            </p14:nvContentPartPr>
            <p14:xfrm>
              <a:off x="3600438" y="5195873"/>
              <a:ext cx="178636" cy="263197"/>
            </p14:xfrm>
          </p:contentPart>
        </mc:Choice>
        <mc:Fallback xmlns="">
          <p:sp>
            <p:nvSpPr>
              <p:cNvPr id="1051667" name=""/>
              <p:cNvSpPr/>
              <p:nvPr/>
            </p:nvSpPr>
            <p:spPr>
              <a:xfrm>
                <a:off x="3600438" y="5195873"/>
                <a:ext cx="178636" cy="263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668" name="Encre 1051667"/>
              <p14:cNvContentPartPr/>
              <p14:nvPr/>
            </p14:nvContentPartPr>
            <p14:xfrm>
              <a:off x="3616972" y="4320006"/>
              <a:ext cx="248098" cy="298023"/>
            </p14:xfrm>
          </p:contentPart>
        </mc:Choice>
        <mc:Fallback xmlns="">
          <p:sp>
            <p:nvSpPr>
              <p:cNvPr id="1051668" name=""/>
              <p:cNvSpPr/>
              <p:nvPr/>
            </p:nvSpPr>
            <p:spPr>
              <a:xfrm>
                <a:off x="3616972" y="4320006"/>
                <a:ext cx="248098" cy="298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669" name="Encre 1051668"/>
              <p14:cNvContentPartPr/>
              <p14:nvPr/>
            </p14:nvContentPartPr>
            <p14:xfrm>
              <a:off x="323829" y="4095823"/>
              <a:ext cx="3453107" cy="1413972"/>
            </p14:xfrm>
          </p:contentPart>
        </mc:Choice>
        <mc:Fallback xmlns="">
          <p:sp>
            <p:nvSpPr>
              <p:cNvPr id="1051669" name=""/>
              <p:cNvSpPr/>
              <p:nvPr/>
            </p:nvSpPr>
            <p:spPr>
              <a:xfrm>
                <a:off x="323829" y="4095823"/>
                <a:ext cx="3453107" cy="14139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670" name="Encre 1051669"/>
              <p14:cNvContentPartPr/>
              <p14:nvPr/>
            </p14:nvContentPartPr>
            <p14:xfrm>
              <a:off x="3643680" y="4191035"/>
              <a:ext cx="357086" cy="1342228"/>
            </p14:xfrm>
          </p:contentPart>
        </mc:Choice>
        <mc:Fallback xmlns="">
          <p:sp>
            <p:nvSpPr>
              <p:cNvPr id="1051670" name=""/>
              <p:cNvSpPr/>
              <p:nvPr/>
            </p:nvSpPr>
            <p:spPr>
              <a:xfrm>
                <a:off x="3643680" y="4191035"/>
                <a:ext cx="357086" cy="1342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671" name="Encre 1051670"/>
              <p14:cNvContentPartPr/>
              <p14:nvPr/>
            </p14:nvContentPartPr>
            <p14:xfrm>
              <a:off x="6353016" y="755945"/>
              <a:ext cx="139442" cy="257859"/>
            </p14:xfrm>
          </p:contentPart>
        </mc:Choice>
        <mc:Fallback xmlns="">
          <p:sp>
            <p:nvSpPr>
              <p:cNvPr id="1051671" name=""/>
              <p:cNvSpPr/>
              <p:nvPr/>
            </p:nvSpPr>
            <p:spPr>
              <a:xfrm>
                <a:off x="6353016" y="755945"/>
                <a:ext cx="139442" cy="257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672" name="Encre 1051671"/>
              <p14:cNvContentPartPr/>
              <p14:nvPr/>
            </p14:nvContentPartPr>
            <p14:xfrm>
              <a:off x="6482181" y="516680"/>
              <a:ext cx="12485" cy="465287"/>
            </p14:xfrm>
          </p:contentPart>
        </mc:Choice>
        <mc:Fallback xmlns="">
          <p:sp>
            <p:nvSpPr>
              <p:cNvPr id="1051672" name=""/>
              <p:cNvSpPr/>
              <p:nvPr/>
            </p:nvSpPr>
            <p:spPr>
              <a:xfrm>
                <a:off x="6482181" y="516680"/>
                <a:ext cx="12485" cy="465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673" name="Encre 1051672"/>
              <p14:cNvContentPartPr/>
              <p14:nvPr/>
            </p14:nvContentPartPr>
            <p14:xfrm>
              <a:off x="6640606" y="502533"/>
              <a:ext cx="314173" cy="480152"/>
            </p14:xfrm>
          </p:contentPart>
        </mc:Choice>
        <mc:Fallback xmlns="">
          <p:sp>
            <p:nvSpPr>
              <p:cNvPr id="1051673" name=""/>
              <p:cNvSpPr/>
              <p:nvPr/>
            </p:nvSpPr>
            <p:spPr>
              <a:xfrm>
                <a:off x="6640606" y="502533"/>
                <a:ext cx="314173" cy="4801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674" name="Encre 1051673"/>
              <p14:cNvContentPartPr/>
              <p14:nvPr/>
            </p14:nvContentPartPr>
            <p14:xfrm>
              <a:off x="6647232" y="763143"/>
              <a:ext cx="229006" cy="14643"/>
            </p14:xfrm>
          </p:contentPart>
        </mc:Choice>
        <mc:Fallback xmlns="">
          <p:sp>
            <p:nvSpPr>
              <p:cNvPr id="1051674" name=""/>
              <p:cNvSpPr/>
              <p:nvPr/>
            </p:nvSpPr>
            <p:spPr>
              <a:xfrm>
                <a:off x="6647232" y="763143"/>
                <a:ext cx="229006" cy="1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675" name="Encre 1051674"/>
              <p14:cNvContentPartPr/>
              <p14:nvPr/>
            </p14:nvContentPartPr>
            <p14:xfrm>
              <a:off x="6859800" y="879052"/>
              <a:ext cx="168752" cy="196734"/>
            </p14:xfrm>
          </p:contentPart>
        </mc:Choice>
        <mc:Fallback xmlns="">
          <p:sp>
            <p:nvSpPr>
              <p:cNvPr id="1051675" name=""/>
              <p:cNvSpPr/>
              <p:nvPr/>
            </p:nvSpPr>
            <p:spPr>
              <a:xfrm>
                <a:off x="6859800" y="879052"/>
                <a:ext cx="168752" cy="196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676" name="Encre 1051675"/>
              <p14:cNvContentPartPr/>
              <p14:nvPr/>
            </p14:nvContentPartPr>
            <p14:xfrm>
              <a:off x="7283948" y="784787"/>
              <a:ext cx="165841" cy="7147"/>
            </p14:xfrm>
          </p:contentPart>
        </mc:Choice>
        <mc:Fallback xmlns="">
          <p:sp>
            <p:nvSpPr>
              <p:cNvPr id="1051676" name=""/>
              <p:cNvSpPr/>
              <p:nvPr/>
            </p:nvSpPr>
            <p:spPr>
              <a:xfrm>
                <a:off x="7283948" y="784787"/>
                <a:ext cx="165841" cy="7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677" name="Encre 1051676"/>
              <p14:cNvContentPartPr/>
              <p14:nvPr/>
            </p14:nvContentPartPr>
            <p14:xfrm>
              <a:off x="7291008" y="886643"/>
              <a:ext cx="158986" cy="14003"/>
            </p14:xfrm>
          </p:contentPart>
        </mc:Choice>
        <mc:Fallback xmlns="">
          <p:sp>
            <p:nvSpPr>
              <p:cNvPr id="1051677" name=""/>
              <p:cNvSpPr/>
              <p:nvPr/>
            </p:nvSpPr>
            <p:spPr>
              <a:xfrm>
                <a:off x="7291008" y="886643"/>
                <a:ext cx="158986" cy="14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678" name="Encre 1051677"/>
              <p14:cNvContentPartPr/>
              <p14:nvPr/>
            </p14:nvContentPartPr>
            <p14:xfrm>
              <a:off x="7742464" y="509482"/>
              <a:ext cx="213499" cy="465100"/>
            </p14:xfrm>
          </p:contentPart>
        </mc:Choice>
        <mc:Fallback xmlns="">
          <p:sp>
            <p:nvSpPr>
              <p:cNvPr id="1051678" name=""/>
              <p:cNvSpPr/>
              <p:nvPr/>
            </p:nvSpPr>
            <p:spPr>
              <a:xfrm>
                <a:off x="7742464" y="509482"/>
                <a:ext cx="213499" cy="4651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679" name="Encre 1051678"/>
              <p14:cNvContentPartPr/>
              <p14:nvPr/>
            </p14:nvContentPartPr>
            <p14:xfrm>
              <a:off x="7748632" y="359890"/>
              <a:ext cx="447448" cy="318182"/>
            </p14:xfrm>
          </p:contentPart>
        </mc:Choice>
        <mc:Fallback xmlns="">
          <p:sp>
            <p:nvSpPr>
              <p:cNvPr id="1051679" name=""/>
              <p:cNvSpPr/>
              <p:nvPr/>
            </p:nvSpPr>
            <p:spPr>
              <a:xfrm>
                <a:off x="7748632" y="359890"/>
                <a:ext cx="447448" cy="318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680" name="Encre 1051679"/>
              <p14:cNvContentPartPr/>
              <p14:nvPr/>
            </p14:nvContentPartPr>
            <p14:xfrm>
              <a:off x="8096785" y="842815"/>
              <a:ext cx="16703" cy="63120"/>
            </p14:xfrm>
          </p:contentPart>
        </mc:Choice>
        <mc:Fallback xmlns="">
          <p:sp>
            <p:nvSpPr>
              <p:cNvPr id="1051680" name=""/>
              <p:cNvSpPr/>
              <p:nvPr/>
            </p:nvSpPr>
            <p:spPr>
              <a:xfrm>
                <a:off x="8096785" y="842815"/>
                <a:ext cx="16703" cy="63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681" name="Encre 1051680"/>
              <p14:cNvContentPartPr/>
              <p14:nvPr/>
            </p14:nvContentPartPr>
            <p14:xfrm>
              <a:off x="8304463" y="592166"/>
              <a:ext cx="241986" cy="313279"/>
            </p14:xfrm>
          </p:contentPart>
        </mc:Choice>
        <mc:Fallback xmlns="">
          <p:sp>
            <p:nvSpPr>
              <p:cNvPr id="1051681" name=""/>
              <p:cNvSpPr/>
              <p:nvPr/>
            </p:nvSpPr>
            <p:spPr>
              <a:xfrm>
                <a:off x="8304463" y="592166"/>
                <a:ext cx="241986" cy="313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682" name="Encre 1051681"/>
              <p14:cNvContentPartPr/>
              <p14:nvPr/>
            </p14:nvContentPartPr>
            <p14:xfrm>
              <a:off x="8528368" y="491116"/>
              <a:ext cx="167449" cy="358702"/>
            </p14:xfrm>
          </p:contentPart>
        </mc:Choice>
        <mc:Fallback xmlns="">
          <p:sp>
            <p:nvSpPr>
              <p:cNvPr id="1051682" name=""/>
              <p:cNvSpPr/>
              <p:nvPr/>
            </p:nvSpPr>
            <p:spPr>
              <a:xfrm>
                <a:off x="8528368" y="491116"/>
                <a:ext cx="167449" cy="358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683" name="Encre 1051682"/>
              <p14:cNvContentPartPr/>
              <p14:nvPr/>
            </p14:nvContentPartPr>
            <p14:xfrm>
              <a:off x="8665248" y="509482"/>
              <a:ext cx="153773" cy="360023"/>
            </p14:xfrm>
          </p:contentPart>
        </mc:Choice>
        <mc:Fallback xmlns="">
          <p:sp>
            <p:nvSpPr>
              <p:cNvPr id="1051683" name=""/>
              <p:cNvSpPr/>
              <p:nvPr/>
            </p:nvSpPr>
            <p:spPr>
              <a:xfrm>
                <a:off x="8665248" y="509482"/>
                <a:ext cx="153773" cy="360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684" name="Encre 1051683"/>
              <p14:cNvContentPartPr/>
              <p14:nvPr/>
            </p14:nvContentPartPr>
            <p14:xfrm>
              <a:off x="8671221" y="623670"/>
              <a:ext cx="194712" cy="16614"/>
            </p14:xfrm>
          </p:contentPart>
        </mc:Choice>
        <mc:Fallback xmlns="">
          <p:sp>
            <p:nvSpPr>
              <p:cNvPr id="1051684" name=""/>
              <p:cNvSpPr/>
              <p:nvPr/>
            </p:nvSpPr>
            <p:spPr>
              <a:xfrm>
                <a:off x="8671221" y="623670"/>
                <a:ext cx="194712" cy="16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685" name="Encre 1051684"/>
              <p14:cNvContentPartPr/>
              <p14:nvPr/>
            </p14:nvContentPartPr>
            <p14:xfrm>
              <a:off x="8978769" y="791732"/>
              <a:ext cx="179936" cy="7896"/>
            </p14:xfrm>
          </p:contentPart>
        </mc:Choice>
        <mc:Fallback xmlns="">
          <p:sp>
            <p:nvSpPr>
              <p:cNvPr id="1051685" name=""/>
              <p:cNvSpPr/>
              <p:nvPr/>
            </p:nvSpPr>
            <p:spPr>
              <a:xfrm>
                <a:off x="8978769" y="791732"/>
                <a:ext cx="179936" cy="7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686" name="Encre 1051685"/>
              <p14:cNvContentPartPr/>
              <p14:nvPr/>
            </p14:nvContentPartPr>
            <p14:xfrm>
              <a:off x="8964208" y="901503"/>
              <a:ext cx="184562" cy="20984"/>
            </p14:xfrm>
          </p:contentPart>
        </mc:Choice>
        <mc:Fallback xmlns="">
          <p:sp>
            <p:nvSpPr>
              <p:cNvPr id="1051686" name=""/>
              <p:cNvSpPr/>
              <p:nvPr/>
            </p:nvSpPr>
            <p:spPr>
              <a:xfrm>
                <a:off x="8964208" y="901503"/>
                <a:ext cx="184562" cy="20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687" name="Encre 1051686"/>
              <p14:cNvContentPartPr/>
              <p14:nvPr/>
            </p14:nvContentPartPr>
            <p14:xfrm>
              <a:off x="9265753" y="452719"/>
              <a:ext cx="181370" cy="481062"/>
            </p14:xfrm>
          </p:contentPart>
        </mc:Choice>
        <mc:Fallback xmlns="">
          <p:sp>
            <p:nvSpPr>
              <p:cNvPr id="1051687" name=""/>
              <p:cNvSpPr/>
              <p:nvPr/>
            </p:nvSpPr>
            <p:spPr>
              <a:xfrm>
                <a:off x="9265753" y="452719"/>
                <a:ext cx="181370" cy="481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688" name="Encre 1051687"/>
              <p14:cNvContentPartPr/>
              <p14:nvPr/>
            </p14:nvContentPartPr>
            <p14:xfrm>
              <a:off x="9475066" y="596352"/>
              <a:ext cx="271634" cy="272270"/>
            </p14:xfrm>
          </p:contentPart>
        </mc:Choice>
        <mc:Fallback xmlns="">
          <p:sp>
            <p:nvSpPr>
              <p:cNvPr id="1051688" name=""/>
              <p:cNvSpPr/>
              <p:nvPr/>
            </p:nvSpPr>
            <p:spPr>
              <a:xfrm>
                <a:off x="9475066" y="596352"/>
                <a:ext cx="271634" cy="2722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1689" name="Encre 1051688"/>
              <p14:cNvContentPartPr/>
              <p14:nvPr/>
            </p14:nvContentPartPr>
            <p14:xfrm>
              <a:off x="6174055" y="259312"/>
              <a:ext cx="3752949" cy="1067725"/>
            </p14:xfrm>
          </p:contentPart>
        </mc:Choice>
        <mc:Fallback xmlns="">
          <p:sp>
            <p:nvSpPr>
              <p:cNvPr id="1051689" name=""/>
              <p:cNvSpPr/>
              <p:nvPr/>
            </p:nvSpPr>
            <p:spPr>
              <a:xfrm>
                <a:off x="6174055" y="259312"/>
                <a:ext cx="3752949" cy="1067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1690" name="Encre 1051689"/>
              <p14:cNvContentPartPr/>
              <p14:nvPr/>
            </p14:nvContentPartPr>
            <p14:xfrm>
              <a:off x="9768180" y="350138"/>
              <a:ext cx="211773" cy="812434"/>
            </p14:xfrm>
          </p:contentPart>
        </mc:Choice>
        <mc:Fallback xmlns="">
          <p:sp>
            <p:nvSpPr>
              <p:cNvPr id="1051690" name=""/>
              <p:cNvSpPr/>
              <p:nvPr/>
            </p:nvSpPr>
            <p:spPr>
              <a:xfrm>
                <a:off x="9768180" y="350138"/>
                <a:ext cx="211773" cy="812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1691" name="Encre 1051690"/>
              <p14:cNvContentPartPr/>
              <p14:nvPr/>
            </p14:nvContentPartPr>
            <p14:xfrm>
              <a:off x="6379670" y="1795784"/>
              <a:ext cx="255791" cy="329603"/>
            </p14:xfrm>
          </p:contentPart>
        </mc:Choice>
        <mc:Fallback xmlns="">
          <p:sp>
            <p:nvSpPr>
              <p:cNvPr id="1051691" name=""/>
              <p:cNvSpPr/>
              <p:nvPr/>
            </p:nvSpPr>
            <p:spPr>
              <a:xfrm>
                <a:off x="6379670" y="1795784"/>
                <a:ext cx="255791" cy="329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1692" name="Encre 1051691"/>
              <p14:cNvContentPartPr/>
              <p14:nvPr/>
            </p14:nvContentPartPr>
            <p14:xfrm>
              <a:off x="6368366" y="1936633"/>
              <a:ext cx="42800" cy="173740"/>
            </p14:xfrm>
          </p:contentPart>
        </mc:Choice>
        <mc:Fallback xmlns="">
          <p:sp>
            <p:nvSpPr>
              <p:cNvPr id="1051692" name=""/>
              <p:cNvSpPr/>
              <p:nvPr/>
            </p:nvSpPr>
            <p:spPr>
              <a:xfrm>
                <a:off x="6368366" y="1936633"/>
                <a:ext cx="42800" cy="173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1693" name="Encre 1051692"/>
              <p14:cNvContentPartPr/>
              <p14:nvPr/>
            </p14:nvContentPartPr>
            <p14:xfrm>
              <a:off x="6711547" y="1733853"/>
              <a:ext cx="214069" cy="417011"/>
            </p14:xfrm>
          </p:contentPart>
        </mc:Choice>
        <mc:Fallback xmlns="">
          <p:sp>
            <p:nvSpPr>
              <p:cNvPr id="1051693" name=""/>
              <p:cNvSpPr/>
              <p:nvPr/>
            </p:nvSpPr>
            <p:spPr>
              <a:xfrm>
                <a:off x="6711547" y="1733853"/>
                <a:ext cx="214069" cy="4170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1694" name="Encre 1051693"/>
              <p14:cNvContentPartPr/>
              <p14:nvPr/>
            </p14:nvContentPartPr>
            <p14:xfrm>
              <a:off x="6682973" y="1958798"/>
              <a:ext cx="150032" cy="7122"/>
            </p14:xfrm>
          </p:contentPart>
        </mc:Choice>
        <mc:Fallback xmlns="">
          <p:sp>
            <p:nvSpPr>
              <p:cNvPr id="1051694" name=""/>
              <p:cNvSpPr/>
              <p:nvPr/>
            </p:nvSpPr>
            <p:spPr>
              <a:xfrm>
                <a:off x="6682973" y="1958798"/>
                <a:ext cx="150032" cy="7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1695" name="Encre 1051694"/>
              <p14:cNvContentPartPr/>
              <p14:nvPr/>
            </p14:nvContentPartPr>
            <p14:xfrm>
              <a:off x="6889523" y="2146148"/>
              <a:ext cx="196077" cy="164341"/>
            </p14:xfrm>
          </p:contentPart>
        </mc:Choice>
        <mc:Fallback xmlns="">
          <p:sp>
            <p:nvSpPr>
              <p:cNvPr id="1051695" name=""/>
              <p:cNvSpPr/>
              <p:nvPr/>
            </p:nvSpPr>
            <p:spPr>
              <a:xfrm>
                <a:off x="6889523" y="2146148"/>
                <a:ext cx="196077" cy="164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1696" name="Encre 1051695"/>
              <p14:cNvContentPartPr/>
              <p14:nvPr/>
            </p14:nvContentPartPr>
            <p14:xfrm>
              <a:off x="7326749" y="2016750"/>
              <a:ext cx="168213" cy="6753"/>
            </p14:xfrm>
          </p:contentPart>
        </mc:Choice>
        <mc:Fallback xmlns="">
          <p:sp>
            <p:nvSpPr>
              <p:cNvPr id="1051696" name=""/>
              <p:cNvSpPr/>
              <p:nvPr/>
            </p:nvSpPr>
            <p:spPr>
              <a:xfrm>
                <a:off x="7326749" y="2016750"/>
                <a:ext cx="168213" cy="6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1697" name="Encre 1051696"/>
              <p14:cNvContentPartPr/>
              <p14:nvPr/>
            </p14:nvContentPartPr>
            <p14:xfrm>
              <a:off x="7319689" y="2139110"/>
              <a:ext cx="180749" cy="36539"/>
            </p14:xfrm>
          </p:contentPart>
        </mc:Choice>
        <mc:Fallback xmlns="">
          <p:sp>
            <p:nvSpPr>
              <p:cNvPr id="1051697" name=""/>
              <p:cNvSpPr/>
              <p:nvPr/>
            </p:nvSpPr>
            <p:spPr>
              <a:xfrm>
                <a:off x="7319689" y="2139110"/>
                <a:ext cx="180749" cy="36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1698" name="Encre 1051697"/>
              <p14:cNvContentPartPr/>
              <p14:nvPr/>
            </p14:nvContentPartPr>
            <p14:xfrm>
              <a:off x="7791379" y="1775353"/>
              <a:ext cx="396025" cy="378348"/>
            </p14:xfrm>
          </p:contentPart>
        </mc:Choice>
        <mc:Fallback xmlns="">
          <p:sp>
            <p:nvSpPr>
              <p:cNvPr id="1051698" name=""/>
              <p:cNvSpPr/>
              <p:nvPr/>
            </p:nvSpPr>
            <p:spPr>
              <a:xfrm>
                <a:off x="7791379" y="1775353"/>
                <a:ext cx="396025" cy="378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1699" name="Encre 1051698"/>
              <p14:cNvContentPartPr/>
              <p14:nvPr/>
            </p14:nvContentPartPr>
            <p14:xfrm>
              <a:off x="6054853" y="1497219"/>
              <a:ext cx="2716531" cy="1018961"/>
            </p14:xfrm>
          </p:contentPart>
        </mc:Choice>
        <mc:Fallback xmlns="">
          <p:sp>
            <p:nvSpPr>
              <p:cNvPr id="1051699" name=""/>
              <p:cNvSpPr/>
              <p:nvPr/>
            </p:nvSpPr>
            <p:spPr>
              <a:xfrm>
                <a:off x="6054853" y="1497219"/>
                <a:ext cx="2716531" cy="1018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1700" name="Encre 1051699"/>
              <p14:cNvContentPartPr/>
              <p14:nvPr/>
            </p14:nvContentPartPr>
            <p14:xfrm>
              <a:off x="8199802" y="1788209"/>
              <a:ext cx="139603" cy="454277"/>
            </p14:xfrm>
          </p:contentPart>
        </mc:Choice>
        <mc:Fallback xmlns="">
          <p:sp>
            <p:nvSpPr>
              <p:cNvPr id="1051700" name=""/>
              <p:cNvSpPr/>
              <p:nvPr/>
            </p:nvSpPr>
            <p:spPr>
              <a:xfrm>
                <a:off x="8199802" y="1788209"/>
                <a:ext cx="139603" cy="454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1701" name="Encre 1051700"/>
              <p14:cNvContentPartPr/>
              <p14:nvPr/>
            </p14:nvContentPartPr>
            <p14:xfrm>
              <a:off x="8355531" y="1994463"/>
              <a:ext cx="22263" cy="170461"/>
            </p14:xfrm>
          </p:contentPart>
        </mc:Choice>
        <mc:Fallback xmlns="">
          <p:sp>
            <p:nvSpPr>
              <p:cNvPr id="1051701" name=""/>
              <p:cNvSpPr/>
              <p:nvPr/>
            </p:nvSpPr>
            <p:spPr>
              <a:xfrm>
                <a:off x="8355531" y="1994463"/>
                <a:ext cx="22263" cy="170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1702" name="Encre 1051701"/>
              <p14:cNvContentPartPr/>
              <p14:nvPr/>
            </p14:nvContentPartPr>
            <p14:xfrm>
              <a:off x="8342053" y="1965921"/>
              <a:ext cx="188293" cy="28122"/>
            </p14:xfrm>
          </p:contentPart>
        </mc:Choice>
        <mc:Fallback xmlns="">
          <p:sp>
            <p:nvSpPr>
              <p:cNvPr id="1051702" name=""/>
              <p:cNvSpPr/>
              <p:nvPr/>
            </p:nvSpPr>
            <p:spPr>
              <a:xfrm>
                <a:off x="8342053" y="1965921"/>
                <a:ext cx="188293" cy="28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1703" name="Encre 1051702"/>
              <p14:cNvContentPartPr/>
              <p14:nvPr/>
            </p14:nvContentPartPr>
            <p14:xfrm>
              <a:off x="8363674" y="2052808"/>
              <a:ext cx="170376" cy="7180"/>
            </p14:xfrm>
          </p:contentPart>
        </mc:Choice>
        <mc:Fallback xmlns="">
          <p:sp>
            <p:nvSpPr>
              <p:cNvPr id="1051703" name=""/>
              <p:cNvSpPr/>
              <p:nvPr/>
            </p:nvSpPr>
            <p:spPr>
              <a:xfrm>
                <a:off x="8363674" y="2052808"/>
                <a:ext cx="170376" cy="7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1704" name="Encre 1051703"/>
              <p14:cNvContentPartPr/>
              <p14:nvPr/>
            </p14:nvContentPartPr>
            <p14:xfrm>
              <a:off x="8363674" y="1893446"/>
              <a:ext cx="171644" cy="14147"/>
            </p14:xfrm>
          </p:contentPart>
        </mc:Choice>
        <mc:Fallback xmlns="">
          <p:sp>
            <p:nvSpPr>
              <p:cNvPr id="1051704" name=""/>
              <p:cNvSpPr/>
              <p:nvPr/>
            </p:nvSpPr>
            <p:spPr>
              <a:xfrm>
                <a:off x="8363674" y="1893446"/>
                <a:ext cx="171644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1705" name="Encre 1051704"/>
              <p14:cNvContentPartPr/>
              <p14:nvPr/>
            </p14:nvContentPartPr>
            <p14:xfrm>
              <a:off x="8485458" y="1871356"/>
              <a:ext cx="93779" cy="91697"/>
            </p14:xfrm>
          </p:contentPart>
        </mc:Choice>
        <mc:Fallback xmlns="">
          <p:sp>
            <p:nvSpPr>
              <p:cNvPr id="1051705" name=""/>
              <p:cNvSpPr/>
              <p:nvPr/>
            </p:nvSpPr>
            <p:spPr>
              <a:xfrm>
                <a:off x="8485458" y="1871356"/>
                <a:ext cx="93779" cy="91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1706" name="Encre 1051705"/>
              <p14:cNvContentPartPr/>
              <p14:nvPr/>
            </p14:nvContentPartPr>
            <p14:xfrm>
              <a:off x="8649601" y="1842317"/>
              <a:ext cx="86003" cy="357233"/>
            </p14:xfrm>
          </p:contentPart>
        </mc:Choice>
        <mc:Fallback xmlns="">
          <p:sp>
            <p:nvSpPr>
              <p:cNvPr id="1051706" name=""/>
              <p:cNvSpPr/>
              <p:nvPr/>
            </p:nvSpPr>
            <p:spPr>
              <a:xfrm>
                <a:off x="8649601" y="1842317"/>
                <a:ext cx="86003" cy="357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1707" name="Encre 1051706"/>
              <p14:cNvContentPartPr/>
              <p14:nvPr/>
            </p14:nvContentPartPr>
            <p14:xfrm>
              <a:off x="8499577" y="1549713"/>
              <a:ext cx="471187" cy="946219"/>
            </p14:xfrm>
          </p:contentPart>
        </mc:Choice>
        <mc:Fallback xmlns="">
          <p:sp>
            <p:nvSpPr>
              <p:cNvPr id="1051707" name=""/>
              <p:cNvSpPr/>
              <p:nvPr/>
            </p:nvSpPr>
            <p:spPr>
              <a:xfrm>
                <a:off x="8499577" y="1549713"/>
                <a:ext cx="471187" cy="946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1708" name="Encre 1051707"/>
              <p14:cNvContentPartPr/>
              <p14:nvPr/>
            </p14:nvContentPartPr>
            <p14:xfrm>
              <a:off x="900522" y="995210"/>
              <a:ext cx="39652" cy="501528"/>
            </p14:xfrm>
          </p:contentPart>
        </mc:Choice>
        <mc:Fallback xmlns="">
          <p:sp>
            <p:nvSpPr>
              <p:cNvPr id="1051708" name=""/>
              <p:cNvSpPr/>
              <p:nvPr/>
            </p:nvSpPr>
            <p:spPr>
              <a:xfrm>
                <a:off x="900522" y="995210"/>
                <a:ext cx="39652" cy="501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1709" name="Encre 1051708"/>
              <p14:cNvContentPartPr/>
              <p14:nvPr/>
            </p14:nvContentPartPr>
            <p14:xfrm>
              <a:off x="872222" y="1042436"/>
              <a:ext cx="123027" cy="243777"/>
            </p14:xfrm>
          </p:contentPart>
        </mc:Choice>
        <mc:Fallback xmlns="">
          <p:sp>
            <p:nvSpPr>
              <p:cNvPr id="1051709" name=""/>
              <p:cNvSpPr/>
              <p:nvPr/>
            </p:nvSpPr>
            <p:spPr>
              <a:xfrm>
                <a:off x="872222" y="1042436"/>
                <a:ext cx="123027" cy="243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1710" name="Encre 1051709"/>
              <p14:cNvContentPartPr/>
              <p14:nvPr/>
            </p14:nvContentPartPr>
            <p14:xfrm>
              <a:off x="1002349" y="951527"/>
              <a:ext cx="116529" cy="472654"/>
            </p14:xfrm>
          </p:contentPart>
        </mc:Choice>
        <mc:Fallback xmlns="">
          <p:sp>
            <p:nvSpPr>
              <p:cNvPr id="1051710" name=""/>
              <p:cNvSpPr/>
              <p:nvPr/>
            </p:nvSpPr>
            <p:spPr>
              <a:xfrm>
                <a:off x="1002349" y="951527"/>
                <a:ext cx="116529" cy="472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1711" name="Encre 1051710"/>
              <p14:cNvContentPartPr/>
              <p14:nvPr/>
            </p14:nvContentPartPr>
            <p14:xfrm>
              <a:off x="990476" y="1230918"/>
              <a:ext cx="151638" cy="82732"/>
            </p14:xfrm>
          </p:contentPart>
        </mc:Choice>
        <mc:Fallback xmlns="">
          <p:sp>
            <p:nvSpPr>
              <p:cNvPr id="1051711" name=""/>
              <p:cNvSpPr/>
              <p:nvPr/>
            </p:nvSpPr>
            <p:spPr>
              <a:xfrm>
                <a:off x="990476" y="1230918"/>
                <a:ext cx="151638" cy="82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1712" name="Encre 1051711"/>
              <p14:cNvContentPartPr/>
              <p14:nvPr/>
            </p14:nvContentPartPr>
            <p14:xfrm>
              <a:off x="982975" y="1386373"/>
              <a:ext cx="9418" cy="31383"/>
            </p14:xfrm>
          </p:contentPart>
        </mc:Choice>
        <mc:Fallback xmlns="">
          <p:sp>
            <p:nvSpPr>
              <p:cNvPr id="1051712" name=""/>
              <p:cNvSpPr/>
              <p:nvPr/>
            </p:nvSpPr>
            <p:spPr>
              <a:xfrm>
                <a:off x="982975" y="1386373"/>
                <a:ext cx="9418" cy="31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1713" name="Encre 1051712"/>
              <p14:cNvContentPartPr/>
              <p14:nvPr/>
            </p14:nvContentPartPr>
            <p14:xfrm>
              <a:off x="1133439" y="1313651"/>
              <a:ext cx="6994" cy="63543"/>
            </p14:xfrm>
          </p:contentPart>
        </mc:Choice>
        <mc:Fallback xmlns="">
          <p:sp>
            <p:nvSpPr>
              <p:cNvPr id="1051713" name=""/>
              <p:cNvSpPr/>
              <p:nvPr/>
            </p:nvSpPr>
            <p:spPr>
              <a:xfrm>
                <a:off x="1133439" y="1313651"/>
                <a:ext cx="6994" cy="63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1714" name="Encre 1051713"/>
              <p14:cNvContentPartPr/>
              <p14:nvPr/>
            </p14:nvContentPartPr>
            <p14:xfrm>
              <a:off x="1190598" y="1102242"/>
              <a:ext cx="100276" cy="287923"/>
            </p14:xfrm>
          </p:contentPart>
        </mc:Choice>
        <mc:Fallback xmlns="">
          <p:sp>
            <p:nvSpPr>
              <p:cNvPr id="1051714" name=""/>
              <p:cNvSpPr/>
              <p:nvPr/>
            </p:nvSpPr>
            <p:spPr>
              <a:xfrm>
                <a:off x="1190598" y="1102242"/>
                <a:ext cx="100276" cy="287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1715" name="Encre 1051714"/>
              <p14:cNvContentPartPr/>
              <p14:nvPr/>
            </p14:nvContentPartPr>
            <p14:xfrm>
              <a:off x="686983" y="853625"/>
              <a:ext cx="780319" cy="781151"/>
            </p14:xfrm>
          </p:contentPart>
        </mc:Choice>
        <mc:Fallback xmlns="">
          <p:sp>
            <p:nvSpPr>
              <p:cNvPr id="1051715" name=""/>
              <p:cNvSpPr/>
              <p:nvPr/>
            </p:nvSpPr>
            <p:spPr>
              <a:xfrm>
                <a:off x="686983" y="853625"/>
                <a:ext cx="780319" cy="781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1716" name="Encre 1051715"/>
              <p14:cNvContentPartPr/>
              <p14:nvPr/>
            </p14:nvContentPartPr>
            <p14:xfrm>
              <a:off x="6550724" y="2758175"/>
              <a:ext cx="16643" cy="282791"/>
            </p14:xfrm>
          </p:contentPart>
        </mc:Choice>
        <mc:Fallback xmlns="">
          <p:sp>
            <p:nvSpPr>
              <p:cNvPr id="1051716" name=""/>
              <p:cNvSpPr/>
              <p:nvPr/>
            </p:nvSpPr>
            <p:spPr>
              <a:xfrm>
                <a:off x="6550724" y="2758175"/>
                <a:ext cx="16643" cy="282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1717" name="Encre 1051716"/>
              <p14:cNvContentPartPr/>
              <p14:nvPr/>
            </p14:nvContentPartPr>
            <p14:xfrm>
              <a:off x="6484413" y="2620308"/>
              <a:ext cx="336361" cy="424683"/>
            </p14:xfrm>
          </p:contentPart>
        </mc:Choice>
        <mc:Fallback xmlns="">
          <p:sp>
            <p:nvSpPr>
              <p:cNvPr id="1051717" name=""/>
              <p:cNvSpPr/>
              <p:nvPr/>
            </p:nvSpPr>
            <p:spPr>
              <a:xfrm>
                <a:off x="6484413" y="2620308"/>
                <a:ext cx="336361" cy="424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1718" name="Encre 1051717"/>
              <p14:cNvContentPartPr/>
              <p14:nvPr/>
            </p14:nvContentPartPr>
            <p14:xfrm>
              <a:off x="7012402" y="2731631"/>
              <a:ext cx="393589" cy="342614"/>
            </p14:xfrm>
          </p:contentPart>
        </mc:Choice>
        <mc:Fallback xmlns="">
          <p:sp>
            <p:nvSpPr>
              <p:cNvPr id="1051718" name=""/>
              <p:cNvSpPr/>
              <p:nvPr/>
            </p:nvSpPr>
            <p:spPr>
              <a:xfrm>
                <a:off x="7012402" y="2731631"/>
                <a:ext cx="393589" cy="342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1719" name="Encre 1051718"/>
              <p14:cNvContentPartPr/>
              <p14:nvPr/>
            </p14:nvContentPartPr>
            <p14:xfrm>
              <a:off x="7619735" y="2719275"/>
              <a:ext cx="179340" cy="434283"/>
            </p14:xfrm>
          </p:contentPart>
        </mc:Choice>
        <mc:Fallback xmlns="">
          <p:sp>
            <p:nvSpPr>
              <p:cNvPr id="1051719" name=""/>
              <p:cNvSpPr/>
              <p:nvPr/>
            </p:nvSpPr>
            <p:spPr>
              <a:xfrm>
                <a:off x="7619735" y="2719275"/>
                <a:ext cx="179340" cy="434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1720" name="Encre 1051719"/>
              <p14:cNvContentPartPr/>
              <p14:nvPr/>
            </p14:nvContentPartPr>
            <p14:xfrm>
              <a:off x="7893781" y="2689920"/>
              <a:ext cx="33501" cy="142169"/>
            </p14:xfrm>
          </p:contentPart>
        </mc:Choice>
        <mc:Fallback xmlns="">
          <p:sp>
            <p:nvSpPr>
              <p:cNvPr id="1051720" name=""/>
              <p:cNvSpPr/>
              <p:nvPr/>
            </p:nvSpPr>
            <p:spPr>
              <a:xfrm>
                <a:off x="7893781" y="2689920"/>
                <a:ext cx="33501" cy="142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1721" name="Encre 1051720"/>
              <p14:cNvContentPartPr/>
              <p14:nvPr/>
            </p14:nvContentPartPr>
            <p14:xfrm>
              <a:off x="7990577" y="2728030"/>
              <a:ext cx="208039" cy="342817"/>
            </p14:xfrm>
          </p:contentPart>
        </mc:Choice>
        <mc:Fallback xmlns="">
          <p:sp>
            <p:nvSpPr>
              <p:cNvPr id="1051721" name=""/>
              <p:cNvSpPr/>
              <p:nvPr/>
            </p:nvSpPr>
            <p:spPr>
              <a:xfrm>
                <a:off x="7990577" y="2728030"/>
                <a:ext cx="208039" cy="342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1722" name="Encre 1051721"/>
              <p14:cNvContentPartPr/>
              <p14:nvPr/>
            </p14:nvContentPartPr>
            <p14:xfrm>
              <a:off x="7998764" y="2914790"/>
              <a:ext cx="193265" cy="14147"/>
            </p14:xfrm>
          </p:contentPart>
        </mc:Choice>
        <mc:Fallback xmlns="">
          <p:sp>
            <p:nvSpPr>
              <p:cNvPr id="1051722" name=""/>
              <p:cNvSpPr/>
              <p:nvPr/>
            </p:nvSpPr>
            <p:spPr>
              <a:xfrm>
                <a:off x="7998764" y="2914790"/>
                <a:ext cx="193265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1723" name="Encre 1051722"/>
              <p14:cNvContentPartPr/>
              <p14:nvPr/>
            </p14:nvContentPartPr>
            <p14:xfrm>
              <a:off x="8245879" y="3008609"/>
              <a:ext cx="182217" cy="124639"/>
            </p14:xfrm>
          </p:contentPart>
        </mc:Choice>
        <mc:Fallback xmlns="">
          <p:sp>
            <p:nvSpPr>
              <p:cNvPr id="1051723" name=""/>
              <p:cNvSpPr/>
              <p:nvPr/>
            </p:nvSpPr>
            <p:spPr>
              <a:xfrm>
                <a:off x="8245879" y="3008609"/>
                <a:ext cx="182217" cy="124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1724" name="Encre 1051723"/>
              <p14:cNvContentPartPr/>
              <p14:nvPr/>
            </p14:nvContentPartPr>
            <p14:xfrm>
              <a:off x="6554130" y="3189795"/>
              <a:ext cx="1924849" cy="57661"/>
            </p14:xfrm>
          </p:contentPart>
        </mc:Choice>
        <mc:Fallback xmlns="">
          <p:sp>
            <p:nvSpPr>
              <p:cNvPr id="1051724" name=""/>
              <p:cNvSpPr/>
              <p:nvPr/>
            </p:nvSpPr>
            <p:spPr>
              <a:xfrm>
                <a:off x="6554130" y="3189795"/>
                <a:ext cx="1924849" cy="57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1725" name="Encre 1051724"/>
              <p14:cNvContentPartPr/>
              <p14:nvPr/>
            </p14:nvContentPartPr>
            <p14:xfrm>
              <a:off x="4244214" y="4777932"/>
              <a:ext cx="737234" cy="331442"/>
            </p14:xfrm>
          </p:contentPart>
        </mc:Choice>
        <mc:Fallback xmlns="">
          <p:sp>
            <p:nvSpPr>
              <p:cNvPr id="1051725" name=""/>
              <p:cNvSpPr/>
              <p:nvPr/>
            </p:nvSpPr>
            <p:spPr>
              <a:xfrm>
                <a:off x="4244214" y="4777932"/>
                <a:ext cx="737234" cy="331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1726" name="Encre 1051725"/>
              <p14:cNvContentPartPr/>
              <p14:nvPr/>
            </p14:nvContentPartPr>
            <p14:xfrm>
              <a:off x="4993203" y="4868072"/>
              <a:ext cx="168374" cy="399830"/>
            </p14:xfrm>
          </p:contentPart>
        </mc:Choice>
        <mc:Fallback xmlns="">
          <p:sp>
            <p:nvSpPr>
              <p:cNvPr id="1051726" name=""/>
              <p:cNvSpPr/>
              <p:nvPr/>
            </p:nvSpPr>
            <p:spPr>
              <a:xfrm>
                <a:off x="4993203" y="4868072"/>
                <a:ext cx="168374" cy="399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1727" name="Encre 1051726"/>
              <p14:cNvContentPartPr/>
              <p14:nvPr/>
            </p14:nvContentPartPr>
            <p14:xfrm>
              <a:off x="5224218" y="4877556"/>
              <a:ext cx="221505" cy="239265"/>
            </p14:xfrm>
          </p:contentPart>
        </mc:Choice>
        <mc:Fallback xmlns="">
          <p:sp>
            <p:nvSpPr>
              <p:cNvPr id="1051727" name=""/>
              <p:cNvSpPr/>
              <p:nvPr/>
            </p:nvSpPr>
            <p:spPr>
              <a:xfrm>
                <a:off x="5224218" y="4877556"/>
                <a:ext cx="221505" cy="239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1728" name="Encre 1051727"/>
              <p14:cNvContentPartPr/>
              <p14:nvPr/>
            </p14:nvContentPartPr>
            <p14:xfrm>
              <a:off x="4351995" y="4482918"/>
              <a:ext cx="78865" cy="174078"/>
            </p14:xfrm>
          </p:contentPart>
        </mc:Choice>
        <mc:Fallback xmlns="">
          <p:sp>
            <p:nvSpPr>
              <p:cNvPr id="1051728" name=""/>
              <p:cNvSpPr/>
              <p:nvPr/>
            </p:nvSpPr>
            <p:spPr>
              <a:xfrm>
                <a:off x="4351995" y="4482918"/>
                <a:ext cx="78865" cy="174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1729" name="Encre 1051728"/>
              <p14:cNvContentPartPr/>
              <p14:nvPr/>
            </p14:nvContentPartPr>
            <p14:xfrm>
              <a:off x="4435787" y="5355590"/>
              <a:ext cx="288223" cy="329473"/>
            </p14:xfrm>
          </p:contentPart>
        </mc:Choice>
        <mc:Fallback xmlns="">
          <p:sp>
            <p:nvSpPr>
              <p:cNvPr id="1051729" name=""/>
              <p:cNvSpPr/>
              <p:nvPr/>
            </p:nvSpPr>
            <p:spPr>
              <a:xfrm>
                <a:off x="4435787" y="5355590"/>
                <a:ext cx="288223" cy="329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1730" name="Encre 1051729"/>
              <p14:cNvContentPartPr/>
              <p14:nvPr/>
            </p14:nvContentPartPr>
            <p14:xfrm>
              <a:off x="4680605" y="5370482"/>
              <a:ext cx="11466" cy="30693"/>
            </p14:xfrm>
          </p:contentPart>
        </mc:Choice>
        <mc:Fallback xmlns="">
          <p:sp>
            <p:nvSpPr>
              <p:cNvPr id="1051730" name=""/>
              <p:cNvSpPr/>
              <p:nvPr/>
            </p:nvSpPr>
            <p:spPr>
              <a:xfrm>
                <a:off x="4680605" y="5370482"/>
                <a:ext cx="11466" cy="30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1731" name="Encre 1051730"/>
              <p14:cNvContentPartPr/>
              <p14:nvPr/>
            </p14:nvContentPartPr>
            <p14:xfrm>
              <a:off x="4825333" y="5599709"/>
              <a:ext cx="314624" cy="183867"/>
            </p14:xfrm>
          </p:contentPart>
        </mc:Choice>
        <mc:Fallback xmlns="">
          <p:sp>
            <p:nvSpPr>
              <p:cNvPr id="1051731" name=""/>
              <p:cNvSpPr/>
              <p:nvPr/>
            </p:nvSpPr>
            <p:spPr>
              <a:xfrm>
                <a:off x="4825333" y="5599709"/>
                <a:ext cx="314624" cy="1838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1732" name="Encre 1051731"/>
              <p14:cNvContentPartPr/>
              <p14:nvPr/>
            </p14:nvContentPartPr>
            <p14:xfrm>
              <a:off x="5045073" y="5384629"/>
              <a:ext cx="78982" cy="50632"/>
            </p14:xfrm>
          </p:contentPart>
        </mc:Choice>
        <mc:Fallback xmlns="">
          <p:sp>
            <p:nvSpPr>
              <p:cNvPr id="1051732" name=""/>
              <p:cNvSpPr/>
              <p:nvPr/>
            </p:nvSpPr>
            <p:spPr>
              <a:xfrm>
                <a:off x="5045073" y="5384629"/>
                <a:ext cx="78982" cy="50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1733" name="Encre 1051732"/>
              <p14:cNvContentPartPr/>
              <p14:nvPr/>
            </p14:nvContentPartPr>
            <p14:xfrm>
              <a:off x="5245398" y="5377431"/>
              <a:ext cx="28680" cy="427649"/>
            </p14:xfrm>
          </p:contentPart>
        </mc:Choice>
        <mc:Fallback xmlns="">
          <p:sp>
            <p:nvSpPr>
              <p:cNvPr id="1051733" name=""/>
              <p:cNvSpPr/>
              <p:nvPr/>
            </p:nvSpPr>
            <p:spPr>
              <a:xfrm>
                <a:off x="5245398" y="5377431"/>
                <a:ext cx="28680" cy="427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1734" name="Encre 1051733"/>
              <p14:cNvContentPartPr/>
              <p14:nvPr/>
            </p14:nvContentPartPr>
            <p14:xfrm>
              <a:off x="5238338" y="5618959"/>
              <a:ext cx="141629" cy="151248"/>
            </p14:xfrm>
          </p:contentPart>
        </mc:Choice>
        <mc:Fallback xmlns="">
          <p:sp>
            <p:nvSpPr>
              <p:cNvPr id="1051734" name=""/>
              <p:cNvSpPr/>
              <p:nvPr/>
            </p:nvSpPr>
            <p:spPr>
              <a:xfrm>
                <a:off x="5238338" y="5618959"/>
                <a:ext cx="141629" cy="151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1735" name="Encre 1051734"/>
              <p14:cNvContentPartPr/>
              <p14:nvPr/>
            </p14:nvContentPartPr>
            <p14:xfrm>
              <a:off x="5388361" y="5507985"/>
              <a:ext cx="43242" cy="72226"/>
            </p14:xfrm>
          </p:contentPart>
        </mc:Choice>
        <mc:Fallback xmlns="">
          <p:sp>
            <p:nvSpPr>
              <p:cNvPr id="1051735" name=""/>
              <p:cNvSpPr/>
              <p:nvPr/>
            </p:nvSpPr>
            <p:spPr>
              <a:xfrm>
                <a:off x="5388361" y="5507985"/>
                <a:ext cx="43242" cy="72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1736" name="Encre 1051735"/>
              <p14:cNvContentPartPr/>
              <p14:nvPr/>
            </p14:nvContentPartPr>
            <p14:xfrm>
              <a:off x="5474404" y="5545013"/>
              <a:ext cx="138040" cy="495353"/>
            </p14:xfrm>
          </p:contentPart>
        </mc:Choice>
        <mc:Fallback xmlns="">
          <p:sp>
            <p:nvSpPr>
              <p:cNvPr id="1051736" name=""/>
              <p:cNvSpPr/>
              <p:nvPr/>
            </p:nvSpPr>
            <p:spPr>
              <a:xfrm>
                <a:off x="5474404" y="5545013"/>
                <a:ext cx="138040" cy="495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1737" name="Encre 1051736"/>
              <p14:cNvContentPartPr/>
              <p14:nvPr/>
            </p14:nvContentPartPr>
            <p14:xfrm>
              <a:off x="5646048" y="5587409"/>
              <a:ext cx="286092" cy="221150"/>
            </p14:xfrm>
          </p:contentPart>
        </mc:Choice>
        <mc:Fallback xmlns="">
          <p:sp>
            <p:nvSpPr>
              <p:cNvPr id="1051737" name=""/>
              <p:cNvSpPr/>
              <p:nvPr/>
            </p:nvSpPr>
            <p:spPr>
              <a:xfrm>
                <a:off x="5646048" y="5587409"/>
                <a:ext cx="286092" cy="221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1738" name="Encre 1051737"/>
              <p14:cNvContentPartPr/>
              <p14:nvPr/>
            </p14:nvContentPartPr>
            <p14:xfrm>
              <a:off x="4812100" y="6051046"/>
              <a:ext cx="690985" cy="17362"/>
            </p14:xfrm>
          </p:contentPart>
        </mc:Choice>
        <mc:Fallback xmlns="">
          <p:sp>
            <p:nvSpPr>
              <p:cNvPr id="1051738" name=""/>
              <p:cNvSpPr/>
              <p:nvPr/>
            </p:nvSpPr>
            <p:spPr>
              <a:xfrm>
                <a:off x="4812100" y="6051046"/>
                <a:ext cx="690985" cy="17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1739" name="Encre 1051738"/>
              <p14:cNvContentPartPr/>
              <p14:nvPr/>
            </p14:nvContentPartPr>
            <p14:xfrm>
              <a:off x="4377586" y="5258070"/>
              <a:ext cx="734556" cy="40952"/>
            </p14:xfrm>
          </p:contentPart>
        </mc:Choice>
        <mc:Fallback xmlns="">
          <p:sp>
            <p:nvSpPr>
              <p:cNvPr id="1051739" name=""/>
              <p:cNvSpPr/>
              <p:nvPr/>
            </p:nvSpPr>
            <p:spPr>
              <a:xfrm>
                <a:off x="4377586" y="5258070"/>
                <a:ext cx="734556" cy="40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1740" name="Encre 1051739"/>
              <p14:cNvContentPartPr/>
              <p14:nvPr/>
            </p14:nvContentPartPr>
            <p14:xfrm>
              <a:off x="5196456" y="4681975"/>
              <a:ext cx="6654" cy="114311"/>
            </p14:xfrm>
          </p:contentPart>
        </mc:Choice>
        <mc:Fallback xmlns="">
          <p:sp>
            <p:nvSpPr>
              <p:cNvPr id="1051740" name=""/>
              <p:cNvSpPr/>
              <p:nvPr/>
            </p:nvSpPr>
            <p:spPr>
              <a:xfrm>
                <a:off x="5196456" y="4681975"/>
                <a:ext cx="6654" cy="114311"/>
              </a:xfrm>
            </p:spPr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3" name="ZoneTexte 3"/>
          <p:cNvSpPr txBox="1"/>
          <p:nvPr/>
        </p:nvSpPr>
        <p:spPr>
          <a:xfrm>
            <a:off x="553791" y="218939"/>
            <a:ext cx="3268979" cy="447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4.2. Energie potentielle</a:t>
            </a:r>
          </a:p>
        </p:txBody>
      </p:sp>
      <p:sp>
        <p:nvSpPr>
          <p:cNvPr id="1050234" name="ZoneTexte 4"/>
          <p:cNvSpPr txBox="1"/>
          <p:nvPr/>
        </p:nvSpPr>
        <p:spPr>
          <a:xfrm>
            <a:off x="553791" y="746973"/>
            <a:ext cx="3878580" cy="447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4.2.1. Forces conservatives</a:t>
            </a:r>
          </a:p>
        </p:txBody>
      </p:sp>
      <p:sp>
        <p:nvSpPr>
          <p:cNvPr id="1050235" name="ZoneTexte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9243" y="1275007"/>
            <a:ext cx="11526592" cy="2000548"/>
          </a:xfrm>
          <a:prstGeom prst="rect">
            <a:avLst/>
          </a:prstGeom>
          <a:blipFill rotWithShape="0">
            <a:blip r:embed="rId2"/>
            <a:stretch>
              <a:fillRect l="-476" t="-1524" r="-582" b="-1829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236" name="ZoneTexte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3791" y="3580325"/>
            <a:ext cx="7352462" cy="1374094"/>
          </a:xfrm>
          <a:prstGeom prst="rect">
            <a:avLst/>
          </a:prstGeom>
          <a:blipFill rotWithShape="0">
            <a:blip r:embed="rId3"/>
            <a:stretch>
              <a:fillRect l="-1327" t="-354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44" name="Connecteur droit avec flèche 6"/>
          <p:cNvCxnSpPr>
            <a:cxnSpLocks/>
          </p:cNvCxnSpPr>
          <p:nvPr/>
        </p:nvCxnSpPr>
        <p:spPr>
          <a:xfrm flipV="1">
            <a:off x="8616723" y="3690663"/>
            <a:ext cx="0" cy="2671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237" name="Ellipse 7"/>
          <p:cNvSpPr/>
          <p:nvPr/>
        </p:nvSpPr>
        <p:spPr>
          <a:xfrm>
            <a:off x="9435489" y="5116550"/>
            <a:ext cx="84698" cy="1155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50238" name="Forme libre 8"/>
          <p:cNvSpPr/>
          <p:nvPr/>
        </p:nvSpPr>
        <p:spPr>
          <a:xfrm>
            <a:off x="9491955" y="4302425"/>
            <a:ext cx="2016328" cy="1506978"/>
          </a:xfrm>
          <a:custGeom>
            <a:avLst/>
            <a:gdLst>
              <a:gd name="connsiteX0" fmla="*/ 0 w 3039414"/>
              <a:gd name="connsiteY0" fmla="*/ 940158 h 1713288"/>
              <a:gd name="connsiteX1" fmla="*/ 888642 w 3039414"/>
              <a:gd name="connsiteY1" fmla="*/ 167425 h 1713288"/>
              <a:gd name="connsiteX2" fmla="*/ 2382591 w 3039414"/>
              <a:gd name="connsiteY2" fmla="*/ 1712890 h 1713288"/>
              <a:gd name="connsiteX3" fmla="*/ 3039414 w 3039414"/>
              <a:gd name="connsiteY3" fmla="*/ 0 h 1713288"/>
              <a:gd name="connsiteX4" fmla="*/ 3039414 w 3039414"/>
              <a:gd name="connsiteY4" fmla="*/ 0 h 171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9414" h="1713288">
                <a:moveTo>
                  <a:pt x="0" y="940158"/>
                </a:moveTo>
                <a:cubicBezTo>
                  <a:pt x="245771" y="489397"/>
                  <a:pt x="491543" y="38636"/>
                  <a:pt x="888642" y="167425"/>
                </a:cubicBezTo>
                <a:cubicBezTo>
                  <a:pt x="1285741" y="296214"/>
                  <a:pt x="2024129" y="1740794"/>
                  <a:pt x="2382591" y="1712890"/>
                </a:cubicBezTo>
                <a:cubicBezTo>
                  <a:pt x="2741053" y="1684986"/>
                  <a:pt x="3039414" y="0"/>
                  <a:pt x="3039414" y="0"/>
                </a:cubicBezTo>
                <a:lnTo>
                  <a:pt x="3039414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50239" name="ZoneTexte 10"/>
          <p:cNvSpPr txBox="1"/>
          <p:nvPr/>
        </p:nvSpPr>
        <p:spPr>
          <a:xfrm>
            <a:off x="9562539" y="5116550"/>
            <a:ext cx="3479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b="1" dirty="0"/>
              <a:t>A</a:t>
            </a:r>
          </a:p>
        </p:txBody>
      </p:sp>
      <p:cxnSp>
        <p:nvCxnSpPr>
          <p:cNvPr id="3145745" name="Connecteur droit 13"/>
          <p:cNvCxnSpPr>
            <a:cxnSpLocks/>
            <a:stCxn id="1050237" idx="2"/>
            <a:endCxn id="1050240" idx="3"/>
          </p:cNvCxnSpPr>
          <p:nvPr/>
        </p:nvCxnSpPr>
        <p:spPr>
          <a:xfrm flipH="1">
            <a:off x="8644956" y="5174316"/>
            <a:ext cx="790533" cy="3454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240" name="ZoneTexte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48819" y="4897428"/>
            <a:ext cx="596137" cy="62285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241" name="Ellipse 24"/>
          <p:cNvSpPr/>
          <p:nvPr/>
        </p:nvSpPr>
        <p:spPr>
          <a:xfrm>
            <a:off x="8589751" y="60483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50242" name="ZoneTexte 25"/>
          <p:cNvSpPr txBox="1"/>
          <p:nvPr/>
        </p:nvSpPr>
        <p:spPr>
          <a:xfrm>
            <a:off x="8238618" y="5889954"/>
            <a:ext cx="388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O</a:t>
            </a:r>
          </a:p>
        </p:txBody>
      </p:sp>
      <p:sp>
        <p:nvSpPr>
          <p:cNvPr id="1050243" name="Rectangle 2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73605" y="5863209"/>
            <a:ext cx="3987374" cy="461665"/>
          </a:xfrm>
          <a:prstGeom prst="rect">
            <a:avLst/>
          </a:prstGeom>
          <a:blipFill rotWithShape="0">
            <a:blip r:embed="rId5"/>
            <a:stretch>
              <a:fillRect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0244" name="Rectangle 2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64079" y="5152006"/>
            <a:ext cx="2670859" cy="494751"/>
          </a:xfrm>
          <a:prstGeom prst="rect">
            <a:avLst/>
          </a:prstGeom>
          <a:blipFill rotWithShape="0">
            <a:blip r:embed="rId6"/>
            <a:stretch>
              <a:fillRect b="-74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46" name="Connecteur droit avec flèche 29"/>
          <p:cNvCxnSpPr>
            <a:cxnSpLocks/>
          </p:cNvCxnSpPr>
          <p:nvPr/>
        </p:nvCxnSpPr>
        <p:spPr>
          <a:xfrm>
            <a:off x="10062503" y="5386455"/>
            <a:ext cx="0" cy="846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245" name="Rectangle 3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28857" y="5543257"/>
            <a:ext cx="461986" cy="461665"/>
          </a:xfrm>
          <a:prstGeom prst="rect">
            <a:avLst/>
          </a:prstGeom>
          <a:blipFill rotWithShape="0">
            <a:blip r:embed="rId7"/>
            <a:stretch>
              <a:fillRect b="-1052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246" name="Encre 1050245"/>
              <p14:cNvContentPartPr/>
              <p14:nvPr/>
            </p14:nvContentPartPr>
            <p14:xfrm>
              <a:off x="1855316" y="2680985"/>
              <a:ext cx="34426" cy="12844"/>
            </p14:xfrm>
          </p:contentPart>
        </mc:Choice>
        <mc:Fallback xmlns="">
          <p:sp>
            <p:nvSpPr>
              <p:cNvPr id="1050246" name=""/>
              <p:cNvSpPr/>
              <p:nvPr/>
            </p:nvSpPr>
            <p:spPr>
              <a:xfrm>
                <a:off x="1855316" y="2680985"/>
                <a:ext cx="34426" cy="12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247" name="Encre 1050246"/>
              <p14:cNvContentPartPr/>
              <p14:nvPr/>
            </p14:nvContentPartPr>
            <p14:xfrm>
              <a:off x="5303639" y="3153558"/>
              <a:ext cx="20741" cy="30538"/>
            </p14:xfrm>
          </p:contentPart>
        </mc:Choice>
        <mc:Fallback xmlns="">
          <p:sp>
            <p:nvSpPr>
              <p:cNvPr id="1050247" name=""/>
              <p:cNvSpPr/>
              <p:nvPr/>
            </p:nvSpPr>
            <p:spPr>
              <a:xfrm>
                <a:off x="5303639" y="3153558"/>
                <a:ext cx="20741" cy="30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741" name="Encre 1051740"/>
              <p14:cNvContentPartPr/>
              <p14:nvPr/>
            </p14:nvContentPartPr>
            <p14:xfrm>
              <a:off x="1440987" y="1156856"/>
              <a:ext cx="2948589" cy="13953"/>
            </p14:xfrm>
          </p:contentPart>
        </mc:Choice>
        <mc:Fallback xmlns="">
          <p:sp>
            <p:nvSpPr>
              <p:cNvPr id="1051741" name=""/>
              <p:cNvSpPr/>
              <p:nvPr/>
            </p:nvSpPr>
            <p:spPr>
              <a:xfrm>
                <a:off x="1440987" y="1156856"/>
                <a:ext cx="2948589" cy="139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742" name="Encre 1051741"/>
              <p14:cNvContentPartPr/>
              <p14:nvPr/>
            </p14:nvContentPartPr>
            <p14:xfrm>
              <a:off x="4961605" y="2802035"/>
              <a:ext cx="1548425" cy="619328"/>
            </p14:xfrm>
          </p:contentPart>
        </mc:Choice>
        <mc:Fallback xmlns="">
          <p:sp>
            <p:nvSpPr>
              <p:cNvPr id="1051742" name=""/>
              <p:cNvSpPr/>
              <p:nvPr/>
            </p:nvSpPr>
            <p:spPr>
              <a:xfrm>
                <a:off x="4961605" y="2802035"/>
                <a:ext cx="1548425" cy="619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743" name="Encre 1051742"/>
              <p14:cNvContentPartPr/>
              <p14:nvPr/>
            </p14:nvContentPartPr>
            <p14:xfrm>
              <a:off x="4044709" y="4004313"/>
              <a:ext cx="435570" cy="98696"/>
            </p14:xfrm>
          </p:contentPart>
        </mc:Choice>
        <mc:Fallback xmlns="">
          <p:sp>
            <p:nvSpPr>
              <p:cNvPr id="1051743" name=""/>
              <p:cNvSpPr/>
              <p:nvPr/>
            </p:nvSpPr>
            <p:spPr>
              <a:xfrm>
                <a:off x="4044709" y="4004313"/>
                <a:ext cx="435570" cy="9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744" name="Encre 1051743"/>
              <p14:cNvContentPartPr/>
              <p14:nvPr/>
            </p14:nvContentPartPr>
            <p14:xfrm>
              <a:off x="4058450" y="3660099"/>
              <a:ext cx="241549" cy="254592"/>
            </p14:xfrm>
          </p:contentPart>
        </mc:Choice>
        <mc:Fallback xmlns="">
          <p:sp>
            <p:nvSpPr>
              <p:cNvPr id="1051744" name=""/>
              <p:cNvSpPr/>
              <p:nvPr/>
            </p:nvSpPr>
            <p:spPr>
              <a:xfrm>
                <a:off x="4058450" y="3660099"/>
                <a:ext cx="241549" cy="254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745" name="Encre 1051744"/>
              <p14:cNvContentPartPr/>
              <p14:nvPr/>
            </p14:nvContentPartPr>
            <p14:xfrm>
              <a:off x="4122872" y="3762145"/>
              <a:ext cx="171644" cy="10667"/>
            </p14:xfrm>
          </p:contentPart>
        </mc:Choice>
        <mc:Fallback xmlns="">
          <p:sp>
            <p:nvSpPr>
              <p:cNvPr id="1051745" name=""/>
              <p:cNvSpPr/>
              <p:nvPr/>
            </p:nvSpPr>
            <p:spPr>
              <a:xfrm>
                <a:off x="4122872" y="3762145"/>
                <a:ext cx="171644" cy="10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746" name="Encre 1051745"/>
              <p14:cNvContentPartPr/>
              <p14:nvPr/>
            </p14:nvContentPartPr>
            <p14:xfrm>
              <a:off x="4051390" y="3595354"/>
              <a:ext cx="154153" cy="7490"/>
            </p14:xfrm>
          </p:contentPart>
        </mc:Choice>
        <mc:Fallback xmlns="">
          <p:sp>
            <p:nvSpPr>
              <p:cNvPr id="1051746" name=""/>
              <p:cNvSpPr/>
              <p:nvPr/>
            </p:nvSpPr>
            <p:spPr>
              <a:xfrm>
                <a:off x="4051390" y="3595354"/>
                <a:ext cx="154153" cy="7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747" name="Encre 1051746"/>
              <p14:cNvContentPartPr/>
              <p14:nvPr/>
            </p14:nvContentPartPr>
            <p14:xfrm>
              <a:off x="4179792" y="3530574"/>
              <a:ext cx="107222" cy="112186"/>
            </p14:xfrm>
          </p:contentPart>
        </mc:Choice>
        <mc:Fallback xmlns="">
          <p:sp>
            <p:nvSpPr>
              <p:cNvPr id="1051747" name=""/>
              <p:cNvSpPr/>
              <p:nvPr/>
            </p:nvSpPr>
            <p:spPr>
              <a:xfrm>
                <a:off x="4179792" y="3530574"/>
                <a:ext cx="107222" cy="112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748" name="Encre 1051747"/>
              <p14:cNvContentPartPr/>
              <p14:nvPr/>
            </p14:nvContentPartPr>
            <p14:xfrm>
              <a:off x="2742217" y="4352556"/>
              <a:ext cx="416270" cy="59574"/>
            </p14:xfrm>
          </p:contentPart>
        </mc:Choice>
        <mc:Fallback xmlns="">
          <p:sp>
            <p:nvSpPr>
              <p:cNvPr id="1051748" name=""/>
              <p:cNvSpPr/>
              <p:nvPr/>
            </p:nvSpPr>
            <p:spPr>
              <a:xfrm>
                <a:off x="2742217" y="4352556"/>
                <a:ext cx="416270" cy="59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749" name="Encre 1051748"/>
              <p14:cNvContentPartPr/>
              <p14:nvPr/>
            </p14:nvContentPartPr>
            <p14:xfrm>
              <a:off x="5531436" y="3790936"/>
              <a:ext cx="114612" cy="234277"/>
            </p14:xfrm>
          </p:contentPart>
        </mc:Choice>
        <mc:Fallback xmlns="">
          <p:sp>
            <p:nvSpPr>
              <p:cNvPr id="1051749" name=""/>
              <p:cNvSpPr/>
              <p:nvPr/>
            </p:nvSpPr>
            <p:spPr>
              <a:xfrm>
                <a:off x="5531436" y="3790936"/>
                <a:ext cx="114612" cy="234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750" name="Encre 1051749"/>
              <p14:cNvContentPartPr/>
              <p14:nvPr/>
            </p14:nvContentPartPr>
            <p14:xfrm>
              <a:off x="5496025" y="3935885"/>
              <a:ext cx="172239" cy="106865"/>
            </p14:xfrm>
          </p:contentPart>
        </mc:Choice>
        <mc:Fallback xmlns="">
          <p:sp>
            <p:nvSpPr>
              <p:cNvPr id="1051750" name=""/>
              <p:cNvSpPr/>
              <p:nvPr/>
            </p:nvSpPr>
            <p:spPr>
              <a:xfrm>
                <a:off x="5496025" y="3935885"/>
                <a:ext cx="172239" cy="1068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751" name="Encre 1051750"/>
              <p14:cNvContentPartPr/>
              <p14:nvPr/>
            </p14:nvContentPartPr>
            <p14:xfrm>
              <a:off x="5524265" y="3555172"/>
              <a:ext cx="223723" cy="165528"/>
            </p14:xfrm>
          </p:contentPart>
        </mc:Choice>
        <mc:Fallback xmlns="">
          <p:sp>
            <p:nvSpPr>
              <p:cNvPr id="1051751" name=""/>
              <p:cNvSpPr/>
              <p:nvPr/>
            </p:nvSpPr>
            <p:spPr>
              <a:xfrm>
                <a:off x="5524265" y="3555172"/>
                <a:ext cx="223723" cy="165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752" name="Encre 1051751"/>
              <p14:cNvContentPartPr/>
              <p14:nvPr/>
            </p14:nvContentPartPr>
            <p14:xfrm>
              <a:off x="5710578" y="3561544"/>
              <a:ext cx="442358" cy="232764"/>
            </p14:xfrm>
          </p:contentPart>
        </mc:Choice>
        <mc:Fallback xmlns="">
          <p:sp>
            <p:nvSpPr>
              <p:cNvPr id="1051752" name=""/>
              <p:cNvSpPr/>
              <p:nvPr/>
            </p:nvSpPr>
            <p:spPr>
              <a:xfrm>
                <a:off x="5710578" y="3561544"/>
                <a:ext cx="442358" cy="232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753" name="Encre 1051752"/>
              <p14:cNvContentPartPr/>
              <p14:nvPr/>
            </p14:nvContentPartPr>
            <p14:xfrm>
              <a:off x="6071713" y="3486891"/>
              <a:ext cx="31906" cy="62542"/>
            </p14:xfrm>
          </p:contentPart>
        </mc:Choice>
        <mc:Fallback xmlns="">
          <p:sp>
            <p:nvSpPr>
              <p:cNvPr id="1051753" name=""/>
              <p:cNvSpPr/>
              <p:nvPr/>
            </p:nvSpPr>
            <p:spPr>
              <a:xfrm>
                <a:off x="6071713" y="3486891"/>
                <a:ext cx="31906" cy="62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754" name="Encre 1051753"/>
              <p14:cNvContentPartPr/>
              <p14:nvPr/>
            </p14:nvContentPartPr>
            <p14:xfrm>
              <a:off x="6202440" y="3484450"/>
              <a:ext cx="268088" cy="305460"/>
            </p14:xfrm>
          </p:contentPart>
        </mc:Choice>
        <mc:Fallback xmlns="">
          <p:sp>
            <p:nvSpPr>
              <p:cNvPr id="1051754" name=""/>
              <p:cNvSpPr/>
              <p:nvPr/>
            </p:nvSpPr>
            <p:spPr>
              <a:xfrm>
                <a:off x="6202440" y="3484450"/>
                <a:ext cx="268088" cy="3054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755" name="Encre 1051754"/>
              <p14:cNvContentPartPr/>
              <p14:nvPr/>
            </p14:nvContentPartPr>
            <p14:xfrm>
              <a:off x="6354246" y="3622753"/>
              <a:ext cx="221814" cy="156982"/>
            </p14:xfrm>
          </p:contentPart>
        </mc:Choice>
        <mc:Fallback xmlns="">
          <p:sp>
            <p:nvSpPr>
              <p:cNvPr id="1051755" name=""/>
              <p:cNvSpPr/>
              <p:nvPr/>
            </p:nvSpPr>
            <p:spPr>
              <a:xfrm>
                <a:off x="6354246" y="3622753"/>
                <a:ext cx="221814" cy="156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756" name="Encre 1051755"/>
              <p14:cNvContentPartPr/>
              <p14:nvPr/>
            </p14:nvContentPartPr>
            <p14:xfrm>
              <a:off x="6525890" y="3537524"/>
              <a:ext cx="14120" cy="36237"/>
            </p14:xfrm>
          </p:contentPart>
        </mc:Choice>
        <mc:Fallback xmlns="">
          <p:sp>
            <p:nvSpPr>
              <p:cNvPr id="1051756" name=""/>
              <p:cNvSpPr/>
              <p:nvPr/>
            </p:nvSpPr>
            <p:spPr>
              <a:xfrm>
                <a:off x="6525890" y="3537524"/>
                <a:ext cx="14120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757" name="Encre 1051756"/>
              <p14:cNvContentPartPr/>
              <p14:nvPr/>
            </p14:nvContentPartPr>
            <p14:xfrm>
              <a:off x="6645024" y="3653068"/>
              <a:ext cx="246877" cy="153760"/>
            </p14:xfrm>
          </p:contentPart>
        </mc:Choice>
        <mc:Fallback xmlns="">
          <p:sp>
            <p:nvSpPr>
              <p:cNvPr id="1051757" name=""/>
              <p:cNvSpPr/>
              <p:nvPr/>
            </p:nvSpPr>
            <p:spPr>
              <a:xfrm>
                <a:off x="6645024" y="3653068"/>
                <a:ext cx="246877" cy="153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758" name="Encre 1051757"/>
              <p14:cNvContentPartPr/>
              <p14:nvPr/>
            </p14:nvContentPartPr>
            <p14:xfrm>
              <a:off x="7047882" y="3643629"/>
              <a:ext cx="208701" cy="114793"/>
            </p14:xfrm>
          </p:contentPart>
        </mc:Choice>
        <mc:Fallback xmlns="">
          <p:sp>
            <p:nvSpPr>
              <p:cNvPr id="1051758" name=""/>
              <p:cNvSpPr/>
              <p:nvPr/>
            </p:nvSpPr>
            <p:spPr>
              <a:xfrm>
                <a:off x="7047882" y="3643629"/>
                <a:ext cx="208701" cy="1147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759" name="Encre 1051758"/>
              <p14:cNvContentPartPr/>
              <p14:nvPr/>
            </p14:nvContentPartPr>
            <p14:xfrm>
              <a:off x="6997580" y="3479445"/>
              <a:ext cx="200325" cy="29039"/>
            </p14:xfrm>
          </p:contentPart>
        </mc:Choice>
        <mc:Fallback xmlns="">
          <p:sp>
            <p:nvSpPr>
              <p:cNvPr id="1051759" name=""/>
              <p:cNvSpPr/>
              <p:nvPr/>
            </p:nvSpPr>
            <p:spPr>
              <a:xfrm>
                <a:off x="6997580" y="3479445"/>
                <a:ext cx="200325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760" name="Encre 1051759"/>
              <p14:cNvContentPartPr/>
              <p14:nvPr/>
            </p14:nvContentPartPr>
            <p14:xfrm>
              <a:off x="7292512" y="3428812"/>
              <a:ext cx="225506" cy="385652"/>
            </p14:xfrm>
          </p:contentPart>
        </mc:Choice>
        <mc:Fallback xmlns="">
          <p:sp>
            <p:nvSpPr>
              <p:cNvPr id="1051760" name=""/>
              <p:cNvSpPr/>
              <p:nvPr/>
            </p:nvSpPr>
            <p:spPr>
              <a:xfrm>
                <a:off x="7292512" y="3428812"/>
                <a:ext cx="225506" cy="385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761" name="Encre 1051760"/>
              <p14:cNvContentPartPr/>
              <p14:nvPr/>
            </p14:nvContentPartPr>
            <p14:xfrm>
              <a:off x="7408096" y="3515682"/>
              <a:ext cx="54555" cy="92814"/>
            </p14:xfrm>
          </p:contentPart>
        </mc:Choice>
        <mc:Fallback xmlns="">
          <p:sp>
            <p:nvSpPr>
              <p:cNvPr id="1051761" name=""/>
              <p:cNvSpPr/>
              <p:nvPr/>
            </p:nvSpPr>
            <p:spPr>
              <a:xfrm>
                <a:off x="7408096" y="3515682"/>
                <a:ext cx="54555" cy="92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762" name="Encre 1051761"/>
              <p14:cNvContentPartPr/>
              <p14:nvPr/>
            </p14:nvContentPartPr>
            <p14:xfrm>
              <a:off x="7534134" y="3500508"/>
              <a:ext cx="729932" cy="338791"/>
            </p14:xfrm>
          </p:contentPart>
        </mc:Choice>
        <mc:Fallback xmlns="">
          <p:sp>
            <p:nvSpPr>
              <p:cNvPr id="1051762" name=""/>
              <p:cNvSpPr/>
              <p:nvPr/>
            </p:nvSpPr>
            <p:spPr>
              <a:xfrm>
                <a:off x="7534134" y="3500508"/>
                <a:ext cx="729932" cy="33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763" name="Encre 1051762"/>
              <p14:cNvContentPartPr/>
              <p14:nvPr/>
            </p14:nvContentPartPr>
            <p14:xfrm>
              <a:off x="8281562" y="3638106"/>
              <a:ext cx="362369" cy="153946"/>
            </p14:xfrm>
          </p:contentPart>
        </mc:Choice>
        <mc:Fallback xmlns="">
          <p:sp>
            <p:nvSpPr>
              <p:cNvPr id="1051763" name=""/>
              <p:cNvSpPr/>
              <p:nvPr/>
            </p:nvSpPr>
            <p:spPr>
              <a:xfrm>
                <a:off x="8281562" y="3638106"/>
                <a:ext cx="362369" cy="153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764" name="Encre 1051763"/>
              <p14:cNvContentPartPr/>
              <p14:nvPr/>
            </p14:nvContentPartPr>
            <p14:xfrm>
              <a:off x="8392354" y="3530574"/>
              <a:ext cx="1" cy="32281"/>
            </p14:xfrm>
          </p:contentPart>
        </mc:Choice>
        <mc:Fallback xmlns="">
          <p:sp>
            <p:nvSpPr>
              <p:cNvPr id="1051764" name=""/>
              <p:cNvSpPr/>
              <p:nvPr/>
            </p:nvSpPr>
            <p:spPr>
              <a:xfrm>
                <a:off x="8392354" y="3530574"/>
                <a:ext cx="1" cy="322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765" name="Encre 1051764"/>
              <p14:cNvContentPartPr/>
              <p14:nvPr/>
            </p14:nvContentPartPr>
            <p14:xfrm>
              <a:off x="5771400" y="4330045"/>
              <a:ext cx="661387" cy="57603"/>
            </p14:xfrm>
          </p:contentPart>
        </mc:Choice>
        <mc:Fallback xmlns="">
          <p:sp>
            <p:nvSpPr>
              <p:cNvPr id="1051765" name=""/>
              <p:cNvSpPr/>
              <p:nvPr/>
            </p:nvSpPr>
            <p:spPr>
              <a:xfrm>
                <a:off x="5771400" y="4330045"/>
                <a:ext cx="661387" cy="57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766" name="Encre 1051765"/>
              <p14:cNvContentPartPr/>
              <p14:nvPr/>
            </p14:nvContentPartPr>
            <p14:xfrm>
              <a:off x="7098391" y="4374092"/>
              <a:ext cx="607387" cy="66325"/>
            </p14:xfrm>
          </p:contentPart>
        </mc:Choice>
        <mc:Fallback xmlns="">
          <p:sp>
            <p:nvSpPr>
              <p:cNvPr id="1051766" name=""/>
              <p:cNvSpPr/>
              <p:nvPr/>
            </p:nvSpPr>
            <p:spPr>
              <a:xfrm>
                <a:off x="7098391" y="4374092"/>
                <a:ext cx="607387" cy="66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767" name="Encre 1051766"/>
              <p14:cNvContentPartPr/>
              <p14:nvPr/>
            </p14:nvContentPartPr>
            <p14:xfrm>
              <a:off x="6743434" y="4276664"/>
              <a:ext cx="340189" cy="952692"/>
            </p14:xfrm>
          </p:contentPart>
        </mc:Choice>
        <mc:Fallback xmlns="">
          <p:sp>
            <p:nvSpPr>
              <p:cNvPr id="1051767" name=""/>
              <p:cNvSpPr/>
              <p:nvPr/>
            </p:nvSpPr>
            <p:spPr>
              <a:xfrm>
                <a:off x="6743434" y="4276664"/>
                <a:ext cx="340189" cy="952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768" name="Encre 1051767"/>
              <p14:cNvContentPartPr/>
              <p14:nvPr/>
            </p14:nvContentPartPr>
            <p14:xfrm>
              <a:off x="7069062" y="4276664"/>
              <a:ext cx="75466" cy="66472"/>
            </p14:xfrm>
          </p:contentPart>
        </mc:Choice>
        <mc:Fallback xmlns="">
          <p:sp>
            <p:nvSpPr>
              <p:cNvPr id="1051768" name=""/>
              <p:cNvSpPr/>
              <p:nvPr/>
            </p:nvSpPr>
            <p:spPr>
              <a:xfrm>
                <a:off x="7069062" y="4276664"/>
                <a:ext cx="75466" cy="66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769" name="Encre 1051768"/>
              <p14:cNvContentPartPr/>
              <p14:nvPr/>
            </p14:nvContentPartPr>
            <p14:xfrm>
              <a:off x="6941847" y="4269466"/>
              <a:ext cx="106034" cy="161497"/>
            </p14:xfrm>
          </p:contentPart>
        </mc:Choice>
        <mc:Fallback xmlns="">
          <p:sp>
            <p:nvSpPr>
              <p:cNvPr id="1051769" name=""/>
              <p:cNvSpPr/>
              <p:nvPr/>
            </p:nvSpPr>
            <p:spPr>
              <a:xfrm>
                <a:off x="6941847" y="4269466"/>
                <a:ext cx="106034" cy="161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770" name="Encre 1051769"/>
              <p14:cNvContentPartPr/>
              <p14:nvPr/>
            </p14:nvContentPartPr>
            <p14:xfrm>
              <a:off x="6161739" y="5120296"/>
              <a:ext cx="154441" cy="330301"/>
            </p14:xfrm>
          </p:contentPart>
        </mc:Choice>
        <mc:Fallback xmlns="">
          <p:sp>
            <p:nvSpPr>
              <p:cNvPr id="1051770" name=""/>
              <p:cNvSpPr/>
              <p:nvPr/>
            </p:nvSpPr>
            <p:spPr>
              <a:xfrm>
                <a:off x="6161739" y="5120296"/>
                <a:ext cx="154441" cy="330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771" name="Encre 1051770"/>
              <p14:cNvContentPartPr/>
              <p14:nvPr/>
            </p14:nvContentPartPr>
            <p14:xfrm>
              <a:off x="6146420" y="5059707"/>
              <a:ext cx="172216" cy="13431"/>
            </p14:xfrm>
          </p:contentPart>
        </mc:Choice>
        <mc:Fallback xmlns="">
          <p:sp>
            <p:nvSpPr>
              <p:cNvPr id="1051771" name=""/>
              <p:cNvSpPr/>
              <p:nvPr/>
            </p:nvSpPr>
            <p:spPr>
              <a:xfrm>
                <a:off x="6146420" y="5059707"/>
                <a:ext cx="172216" cy="13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772" name="Encre 1051771"/>
              <p14:cNvContentPartPr/>
              <p14:nvPr/>
            </p14:nvContentPartPr>
            <p14:xfrm>
              <a:off x="6146420" y="5210889"/>
              <a:ext cx="159381" cy="22180"/>
            </p14:xfrm>
          </p:contentPart>
        </mc:Choice>
        <mc:Fallback xmlns="">
          <p:sp>
            <p:nvSpPr>
              <p:cNvPr id="1051772" name=""/>
              <p:cNvSpPr/>
              <p:nvPr/>
            </p:nvSpPr>
            <p:spPr>
              <a:xfrm>
                <a:off x="6146420" y="5210889"/>
                <a:ext cx="159381" cy="22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773" name="Encre 1051772"/>
              <p14:cNvContentPartPr/>
              <p14:nvPr/>
            </p14:nvContentPartPr>
            <p14:xfrm>
              <a:off x="6339685" y="5283612"/>
              <a:ext cx="93102" cy="164973"/>
            </p14:xfrm>
          </p:contentPart>
        </mc:Choice>
        <mc:Fallback xmlns="">
          <p:sp>
            <p:nvSpPr>
              <p:cNvPr id="1051773" name=""/>
              <p:cNvSpPr/>
              <p:nvPr/>
            </p:nvSpPr>
            <p:spPr>
              <a:xfrm>
                <a:off x="6339685" y="5283612"/>
                <a:ext cx="93102" cy="164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774" name="Encre 1051773"/>
              <p14:cNvContentPartPr/>
              <p14:nvPr/>
            </p14:nvContentPartPr>
            <p14:xfrm>
              <a:off x="6484993" y="5032267"/>
              <a:ext cx="484420" cy="490936"/>
            </p14:xfrm>
          </p:contentPart>
        </mc:Choice>
        <mc:Fallback xmlns="">
          <p:sp>
            <p:nvSpPr>
              <p:cNvPr id="1051774" name=""/>
              <p:cNvSpPr/>
              <p:nvPr/>
            </p:nvSpPr>
            <p:spPr>
              <a:xfrm>
                <a:off x="6484993" y="5032267"/>
                <a:ext cx="484420" cy="490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775" name="Encre 1051774"/>
              <p14:cNvContentPartPr/>
              <p14:nvPr/>
            </p14:nvContentPartPr>
            <p14:xfrm>
              <a:off x="6890357" y="5370482"/>
              <a:ext cx="165963" cy="112795"/>
            </p14:xfrm>
          </p:contentPart>
        </mc:Choice>
        <mc:Fallback xmlns="">
          <p:sp>
            <p:nvSpPr>
              <p:cNvPr id="1051775" name=""/>
              <p:cNvSpPr/>
              <p:nvPr/>
            </p:nvSpPr>
            <p:spPr>
              <a:xfrm>
                <a:off x="6890357" y="5370482"/>
                <a:ext cx="165963" cy="112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776" name="Encre 1051775"/>
              <p14:cNvContentPartPr/>
              <p14:nvPr/>
            </p14:nvContentPartPr>
            <p14:xfrm>
              <a:off x="6999091" y="5268720"/>
              <a:ext cx="27170" cy="37968"/>
            </p14:xfrm>
          </p:contentPart>
        </mc:Choice>
        <mc:Fallback xmlns="">
          <p:sp>
            <p:nvSpPr>
              <p:cNvPr id="1051776" name=""/>
              <p:cNvSpPr/>
              <p:nvPr/>
            </p:nvSpPr>
            <p:spPr>
              <a:xfrm>
                <a:off x="6999091" y="5268720"/>
                <a:ext cx="27170" cy="379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777" name="Encre 1051776"/>
              <p14:cNvContentPartPr/>
              <p14:nvPr/>
            </p14:nvContentPartPr>
            <p14:xfrm>
              <a:off x="7094251" y="5396499"/>
              <a:ext cx="223976" cy="126878"/>
            </p14:xfrm>
          </p:contentPart>
        </mc:Choice>
        <mc:Fallback xmlns="">
          <p:sp>
            <p:nvSpPr>
              <p:cNvPr id="1051777" name=""/>
              <p:cNvSpPr/>
              <p:nvPr/>
            </p:nvSpPr>
            <p:spPr>
              <a:xfrm>
                <a:off x="7094251" y="5396499"/>
                <a:ext cx="223976" cy="1268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778" name="Encre 1051777"/>
              <p14:cNvContentPartPr/>
              <p14:nvPr/>
            </p14:nvContentPartPr>
            <p14:xfrm>
              <a:off x="7411902" y="5297759"/>
              <a:ext cx="57810" cy="190834"/>
            </p14:xfrm>
          </p:contentPart>
        </mc:Choice>
        <mc:Fallback xmlns="">
          <p:sp>
            <p:nvSpPr>
              <p:cNvPr id="1051778" name=""/>
              <p:cNvSpPr/>
              <p:nvPr/>
            </p:nvSpPr>
            <p:spPr>
              <a:xfrm>
                <a:off x="7411902" y="5297759"/>
                <a:ext cx="57810" cy="190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779" name="Encre 1051778"/>
              <p14:cNvContentPartPr/>
              <p14:nvPr/>
            </p14:nvContentPartPr>
            <p14:xfrm>
              <a:off x="7522270" y="5341442"/>
              <a:ext cx="59515" cy="401901"/>
            </p14:xfrm>
          </p:contentPart>
        </mc:Choice>
        <mc:Fallback xmlns="">
          <p:sp>
            <p:nvSpPr>
              <p:cNvPr id="1051779" name=""/>
              <p:cNvSpPr/>
              <p:nvPr/>
            </p:nvSpPr>
            <p:spPr>
              <a:xfrm>
                <a:off x="7522270" y="5341442"/>
                <a:ext cx="59515" cy="401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780" name="Encre 1051779"/>
              <p14:cNvContentPartPr/>
              <p14:nvPr/>
            </p14:nvContentPartPr>
            <p14:xfrm>
              <a:off x="7595697" y="5167037"/>
              <a:ext cx="338427" cy="378998"/>
            </p14:xfrm>
          </p:contentPart>
        </mc:Choice>
        <mc:Fallback xmlns="">
          <p:sp>
            <p:nvSpPr>
              <p:cNvPr id="1051780" name=""/>
              <p:cNvSpPr/>
              <p:nvPr/>
            </p:nvSpPr>
            <p:spPr>
              <a:xfrm>
                <a:off x="7595697" y="5167037"/>
                <a:ext cx="338427" cy="378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781" name="Encre 1051780"/>
              <p14:cNvContentPartPr/>
              <p14:nvPr/>
            </p14:nvContentPartPr>
            <p14:xfrm>
              <a:off x="7912247" y="5413917"/>
              <a:ext cx="609107" cy="239530"/>
            </p14:xfrm>
          </p:contentPart>
        </mc:Choice>
        <mc:Fallback xmlns="">
          <p:sp>
            <p:nvSpPr>
              <p:cNvPr id="1051781" name=""/>
              <p:cNvSpPr/>
              <p:nvPr/>
            </p:nvSpPr>
            <p:spPr>
              <a:xfrm>
                <a:off x="7912247" y="5413917"/>
                <a:ext cx="609107" cy="239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782" name="Encre 1051781"/>
              <p14:cNvContentPartPr/>
              <p14:nvPr/>
            </p14:nvContentPartPr>
            <p14:xfrm>
              <a:off x="8417365" y="5363284"/>
              <a:ext cx="68093" cy="29389"/>
            </p14:xfrm>
          </p:contentPart>
        </mc:Choice>
        <mc:Fallback xmlns="">
          <p:sp>
            <p:nvSpPr>
              <p:cNvPr id="1051782" name=""/>
              <p:cNvSpPr/>
              <p:nvPr/>
            </p:nvSpPr>
            <p:spPr>
              <a:xfrm>
                <a:off x="8417365" y="5363284"/>
                <a:ext cx="68093" cy="293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783" name="Encre 1051782"/>
              <p14:cNvContentPartPr/>
              <p14:nvPr/>
            </p14:nvContentPartPr>
            <p14:xfrm>
              <a:off x="6122098" y="5681842"/>
              <a:ext cx="195473" cy="209756"/>
            </p14:xfrm>
          </p:contentPart>
        </mc:Choice>
        <mc:Fallback xmlns="">
          <p:sp>
            <p:nvSpPr>
              <p:cNvPr id="1051783" name=""/>
              <p:cNvSpPr/>
              <p:nvPr/>
            </p:nvSpPr>
            <p:spPr>
              <a:xfrm>
                <a:off x="6122098" y="5681842"/>
                <a:ext cx="195473" cy="209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784" name="Encre 1051783"/>
              <p14:cNvContentPartPr/>
              <p14:nvPr/>
            </p14:nvContentPartPr>
            <p14:xfrm>
              <a:off x="6354246" y="5627369"/>
              <a:ext cx="21052" cy="310724"/>
            </p14:xfrm>
          </p:contentPart>
        </mc:Choice>
        <mc:Fallback xmlns="">
          <p:sp>
            <p:nvSpPr>
              <p:cNvPr id="1051784" name=""/>
              <p:cNvSpPr/>
              <p:nvPr/>
            </p:nvSpPr>
            <p:spPr>
              <a:xfrm>
                <a:off x="6354246" y="5627369"/>
                <a:ext cx="21052" cy="310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785" name="Encre 1051784"/>
              <p14:cNvContentPartPr/>
              <p14:nvPr/>
            </p14:nvContentPartPr>
            <p14:xfrm>
              <a:off x="6296884" y="5775792"/>
              <a:ext cx="165808" cy="9089"/>
            </p14:xfrm>
          </p:contentPart>
        </mc:Choice>
        <mc:Fallback xmlns="">
          <p:sp>
            <p:nvSpPr>
              <p:cNvPr id="1051785" name=""/>
              <p:cNvSpPr/>
              <p:nvPr/>
            </p:nvSpPr>
            <p:spPr>
              <a:xfrm>
                <a:off x="6296884" y="5775792"/>
                <a:ext cx="165808" cy="9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786" name="Encre 1051785"/>
              <p14:cNvContentPartPr/>
              <p14:nvPr/>
            </p14:nvContentPartPr>
            <p14:xfrm>
              <a:off x="6547070" y="5754447"/>
              <a:ext cx="357849" cy="223271"/>
            </p14:xfrm>
          </p:contentPart>
        </mc:Choice>
        <mc:Fallback xmlns="">
          <p:sp>
            <p:nvSpPr>
              <p:cNvPr id="1051786" name=""/>
              <p:cNvSpPr/>
              <p:nvPr/>
            </p:nvSpPr>
            <p:spPr>
              <a:xfrm>
                <a:off x="6547070" y="5754447"/>
                <a:ext cx="357849" cy="223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787" name="Encre 1051786"/>
              <p14:cNvContentPartPr/>
              <p14:nvPr/>
            </p14:nvContentPartPr>
            <p14:xfrm>
              <a:off x="6937276" y="5783238"/>
              <a:ext cx="60304" cy="234224"/>
            </p14:xfrm>
          </p:contentPart>
        </mc:Choice>
        <mc:Fallback xmlns="">
          <p:sp>
            <p:nvSpPr>
              <p:cNvPr id="1051787" name=""/>
              <p:cNvSpPr/>
              <p:nvPr/>
            </p:nvSpPr>
            <p:spPr>
              <a:xfrm>
                <a:off x="6937276" y="5783238"/>
                <a:ext cx="60304" cy="234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788" name="Encre 1051787"/>
              <p14:cNvContentPartPr/>
              <p14:nvPr/>
            </p14:nvContentPartPr>
            <p14:xfrm>
              <a:off x="7204965" y="5602052"/>
              <a:ext cx="22812" cy="382396"/>
            </p14:xfrm>
          </p:contentPart>
        </mc:Choice>
        <mc:Fallback xmlns="">
          <p:sp>
            <p:nvSpPr>
              <p:cNvPr id="1051788" name=""/>
              <p:cNvSpPr/>
              <p:nvPr/>
            </p:nvSpPr>
            <p:spPr>
              <a:xfrm>
                <a:off x="7204965" y="5602052"/>
                <a:ext cx="22812" cy="382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789" name="Encre 1051788"/>
              <p14:cNvContentPartPr/>
              <p14:nvPr/>
            </p14:nvContentPartPr>
            <p14:xfrm>
              <a:off x="7258576" y="5819203"/>
              <a:ext cx="175931" cy="155671"/>
            </p14:xfrm>
          </p:contentPart>
        </mc:Choice>
        <mc:Fallback xmlns="">
          <p:sp>
            <p:nvSpPr>
              <p:cNvPr id="1051789" name=""/>
              <p:cNvSpPr/>
              <p:nvPr/>
            </p:nvSpPr>
            <p:spPr>
              <a:xfrm>
                <a:off x="7258576" y="5819203"/>
                <a:ext cx="175931" cy="155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790" name="Encre 1051789"/>
              <p14:cNvContentPartPr/>
              <p14:nvPr/>
            </p14:nvContentPartPr>
            <p14:xfrm>
              <a:off x="7541194" y="5814037"/>
              <a:ext cx="267102" cy="319407"/>
            </p14:xfrm>
          </p:contentPart>
        </mc:Choice>
        <mc:Fallback xmlns="">
          <p:sp>
            <p:nvSpPr>
              <p:cNvPr id="1051790" name=""/>
              <p:cNvSpPr/>
              <p:nvPr/>
            </p:nvSpPr>
            <p:spPr>
              <a:xfrm>
                <a:off x="7541194" y="5814037"/>
                <a:ext cx="267102" cy="3194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791" name="Encre 1051790"/>
              <p14:cNvContentPartPr/>
              <p14:nvPr/>
            </p14:nvContentPartPr>
            <p14:xfrm>
              <a:off x="7779431" y="5820576"/>
              <a:ext cx="434658" cy="258028"/>
            </p14:xfrm>
          </p:contentPart>
        </mc:Choice>
        <mc:Fallback xmlns="">
          <p:sp>
            <p:nvSpPr>
              <p:cNvPr id="1051791" name=""/>
              <p:cNvSpPr/>
              <p:nvPr/>
            </p:nvSpPr>
            <p:spPr>
              <a:xfrm>
                <a:off x="7779431" y="5820576"/>
                <a:ext cx="434658" cy="258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792" name="Encre 1051791"/>
              <p14:cNvContentPartPr/>
              <p14:nvPr/>
            </p14:nvContentPartPr>
            <p14:xfrm>
              <a:off x="6345951" y="6033226"/>
              <a:ext cx="102492" cy="349965"/>
            </p14:xfrm>
          </p:contentPart>
        </mc:Choice>
        <mc:Fallback xmlns="">
          <p:sp>
            <p:nvSpPr>
              <p:cNvPr id="1051792" name=""/>
              <p:cNvSpPr/>
              <p:nvPr/>
            </p:nvSpPr>
            <p:spPr>
              <a:xfrm>
                <a:off x="6345951" y="6033226"/>
                <a:ext cx="102492" cy="349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793" name="Encre 1051792"/>
              <p14:cNvContentPartPr/>
              <p14:nvPr/>
            </p14:nvContentPartPr>
            <p14:xfrm>
              <a:off x="6548084" y="6072888"/>
              <a:ext cx="56348" cy="158828"/>
            </p14:xfrm>
          </p:contentPart>
        </mc:Choice>
        <mc:Fallback xmlns="">
          <p:sp>
            <p:nvSpPr>
              <p:cNvPr id="1051793" name=""/>
              <p:cNvSpPr/>
              <p:nvPr/>
            </p:nvSpPr>
            <p:spPr>
              <a:xfrm>
                <a:off x="6548084" y="6072888"/>
                <a:ext cx="56348" cy="158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794" name="Encre 1051793"/>
              <p14:cNvContentPartPr/>
              <p14:nvPr/>
            </p14:nvContentPartPr>
            <p14:xfrm>
              <a:off x="6624481" y="6177857"/>
              <a:ext cx="168947" cy="279473"/>
            </p14:xfrm>
          </p:contentPart>
        </mc:Choice>
        <mc:Fallback xmlns="">
          <p:sp>
            <p:nvSpPr>
              <p:cNvPr id="1051794" name=""/>
              <p:cNvSpPr/>
              <p:nvPr/>
            </p:nvSpPr>
            <p:spPr>
              <a:xfrm>
                <a:off x="6624481" y="6177857"/>
                <a:ext cx="168947" cy="279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795" name="Encre 1051794"/>
              <p14:cNvContentPartPr/>
              <p14:nvPr/>
            </p14:nvContentPartPr>
            <p14:xfrm>
              <a:off x="6611492" y="6290063"/>
              <a:ext cx="171644" cy="51129"/>
            </p14:xfrm>
          </p:contentPart>
        </mc:Choice>
        <mc:Fallback xmlns="">
          <p:sp>
            <p:nvSpPr>
              <p:cNvPr id="1051795" name=""/>
              <p:cNvSpPr/>
              <p:nvPr/>
            </p:nvSpPr>
            <p:spPr>
              <a:xfrm>
                <a:off x="6611492" y="6290063"/>
                <a:ext cx="171644" cy="51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796" name="Encre 1051795"/>
              <p14:cNvContentPartPr/>
              <p14:nvPr/>
            </p14:nvContentPartPr>
            <p14:xfrm>
              <a:off x="6779310" y="6374649"/>
              <a:ext cx="143694" cy="277850"/>
            </p14:xfrm>
          </p:contentPart>
        </mc:Choice>
        <mc:Fallback xmlns="">
          <p:sp>
            <p:nvSpPr>
              <p:cNvPr id="1051796" name=""/>
              <p:cNvSpPr/>
              <p:nvPr/>
            </p:nvSpPr>
            <p:spPr>
              <a:xfrm>
                <a:off x="6779310" y="6374649"/>
                <a:ext cx="143694" cy="277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797" name="Encre 1051796"/>
              <p14:cNvContentPartPr/>
              <p14:nvPr/>
            </p14:nvContentPartPr>
            <p14:xfrm>
              <a:off x="7096907" y="6153928"/>
              <a:ext cx="100553" cy="498095"/>
            </p14:xfrm>
          </p:contentPart>
        </mc:Choice>
        <mc:Fallback xmlns="">
          <p:sp>
            <p:nvSpPr>
              <p:cNvPr id="1051797" name=""/>
              <p:cNvSpPr/>
              <p:nvPr/>
            </p:nvSpPr>
            <p:spPr>
              <a:xfrm>
                <a:off x="7096907" y="6153928"/>
                <a:ext cx="100553" cy="498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798" name="Encre 1051797"/>
              <p14:cNvContentPartPr/>
              <p14:nvPr/>
            </p14:nvContentPartPr>
            <p14:xfrm>
              <a:off x="7197790" y="6327949"/>
              <a:ext cx="247037" cy="177783"/>
            </p14:xfrm>
          </p:contentPart>
        </mc:Choice>
        <mc:Fallback xmlns="">
          <p:sp>
            <p:nvSpPr>
              <p:cNvPr id="1051798" name=""/>
              <p:cNvSpPr/>
              <p:nvPr/>
            </p:nvSpPr>
            <p:spPr>
              <a:xfrm>
                <a:off x="7197790" y="6327949"/>
                <a:ext cx="247037" cy="177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799" name="Encre 1051798"/>
              <p14:cNvContentPartPr/>
              <p14:nvPr/>
            </p14:nvContentPartPr>
            <p14:xfrm>
              <a:off x="7376610" y="6203441"/>
              <a:ext cx="33577" cy="106571"/>
            </p14:xfrm>
          </p:contentPart>
        </mc:Choice>
        <mc:Fallback xmlns="">
          <p:sp>
            <p:nvSpPr>
              <p:cNvPr id="1051799" name=""/>
              <p:cNvSpPr/>
              <p:nvPr/>
            </p:nvSpPr>
            <p:spPr>
              <a:xfrm>
                <a:off x="7376610" y="6203441"/>
                <a:ext cx="33577" cy="106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800" name="Encre 1051799"/>
              <p14:cNvContentPartPr/>
              <p14:nvPr/>
            </p14:nvContentPartPr>
            <p14:xfrm>
              <a:off x="7510051" y="6181600"/>
              <a:ext cx="363841" cy="351451"/>
            </p14:xfrm>
          </p:contentPart>
        </mc:Choice>
        <mc:Fallback xmlns="">
          <p:sp>
            <p:nvSpPr>
              <p:cNvPr id="1051800" name=""/>
              <p:cNvSpPr/>
              <p:nvPr/>
            </p:nvSpPr>
            <p:spPr>
              <a:xfrm>
                <a:off x="7510051" y="6181600"/>
                <a:ext cx="363841" cy="351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801" name="Encre 1051800"/>
              <p14:cNvContentPartPr/>
              <p14:nvPr/>
            </p14:nvContentPartPr>
            <p14:xfrm>
              <a:off x="7954935" y="6521882"/>
              <a:ext cx="1028" cy="30836"/>
            </p14:xfrm>
          </p:contentPart>
        </mc:Choice>
        <mc:Fallback xmlns="">
          <p:sp>
            <p:nvSpPr>
              <p:cNvPr id="1051801" name=""/>
              <p:cNvSpPr/>
              <p:nvPr/>
            </p:nvSpPr>
            <p:spPr>
              <a:xfrm>
                <a:off x="7954935" y="6521882"/>
                <a:ext cx="1028" cy="30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802" name="Encre 1051801"/>
              <p14:cNvContentPartPr/>
              <p14:nvPr/>
            </p14:nvContentPartPr>
            <p14:xfrm>
              <a:off x="6939567" y="4019442"/>
              <a:ext cx="308368" cy="413774"/>
            </p14:xfrm>
          </p:contentPart>
        </mc:Choice>
        <mc:Fallback xmlns="">
          <p:sp>
            <p:nvSpPr>
              <p:cNvPr id="1051802" name=""/>
              <p:cNvSpPr/>
              <p:nvPr/>
            </p:nvSpPr>
            <p:spPr>
              <a:xfrm>
                <a:off x="6939567" y="4019442"/>
                <a:ext cx="308368" cy="413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803" name="Encre 1051802"/>
              <p14:cNvContentPartPr/>
              <p14:nvPr/>
            </p14:nvContentPartPr>
            <p14:xfrm>
              <a:off x="6368366" y="4363534"/>
              <a:ext cx="10607" cy="334102"/>
            </p14:xfrm>
          </p:contentPart>
        </mc:Choice>
        <mc:Fallback xmlns="">
          <p:sp>
            <p:nvSpPr>
              <p:cNvPr id="1051803" name=""/>
              <p:cNvSpPr/>
              <p:nvPr/>
            </p:nvSpPr>
            <p:spPr>
              <a:xfrm>
                <a:off x="6368366" y="4363534"/>
                <a:ext cx="10607" cy="334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804" name="Encre 1051803"/>
              <p14:cNvContentPartPr/>
              <p14:nvPr/>
            </p14:nvContentPartPr>
            <p14:xfrm>
              <a:off x="6382485" y="4377681"/>
              <a:ext cx="78043" cy="111339"/>
            </p14:xfrm>
          </p:contentPart>
        </mc:Choice>
        <mc:Fallback xmlns="">
          <p:sp>
            <p:nvSpPr>
              <p:cNvPr id="1051804" name=""/>
              <p:cNvSpPr/>
              <p:nvPr/>
            </p:nvSpPr>
            <p:spPr>
              <a:xfrm>
                <a:off x="6382485" y="4377681"/>
                <a:ext cx="78043" cy="111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805" name="Encre 1051804"/>
              <p14:cNvContentPartPr/>
              <p14:nvPr/>
            </p14:nvContentPartPr>
            <p14:xfrm>
              <a:off x="6248756" y="4365271"/>
              <a:ext cx="66219" cy="121966"/>
            </p14:xfrm>
          </p:contentPart>
        </mc:Choice>
        <mc:Fallback xmlns="">
          <p:sp>
            <p:nvSpPr>
              <p:cNvPr id="1051805" name=""/>
              <p:cNvSpPr/>
              <p:nvPr/>
            </p:nvSpPr>
            <p:spPr>
              <a:xfrm>
                <a:off x="6248756" y="4365271"/>
                <a:ext cx="66219" cy="121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806" name="Encre 1051805"/>
              <p14:cNvContentPartPr/>
              <p14:nvPr/>
            </p14:nvContentPartPr>
            <p14:xfrm>
              <a:off x="6127282" y="4667827"/>
              <a:ext cx="87785" cy="228556"/>
            </p14:xfrm>
          </p:contentPart>
        </mc:Choice>
        <mc:Fallback xmlns="">
          <p:sp>
            <p:nvSpPr>
              <p:cNvPr id="1051806" name=""/>
              <p:cNvSpPr/>
              <p:nvPr/>
            </p:nvSpPr>
            <p:spPr>
              <a:xfrm>
                <a:off x="6127282" y="4667827"/>
                <a:ext cx="87785" cy="2285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807" name="Encre 1051806"/>
              <p14:cNvContentPartPr/>
              <p14:nvPr/>
            </p14:nvContentPartPr>
            <p14:xfrm>
              <a:off x="6239522" y="4728145"/>
              <a:ext cx="39422" cy="81865"/>
            </p14:xfrm>
          </p:contentPart>
        </mc:Choice>
        <mc:Fallback xmlns="">
          <p:sp>
            <p:nvSpPr>
              <p:cNvPr id="1051807" name=""/>
              <p:cNvSpPr/>
              <p:nvPr/>
            </p:nvSpPr>
            <p:spPr>
              <a:xfrm>
                <a:off x="6239522" y="4728145"/>
                <a:ext cx="39422" cy="818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808" name="Encre 1051807"/>
              <p14:cNvContentPartPr/>
              <p14:nvPr/>
            </p14:nvContentPartPr>
            <p14:xfrm>
              <a:off x="6279971" y="4667827"/>
              <a:ext cx="115221" cy="189149"/>
            </p14:xfrm>
          </p:contentPart>
        </mc:Choice>
        <mc:Fallback xmlns="">
          <p:sp>
            <p:nvSpPr>
              <p:cNvPr id="1051808" name=""/>
              <p:cNvSpPr/>
              <p:nvPr/>
            </p:nvSpPr>
            <p:spPr>
              <a:xfrm>
                <a:off x="6279971" y="4667827"/>
                <a:ext cx="115221" cy="189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809" name="Encre 1051808"/>
              <p14:cNvContentPartPr/>
              <p14:nvPr/>
            </p14:nvContentPartPr>
            <p14:xfrm>
              <a:off x="6409428" y="4754697"/>
              <a:ext cx="8798" cy="111933"/>
            </p14:xfrm>
          </p:contentPart>
        </mc:Choice>
        <mc:Fallback xmlns="">
          <p:sp>
            <p:nvSpPr>
              <p:cNvPr id="1051809" name=""/>
              <p:cNvSpPr/>
              <p:nvPr/>
            </p:nvSpPr>
            <p:spPr>
              <a:xfrm>
                <a:off x="6409428" y="4754697"/>
                <a:ext cx="8798" cy="111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810" name="Encre 1051809"/>
              <p14:cNvContentPartPr/>
              <p14:nvPr/>
            </p14:nvContentPartPr>
            <p14:xfrm>
              <a:off x="6405965" y="4645986"/>
              <a:ext cx="5201" cy="32280"/>
            </p14:xfrm>
          </p:contentPart>
        </mc:Choice>
        <mc:Fallback xmlns="">
          <p:sp>
            <p:nvSpPr>
              <p:cNvPr id="1051810" name=""/>
              <p:cNvSpPr/>
              <p:nvPr/>
            </p:nvSpPr>
            <p:spPr>
              <a:xfrm>
                <a:off x="6405965" y="4645986"/>
                <a:ext cx="5201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811" name="Encre 1051810"/>
              <p14:cNvContentPartPr/>
              <p14:nvPr/>
            </p14:nvContentPartPr>
            <p14:xfrm>
              <a:off x="6481726" y="4595105"/>
              <a:ext cx="22542" cy="266280"/>
            </p14:xfrm>
          </p:contentPart>
        </mc:Choice>
        <mc:Fallback xmlns="">
          <p:sp>
            <p:nvSpPr>
              <p:cNvPr id="1051811" name=""/>
              <p:cNvSpPr/>
              <p:nvPr/>
            </p:nvSpPr>
            <p:spPr>
              <a:xfrm>
                <a:off x="6481726" y="4595105"/>
                <a:ext cx="22542" cy="266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812" name="Encre 1051811"/>
              <p14:cNvContentPartPr/>
              <p14:nvPr/>
            </p14:nvContentPartPr>
            <p14:xfrm>
              <a:off x="6425727" y="4761082"/>
              <a:ext cx="150094" cy="124238"/>
            </p14:xfrm>
          </p:contentPart>
        </mc:Choice>
        <mc:Fallback xmlns="">
          <p:sp>
            <p:nvSpPr>
              <p:cNvPr id="1051812" name=""/>
              <p:cNvSpPr/>
              <p:nvPr/>
            </p:nvSpPr>
            <p:spPr>
              <a:xfrm>
                <a:off x="6425727" y="4761082"/>
                <a:ext cx="150094" cy="124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813" name="Encre 1051812"/>
              <p14:cNvContentPartPr/>
              <p14:nvPr/>
            </p14:nvContentPartPr>
            <p14:xfrm>
              <a:off x="6591856" y="4761647"/>
              <a:ext cx="141419" cy="101762"/>
            </p14:xfrm>
          </p:contentPart>
        </mc:Choice>
        <mc:Fallback xmlns="">
          <p:sp>
            <p:nvSpPr>
              <p:cNvPr id="1051813" name=""/>
              <p:cNvSpPr/>
              <p:nvPr/>
            </p:nvSpPr>
            <p:spPr>
              <a:xfrm>
                <a:off x="6591856" y="4761647"/>
                <a:ext cx="141419" cy="101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814" name="Encre 1051813"/>
              <p14:cNvContentPartPr/>
              <p14:nvPr/>
            </p14:nvContentPartPr>
            <p14:xfrm>
              <a:off x="6597371" y="4624144"/>
              <a:ext cx="16724" cy="69767"/>
            </p14:xfrm>
          </p:contentPart>
        </mc:Choice>
        <mc:Fallback xmlns="">
          <p:sp>
            <p:nvSpPr>
              <p:cNvPr id="1051814" name=""/>
              <p:cNvSpPr/>
              <p:nvPr/>
            </p:nvSpPr>
            <p:spPr>
              <a:xfrm>
                <a:off x="6597371" y="4624144"/>
                <a:ext cx="16724" cy="69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815" name="Encre 1051814"/>
              <p14:cNvContentPartPr/>
              <p14:nvPr/>
            </p14:nvContentPartPr>
            <p14:xfrm>
              <a:off x="6307474" y="4903121"/>
              <a:ext cx="311078" cy="21608"/>
            </p14:xfrm>
          </p:contentPart>
        </mc:Choice>
        <mc:Fallback xmlns="">
          <p:sp>
            <p:nvSpPr>
              <p:cNvPr id="1051815" name=""/>
              <p:cNvSpPr/>
              <p:nvPr/>
            </p:nvSpPr>
            <p:spPr>
              <a:xfrm>
                <a:off x="6307474" y="4903121"/>
                <a:ext cx="311078" cy="21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816" name="Encre 1051815"/>
              <p14:cNvContentPartPr/>
              <p14:nvPr/>
            </p14:nvContentPartPr>
            <p14:xfrm>
              <a:off x="6285422" y="4888764"/>
              <a:ext cx="296064" cy="92788"/>
            </p14:xfrm>
          </p:contentPart>
        </mc:Choice>
        <mc:Fallback xmlns="">
          <p:sp>
            <p:nvSpPr>
              <p:cNvPr id="1051816" name=""/>
              <p:cNvSpPr/>
              <p:nvPr/>
            </p:nvSpPr>
            <p:spPr>
              <a:xfrm>
                <a:off x="6285422" y="4888764"/>
                <a:ext cx="296064" cy="92788"/>
              </a:xfrm>
            </p:spPr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817" name="Encre 1051816"/>
              <p14:cNvContentPartPr/>
              <p14:nvPr/>
            </p14:nvContentPartPr>
            <p14:xfrm>
              <a:off x="708741" y="379177"/>
              <a:ext cx="242226" cy="446312"/>
            </p14:xfrm>
          </p:contentPart>
        </mc:Choice>
        <mc:Fallback xmlns="">
          <p:sp>
            <p:nvSpPr>
              <p:cNvPr id="1051817" name=""/>
              <p:cNvSpPr/>
              <p:nvPr/>
            </p:nvSpPr>
            <p:spPr>
              <a:xfrm>
                <a:off x="708741" y="379177"/>
                <a:ext cx="242226" cy="446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818" name="Encre 1051817"/>
              <p14:cNvContentPartPr/>
              <p14:nvPr/>
            </p14:nvContentPartPr>
            <p14:xfrm>
              <a:off x="754410" y="382146"/>
              <a:ext cx="126616" cy="18624"/>
            </p14:xfrm>
          </p:contentPart>
        </mc:Choice>
        <mc:Fallback xmlns="">
          <p:sp>
            <p:nvSpPr>
              <p:cNvPr id="1051818" name=""/>
              <p:cNvSpPr/>
              <p:nvPr/>
            </p:nvSpPr>
            <p:spPr>
              <a:xfrm>
                <a:off x="754410" y="382146"/>
                <a:ext cx="126616" cy="18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819" name="Encre 1051818"/>
              <p14:cNvContentPartPr/>
              <p14:nvPr/>
            </p14:nvContentPartPr>
            <p14:xfrm>
              <a:off x="704108" y="572722"/>
              <a:ext cx="118858" cy="52669"/>
            </p14:xfrm>
          </p:contentPart>
        </mc:Choice>
        <mc:Fallback xmlns="">
          <p:sp>
            <p:nvSpPr>
              <p:cNvPr id="1051819" name=""/>
              <p:cNvSpPr/>
              <p:nvPr/>
            </p:nvSpPr>
            <p:spPr>
              <a:xfrm>
                <a:off x="704108" y="572722"/>
                <a:ext cx="118858" cy="526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820" name="Encre 1051819"/>
              <p14:cNvContentPartPr/>
              <p14:nvPr/>
            </p14:nvContentPartPr>
            <p14:xfrm>
              <a:off x="940174" y="649055"/>
              <a:ext cx="475848" cy="194929"/>
            </p14:xfrm>
          </p:contentPart>
        </mc:Choice>
        <mc:Fallback xmlns="">
          <p:sp>
            <p:nvSpPr>
              <p:cNvPr id="1051820" name=""/>
              <p:cNvSpPr/>
              <p:nvPr/>
            </p:nvSpPr>
            <p:spPr>
              <a:xfrm>
                <a:off x="940174" y="649055"/>
                <a:ext cx="475848" cy="194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821" name="Encre 1051820"/>
              <p14:cNvContentPartPr/>
              <p14:nvPr/>
            </p14:nvContentPartPr>
            <p14:xfrm>
              <a:off x="1426426" y="647233"/>
              <a:ext cx="185276" cy="392451"/>
            </p14:xfrm>
          </p:contentPart>
        </mc:Choice>
        <mc:Fallback xmlns="">
          <p:sp>
            <p:nvSpPr>
              <p:cNvPr id="1051821" name=""/>
              <p:cNvSpPr/>
              <p:nvPr/>
            </p:nvSpPr>
            <p:spPr>
              <a:xfrm>
                <a:off x="1426426" y="647233"/>
                <a:ext cx="185276" cy="392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822" name="Encre 1051821"/>
              <p14:cNvContentPartPr/>
              <p14:nvPr/>
            </p14:nvContentPartPr>
            <p14:xfrm>
              <a:off x="1689168" y="611244"/>
              <a:ext cx="269367" cy="141001"/>
            </p14:xfrm>
          </p:contentPart>
        </mc:Choice>
        <mc:Fallback xmlns="">
          <p:sp>
            <p:nvSpPr>
              <p:cNvPr id="1051822" name=""/>
              <p:cNvSpPr/>
              <p:nvPr/>
            </p:nvSpPr>
            <p:spPr>
              <a:xfrm>
                <a:off x="1689168" y="611244"/>
                <a:ext cx="269367" cy="141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823" name="Encre 1051822"/>
              <p14:cNvContentPartPr/>
              <p14:nvPr/>
            </p14:nvContentPartPr>
            <p14:xfrm>
              <a:off x="1704562" y="473245"/>
              <a:ext cx="729" cy="63554"/>
            </p14:xfrm>
          </p:contentPart>
        </mc:Choice>
        <mc:Fallback xmlns="">
          <p:sp>
            <p:nvSpPr>
              <p:cNvPr id="1051823" name=""/>
              <p:cNvSpPr/>
              <p:nvPr/>
            </p:nvSpPr>
            <p:spPr>
              <a:xfrm>
                <a:off x="1704562" y="473245"/>
                <a:ext cx="729" cy="63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824" name="Encre 1051823"/>
              <p14:cNvContentPartPr/>
              <p14:nvPr/>
            </p14:nvContentPartPr>
            <p14:xfrm>
              <a:off x="2200415" y="408465"/>
              <a:ext cx="213075" cy="340516"/>
            </p14:xfrm>
          </p:contentPart>
        </mc:Choice>
        <mc:Fallback xmlns="">
          <p:sp>
            <p:nvSpPr>
              <p:cNvPr id="1051824" name=""/>
              <p:cNvSpPr/>
              <p:nvPr/>
            </p:nvSpPr>
            <p:spPr>
              <a:xfrm>
                <a:off x="2200415" y="408465"/>
                <a:ext cx="213075" cy="3405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825" name="Encre 1051824"/>
              <p14:cNvContentPartPr/>
              <p14:nvPr/>
            </p14:nvContentPartPr>
            <p14:xfrm>
              <a:off x="2170364" y="574440"/>
              <a:ext cx="167945" cy="58149"/>
            </p14:xfrm>
          </p:contentPart>
        </mc:Choice>
        <mc:Fallback xmlns="">
          <p:sp>
            <p:nvSpPr>
              <p:cNvPr id="1051825" name=""/>
              <p:cNvSpPr/>
              <p:nvPr/>
            </p:nvSpPr>
            <p:spPr>
              <a:xfrm>
                <a:off x="2170364" y="574440"/>
                <a:ext cx="167945" cy="58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826" name="Encre 1051825"/>
              <p14:cNvContentPartPr/>
              <p14:nvPr/>
            </p14:nvContentPartPr>
            <p14:xfrm>
              <a:off x="2444418" y="735344"/>
              <a:ext cx="26875" cy="263353"/>
            </p14:xfrm>
          </p:contentPart>
        </mc:Choice>
        <mc:Fallback xmlns="">
          <p:sp>
            <p:nvSpPr>
              <p:cNvPr id="1051826" name=""/>
              <p:cNvSpPr/>
              <p:nvPr/>
            </p:nvSpPr>
            <p:spPr>
              <a:xfrm>
                <a:off x="2444418" y="735344"/>
                <a:ext cx="26875" cy="263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827" name="Encre 1051826"/>
              <p14:cNvContentPartPr/>
              <p14:nvPr/>
            </p14:nvContentPartPr>
            <p14:xfrm>
              <a:off x="2378287" y="691929"/>
              <a:ext cx="221448" cy="127451"/>
            </p14:xfrm>
          </p:contentPart>
        </mc:Choice>
        <mc:Fallback xmlns="">
          <p:sp>
            <p:nvSpPr>
              <p:cNvPr id="1051827" name=""/>
              <p:cNvSpPr/>
              <p:nvPr/>
            </p:nvSpPr>
            <p:spPr>
              <a:xfrm>
                <a:off x="2378287" y="691929"/>
                <a:ext cx="221448" cy="127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828" name="Encre 1051827"/>
              <p14:cNvContentPartPr/>
              <p14:nvPr/>
            </p14:nvContentPartPr>
            <p14:xfrm>
              <a:off x="2928422" y="548105"/>
              <a:ext cx="162415" cy="504634"/>
            </p14:xfrm>
          </p:contentPart>
        </mc:Choice>
        <mc:Fallback xmlns="">
          <p:sp>
            <p:nvSpPr>
              <p:cNvPr id="1051828" name=""/>
              <p:cNvSpPr/>
              <p:nvPr/>
            </p:nvSpPr>
            <p:spPr>
              <a:xfrm>
                <a:off x="2928422" y="548105"/>
                <a:ext cx="162415" cy="5046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829" name="Encre 1051828"/>
              <p14:cNvContentPartPr/>
              <p14:nvPr/>
            </p14:nvContentPartPr>
            <p14:xfrm>
              <a:off x="3042705" y="637000"/>
              <a:ext cx="415566" cy="124733"/>
            </p14:xfrm>
          </p:contentPart>
        </mc:Choice>
        <mc:Fallback xmlns="">
          <p:sp>
            <p:nvSpPr>
              <p:cNvPr id="1051829" name=""/>
              <p:cNvSpPr/>
              <p:nvPr/>
            </p:nvSpPr>
            <p:spPr>
              <a:xfrm>
                <a:off x="3042705" y="637000"/>
                <a:ext cx="415566" cy="124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830" name="Encre 1051829"/>
              <p14:cNvContentPartPr/>
              <p14:nvPr/>
            </p14:nvContentPartPr>
            <p14:xfrm>
              <a:off x="3517985" y="335991"/>
              <a:ext cx="17881" cy="453645"/>
            </p14:xfrm>
          </p:contentPart>
        </mc:Choice>
        <mc:Fallback xmlns="">
          <p:sp>
            <p:nvSpPr>
              <p:cNvPr id="1051830" name=""/>
              <p:cNvSpPr/>
              <p:nvPr/>
            </p:nvSpPr>
            <p:spPr>
              <a:xfrm>
                <a:off x="3517985" y="335991"/>
                <a:ext cx="17881" cy="453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831" name="Encre 1051830"/>
              <p14:cNvContentPartPr/>
              <p14:nvPr/>
            </p14:nvContentPartPr>
            <p14:xfrm>
              <a:off x="3464535" y="508159"/>
              <a:ext cx="171410" cy="59402"/>
            </p14:xfrm>
          </p:contentPart>
        </mc:Choice>
        <mc:Fallback xmlns="">
          <p:sp>
            <p:nvSpPr>
              <p:cNvPr id="1051831" name=""/>
              <p:cNvSpPr/>
              <p:nvPr/>
            </p:nvSpPr>
            <p:spPr>
              <a:xfrm>
                <a:off x="3464535" y="508159"/>
                <a:ext cx="171410" cy="59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832" name="Encre 1051831"/>
              <p14:cNvContentPartPr/>
              <p14:nvPr/>
            </p14:nvContentPartPr>
            <p14:xfrm>
              <a:off x="3560654" y="596527"/>
              <a:ext cx="346003" cy="159533"/>
            </p14:xfrm>
          </p:contentPart>
        </mc:Choice>
        <mc:Fallback xmlns="">
          <p:sp>
            <p:nvSpPr>
              <p:cNvPr id="1051832" name=""/>
              <p:cNvSpPr/>
              <p:nvPr/>
            </p:nvSpPr>
            <p:spPr>
              <a:xfrm>
                <a:off x="3560654" y="596527"/>
                <a:ext cx="346003" cy="159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833" name="Encre 1051832"/>
              <p14:cNvContentPartPr/>
              <p14:nvPr/>
            </p14:nvContentPartPr>
            <p14:xfrm>
              <a:off x="3972407" y="335991"/>
              <a:ext cx="26804" cy="379274"/>
            </p14:xfrm>
          </p:contentPart>
        </mc:Choice>
        <mc:Fallback xmlns="">
          <p:sp>
            <p:nvSpPr>
              <p:cNvPr id="1051833" name=""/>
              <p:cNvSpPr/>
              <p:nvPr/>
            </p:nvSpPr>
            <p:spPr>
              <a:xfrm>
                <a:off x="3972407" y="335991"/>
                <a:ext cx="26804" cy="379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834" name="Encre 1051833"/>
              <p14:cNvContentPartPr/>
              <p14:nvPr/>
            </p14:nvContentPartPr>
            <p14:xfrm>
              <a:off x="3972407" y="568803"/>
              <a:ext cx="167227" cy="103390"/>
            </p14:xfrm>
          </p:contentPart>
        </mc:Choice>
        <mc:Fallback xmlns="">
          <p:sp>
            <p:nvSpPr>
              <p:cNvPr id="1051834" name=""/>
              <p:cNvSpPr/>
              <p:nvPr/>
            </p:nvSpPr>
            <p:spPr>
              <a:xfrm>
                <a:off x="3972407" y="568803"/>
                <a:ext cx="167227" cy="1033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835" name="Encre 1051834"/>
              <p14:cNvContentPartPr/>
              <p14:nvPr/>
            </p14:nvContentPartPr>
            <p14:xfrm>
              <a:off x="4097402" y="437008"/>
              <a:ext cx="3848" cy="31331"/>
            </p14:xfrm>
          </p:contentPart>
        </mc:Choice>
        <mc:Fallback xmlns="">
          <p:sp>
            <p:nvSpPr>
              <p:cNvPr id="1051835" name=""/>
              <p:cNvSpPr/>
              <p:nvPr/>
            </p:nvSpPr>
            <p:spPr>
              <a:xfrm>
                <a:off x="4097402" y="437008"/>
                <a:ext cx="3848" cy="313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836" name="Encre 1051835"/>
              <p14:cNvContentPartPr/>
              <p14:nvPr/>
            </p14:nvContentPartPr>
            <p14:xfrm>
              <a:off x="4189802" y="537375"/>
              <a:ext cx="155091" cy="111381"/>
            </p14:xfrm>
          </p:contentPart>
        </mc:Choice>
        <mc:Fallback xmlns="">
          <p:sp>
            <p:nvSpPr>
              <p:cNvPr id="1051836" name=""/>
              <p:cNvSpPr/>
              <p:nvPr/>
            </p:nvSpPr>
            <p:spPr>
              <a:xfrm>
                <a:off x="4189802" y="537375"/>
                <a:ext cx="155091" cy="111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837" name="Encre 1051836"/>
              <p14:cNvContentPartPr/>
              <p14:nvPr/>
            </p14:nvContentPartPr>
            <p14:xfrm>
              <a:off x="4381442" y="328793"/>
              <a:ext cx="13924" cy="344056"/>
            </p14:xfrm>
          </p:contentPart>
        </mc:Choice>
        <mc:Fallback xmlns="">
          <p:sp>
            <p:nvSpPr>
              <p:cNvPr id="1051837" name=""/>
              <p:cNvSpPr/>
              <p:nvPr/>
            </p:nvSpPr>
            <p:spPr>
              <a:xfrm>
                <a:off x="4381442" y="328793"/>
                <a:ext cx="13924" cy="344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838" name="Encre 1051837"/>
              <p14:cNvContentPartPr/>
              <p14:nvPr/>
            </p14:nvContentPartPr>
            <p14:xfrm>
              <a:off x="4463753" y="335991"/>
              <a:ext cx="209459" cy="363317"/>
            </p14:xfrm>
          </p:contentPart>
        </mc:Choice>
        <mc:Fallback xmlns="">
          <p:sp>
            <p:nvSpPr>
              <p:cNvPr id="1051838" name=""/>
              <p:cNvSpPr/>
              <p:nvPr/>
            </p:nvSpPr>
            <p:spPr>
              <a:xfrm>
                <a:off x="4463753" y="335991"/>
                <a:ext cx="209459" cy="363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839" name="Encre 1051838"/>
              <p14:cNvContentPartPr/>
              <p14:nvPr/>
            </p14:nvContentPartPr>
            <p14:xfrm>
              <a:off x="4823568" y="570117"/>
              <a:ext cx="207670" cy="218579"/>
            </p14:xfrm>
          </p:contentPart>
        </mc:Choice>
        <mc:Fallback xmlns="">
          <p:sp>
            <p:nvSpPr>
              <p:cNvPr id="1051839" name=""/>
              <p:cNvSpPr/>
              <p:nvPr/>
            </p:nvSpPr>
            <p:spPr>
              <a:xfrm>
                <a:off x="4823568" y="570117"/>
                <a:ext cx="207670" cy="218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840" name="Encre 1051839"/>
              <p14:cNvContentPartPr/>
              <p14:nvPr/>
            </p14:nvContentPartPr>
            <p14:xfrm>
              <a:off x="5070887" y="364285"/>
              <a:ext cx="74348" cy="372523"/>
            </p14:xfrm>
          </p:contentPart>
        </mc:Choice>
        <mc:Fallback xmlns="">
          <p:sp>
            <p:nvSpPr>
              <p:cNvPr id="1051840" name=""/>
              <p:cNvSpPr/>
              <p:nvPr/>
            </p:nvSpPr>
            <p:spPr>
              <a:xfrm>
                <a:off x="5070887" y="364285"/>
                <a:ext cx="74348" cy="3725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841" name="Encre 1051840"/>
              <p14:cNvContentPartPr/>
              <p14:nvPr/>
            </p14:nvContentPartPr>
            <p14:xfrm>
              <a:off x="5317793" y="571036"/>
              <a:ext cx="477135" cy="210379"/>
            </p14:xfrm>
          </p:contentPart>
        </mc:Choice>
        <mc:Fallback xmlns="">
          <p:sp>
            <p:nvSpPr>
              <p:cNvPr id="1051841" name=""/>
              <p:cNvSpPr/>
              <p:nvPr/>
            </p:nvSpPr>
            <p:spPr>
              <a:xfrm>
                <a:off x="5317793" y="571036"/>
                <a:ext cx="477135" cy="210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842" name="Encre 1051841"/>
              <p14:cNvContentPartPr/>
              <p14:nvPr/>
            </p14:nvContentPartPr>
            <p14:xfrm>
              <a:off x="5967715" y="521978"/>
              <a:ext cx="806694" cy="198565"/>
            </p14:xfrm>
          </p:contentPart>
        </mc:Choice>
        <mc:Fallback xmlns="">
          <p:sp>
            <p:nvSpPr>
              <p:cNvPr id="1051842" name=""/>
              <p:cNvSpPr/>
              <p:nvPr/>
            </p:nvSpPr>
            <p:spPr>
              <a:xfrm>
                <a:off x="5967715" y="521978"/>
                <a:ext cx="806694" cy="198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843" name="Encre 1051842"/>
              <p14:cNvContentPartPr/>
              <p14:nvPr/>
            </p14:nvContentPartPr>
            <p14:xfrm>
              <a:off x="6761515" y="509482"/>
              <a:ext cx="189678" cy="497580"/>
            </p14:xfrm>
          </p:contentPart>
        </mc:Choice>
        <mc:Fallback xmlns="">
          <p:sp>
            <p:nvSpPr>
              <p:cNvPr id="1051843" name=""/>
              <p:cNvSpPr/>
              <p:nvPr/>
            </p:nvSpPr>
            <p:spPr>
              <a:xfrm>
                <a:off x="6761515" y="509482"/>
                <a:ext cx="189678" cy="497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844" name="Encre 1051843"/>
              <p14:cNvContentPartPr/>
              <p14:nvPr/>
            </p14:nvContentPartPr>
            <p14:xfrm>
              <a:off x="7035773" y="502533"/>
              <a:ext cx="276414" cy="167547"/>
            </p14:xfrm>
          </p:contentPart>
        </mc:Choice>
        <mc:Fallback xmlns="">
          <p:sp>
            <p:nvSpPr>
              <p:cNvPr id="1051844" name=""/>
              <p:cNvSpPr/>
              <p:nvPr/>
            </p:nvSpPr>
            <p:spPr>
              <a:xfrm>
                <a:off x="7035773" y="502533"/>
                <a:ext cx="276414" cy="167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845" name="Encre 1051844"/>
              <p14:cNvContentPartPr/>
              <p14:nvPr/>
            </p14:nvContentPartPr>
            <p14:xfrm>
              <a:off x="7147291" y="328793"/>
              <a:ext cx="754" cy="63240"/>
            </p14:xfrm>
          </p:contentPart>
        </mc:Choice>
        <mc:Fallback xmlns="">
          <p:sp>
            <p:nvSpPr>
              <p:cNvPr id="1051845" name=""/>
              <p:cNvSpPr/>
              <p:nvPr/>
            </p:nvSpPr>
            <p:spPr>
              <a:xfrm>
                <a:off x="7147291" y="328793"/>
                <a:ext cx="754" cy="632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846" name="Encre 1051845"/>
              <p14:cNvContentPartPr/>
              <p14:nvPr/>
            </p14:nvContentPartPr>
            <p14:xfrm>
              <a:off x="6211718" y="328793"/>
              <a:ext cx="92225" cy="181651"/>
            </p14:xfrm>
          </p:contentPart>
        </mc:Choice>
        <mc:Fallback xmlns="">
          <p:sp>
            <p:nvSpPr>
              <p:cNvPr id="1051846" name=""/>
              <p:cNvSpPr/>
              <p:nvPr/>
            </p:nvSpPr>
            <p:spPr>
              <a:xfrm>
                <a:off x="6211718" y="328793"/>
                <a:ext cx="92225" cy="181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847" name="Encre 1051846"/>
              <p14:cNvContentPartPr/>
              <p14:nvPr/>
            </p14:nvContentPartPr>
            <p14:xfrm>
              <a:off x="7525030" y="321479"/>
              <a:ext cx="409140" cy="361841"/>
            </p14:xfrm>
          </p:contentPart>
        </mc:Choice>
        <mc:Fallback xmlns="">
          <p:sp>
            <p:nvSpPr>
              <p:cNvPr id="1051847" name=""/>
              <p:cNvSpPr/>
              <p:nvPr/>
            </p:nvSpPr>
            <p:spPr>
              <a:xfrm>
                <a:off x="7525030" y="321479"/>
                <a:ext cx="409140" cy="36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848" name="Encre 1051847"/>
              <p14:cNvContentPartPr/>
              <p14:nvPr/>
            </p14:nvContentPartPr>
            <p14:xfrm>
              <a:off x="8142169" y="480443"/>
              <a:ext cx="14101" cy="459035"/>
            </p14:xfrm>
          </p:contentPart>
        </mc:Choice>
        <mc:Fallback xmlns="">
          <p:sp>
            <p:nvSpPr>
              <p:cNvPr id="1051848" name=""/>
              <p:cNvSpPr/>
              <p:nvPr/>
            </p:nvSpPr>
            <p:spPr>
              <a:xfrm>
                <a:off x="8142169" y="480443"/>
                <a:ext cx="14101" cy="459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849" name="Encre 1051848"/>
              <p14:cNvContentPartPr/>
              <p14:nvPr/>
            </p14:nvContentPartPr>
            <p14:xfrm>
              <a:off x="8084807" y="570097"/>
              <a:ext cx="156481" cy="160768"/>
            </p14:xfrm>
          </p:contentPart>
        </mc:Choice>
        <mc:Fallback xmlns="">
          <p:sp>
            <p:nvSpPr>
              <p:cNvPr id="1051849" name=""/>
              <p:cNvSpPr/>
              <p:nvPr/>
            </p:nvSpPr>
            <p:spPr>
              <a:xfrm>
                <a:off x="8084807" y="570097"/>
                <a:ext cx="156481" cy="160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850" name="Encre 1051849"/>
              <p14:cNvContentPartPr/>
              <p14:nvPr/>
            </p14:nvContentPartPr>
            <p14:xfrm>
              <a:off x="8294702" y="594943"/>
              <a:ext cx="110192" cy="96741"/>
            </p14:xfrm>
          </p:contentPart>
        </mc:Choice>
        <mc:Fallback xmlns="">
          <p:sp>
            <p:nvSpPr>
              <p:cNvPr id="1051850" name=""/>
              <p:cNvSpPr/>
              <p:nvPr/>
            </p:nvSpPr>
            <p:spPr>
              <a:xfrm>
                <a:off x="8294702" y="594943"/>
                <a:ext cx="110192" cy="967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851" name="Encre 1051850"/>
              <p14:cNvContentPartPr/>
              <p14:nvPr/>
            </p14:nvContentPartPr>
            <p14:xfrm>
              <a:off x="8473741" y="429810"/>
              <a:ext cx="104378" cy="247948"/>
            </p14:xfrm>
          </p:contentPart>
        </mc:Choice>
        <mc:Fallback xmlns="">
          <p:sp>
            <p:nvSpPr>
              <p:cNvPr id="1051851" name=""/>
              <p:cNvSpPr/>
              <p:nvPr/>
            </p:nvSpPr>
            <p:spPr>
              <a:xfrm>
                <a:off x="8473741" y="429810"/>
                <a:ext cx="104378" cy="247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852" name="Encre 1051851"/>
              <p14:cNvContentPartPr/>
              <p14:nvPr/>
            </p14:nvContentPartPr>
            <p14:xfrm>
              <a:off x="8704457" y="495335"/>
              <a:ext cx="9565" cy="83762"/>
            </p14:xfrm>
          </p:contentPart>
        </mc:Choice>
        <mc:Fallback xmlns="">
          <p:sp>
            <p:nvSpPr>
              <p:cNvPr id="1051852" name=""/>
              <p:cNvSpPr/>
              <p:nvPr/>
            </p:nvSpPr>
            <p:spPr>
              <a:xfrm>
                <a:off x="8704457" y="495335"/>
                <a:ext cx="9565" cy="83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853" name="Encre 1051852"/>
              <p14:cNvContentPartPr/>
              <p14:nvPr/>
            </p14:nvContentPartPr>
            <p14:xfrm>
              <a:off x="8715996" y="350138"/>
              <a:ext cx="5086" cy="31192"/>
            </p14:xfrm>
          </p:contentPart>
        </mc:Choice>
        <mc:Fallback xmlns="">
          <p:sp>
            <p:nvSpPr>
              <p:cNvPr id="1051853" name=""/>
              <p:cNvSpPr/>
              <p:nvPr/>
            </p:nvSpPr>
            <p:spPr>
              <a:xfrm>
                <a:off x="8715996" y="350138"/>
                <a:ext cx="5086" cy="31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854" name="Encre 1051853"/>
              <p14:cNvContentPartPr/>
              <p14:nvPr/>
            </p14:nvContentPartPr>
            <p14:xfrm>
              <a:off x="8883451" y="263268"/>
              <a:ext cx="13768" cy="334700"/>
            </p14:xfrm>
          </p:contentPart>
        </mc:Choice>
        <mc:Fallback xmlns="">
          <p:sp>
            <p:nvSpPr>
              <p:cNvPr id="1051854" name=""/>
              <p:cNvSpPr/>
              <p:nvPr/>
            </p:nvSpPr>
            <p:spPr>
              <a:xfrm>
                <a:off x="8883451" y="263268"/>
                <a:ext cx="13768" cy="334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855" name="Encre 1051854"/>
              <p14:cNvContentPartPr/>
              <p14:nvPr/>
            </p14:nvContentPartPr>
            <p14:xfrm>
              <a:off x="8835806" y="478057"/>
              <a:ext cx="168175" cy="136194"/>
            </p14:xfrm>
          </p:contentPart>
        </mc:Choice>
        <mc:Fallback xmlns="">
          <p:sp>
            <p:nvSpPr>
              <p:cNvPr id="1051855" name=""/>
              <p:cNvSpPr/>
              <p:nvPr/>
            </p:nvSpPr>
            <p:spPr>
              <a:xfrm>
                <a:off x="8835806" y="478057"/>
                <a:ext cx="168175" cy="136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856" name="Encre 1051855"/>
              <p14:cNvContentPartPr/>
              <p14:nvPr/>
            </p14:nvContentPartPr>
            <p14:xfrm>
              <a:off x="9028460" y="371980"/>
              <a:ext cx="7671" cy="31540"/>
            </p14:xfrm>
          </p:contentPart>
        </mc:Choice>
        <mc:Fallback xmlns="">
          <p:sp>
            <p:nvSpPr>
              <p:cNvPr id="1051856" name=""/>
              <p:cNvSpPr/>
              <p:nvPr/>
            </p:nvSpPr>
            <p:spPr>
              <a:xfrm>
                <a:off x="9028460" y="371980"/>
                <a:ext cx="7671" cy="315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857" name="Encre 1051856"/>
              <p14:cNvContentPartPr/>
              <p14:nvPr/>
            </p14:nvContentPartPr>
            <p14:xfrm>
              <a:off x="9110434" y="448734"/>
              <a:ext cx="285151" cy="168563"/>
            </p14:xfrm>
          </p:contentPart>
        </mc:Choice>
        <mc:Fallback xmlns="">
          <p:sp>
            <p:nvSpPr>
              <p:cNvPr id="1051857" name=""/>
              <p:cNvSpPr/>
              <p:nvPr/>
            </p:nvSpPr>
            <p:spPr>
              <a:xfrm>
                <a:off x="9110434" y="448734"/>
                <a:ext cx="285151" cy="168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858" name="Encre 1051857"/>
              <p14:cNvContentPartPr/>
              <p14:nvPr/>
            </p14:nvContentPartPr>
            <p14:xfrm>
              <a:off x="9588664" y="220081"/>
              <a:ext cx="25429" cy="286868"/>
            </p14:xfrm>
          </p:contentPart>
        </mc:Choice>
        <mc:Fallback xmlns="">
          <p:sp>
            <p:nvSpPr>
              <p:cNvPr id="1051858" name=""/>
              <p:cNvSpPr/>
              <p:nvPr/>
            </p:nvSpPr>
            <p:spPr>
              <a:xfrm>
                <a:off x="9588664" y="220081"/>
                <a:ext cx="25429" cy="2868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859" name="Encre 1051858"/>
              <p14:cNvContentPartPr/>
              <p14:nvPr/>
            </p14:nvContentPartPr>
            <p14:xfrm>
              <a:off x="9609237" y="618194"/>
              <a:ext cx="5807" cy="31193"/>
            </p14:xfrm>
          </p:contentPart>
        </mc:Choice>
        <mc:Fallback xmlns="">
          <p:sp>
            <p:nvSpPr>
              <p:cNvPr id="1051859" name=""/>
              <p:cNvSpPr/>
              <p:nvPr/>
            </p:nvSpPr>
            <p:spPr>
              <a:xfrm>
                <a:off x="9609237" y="618194"/>
                <a:ext cx="5807" cy="31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860" name="Encre 1051859"/>
              <p14:cNvContentPartPr/>
              <p14:nvPr/>
            </p14:nvContentPartPr>
            <p14:xfrm>
              <a:off x="9758448" y="220081"/>
              <a:ext cx="13913" cy="242509"/>
            </p14:xfrm>
          </p:contentPart>
        </mc:Choice>
        <mc:Fallback xmlns="">
          <p:sp>
            <p:nvSpPr>
              <p:cNvPr id="1051860" name=""/>
              <p:cNvSpPr/>
              <p:nvPr/>
            </p:nvSpPr>
            <p:spPr>
              <a:xfrm>
                <a:off x="9758448" y="220081"/>
                <a:ext cx="13913" cy="242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861" name="Encre 1051860"/>
              <p14:cNvContentPartPr/>
              <p14:nvPr/>
            </p14:nvContentPartPr>
            <p14:xfrm>
              <a:off x="9801249" y="632590"/>
              <a:ext cx="7599" cy="62579"/>
            </p14:xfrm>
          </p:contentPart>
        </mc:Choice>
        <mc:Fallback xmlns="">
          <p:sp>
            <p:nvSpPr>
              <p:cNvPr id="1051861" name=""/>
              <p:cNvSpPr/>
              <p:nvPr/>
            </p:nvSpPr>
            <p:spPr>
              <a:xfrm>
                <a:off x="9801249" y="632590"/>
                <a:ext cx="7599" cy="62579"/>
              </a:xfrm>
            </p:spPr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ZoneText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2885" y="357477"/>
            <a:ext cx="6677405" cy="2546723"/>
          </a:xfrm>
          <a:prstGeom prst="rect">
            <a:avLst/>
          </a:prstGeom>
          <a:blipFill rotWithShape="0">
            <a:blip r:embed="rId2"/>
            <a:stretch>
              <a:fillRect l="-822" t="-1439" b="-263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53" name="Image 4"/>
          <p:cNvPicPr>
            <a:picLocks noChangeAspect="1"/>
          </p:cNvPicPr>
          <p:nvPr/>
        </p:nvPicPr>
        <p:blipFill>
          <a:blip r:embed="rId3">
            <a:lum bright="-20000" contrast="20000"/>
          </a:blip>
          <a:stretch>
            <a:fillRect/>
          </a:stretch>
        </p:blipFill>
        <p:spPr>
          <a:xfrm>
            <a:off x="7701568" y="313694"/>
            <a:ext cx="4108360" cy="2553151"/>
          </a:xfrm>
          <a:prstGeom prst="rect">
            <a:avLst/>
          </a:prstGeom>
        </p:spPr>
      </p:pic>
      <p:sp>
        <p:nvSpPr>
          <p:cNvPr id="104859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23634" y="2991032"/>
            <a:ext cx="4479303" cy="437492"/>
          </a:xfrm>
          <a:prstGeom prst="rect">
            <a:avLst/>
          </a:prstGeom>
          <a:blipFill rotWithShape="0">
            <a:blip r:embed="rId4"/>
            <a:stretch>
              <a:fillRect b="-140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7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55419" y="2442535"/>
            <a:ext cx="3982757" cy="783804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8" name="Rectangle 7"/>
          <p:cNvSpPr/>
          <p:nvPr/>
        </p:nvSpPr>
        <p:spPr>
          <a:xfrm>
            <a:off x="476519" y="3672505"/>
            <a:ext cx="11626418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b="1" dirty="0"/>
              <a:t>Attention. </a:t>
            </a:r>
            <a:r>
              <a:rPr lang="fr-FR" sz="2000" dirty="0"/>
              <a:t>Dans cette expression </a:t>
            </a:r>
            <a:r>
              <a:rPr lang="fr-FR" sz="2000" i="1" dirty="0"/>
              <a:t>x </a:t>
            </a:r>
            <a:r>
              <a:rPr lang="fr-FR" sz="2000" dirty="0"/>
              <a:t>représente l’allongement (ou la compression) du ressort. Un choix différent de l’origine des abscisses conduirait à une expression différente de cette énergie potentielle.</a:t>
            </a:r>
            <a:endParaRPr lang="fr-MA" sz="2000" dirty="0"/>
          </a:p>
        </p:txBody>
      </p:sp>
      <p:sp>
        <p:nvSpPr>
          <p:cNvPr id="1048599" name="ZoneTexte 8"/>
          <p:cNvSpPr txBox="1"/>
          <p:nvPr/>
        </p:nvSpPr>
        <p:spPr>
          <a:xfrm>
            <a:off x="592428" y="4687031"/>
            <a:ext cx="4462780" cy="447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4.2.2. Forces non conservatives</a:t>
            </a:r>
          </a:p>
        </p:txBody>
      </p:sp>
      <p:sp>
        <p:nvSpPr>
          <p:cNvPr id="1048600" name="Rectangle 9"/>
          <p:cNvSpPr/>
          <p:nvPr/>
        </p:nvSpPr>
        <p:spPr>
          <a:xfrm>
            <a:off x="592428" y="5148696"/>
            <a:ext cx="11217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i="1" dirty="0"/>
              <a:t>Les forces non conservatives </a:t>
            </a:r>
            <a:r>
              <a:rPr lang="fr-FR" sz="2000" dirty="0"/>
              <a:t>dont le travail dépend du chemin suivi, comme par exemple les forces de frottement.</a:t>
            </a:r>
            <a:endParaRPr lang="fr-MA" sz="2000" dirty="0"/>
          </a:p>
        </p:txBody>
      </p:sp>
      <p:sp>
        <p:nvSpPr>
          <p:cNvPr id="1048601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4295" y="5917001"/>
            <a:ext cx="11095633" cy="425181"/>
          </a:xfrm>
          <a:prstGeom prst="rect">
            <a:avLst/>
          </a:prstGeom>
          <a:blipFill rotWithShape="0">
            <a:blip r:embed="rId6"/>
            <a:stretch>
              <a:fillRect l="-330" t="-20290" b="-20290"/>
            </a:stretch>
          </a:blipFill>
        </p:spPr>
        <p:txBody>
          <a:bodyPr/>
          <a:lstStyle/>
          <a:p>
            <a:r>
              <a:rPr lang="es-ES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602" name="Encre 1048601"/>
              <p14:cNvContentPartPr/>
              <p14:nvPr/>
            </p14:nvContentPartPr>
            <p14:xfrm>
              <a:off x="1147559" y="5543974"/>
              <a:ext cx="35740" cy="29039"/>
            </p14:xfrm>
          </p:contentPart>
        </mc:Choice>
        <mc:Fallback xmlns="">
          <p:sp>
            <p:nvSpPr>
              <p:cNvPr id="1048602" name=""/>
              <p:cNvSpPr/>
              <p:nvPr/>
            </p:nvSpPr>
            <p:spPr>
              <a:xfrm>
                <a:off x="1147559" y="5543974"/>
                <a:ext cx="35740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571" name="Encre 1051570"/>
              <p14:cNvContentPartPr/>
              <p14:nvPr/>
            </p14:nvContentPartPr>
            <p14:xfrm>
              <a:off x="1353746" y="2343233"/>
              <a:ext cx="4036616" cy="951559"/>
            </p14:xfrm>
          </p:contentPart>
        </mc:Choice>
        <mc:Fallback xmlns="">
          <p:sp>
            <p:nvSpPr>
              <p:cNvPr id="1051571" name=""/>
              <p:cNvSpPr/>
              <p:nvPr/>
            </p:nvSpPr>
            <p:spPr>
              <a:xfrm>
                <a:off x="1353746" y="2343233"/>
                <a:ext cx="4036616" cy="951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862" name="Encre 1051861"/>
              <p14:cNvContentPartPr/>
              <p14:nvPr/>
            </p14:nvContentPartPr>
            <p14:xfrm>
              <a:off x="6597371" y="1168652"/>
              <a:ext cx="562814" cy="288558"/>
            </p14:xfrm>
          </p:contentPart>
        </mc:Choice>
        <mc:Fallback xmlns="">
          <p:sp>
            <p:nvSpPr>
              <p:cNvPr id="1051862" name=""/>
              <p:cNvSpPr/>
              <p:nvPr/>
            </p:nvSpPr>
            <p:spPr>
              <a:xfrm>
                <a:off x="6597371" y="1168652"/>
                <a:ext cx="562814" cy="288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863" name="Encre 1051862"/>
              <p14:cNvContentPartPr/>
              <p14:nvPr/>
            </p14:nvContentPartPr>
            <p14:xfrm>
              <a:off x="6703274" y="1552916"/>
              <a:ext cx="208705" cy="261498"/>
            </p14:xfrm>
          </p:contentPart>
        </mc:Choice>
        <mc:Fallback xmlns="">
          <p:sp>
            <p:nvSpPr>
              <p:cNvPr id="1051863" name=""/>
              <p:cNvSpPr/>
              <p:nvPr/>
            </p:nvSpPr>
            <p:spPr>
              <a:xfrm>
                <a:off x="6703274" y="1552916"/>
                <a:ext cx="208705" cy="261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864" name="Encre 1051863"/>
              <p14:cNvContentPartPr/>
              <p14:nvPr/>
            </p14:nvContentPartPr>
            <p14:xfrm>
              <a:off x="6711654" y="1704442"/>
              <a:ext cx="166379" cy="29411"/>
            </p14:xfrm>
          </p:contentPart>
        </mc:Choice>
        <mc:Fallback xmlns="">
          <p:sp>
            <p:nvSpPr>
              <p:cNvPr id="1051864" name=""/>
              <p:cNvSpPr/>
              <p:nvPr/>
            </p:nvSpPr>
            <p:spPr>
              <a:xfrm>
                <a:off x="6711654" y="1704442"/>
                <a:ext cx="166379" cy="294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865" name="Encre 1051864"/>
              <p14:cNvContentPartPr/>
              <p14:nvPr/>
            </p14:nvContentPartPr>
            <p14:xfrm>
              <a:off x="6923931" y="1737420"/>
              <a:ext cx="182924" cy="286291"/>
            </p14:xfrm>
          </p:contentPart>
        </mc:Choice>
        <mc:Fallback xmlns="">
          <p:sp>
            <p:nvSpPr>
              <p:cNvPr id="1051865" name=""/>
              <p:cNvSpPr/>
              <p:nvPr/>
            </p:nvSpPr>
            <p:spPr>
              <a:xfrm>
                <a:off x="6923931" y="1737420"/>
                <a:ext cx="182924" cy="286291"/>
              </a:xfrm>
            </p:spPr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866" name="Encre 1051865"/>
              <p14:cNvContentPartPr/>
              <p14:nvPr/>
            </p14:nvContentPartPr>
            <p14:xfrm>
              <a:off x="691003" y="321099"/>
              <a:ext cx="141948" cy="398868"/>
            </p14:xfrm>
          </p:contentPart>
        </mc:Choice>
        <mc:Fallback xmlns="">
          <p:sp>
            <p:nvSpPr>
              <p:cNvPr id="1051866" name=""/>
              <p:cNvSpPr/>
              <p:nvPr/>
            </p:nvSpPr>
            <p:spPr>
              <a:xfrm>
                <a:off x="691003" y="321099"/>
                <a:ext cx="141948" cy="3988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867" name="Encre 1051866"/>
              <p14:cNvContentPartPr/>
              <p14:nvPr/>
            </p14:nvContentPartPr>
            <p14:xfrm>
              <a:off x="804271" y="371980"/>
              <a:ext cx="45431" cy="378061"/>
            </p14:xfrm>
          </p:contentPart>
        </mc:Choice>
        <mc:Fallback xmlns="">
          <p:sp>
            <p:nvSpPr>
              <p:cNvPr id="1051867" name=""/>
              <p:cNvSpPr/>
              <p:nvPr/>
            </p:nvSpPr>
            <p:spPr>
              <a:xfrm>
                <a:off x="804271" y="371980"/>
                <a:ext cx="45431" cy="378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868" name="Encre 1051867"/>
              <p14:cNvContentPartPr/>
              <p14:nvPr/>
            </p14:nvContentPartPr>
            <p14:xfrm>
              <a:off x="728818" y="535444"/>
              <a:ext cx="361379" cy="185511"/>
            </p14:xfrm>
          </p:contentPart>
        </mc:Choice>
        <mc:Fallback xmlns="">
          <p:sp>
            <p:nvSpPr>
              <p:cNvPr id="1051868" name=""/>
              <p:cNvSpPr/>
              <p:nvPr/>
            </p:nvSpPr>
            <p:spPr>
              <a:xfrm>
                <a:off x="728818" y="535444"/>
                <a:ext cx="361379" cy="1855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869" name="Encre 1051868"/>
              <p14:cNvContentPartPr/>
              <p14:nvPr/>
            </p14:nvContentPartPr>
            <p14:xfrm>
              <a:off x="1128271" y="328793"/>
              <a:ext cx="392946" cy="371155"/>
            </p14:xfrm>
          </p:contentPart>
        </mc:Choice>
        <mc:Fallback xmlns="">
          <p:sp>
            <p:nvSpPr>
              <p:cNvPr id="1051869" name=""/>
              <p:cNvSpPr/>
              <p:nvPr/>
            </p:nvSpPr>
            <p:spPr>
              <a:xfrm>
                <a:off x="1128271" y="328793"/>
                <a:ext cx="392946" cy="371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870" name="Encre 1051869"/>
              <p14:cNvContentPartPr/>
              <p14:nvPr/>
            </p14:nvContentPartPr>
            <p14:xfrm>
              <a:off x="1090197" y="422612"/>
              <a:ext cx="207385" cy="43435"/>
            </p14:xfrm>
          </p:contentPart>
        </mc:Choice>
        <mc:Fallback xmlns="">
          <p:sp>
            <p:nvSpPr>
              <p:cNvPr id="1051870" name=""/>
              <p:cNvSpPr/>
              <p:nvPr/>
            </p:nvSpPr>
            <p:spPr>
              <a:xfrm>
                <a:off x="1090197" y="422612"/>
                <a:ext cx="207385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871" name="Encre 1051870"/>
              <p14:cNvContentPartPr/>
              <p14:nvPr/>
            </p14:nvContentPartPr>
            <p14:xfrm>
              <a:off x="1733973" y="346280"/>
              <a:ext cx="288490" cy="618951"/>
            </p14:xfrm>
          </p:contentPart>
        </mc:Choice>
        <mc:Fallback xmlns="">
          <p:sp>
            <p:nvSpPr>
              <p:cNvPr id="1051871" name=""/>
              <p:cNvSpPr/>
              <p:nvPr/>
            </p:nvSpPr>
            <p:spPr>
              <a:xfrm>
                <a:off x="1733973" y="346280"/>
                <a:ext cx="288490" cy="618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872" name="Encre 1051871"/>
              <p14:cNvContentPartPr/>
              <p14:nvPr/>
            </p14:nvContentPartPr>
            <p14:xfrm>
              <a:off x="2088988" y="524374"/>
              <a:ext cx="271968" cy="208468"/>
            </p14:xfrm>
          </p:contentPart>
        </mc:Choice>
        <mc:Fallback xmlns="">
          <p:sp>
            <p:nvSpPr>
              <p:cNvPr id="1051872" name=""/>
              <p:cNvSpPr/>
              <p:nvPr/>
            </p:nvSpPr>
            <p:spPr>
              <a:xfrm>
                <a:off x="2088988" y="524374"/>
                <a:ext cx="271968" cy="208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873" name="Encre 1051872"/>
              <p14:cNvContentPartPr/>
              <p14:nvPr/>
            </p14:nvContentPartPr>
            <p14:xfrm>
              <a:off x="2449145" y="496753"/>
              <a:ext cx="488794" cy="179398"/>
            </p14:xfrm>
          </p:contentPart>
        </mc:Choice>
        <mc:Fallback xmlns="">
          <p:sp>
            <p:nvSpPr>
              <p:cNvPr id="1051873" name=""/>
              <p:cNvSpPr/>
              <p:nvPr/>
            </p:nvSpPr>
            <p:spPr>
              <a:xfrm>
                <a:off x="2449145" y="496753"/>
                <a:ext cx="488794" cy="179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874" name="Encre 1051873"/>
              <p14:cNvContentPartPr/>
              <p14:nvPr/>
            </p14:nvContentPartPr>
            <p14:xfrm>
              <a:off x="3015306" y="437008"/>
              <a:ext cx="349507" cy="271941"/>
            </p14:xfrm>
          </p:contentPart>
        </mc:Choice>
        <mc:Fallback xmlns="">
          <p:sp>
            <p:nvSpPr>
              <p:cNvPr id="1051874" name=""/>
              <p:cNvSpPr/>
              <p:nvPr/>
            </p:nvSpPr>
            <p:spPr>
              <a:xfrm>
                <a:off x="3015306" y="437008"/>
                <a:ext cx="349507" cy="271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875" name="Encre 1051874"/>
              <p14:cNvContentPartPr/>
              <p14:nvPr/>
            </p14:nvContentPartPr>
            <p14:xfrm>
              <a:off x="3394160" y="450510"/>
              <a:ext cx="76302" cy="187014"/>
            </p14:xfrm>
          </p:contentPart>
        </mc:Choice>
        <mc:Fallback xmlns="">
          <p:sp>
            <p:nvSpPr>
              <p:cNvPr id="1051875" name=""/>
              <p:cNvSpPr/>
              <p:nvPr/>
            </p:nvSpPr>
            <p:spPr>
              <a:xfrm>
                <a:off x="3394160" y="450510"/>
                <a:ext cx="76302" cy="187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876" name="Encre 1051875"/>
              <p14:cNvContentPartPr/>
              <p14:nvPr/>
            </p14:nvContentPartPr>
            <p14:xfrm>
              <a:off x="3536458" y="440979"/>
              <a:ext cx="114281" cy="183462"/>
            </p14:xfrm>
          </p:contentPart>
        </mc:Choice>
        <mc:Fallback xmlns="">
          <p:sp>
            <p:nvSpPr>
              <p:cNvPr id="1051876" name=""/>
              <p:cNvSpPr/>
              <p:nvPr/>
            </p:nvSpPr>
            <p:spPr>
              <a:xfrm>
                <a:off x="3536458" y="440979"/>
                <a:ext cx="114281" cy="183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877" name="Encre 1051876"/>
              <p14:cNvContentPartPr/>
              <p14:nvPr/>
            </p14:nvContentPartPr>
            <p14:xfrm>
              <a:off x="3693481" y="473245"/>
              <a:ext cx="149128" cy="107667"/>
            </p14:xfrm>
          </p:contentPart>
        </mc:Choice>
        <mc:Fallback xmlns="">
          <p:sp>
            <p:nvSpPr>
              <p:cNvPr id="1051877" name=""/>
              <p:cNvSpPr/>
              <p:nvPr/>
            </p:nvSpPr>
            <p:spPr>
              <a:xfrm>
                <a:off x="3693481" y="473245"/>
                <a:ext cx="149128" cy="107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878" name="Encre 1051877"/>
              <p14:cNvContentPartPr/>
              <p14:nvPr/>
            </p14:nvContentPartPr>
            <p14:xfrm>
              <a:off x="3860742" y="263268"/>
              <a:ext cx="89449" cy="296662"/>
            </p14:xfrm>
          </p:contentPart>
        </mc:Choice>
        <mc:Fallback xmlns="">
          <p:sp>
            <p:nvSpPr>
              <p:cNvPr id="1051878" name=""/>
              <p:cNvSpPr/>
              <p:nvPr/>
            </p:nvSpPr>
            <p:spPr>
              <a:xfrm>
                <a:off x="3860742" y="263268"/>
                <a:ext cx="89449" cy="296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879" name="Encre 1051878"/>
              <p14:cNvContentPartPr/>
              <p14:nvPr/>
            </p14:nvContentPartPr>
            <p14:xfrm>
              <a:off x="3987698" y="415663"/>
              <a:ext cx="13389" cy="120258"/>
            </p14:xfrm>
          </p:contentPart>
        </mc:Choice>
        <mc:Fallback xmlns="">
          <p:sp>
            <p:nvSpPr>
              <p:cNvPr id="1051879" name=""/>
              <p:cNvSpPr/>
              <p:nvPr/>
            </p:nvSpPr>
            <p:spPr>
              <a:xfrm>
                <a:off x="3987698" y="415663"/>
                <a:ext cx="13389" cy="1202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880" name="Encre 1051879"/>
              <p14:cNvContentPartPr/>
              <p14:nvPr/>
            </p14:nvContentPartPr>
            <p14:xfrm>
              <a:off x="4054288" y="277663"/>
              <a:ext cx="11222" cy="30886"/>
            </p14:xfrm>
          </p:contentPart>
        </mc:Choice>
        <mc:Fallback xmlns="">
          <p:sp>
            <p:nvSpPr>
              <p:cNvPr id="1051880" name=""/>
              <p:cNvSpPr/>
              <p:nvPr/>
            </p:nvSpPr>
            <p:spPr>
              <a:xfrm>
                <a:off x="4054288" y="277663"/>
                <a:ext cx="11222" cy="30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881" name="Encre 1051880"/>
              <p14:cNvContentPartPr/>
              <p14:nvPr/>
            </p14:nvContentPartPr>
            <p14:xfrm>
              <a:off x="3807823" y="342940"/>
              <a:ext cx="179145" cy="14395"/>
            </p14:xfrm>
          </p:contentPart>
        </mc:Choice>
        <mc:Fallback xmlns="">
          <p:sp>
            <p:nvSpPr>
              <p:cNvPr id="1051881" name=""/>
              <p:cNvSpPr/>
              <p:nvPr/>
            </p:nvSpPr>
            <p:spPr>
              <a:xfrm>
                <a:off x="3807823" y="342940"/>
                <a:ext cx="179145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884" name="Encre 1051883"/>
              <p14:cNvContentPartPr/>
              <p14:nvPr/>
            </p14:nvContentPartPr>
            <p14:xfrm>
              <a:off x="854573" y="727689"/>
              <a:ext cx="3696633" cy="165759"/>
            </p14:xfrm>
          </p:contentPart>
        </mc:Choice>
        <mc:Fallback xmlns="">
          <p:sp>
            <p:nvSpPr>
              <p:cNvPr id="1051884" name=""/>
              <p:cNvSpPr/>
              <p:nvPr/>
            </p:nvSpPr>
            <p:spPr>
              <a:xfrm>
                <a:off x="854573" y="727689"/>
                <a:ext cx="3696633" cy="165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885" name="Encre 1051884"/>
              <p14:cNvContentPartPr/>
              <p14:nvPr/>
            </p14:nvContentPartPr>
            <p14:xfrm>
              <a:off x="4108310" y="380925"/>
              <a:ext cx="118996" cy="112213"/>
            </p14:xfrm>
          </p:contentPart>
        </mc:Choice>
        <mc:Fallback xmlns="">
          <p:sp>
            <p:nvSpPr>
              <p:cNvPr id="1051885" name=""/>
              <p:cNvSpPr/>
              <p:nvPr/>
            </p:nvSpPr>
            <p:spPr>
              <a:xfrm>
                <a:off x="4108310" y="380925"/>
                <a:ext cx="118996" cy="112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886" name="Encre 1051885"/>
              <p14:cNvContentPartPr/>
              <p14:nvPr/>
            </p14:nvContentPartPr>
            <p14:xfrm>
              <a:off x="4237154" y="412810"/>
              <a:ext cx="108217" cy="121456"/>
            </p14:xfrm>
          </p:contentPart>
        </mc:Choice>
        <mc:Fallback xmlns="">
          <p:sp>
            <p:nvSpPr>
              <p:cNvPr id="1051886" name=""/>
              <p:cNvSpPr/>
              <p:nvPr/>
            </p:nvSpPr>
            <p:spPr>
              <a:xfrm>
                <a:off x="4237154" y="412810"/>
                <a:ext cx="108217" cy="121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887" name="Encre 1051886"/>
              <p14:cNvContentPartPr/>
              <p14:nvPr/>
            </p14:nvContentPartPr>
            <p14:xfrm>
              <a:off x="1164752" y="1156220"/>
              <a:ext cx="211813" cy="520173"/>
            </p14:xfrm>
          </p:contentPart>
        </mc:Choice>
        <mc:Fallback xmlns="">
          <p:sp>
            <p:nvSpPr>
              <p:cNvPr id="1051887" name=""/>
              <p:cNvSpPr/>
              <p:nvPr/>
            </p:nvSpPr>
            <p:spPr>
              <a:xfrm>
                <a:off x="1164752" y="1156220"/>
                <a:ext cx="211813" cy="520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888" name="Encre 1051887"/>
              <p14:cNvContentPartPr/>
              <p14:nvPr/>
            </p14:nvContentPartPr>
            <p14:xfrm>
              <a:off x="1133439" y="1431668"/>
              <a:ext cx="414648" cy="129015"/>
            </p14:xfrm>
          </p:contentPart>
        </mc:Choice>
        <mc:Fallback xmlns="">
          <p:sp>
            <p:nvSpPr>
              <p:cNvPr id="1051888" name=""/>
              <p:cNvSpPr/>
              <p:nvPr/>
            </p:nvSpPr>
            <p:spPr>
              <a:xfrm>
                <a:off x="1133439" y="1431668"/>
                <a:ext cx="414648" cy="1290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889" name="Encre 1051888"/>
              <p14:cNvContentPartPr/>
              <p14:nvPr/>
            </p14:nvContentPartPr>
            <p14:xfrm>
              <a:off x="1584652" y="1393323"/>
              <a:ext cx="256608" cy="143457"/>
            </p14:xfrm>
          </p:contentPart>
        </mc:Choice>
        <mc:Fallback xmlns="">
          <p:sp>
            <p:nvSpPr>
              <p:cNvPr id="1051889" name=""/>
              <p:cNvSpPr/>
              <p:nvPr/>
            </p:nvSpPr>
            <p:spPr>
              <a:xfrm>
                <a:off x="1584652" y="1393323"/>
                <a:ext cx="256608" cy="143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890" name="Encre 1051889"/>
              <p14:cNvContentPartPr/>
              <p14:nvPr/>
            </p14:nvContentPartPr>
            <p14:xfrm>
              <a:off x="1990506" y="1198165"/>
              <a:ext cx="283399" cy="306312"/>
            </p14:xfrm>
          </p:contentPart>
        </mc:Choice>
        <mc:Fallback xmlns="">
          <p:sp>
            <p:nvSpPr>
              <p:cNvPr id="1051890" name=""/>
              <p:cNvSpPr/>
              <p:nvPr/>
            </p:nvSpPr>
            <p:spPr>
              <a:xfrm>
                <a:off x="1990506" y="1198165"/>
                <a:ext cx="283399" cy="306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891" name="Encre 1051890"/>
              <p14:cNvContentPartPr/>
              <p14:nvPr/>
            </p14:nvContentPartPr>
            <p14:xfrm>
              <a:off x="2505160" y="1270464"/>
              <a:ext cx="344998" cy="436125"/>
            </p14:xfrm>
          </p:contentPart>
        </mc:Choice>
        <mc:Fallback xmlns="">
          <p:sp>
            <p:nvSpPr>
              <p:cNvPr id="1051891" name=""/>
              <p:cNvSpPr/>
              <p:nvPr/>
            </p:nvSpPr>
            <p:spPr>
              <a:xfrm>
                <a:off x="2505160" y="1270464"/>
                <a:ext cx="344998" cy="4361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892" name="Encre 1051891"/>
              <p14:cNvContentPartPr/>
              <p14:nvPr/>
            </p14:nvContentPartPr>
            <p14:xfrm>
              <a:off x="2849967" y="1248984"/>
              <a:ext cx="457484" cy="190682"/>
            </p14:xfrm>
          </p:contentPart>
        </mc:Choice>
        <mc:Fallback xmlns="">
          <p:sp>
            <p:nvSpPr>
              <p:cNvPr id="1051892" name=""/>
              <p:cNvSpPr/>
              <p:nvPr/>
            </p:nvSpPr>
            <p:spPr>
              <a:xfrm>
                <a:off x="2849967" y="1248984"/>
                <a:ext cx="457484" cy="190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893" name="Encre 1051892"/>
              <p14:cNvContentPartPr/>
              <p14:nvPr/>
            </p14:nvContentPartPr>
            <p14:xfrm>
              <a:off x="3203867" y="1118069"/>
              <a:ext cx="10482" cy="32455"/>
            </p14:xfrm>
          </p:contentPart>
        </mc:Choice>
        <mc:Fallback xmlns="">
          <p:sp>
            <p:nvSpPr>
              <p:cNvPr id="1051893" name=""/>
              <p:cNvSpPr/>
              <p:nvPr/>
            </p:nvSpPr>
            <p:spPr>
              <a:xfrm>
                <a:off x="3203867" y="1118069"/>
                <a:ext cx="10482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894" name="Encre 1051893"/>
              <p14:cNvContentPartPr/>
              <p14:nvPr/>
            </p14:nvContentPartPr>
            <p14:xfrm>
              <a:off x="3357312" y="1038397"/>
              <a:ext cx="152557" cy="326944"/>
            </p14:xfrm>
          </p:contentPart>
        </mc:Choice>
        <mc:Fallback xmlns="">
          <p:sp>
            <p:nvSpPr>
              <p:cNvPr id="1051894" name=""/>
              <p:cNvSpPr/>
              <p:nvPr/>
            </p:nvSpPr>
            <p:spPr>
              <a:xfrm>
                <a:off x="3357312" y="1038397"/>
                <a:ext cx="152557" cy="326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895" name="Encre 1051894"/>
              <p14:cNvContentPartPr/>
              <p14:nvPr/>
            </p14:nvContentPartPr>
            <p14:xfrm>
              <a:off x="3446711" y="1182911"/>
              <a:ext cx="224193" cy="123261"/>
            </p14:xfrm>
          </p:contentPart>
        </mc:Choice>
        <mc:Fallback xmlns="">
          <p:sp>
            <p:nvSpPr>
              <p:cNvPr id="1051895" name=""/>
              <p:cNvSpPr/>
              <p:nvPr/>
            </p:nvSpPr>
            <p:spPr>
              <a:xfrm>
                <a:off x="3446711" y="1182911"/>
                <a:ext cx="224193" cy="123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896" name="Encre 1051895"/>
              <p14:cNvContentPartPr/>
              <p14:nvPr/>
            </p14:nvContentPartPr>
            <p14:xfrm>
              <a:off x="3640631" y="1016555"/>
              <a:ext cx="4851" cy="284022"/>
            </p14:xfrm>
          </p:contentPart>
        </mc:Choice>
        <mc:Fallback xmlns="">
          <p:sp>
            <p:nvSpPr>
              <p:cNvPr id="1051896" name=""/>
              <p:cNvSpPr/>
              <p:nvPr/>
            </p:nvSpPr>
            <p:spPr>
              <a:xfrm>
                <a:off x="3640631" y="1016555"/>
                <a:ext cx="4851" cy="284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897" name="Encre 1051896"/>
              <p14:cNvContentPartPr/>
              <p14:nvPr/>
            </p14:nvContentPartPr>
            <p14:xfrm>
              <a:off x="3600438" y="1203107"/>
              <a:ext cx="218416" cy="128413"/>
            </p14:xfrm>
          </p:contentPart>
        </mc:Choice>
        <mc:Fallback xmlns="">
          <p:sp>
            <p:nvSpPr>
              <p:cNvPr id="1051897" name=""/>
              <p:cNvSpPr/>
              <p:nvPr/>
            </p:nvSpPr>
            <p:spPr>
              <a:xfrm>
                <a:off x="3600438" y="1203107"/>
                <a:ext cx="218416" cy="128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898" name="Encre 1051897"/>
              <p14:cNvContentPartPr/>
              <p14:nvPr/>
            </p14:nvContentPartPr>
            <p14:xfrm>
              <a:off x="3736341" y="1089030"/>
              <a:ext cx="16440" cy="30871"/>
            </p14:xfrm>
          </p:contentPart>
        </mc:Choice>
        <mc:Fallback xmlns="">
          <p:sp>
            <p:nvSpPr>
              <p:cNvPr id="1051898" name=""/>
              <p:cNvSpPr/>
              <p:nvPr/>
            </p:nvSpPr>
            <p:spPr>
              <a:xfrm>
                <a:off x="3736341" y="1089030"/>
                <a:ext cx="16440" cy="30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899" name="Encre 1051898"/>
              <p14:cNvContentPartPr/>
              <p14:nvPr/>
            </p14:nvContentPartPr>
            <p14:xfrm>
              <a:off x="3879746" y="1175900"/>
              <a:ext cx="1346" cy="30254"/>
            </p14:xfrm>
          </p:contentPart>
        </mc:Choice>
        <mc:Fallback xmlns="">
          <p:sp>
            <p:nvSpPr>
              <p:cNvPr id="1051899" name=""/>
              <p:cNvSpPr/>
              <p:nvPr/>
            </p:nvSpPr>
            <p:spPr>
              <a:xfrm>
                <a:off x="3879746" y="1175900"/>
                <a:ext cx="1346" cy="30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900" name="Encre 1051899"/>
              <p14:cNvContentPartPr/>
              <p14:nvPr/>
            </p14:nvContentPartPr>
            <p14:xfrm>
              <a:off x="3870160" y="1118069"/>
              <a:ext cx="345203" cy="197409"/>
            </p14:xfrm>
          </p:contentPart>
        </mc:Choice>
        <mc:Fallback xmlns="">
          <p:sp>
            <p:nvSpPr>
              <p:cNvPr id="1051900" name=""/>
              <p:cNvSpPr/>
              <p:nvPr/>
            </p:nvSpPr>
            <p:spPr>
              <a:xfrm>
                <a:off x="3870160" y="1118069"/>
                <a:ext cx="345203" cy="197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901" name="Encre 1051900"/>
              <p14:cNvContentPartPr/>
              <p14:nvPr/>
            </p14:nvContentPartPr>
            <p14:xfrm>
              <a:off x="1212360" y="1443956"/>
              <a:ext cx="2931691" cy="231028"/>
            </p14:xfrm>
          </p:contentPart>
        </mc:Choice>
        <mc:Fallback xmlns="">
          <p:sp>
            <p:nvSpPr>
              <p:cNvPr id="1051901" name=""/>
              <p:cNvSpPr/>
              <p:nvPr/>
            </p:nvSpPr>
            <p:spPr>
              <a:xfrm>
                <a:off x="1212360" y="1443956"/>
                <a:ext cx="2931691" cy="231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902" name="Encre 1051901"/>
              <p14:cNvContentPartPr/>
              <p14:nvPr/>
            </p14:nvContentPartPr>
            <p14:xfrm>
              <a:off x="798804" y="1523591"/>
              <a:ext cx="128450" cy="128607"/>
            </p14:xfrm>
          </p:contentPart>
        </mc:Choice>
        <mc:Fallback xmlns="">
          <p:sp>
            <p:nvSpPr>
              <p:cNvPr id="1051902" name=""/>
              <p:cNvSpPr/>
              <p:nvPr/>
            </p:nvSpPr>
            <p:spPr>
              <a:xfrm>
                <a:off x="798804" y="1523591"/>
                <a:ext cx="128450" cy="1286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903" name="Encre 1051902"/>
              <p14:cNvContentPartPr/>
              <p14:nvPr/>
            </p14:nvContentPartPr>
            <p14:xfrm>
              <a:off x="6437655" y="1284611"/>
              <a:ext cx="145155" cy="181628"/>
            </p14:xfrm>
          </p:contentPart>
        </mc:Choice>
        <mc:Fallback xmlns="">
          <p:sp>
            <p:nvSpPr>
              <p:cNvPr id="1051903" name=""/>
              <p:cNvSpPr/>
              <p:nvPr/>
            </p:nvSpPr>
            <p:spPr>
              <a:xfrm>
                <a:off x="6437655" y="1284611"/>
                <a:ext cx="145155" cy="181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904" name="Encre 1051903"/>
              <p14:cNvContentPartPr/>
              <p14:nvPr/>
            </p14:nvContentPartPr>
            <p14:xfrm>
              <a:off x="6475588" y="1299007"/>
              <a:ext cx="74268" cy="107218"/>
            </p14:xfrm>
          </p:contentPart>
        </mc:Choice>
        <mc:Fallback xmlns="">
          <p:sp>
            <p:nvSpPr>
              <p:cNvPr id="1051904" name=""/>
              <p:cNvSpPr/>
              <p:nvPr/>
            </p:nvSpPr>
            <p:spPr>
              <a:xfrm>
                <a:off x="6475588" y="1299007"/>
                <a:ext cx="74268" cy="107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905" name="Encre 1051904"/>
              <p14:cNvContentPartPr/>
              <p14:nvPr/>
            </p14:nvContentPartPr>
            <p14:xfrm>
              <a:off x="6479801" y="1577613"/>
              <a:ext cx="189754" cy="205820"/>
            </p14:xfrm>
          </p:contentPart>
        </mc:Choice>
        <mc:Fallback xmlns="">
          <p:sp>
            <p:nvSpPr>
              <p:cNvPr id="1051905" name=""/>
              <p:cNvSpPr/>
              <p:nvPr/>
            </p:nvSpPr>
            <p:spPr>
              <a:xfrm>
                <a:off x="6479801" y="1577613"/>
                <a:ext cx="189754" cy="205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906" name="Encre 1051905"/>
              <p14:cNvContentPartPr/>
              <p14:nvPr/>
            </p14:nvContentPartPr>
            <p14:xfrm>
              <a:off x="6160950" y="857805"/>
              <a:ext cx="172472" cy="310201"/>
            </p14:xfrm>
          </p:contentPart>
        </mc:Choice>
        <mc:Fallback xmlns="">
          <p:sp>
            <p:nvSpPr>
              <p:cNvPr id="1051906" name=""/>
              <p:cNvSpPr/>
              <p:nvPr/>
            </p:nvSpPr>
            <p:spPr>
              <a:xfrm>
                <a:off x="6160950" y="857805"/>
                <a:ext cx="172472" cy="310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907" name="Encre 1051906"/>
              <p14:cNvContentPartPr/>
              <p14:nvPr/>
            </p14:nvContentPartPr>
            <p14:xfrm>
              <a:off x="6354246" y="791934"/>
              <a:ext cx="155704" cy="299495"/>
            </p14:xfrm>
          </p:contentPart>
        </mc:Choice>
        <mc:Fallback xmlns="">
          <p:sp>
            <p:nvSpPr>
              <p:cNvPr id="1051907" name=""/>
              <p:cNvSpPr/>
              <p:nvPr/>
            </p:nvSpPr>
            <p:spPr>
              <a:xfrm>
                <a:off x="6354246" y="791934"/>
                <a:ext cx="155704" cy="299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908" name="Encre 1051907"/>
              <p14:cNvContentPartPr/>
              <p14:nvPr/>
            </p14:nvContentPartPr>
            <p14:xfrm>
              <a:off x="6468528" y="828171"/>
              <a:ext cx="107371" cy="198392"/>
            </p14:xfrm>
          </p:contentPart>
        </mc:Choice>
        <mc:Fallback xmlns="">
          <p:sp>
            <p:nvSpPr>
              <p:cNvPr id="1051908" name=""/>
              <p:cNvSpPr/>
              <p:nvPr/>
            </p:nvSpPr>
            <p:spPr>
              <a:xfrm>
                <a:off x="6468528" y="828171"/>
                <a:ext cx="107371" cy="198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909" name="Encre 1051908"/>
              <p14:cNvContentPartPr/>
              <p14:nvPr/>
            </p14:nvContentPartPr>
            <p14:xfrm>
              <a:off x="6640172" y="735900"/>
              <a:ext cx="274855" cy="140740"/>
            </p14:xfrm>
          </p:contentPart>
        </mc:Choice>
        <mc:Fallback xmlns="">
          <p:sp>
            <p:nvSpPr>
              <p:cNvPr id="1051909" name=""/>
              <p:cNvSpPr/>
              <p:nvPr/>
            </p:nvSpPr>
            <p:spPr>
              <a:xfrm>
                <a:off x="6640172" y="735900"/>
                <a:ext cx="274855" cy="140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910" name="Encre 1051909"/>
              <p14:cNvContentPartPr/>
              <p14:nvPr/>
            </p14:nvContentPartPr>
            <p14:xfrm>
              <a:off x="8464251" y="564535"/>
              <a:ext cx="97526" cy="103007"/>
            </p14:xfrm>
          </p:contentPart>
        </mc:Choice>
        <mc:Fallback xmlns="">
          <p:sp>
            <p:nvSpPr>
              <p:cNvPr id="1051910" name=""/>
              <p:cNvSpPr/>
              <p:nvPr/>
            </p:nvSpPr>
            <p:spPr>
              <a:xfrm>
                <a:off x="8464251" y="564535"/>
                <a:ext cx="97526" cy="1030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911" name="Encre 1051910"/>
              <p14:cNvContentPartPr/>
              <p14:nvPr/>
            </p14:nvContentPartPr>
            <p14:xfrm>
              <a:off x="8619571" y="671199"/>
              <a:ext cx="256549" cy="169976"/>
            </p14:xfrm>
          </p:contentPart>
        </mc:Choice>
        <mc:Fallback xmlns="">
          <p:sp>
            <p:nvSpPr>
              <p:cNvPr id="1051911" name=""/>
              <p:cNvSpPr/>
              <p:nvPr/>
            </p:nvSpPr>
            <p:spPr>
              <a:xfrm>
                <a:off x="8619571" y="671199"/>
                <a:ext cx="256549" cy="169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912" name="Encre 1051911"/>
              <p14:cNvContentPartPr/>
              <p14:nvPr/>
            </p14:nvContentPartPr>
            <p14:xfrm>
              <a:off x="8863363" y="805309"/>
              <a:ext cx="29363" cy="30556"/>
            </p14:xfrm>
          </p:contentPart>
        </mc:Choice>
        <mc:Fallback xmlns="">
          <p:sp>
            <p:nvSpPr>
              <p:cNvPr id="1051912" name=""/>
              <p:cNvSpPr/>
              <p:nvPr/>
            </p:nvSpPr>
            <p:spPr>
              <a:xfrm>
                <a:off x="8863363" y="805309"/>
                <a:ext cx="29363" cy="305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913" name="Encre 1051912"/>
              <p14:cNvContentPartPr/>
              <p14:nvPr/>
            </p14:nvContentPartPr>
            <p14:xfrm>
              <a:off x="7416738" y="625392"/>
              <a:ext cx="1089899" cy="390008"/>
            </p14:xfrm>
          </p:contentPart>
        </mc:Choice>
        <mc:Fallback xmlns="">
          <p:sp>
            <p:nvSpPr>
              <p:cNvPr id="1051913" name=""/>
              <p:cNvSpPr/>
              <p:nvPr/>
            </p:nvSpPr>
            <p:spPr>
              <a:xfrm>
                <a:off x="7416738" y="625392"/>
                <a:ext cx="1089899" cy="390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914" name="Encre 1051913"/>
              <p14:cNvContentPartPr/>
              <p14:nvPr/>
            </p14:nvContentPartPr>
            <p14:xfrm>
              <a:off x="7363546" y="813776"/>
              <a:ext cx="256189" cy="255981"/>
            </p14:xfrm>
          </p:contentPart>
        </mc:Choice>
        <mc:Fallback xmlns="">
          <p:sp>
            <p:nvSpPr>
              <p:cNvPr id="1051914" name=""/>
              <p:cNvSpPr/>
              <p:nvPr/>
            </p:nvSpPr>
            <p:spPr>
              <a:xfrm>
                <a:off x="7363546" y="813776"/>
                <a:ext cx="256189" cy="2559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915" name="Encre 1051914"/>
              <p14:cNvContentPartPr/>
              <p14:nvPr/>
            </p14:nvContentPartPr>
            <p14:xfrm>
              <a:off x="7711424" y="1313651"/>
              <a:ext cx="7237" cy="388692"/>
            </p14:xfrm>
          </p:contentPart>
        </mc:Choice>
        <mc:Fallback xmlns="">
          <p:sp>
            <p:nvSpPr>
              <p:cNvPr id="1051915" name=""/>
              <p:cNvSpPr/>
              <p:nvPr/>
            </p:nvSpPr>
            <p:spPr>
              <a:xfrm>
                <a:off x="7711424" y="1313651"/>
                <a:ext cx="7237" cy="388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916" name="Encre 1051915"/>
              <p14:cNvContentPartPr/>
              <p14:nvPr/>
            </p14:nvContentPartPr>
            <p14:xfrm>
              <a:off x="7691217" y="1334813"/>
              <a:ext cx="222793" cy="7542"/>
            </p14:xfrm>
          </p:contentPart>
        </mc:Choice>
        <mc:Fallback xmlns="">
          <p:sp>
            <p:nvSpPr>
              <p:cNvPr id="1051916" name=""/>
              <p:cNvSpPr/>
              <p:nvPr/>
            </p:nvSpPr>
            <p:spPr>
              <a:xfrm>
                <a:off x="7691217" y="1334813"/>
                <a:ext cx="222793" cy="7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917" name="Encre 1051916"/>
              <p14:cNvContentPartPr/>
              <p14:nvPr/>
            </p14:nvContentPartPr>
            <p14:xfrm>
              <a:off x="7698718" y="1558523"/>
              <a:ext cx="212167" cy="2755"/>
            </p14:xfrm>
          </p:contentPart>
        </mc:Choice>
        <mc:Fallback xmlns="">
          <p:sp>
            <p:nvSpPr>
              <p:cNvPr id="1051917" name=""/>
              <p:cNvSpPr/>
              <p:nvPr/>
            </p:nvSpPr>
            <p:spPr>
              <a:xfrm>
                <a:off x="7698718" y="1558523"/>
                <a:ext cx="212167" cy="2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918" name="Encre 1051917"/>
              <p14:cNvContentPartPr/>
              <p14:nvPr/>
            </p14:nvContentPartPr>
            <p14:xfrm>
              <a:off x="7648417" y="1198667"/>
              <a:ext cx="328604" cy="28113"/>
            </p14:xfrm>
          </p:contentPart>
        </mc:Choice>
        <mc:Fallback xmlns="">
          <p:sp>
            <p:nvSpPr>
              <p:cNvPr id="1051918" name=""/>
              <p:cNvSpPr/>
              <p:nvPr/>
            </p:nvSpPr>
            <p:spPr>
              <a:xfrm>
                <a:off x="7648417" y="1198667"/>
                <a:ext cx="328604" cy="28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919" name="Encre 1051918"/>
              <p14:cNvContentPartPr/>
              <p14:nvPr/>
            </p14:nvContentPartPr>
            <p14:xfrm>
              <a:off x="7934343" y="1147108"/>
              <a:ext cx="133943" cy="189107"/>
            </p14:xfrm>
          </p:contentPart>
        </mc:Choice>
        <mc:Fallback xmlns="">
          <p:sp>
            <p:nvSpPr>
              <p:cNvPr id="1051919" name=""/>
              <p:cNvSpPr/>
              <p:nvPr/>
            </p:nvSpPr>
            <p:spPr>
              <a:xfrm>
                <a:off x="7934343" y="1147108"/>
                <a:ext cx="133943" cy="189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920" name="Encre 1051919"/>
              <p14:cNvContentPartPr/>
              <p14:nvPr/>
            </p14:nvContentPartPr>
            <p14:xfrm>
              <a:off x="8056127" y="1510932"/>
              <a:ext cx="156811" cy="12696"/>
            </p14:xfrm>
          </p:contentPart>
        </mc:Choice>
        <mc:Fallback xmlns="">
          <p:sp>
            <p:nvSpPr>
              <p:cNvPr id="1051920" name=""/>
              <p:cNvSpPr/>
              <p:nvPr/>
            </p:nvSpPr>
            <p:spPr>
              <a:xfrm>
                <a:off x="8056127" y="1510932"/>
                <a:ext cx="156811" cy="12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921" name="Encre 1051920"/>
              <p14:cNvContentPartPr/>
              <p14:nvPr/>
            </p14:nvContentPartPr>
            <p14:xfrm>
              <a:off x="8063186" y="1617985"/>
              <a:ext cx="169809" cy="14355"/>
            </p14:xfrm>
          </p:contentPart>
        </mc:Choice>
        <mc:Fallback xmlns="">
          <p:sp>
            <p:nvSpPr>
              <p:cNvPr id="1051921" name=""/>
              <p:cNvSpPr/>
              <p:nvPr/>
            </p:nvSpPr>
            <p:spPr>
              <a:xfrm>
                <a:off x="8063186" y="1617985"/>
                <a:ext cx="169809" cy="14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922" name="Encre 1051921"/>
              <p14:cNvContentPartPr/>
              <p14:nvPr/>
            </p14:nvContentPartPr>
            <p14:xfrm>
              <a:off x="8334993" y="1552916"/>
              <a:ext cx="214445" cy="6949"/>
            </p14:xfrm>
          </p:contentPart>
        </mc:Choice>
        <mc:Fallback xmlns="">
          <p:sp>
            <p:nvSpPr>
              <p:cNvPr id="1051922" name=""/>
              <p:cNvSpPr/>
              <p:nvPr/>
            </p:nvSpPr>
            <p:spPr>
              <a:xfrm>
                <a:off x="8334993" y="1552916"/>
                <a:ext cx="214445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923" name="Encre 1051922"/>
              <p14:cNvContentPartPr/>
              <p14:nvPr/>
            </p14:nvContentPartPr>
            <p14:xfrm>
              <a:off x="8648931" y="1284611"/>
              <a:ext cx="240456" cy="323210"/>
            </p14:xfrm>
          </p:contentPart>
        </mc:Choice>
        <mc:Fallback xmlns="">
          <p:sp>
            <p:nvSpPr>
              <p:cNvPr id="1051923" name=""/>
              <p:cNvSpPr/>
              <p:nvPr/>
            </p:nvSpPr>
            <p:spPr>
              <a:xfrm>
                <a:off x="8648931" y="1284611"/>
                <a:ext cx="240456" cy="323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924" name="Encre 1051923"/>
              <p14:cNvContentPartPr/>
              <p14:nvPr/>
            </p14:nvContentPartPr>
            <p14:xfrm>
              <a:off x="9036131" y="1304983"/>
              <a:ext cx="241334" cy="162636"/>
            </p14:xfrm>
          </p:contentPart>
        </mc:Choice>
        <mc:Fallback xmlns="">
          <p:sp>
            <p:nvSpPr>
              <p:cNvPr id="1051924" name=""/>
              <p:cNvSpPr/>
              <p:nvPr/>
            </p:nvSpPr>
            <p:spPr>
              <a:xfrm>
                <a:off x="9036131" y="1304983"/>
                <a:ext cx="241334" cy="162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925" name="Encre 1051924"/>
              <p14:cNvContentPartPr/>
              <p14:nvPr/>
            </p14:nvContentPartPr>
            <p14:xfrm>
              <a:off x="9351946" y="1184911"/>
              <a:ext cx="222650" cy="223751"/>
            </p14:xfrm>
          </p:contentPart>
        </mc:Choice>
        <mc:Fallback xmlns="">
          <p:sp>
            <p:nvSpPr>
              <p:cNvPr id="1051925" name=""/>
              <p:cNvSpPr/>
              <p:nvPr/>
            </p:nvSpPr>
            <p:spPr>
              <a:xfrm>
                <a:off x="9351946" y="1184911"/>
                <a:ext cx="222650" cy="223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926" name="Encre 1051925"/>
              <p14:cNvContentPartPr/>
              <p14:nvPr/>
            </p14:nvContentPartPr>
            <p14:xfrm>
              <a:off x="8935968" y="1535651"/>
              <a:ext cx="750548" cy="60451"/>
            </p14:xfrm>
          </p:contentPart>
        </mc:Choice>
        <mc:Fallback xmlns="">
          <p:sp>
            <p:nvSpPr>
              <p:cNvPr id="1051926" name=""/>
              <p:cNvSpPr/>
              <p:nvPr/>
            </p:nvSpPr>
            <p:spPr>
              <a:xfrm>
                <a:off x="8935968" y="1535651"/>
                <a:ext cx="750548" cy="60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927" name="Encre 1051926"/>
              <p14:cNvContentPartPr/>
              <p14:nvPr/>
            </p14:nvContentPartPr>
            <p14:xfrm>
              <a:off x="8419395" y="128076"/>
              <a:ext cx="210518" cy="351578"/>
            </p14:xfrm>
          </p:contentPart>
        </mc:Choice>
        <mc:Fallback xmlns="">
          <p:sp>
            <p:nvSpPr>
              <p:cNvPr id="1051927" name=""/>
              <p:cNvSpPr/>
              <p:nvPr/>
            </p:nvSpPr>
            <p:spPr>
              <a:xfrm>
                <a:off x="8419395" y="128076"/>
                <a:ext cx="210518" cy="351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928" name="Encre 1051927"/>
              <p14:cNvContentPartPr/>
              <p14:nvPr/>
            </p14:nvContentPartPr>
            <p14:xfrm>
              <a:off x="9149596" y="1801362"/>
              <a:ext cx="152506" cy="184350"/>
            </p14:xfrm>
          </p:contentPart>
        </mc:Choice>
        <mc:Fallback xmlns="">
          <p:sp>
            <p:nvSpPr>
              <p:cNvPr id="1051928" name=""/>
              <p:cNvSpPr/>
              <p:nvPr/>
            </p:nvSpPr>
            <p:spPr>
              <a:xfrm>
                <a:off x="9149596" y="1801362"/>
                <a:ext cx="152506" cy="1843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929" name="Encre 1051928"/>
              <p14:cNvContentPartPr/>
              <p14:nvPr/>
            </p14:nvContentPartPr>
            <p14:xfrm>
              <a:off x="9348763" y="1760027"/>
              <a:ext cx="147228" cy="234372"/>
            </p14:xfrm>
          </p:contentPart>
        </mc:Choice>
        <mc:Fallback xmlns="">
          <p:sp>
            <p:nvSpPr>
              <p:cNvPr id="1051929" name=""/>
              <p:cNvSpPr/>
              <p:nvPr/>
            </p:nvSpPr>
            <p:spPr>
              <a:xfrm>
                <a:off x="9348763" y="1760027"/>
                <a:ext cx="147228" cy="234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930" name="Encre 1051929"/>
              <p14:cNvContentPartPr/>
              <p14:nvPr/>
            </p14:nvContentPartPr>
            <p14:xfrm>
              <a:off x="9507821" y="1661227"/>
              <a:ext cx="142964" cy="137655"/>
            </p14:xfrm>
          </p:contentPart>
        </mc:Choice>
        <mc:Fallback xmlns="">
          <p:sp>
            <p:nvSpPr>
              <p:cNvPr id="1051930" name=""/>
              <p:cNvSpPr/>
              <p:nvPr/>
            </p:nvSpPr>
            <p:spPr>
              <a:xfrm>
                <a:off x="9507821" y="1661227"/>
                <a:ext cx="142964" cy="137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931" name="Encre 1051930"/>
              <p14:cNvContentPartPr/>
              <p14:nvPr/>
            </p14:nvContentPartPr>
            <p14:xfrm>
              <a:off x="9763233" y="1493502"/>
              <a:ext cx="32923" cy="36123"/>
            </p14:xfrm>
          </p:contentPart>
        </mc:Choice>
        <mc:Fallback xmlns="">
          <p:sp>
            <p:nvSpPr>
              <p:cNvPr id="1051931" name=""/>
              <p:cNvSpPr/>
              <p:nvPr/>
            </p:nvSpPr>
            <p:spPr>
              <a:xfrm>
                <a:off x="9763233" y="1493502"/>
                <a:ext cx="32923" cy="36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932" name="Encre 1051931"/>
              <p14:cNvContentPartPr/>
              <p14:nvPr/>
            </p14:nvContentPartPr>
            <p14:xfrm>
              <a:off x="9980750" y="1277569"/>
              <a:ext cx="193351" cy="208869"/>
            </p14:xfrm>
          </p:contentPart>
        </mc:Choice>
        <mc:Fallback xmlns="">
          <p:sp>
            <p:nvSpPr>
              <p:cNvPr id="1051932" name=""/>
              <p:cNvSpPr/>
              <p:nvPr/>
            </p:nvSpPr>
            <p:spPr>
              <a:xfrm>
                <a:off x="9980750" y="1277569"/>
                <a:ext cx="193351" cy="208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933" name="Encre 1051932"/>
              <p14:cNvContentPartPr/>
              <p14:nvPr/>
            </p14:nvContentPartPr>
            <p14:xfrm>
              <a:off x="10199066" y="1200557"/>
              <a:ext cx="194726" cy="293809"/>
            </p14:xfrm>
          </p:contentPart>
        </mc:Choice>
        <mc:Fallback xmlns="">
          <p:sp>
            <p:nvSpPr>
              <p:cNvPr id="1051933" name=""/>
              <p:cNvSpPr/>
              <p:nvPr/>
            </p:nvSpPr>
            <p:spPr>
              <a:xfrm>
                <a:off x="10199066" y="1200557"/>
                <a:ext cx="194726" cy="293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934" name="Encre 1051933"/>
              <p14:cNvContentPartPr/>
              <p14:nvPr/>
            </p14:nvContentPartPr>
            <p14:xfrm>
              <a:off x="10058439" y="1074882"/>
              <a:ext cx="329224" cy="50267"/>
            </p14:xfrm>
          </p:contentPart>
        </mc:Choice>
        <mc:Fallback xmlns="">
          <p:sp>
            <p:nvSpPr>
              <p:cNvPr id="1051934" name=""/>
              <p:cNvSpPr/>
              <p:nvPr/>
            </p:nvSpPr>
            <p:spPr>
              <a:xfrm>
                <a:off x="10058439" y="1074882"/>
                <a:ext cx="329224" cy="50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935" name="Encre 1051934"/>
              <p14:cNvContentPartPr/>
              <p14:nvPr/>
            </p14:nvContentPartPr>
            <p14:xfrm>
              <a:off x="10294560" y="995210"/>
              <a:ext cx="161264" cy="175389"/>
            </p14:xfrm>
          </p:contentPart>
        </mc:Choice>
        <mc:Fallback xmlns="">
          <p:sp>
            <p:nvSpPr>
              <p:cNvPr id="1051935" name=""/>
              <p:cNvSpPr/>
              <p:nvPr/>
            </p:nvSpPr>
            <p:spPr>
              <a:xfrm>
                <a:off x="10294560" y="995210"/>
                <a:ext cx="161264" cy="1753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936" name="Encre 1051935"/>
              <p14:cNvContentPartPr/>
              <p14:nvPr/>
            </p14:nvContentPartPr>
            <p14:xfrm>
              <a:off x="9965833" y="1530996"/>
              <a:ext cx="449768" cy="36067"/>
            </p14:xfrm>
          </p:contentPart>
        </mc:Choice>
        <mc:Fallback xmlns="">
          <p:sp>
            <p:nvSpPr>
              <p:cNvPr id="1051936" name=""/>
              <p:cNvSpPr/>
              <p:nvPr/>
            </p:nvSpPr>
            <p:spPr>
              <a:xfrm>
                <a:off x="9965833" y="1530996"/>
                <a:ext cx="449768" cy="36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937" name="Encre 1051936"/>
              <p14:cNvContentPartPr/>
              <p14:nvPr/>
            </p14:nvContentPartPr>
            <p14:xfrm>
              <a:off x="10000245" y="1729031"/>
              <a:ext cx="213339" cy="150168"/>
            </p14:xfrm>
          </p:contentPart>
        </mc:Choice>
        <mc:Fallback xmlns="">
          <p:sp>
            <p:nvSpPr>
              <p:cNvPr id="1051937" name=""/>
              <p:cNvSpPr/>
              <p:nvPr/>
            </p:nvSpPr>
            <p:spPr>
              <a:xfrm>
                <a:off x="10000245" y="1729031"/>
                <a:ext cx="213339" cy="150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938" name="Encre 1051937"/>
              <p14:cNvContentPartPr/>
              <p14:nvPr/>
            </p14:nvContentPartPr>
            <p14:xfrm>
              <a:off x="10208550" y="1653081"/>
              <a:ext cx="134931" cy="255940"/>
            </p14:xfrm>
          </p:contentPart>
        </mc:Choice>
        <mc:Fallback xmlns="">
          <p:sp>
            <p:nvSpPr>
              <p:cNvPr id="1051938" name=""/>
              <p:cNvSpPr/>
              <p:nvPr/>
            </p:nvSpPr>
            <p:spPr>
              <a:xfrm>
                <a:off x="10208550" y="1653081"/>
                <a:ext cx="134931" cy="2559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939" name="Encre 1051938"/>
              <p14:cNvContentPartPr/>
              <p14:nvPr/>
            </p14:nvContentPartPr>
            <p14:xfrm>
              <a:off x="10358982" y="1708860"/>
              <a:ext cx="10562" cy="32191"/>
            </p14:xfrm>
          </p:contentPart>
        </mc:Choice>
        <mc:Fallback xmlns="">
          <p:sp>
            <p:nvSpPr>
              <p:cNvPr id="1051939" name=""/>
              <p:cNvSpPr/>
              <p:nvPr/>
            </p:nvSpPr>
            <p:spPr>
              <a:xfrm>
                <a:off x="10358982" y="1708860"/>
                <a:ext cx="10562" cy="32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940" name="Encre 1051939"/>
              <p14:cNvContentPartPr/>
              <p14:nvPr/>
            </p14:nvContentPartPr>
            <p14:xfrm>
              <a:off x="8098927" y="2299380"/>
              <a:ext cx="220911" cy="13772"/>
            </p14:xfrm>
          </p:contentPart>
        </mc:Choice>
        <mc:Fallback xmlns="">
          <p:sp>
            <p:nvSpPr>
              <p:cNvPr id="1051940" name=""/>
              <p:cNvSpPr/>
              <p:nvPr/>
            </p:nvSpPr>
            <p:spPr>
              <a:xfrm>
                <a:off x="8098927" y="2299380"/>
                <a:ext cx="220911" cy="13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941" name="Encre 1051940"/>
              <p14:cNvContentPartPr/>
              <p14:nvPr/>
            </p14:nvContentPartPr>
            <p14:xfrm>
              <a:off x="8084807" y="2436756"/>
              <a:ext cx="229006" cy="7198"/>
            </p14:xfrm>
          </p:contentPart>
        </mc:Choice>
        <mc:Fallback xmlns="">
          <p:sp>
            <p:nvSpPr>
              <p:cNvPr id="1051941" name=""/>
              <p:cNvSpPr/>
              <p:nvPr/>
            </p:nvSpPr>
            <p:spPr>
              <a:xfrm>
                <a:off x="8084807" y="2436756"/>
                <a:ext cx="229006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942" name="Encre 1051941"/>
              <p14:cNvContentPartPr/>
              <p14:nvPr/>
            </p14:nvContentPartPr>
            <p14:xfrm>
              <a:off x="8449275" y="2415102"/>
              <a:ext cx="157554" cy="13960"/>
            </p14:xfrm>
          </p:contentPart>
        </mc:Choice>
        <mc:Fallback xmlns="">
          <p:sp>
            <p:nvSpPr>
              <p:cNvPr id="1051942" name=""/>
              <p:cNvSpPr/>
              <p:nvPr/>
            </p:nvSpPr>
            <p:spPr>
              <a:xfrm>
                <a:off x="8449275" y="2415102"/>
                <a:ext cx="157554" cy="13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943" name="Encre 1051942"/>
              <p14:cNvContentPartPr/>
              <p14:nvPr/>
            </p14:nvContentPartPr>
            <p14:xfrm>
              <a:off x="8736195" y="2144478"/>
              <a:ext cx="282842" cy="301669"/>
            </p14:xfrm>
          </p:contentPart>
        </mc:Choice>
        <mc:Fallback xmlns="">
          <p:sp>
            <p:nvSpPr>
              <p:cNvPr id="1051943" name=""/>
              <p:cNvSpPr/>
              <p:nvPr/>
            </p:nvSpPr>
            <p:spPr>
              <a:xfrm>
                <a:off x="8736195" y="2144478"/>
                <a:ext cx="282842" cy="3016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944" name="Encre 1051943"/>
              <p14:cNvContentPartPr/>
              <p14:nvPr/>
            </p14:nvContentPartPr>
            <p14:xfrm>
              <a:off x="9164533" y="2262520"/>
              <a:ext cx="181559" cy="174768"/>
            </p14:xfrm>
          </p:contentPart>
        </mc:Choice>
        <mc:Fallback xmlns="">
          <p:sp>
            <p:nvSpPr>
              <p:cNvPr id="1051944" name=""/>
              <p:cNvSpPr/>
              <p:nvPr/>
            </p:nvSpPr>
            <p:spPr>
              <a:xfrm>
                <a:off x="9164533" y="2262520"/>
                <a:ext cx="181559" cy="174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945" name="Encre 1051944"/>
              <p14:cNvContentPartPr/>
              <p14:nvPr/>
            </p14:nvContentPartPr>
            <p14:xfrm>
              <a:off x="9452890" y="2117902"/>
              <a:ext cx="186952" cy="273983"/>
            </p14:xfrm>
          </p:contentPart>
        </mc:Choice>
        <mc:Fallback xmlns="">
          <p:sp>
            <p:nvSpPr>
              <p:cNvPr id="1051945" name=""/>
              <p:cNvSpPr/>
              <p:nvPr/>
            </p:nvSpPr>
            <p:spPr>
              <a:xfrm>
                <a:off x="9452890" y="2117902"/>
                <a:ext cx="186952" cy="273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946" name="Encre 1051945"/>
              <p14:cNvContentPartPr/>
              <p14:nvPr/>
            </p14:nvContentPartPr>
            <p14:xfrm>
              <a:off x="9135852" y="2466483"/>
              <a:ext cx="626369" cy="27855"/>
            </p14:xfrm>
          </p:contentPart>
        </mc:Choice>
        <mc:Fallback xmlns="">
          <p:sp>
            <p:nvSpPr>
              <p:cNvPr id="1051946" name=""/>
              <p:cNvSpPr/>
              <p:nvPr/>
            </p:nvSpPr>
            <p:spPr>
              <a:xfrm>
                <a:off x="9135852" y="2466483"/>
                <a:ext cx="626369" cy="27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947" name="Encre 1051946"/>
              <p14:cNvContentPartPr/>
              <p14:nvPr/>
            </p14:nvContentPartPr>
            <p14:xfrm>
              <a:off x="9327782" y="2668895"/>
              <a:ext cx="170722" cy="212379"/>
            </p14:xfrm>
          </p:contentPart>
        </mc:Choice>
        <mc:Fallback xmlns="">
          <p:sp>
            <p:nvSpPr>
              <p:cNvPr id="1051947" name=""/>
              <p:cNvSpPr/>
              <p:nvPr/>
            </p:nvSpPr>
            <p:spPr>
              <a:xfrm>
                <a:off x="9327782" y="2668895"/>
                <a:ext cx="170722" cy="212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948" name="Encre 1051947"/>
              <p14:cNvContentPartPr/>
              <p14:nvPr/>
            </p14:nvContentPartPr>
            <p14:xfrm>
              <a:off x="9541587" y="2580928"/>
              <a:ext cx="159499" cy="182597"/>
            </p14:xfrm>
          </p:contentPart>
        </mc:Choice>
        <mc:Fallback xmlns="">
          <p:sp>
            <p:nvSpPr>
              <p:cNvPr id="1051948" name=""/>
              <p:cNvSpPr/>
              <p:nvPr/>
            </p:nvSpPr>
            <p:spPr>
              <a:xfrm>
                <a:off x="9541587" y="2580928"/>
                <a:ext cx="159499" cy="182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949" name="Encre 1051948"/>
              <p14:cNvContentPartPr/>
              <p14:nvPr/>
            </p14:nvContentPartPr>
            <p14:xfrm>
              <a:off x="9886850" y="2333866"/>
              <a:ext cx="364910" cy="261137"/>
            </p14:xfrm>
          </p:contentPart>
        </mc:Choice>
        <mc:Fallback xmlns="">
          <p:sp>
            <p:nvSpPr>
              <p:cNvPr id="1051949" name=""/>
              <p:cNvSpPr/>
              <p:nvPr/>
            </p:nvSpPr>
            <p:spPr>
              <a:xfrm>
                <a:off x="9886850" y="2333866"/>
                <a:ext cx="364910" cy="261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950" name="Encre 1051949"/>
              <p14:cNvContentPartPr/>
              <p14:nvPr/>
            </p14:nvContentPartPr>
            <p14:xfrm>
              <a:off x="9922591" y="2226531"/>
              <a:ext cx="200325" cy="21841"/>
            </p14:xfrm>
          </p:contentPart>
        </mc:Choice>
        <mc:Fallback xmlns="">
          <p:sp>
            <p:nvSpPr>
              <p:cNvPr id="1051950" name=""/>
              <p:cNvSpPr/>
              <p:nvPr/>
            </p:nvSpPr>
            <p:spPr>
              <a:xfrm>
                <a:off x="9922591" y="2226531"/>
                <a:ext cx="200325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951" name="Encre 1051950"/>
              <p14:cNvContentPartPr/>
              <p14:nvPr/>
            </p14:nvContentPartPr>
            <p14:xfrm>
              <a:off x="10073056" y="2168700"/>
              <a:ext cx="119457" cy="123125"/>
            </p14:xfrm>
          </p:contentPart>
        </mc:Choice>
        <mc:Fallback xmlns="">
          <p:sp>
            <p:nvSpPr>
              <p:cNvPr id="1051951" name=""/>
              <p:cNvSpPr/>
              <p:nvPr/>
            </p:nvSpPr>
            <p:spPr>
              <a:xfrm>
                <a:off x="10073056" y="2168700"/>
                <a:ext cx="119457" cy="1231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952" name="Encre 1051951"/>
              <p14:cNvContentPartPr/>
              <p14:nvPr/>
            </p14:nvContentPartPr>
            <p14:xfrm>
              <a:off x="6468528" y="1342690"/>
              <a:ext cx="101030" cy="107186"/>
            </p14:xfrm>
          </p:contentPart>
        </mc:Choice>
        <mc:Fallback xmlns="">
          <p:sp>
            <p:nvSpPr>
              <p:cNvPr id="1051952" name=""/>
              <p:cNvSpPr/>
              <p:nvPr/>
            </p:nvSpPr>
            <p:spPr>
              <a:xfrm>
                <a:off x="6468528" y="1342690"/>
                <a:ext cx="101030" cy="107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953" name="Encre 1051952"/>
              <p14:cNvContentPartPr/>
              <p14:nvPr/>
            </p14:nvContentPartPr>
            <p14:xfrm>
              <a:off x="6476465" y="1328046"/>
              <a:ext cx="70604" cy="120804"/>
            </p14:xfrm>
          </p:contentPart>
        </mc:Choice>
        <mc:Fallback xmlns="">
          <p:sp>
            <p:nvSpPr>
              <p:cNvPr id="1051953" name=""/>
              <p:cNvSpPr/>
              <p:nvPr/>
            </p:nvSpPr>
            <p:spPr>
              <a:xfrm>
                <a:off x="6476465" y="1328046"/>
                <a:ext cx="70604" cy="120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954" name="Encre 1051953"/>
              <p14:cNvContentPartPr/>
              <p14:nvPr/>
            </p14:nvContentPartPr>
            <p14:xfrm>
              <a:off x="1227639" y="2179373"/>
              <a:ext cx="180697" cy="498409"/>
            </p14:xfrm>
          </p:contentPart>
        </mc:Choice>
        <mc:Fallback xmlns="">
          <p:sp>
            <p:nvSpPr>
              <p:cNvPr id="1051954" name=""/>
              <p:cNvSpPr/>
              <p:nvPr/>
            </p:nvSpPr>
            <p:spPr>
              <a:xfrm>
                <a:off x="1227639" y="2179373"/>
                <a:ext cx="180697" cy="498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955" name="Encre 1051954"/>
              <p14:cNvContentPartPr/>
              <p14:nvPr/>
            </p14:nvContentPartPr>
            <p14:xfrm>
              <a:off x="1497907" y="2305955"/>
              <a:ext cx="239940" cy="325860"/>
            </p14:xfrm>
          </p:contentPart>
        </mc:Choice>
        <mc:Fallback xmlns="">
          <p:sp>
            <p:nvSpPr>
              <p:cNvPr id="1051955" name=""/>
              <p:cNvSpPr/>
              <p:nvPr/>
            </p:nvSpPr>
            <p:spPr>
              <a:xfrm>
                <a:off x="1497907" y="2305955"/>
                <a:ext cx="239940" cy="325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956" name="Encre 1051955"/>
              <p14:cNvContentPartPr/>
              <p14:nvPr/>
            </p14:nvContentPartPr>
            <p14:xfrm>
              <a:off x="1891497" y="2490864"/>
              <a:ext cx="111537" cy="3475"/>
            </p14:xfrm>
          </p:contentPart>
        </mc:Choice>
        <mc:Fallback xmlns="">
          <p:sp>
            <p:nvSpPr>
              <p:cNvPr id="1051956" name=""/>
              <p:cNvSpPr/>
              <p:nvPr/>
            </p:nvSpPr>
            <p:spPr>
              <a:xfrm>
                <a:off x="1891497" y="2490864"/>
                <a:ext cx="111537" cy="3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957" name="Encre 1051956"/>
              <p14:cNvContentPartPr/>
              <p14:nvPr/>
            </p14:nvContentPartPr>
            <p14:xfrm>
              <a:off x="1862817" y="2595852"/>
              <a:ext cx="178704" cy="14644"/>
            </p14:xfrm>
          </p:contentPart>
        </mc:Choice>
        <mc:Fallback xmlns="">
          <p:sp>
            <p:nvSpPr>
              <p:cNvPr id="1051957" name=""/>
              <p:cNvSpPr/>
              <p:nvPr/>
            </p:nvSpPr>
            <p:spPr>
              <a:xfrm>
                <a:off x="1862817" y="2595852"/>
                <a:ext cx="178704" cy="14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958" name="Encre 1051957"/>
              <p14:cNvContentPartPr/>
              <p14:nvPr/>
            </p14:nvContentPartPr>
            <p14:xfrm>
              <a:off x="2277587" y="2320599"/>
              <a:ext cx="7333" cy="372919"/>
            </p14:xfrm>
          </p:contentPart>
        </mc:Choice>
        <mc:Fallback xmlns="">
          <p:sp>
            <p:nvSpPr>
              <p:cNvPr id="1051958" name=""/>
              <p:cNvSpPr/>
              <p:nvPr/>
            </p:nvSpPr>
            <p:spPr>
              <a:xfrm>
                <a:off x="2277587" y="2320599"/>
                <a:ext cx="7333" cy="372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959" name="Encre 1051958"/>
              <p14:cNvContentPartPr/>
              <p14:nvPr/>
            </p14:nvContentPartPr>
            <p14:xfrm>
              <a:off x="2248906" y="2313152"/>
              <a:ext cx="298392" cy="26374"/>
            </p14:xfrm>
          </p:contentPart>
        </mc:Choice>
        <mc:Fallback xmlns="">
          <p:sp>
            <p:nvSpPr>
              <p:cNvPr id="1051959" name=""/>
              <p:cNvSpPr/>
              <p:nvPr/>
            </p:nvSpPr>
            <p:spPr>
              <a:xfrm>
                <a:off x="2248906" y="2313152"/>
                <a:ext cx="298392" cy="263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960" name="Encre 1051959"/>
              <p14:cNvContentPartPr/>
              <p14:nvPr/>
            </p14:nvContentPartPr>
            <p14:xfrm>
              <a:off x="2241846" y="2465299"/>
              <a:ext cx="278866" cy="36237"/>
            </p14:xfrm>
          </p:contentPart>
        </mc:Choice>
        <mc:Fallback xmlns="">
          <p:sp>
            <p:nvSpPr>
              <p:cNvPr id="1051960" name=""/>
              <p:cNvSpPr/>
              <p:nvPr/>
            </p:nvSpPr>
            <p:spPr>
              <a:xfrm>
                <a:off x="2241846" y="2465299"/>
                <a:ext cx="278866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961" name="Encre 1051960"/>
              <p14:cNvContentPartPr/>
              <p14:nvPr/>
            </p14:nvContentPartPr>
            <p14:xfrm>
              <a:off x="2284647" y="2163779"/>
              <a:ext cx="293921" cy="11870"/>
            </p14:xfrm>
          </p:contentPart>
        </mc:Choice>
        <mc:Fallback xmlns="">
          <p:sp>
            <p:nvSpPr>
              <p:cNvPr id="1051961" name=""/>
              <p:cNvSpPr/>
              <p:nvPr/>
            </p:nvSpPr>
            <p:spPr>
              <a:xfrm>
                <a:off x="2284647" y="2163779"/>
                <a:ext cx="293921" cy="11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962" name="Encre 1051961"/>
              <p14:cNvContentPartPr/>
              <p14:nvPr/>
            </p14:nvContentPartPr>
            <p14:xfrm>
              <a:off x="2499091" y="2081334"/>
              <a:ext cx="157408" cy="193615"/>
            </p14:xfrm>
          </p:contentPart>
        </mc:Choice>
        <mc:Fallback xmlns="">
          <p:sp>
            <p:nvSpPr>
              <p:cNvPr id="1051962" name=""/>
              <p:cNvSpPr/>
              <p:nvPr/>
            </p:nvSpPr>
            <p:spPr>
              <a:xfrm>
                <a:off x="2499091" y="2081334"/>
                <a:ext cx="157408" cy="193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963" name="Encre 1051962"/>
              <p14:cNvContentPartPr/>
              <p14:nvPr/>
            </p14:nvContentPartPr>
            <p14:xfrm>
              <a:off x="2706476" y="2603050"/>
              <a:ext cx="4088" cy="31650"/>
            </p14:xfrm>
          </p:contentPart>
        </mc:Choice>
        <mc:Fallback xmlns="">
          <p:sp>
            <p:nvSpPr>
              <p:cNvPr id="1051963" name=""/>
              <p:cNvSpPr/>
              <p:nvPr/>
            </p:nvSpPr>
            <p:spPr>
              <a:xfrm>
                <a:off x="2706476" y="2603050"/>
                <a:ext cx="4088" cy="31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964" name="Encre 1051963"/>
              <p14:cNvContentPartPr/>
              <p14:nvPr/>
            </p14:nvContentPartPr>
            <p14:xfrm>
              <a:off x="2854337" y="2283186"/>
              <a:ext cx="228285" cy="398867"/>
            </p14:xfrm>
          </p:contentPart>
        </mc:Choice>
        <mc:Fallback xmlns="">
          <p:sp>
            <p:nvSpPr>
              <p:cNvPr id="1051964" name=""/>
              <p:cNvSpPr/>
              <p:nvPr/>
            </p:nvSpPr>
            <p:spPr>
              <a:xfrm>
                <a:off x="2854337" y="2283186"/>
                <a:ext cx="228285" cy="3988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965" name="Encre 1051964"/>
              <p14:cNvContentPartPr/>
              <p14:nvPr/>
            </p14:nvContentPartPr>
            <p14:xfrm>
              <a:off x="3137068" y="2387583"/>
              <a:ext cx="205469" cy="247344"/>
            </p14:xfrm>
          </p:contentPart>
        </mc:Choice>
        <mc:Fallback xmlns="">
          <p:sp>
            <p:nvSpPr>
              <p:cNvPr id="1051965" name=""/>
              <p:cNvSpPr/>
              <p:nvPr/>
            </p:nvSpPr>
            <p:spPr>
              <a:xfrm>
                <a:off x="3137068" y="2387583"/>
                <a:ext cx="205469" cy="247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966" name="Encre 1051965"/>
              <p14:cNvContentPartPr/>
              <p14:nvPr/>
            </p14:nvContentPartPr>
            <p14:xfrm>
              <a:off x="3397498" y="2330362"/>
              <a:ext cx="176995" cy="337534"/>
            </p14:xfrm>
          </p:contentPart>
        </mc:Choice>
        <mc:Fallback xmlns="">
          <p:sp>
            <p:nvSpPr>
              <p:cNvPr id="1051966" name=""/>
              <p:cNvSpPr/>
              <p:nvPr/>
            </p:nvSpPr>
            <p:spPr>
              <a:xfrm>
                <a:off x="3397498" y="2330362"/>
                <a:ext cx="176995" cy="33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967" name="Encre 1051966"/>
              <p14:cNvContentPartPr/>
              <p14:nvPr/>
            </p14:nvContentPartPr>
            <p14:xfrm>
              <a:off x="3257149" y="2190045"/>
              <a:ext cx="279308" cy="21841"/>
            </p14:xfrm>
          </p:contentPart>
        </mc:Choice>
        <mc:Fallback xmlns="">
          <p:sp>
            <p:nvSpPr>
              <p:cNvPr id="1051967" name=""/>
              <p:cNvSpPr/>
              <p:nvPr/>
            </p:nvSpPr>
            <p:spPr>
              <a:xfrm>
                <a:off x="3257149" y="2190045"/>
                <a:ext cx="279308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968" name="Encre 1051967"/>
              <p14:cNvContentPartPr/>
              <p14:nvPr/>
            </p14:nvContentPartPr>
            <p14:xfrm>
              <a:off x="3400554" y="2124757"/>
              <a:ext cx="183201" cy="159604"/>
            </p14:xfrm>
          </p:contentPart>
        </mc:Choice>
        <mc:Fallback xmlns="">
          <p:sp>
            <p:nvSpPr>
              <p:cNvPr id="1051968" name=""/>
              <p:cNvSpPr/>
              <p:nvPr/>
            </p:nvSpPr>
            <p:spPr>
              <a:xfrm>
                <a:off x="3400554" y="2124757"/>
                <a:ext cx="183201" cy="159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969" name="Encre 1051968"/>
              <p14:cNvContentPartPr/>
              <p14:nvPr/>
            </p14:nvContentPartPr>
            <p14:xfrm>
              <a:off x="6504269" y="446217"/>
              <a:ext cx="53404" cy="954304"/>
            </p14:xfrm>
          </p:contentPart>
        </mc:Choice>
        <mc:Fallback xmlns="">
          <p:sp>
            <p:nvSpPr>
              <p:cNvPr id="1051969" name=""/>
              <p:cNvSpPr/>
              <p:nvPr/>
            </p:nvSpPr>
            <p:spPr>
              <a:xfrm>
                <a:off x="6504269" y="446217"/>
                <a:ext cx="53404" cy="954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970" name="Encre 1051969"/>
              <p14:cNvContentPartPr/>
              <p14:nvPr/>
            </p14:nvContentPartPr>
            <p14:xfrm>
              <a:off x="6547070" y="1371481"/>
              <a:ext cx="633219" cy="30165"/>
            </p14:xfrm>
          </p:contentPart>
        </mc:Choice>
        <mc:Fallback xmlns="">
          <p:sp>
            <p:nvSpPr>
              <p:cNvPr id="1051970" name=""/>
              <p:cNvSpPr/>
              <p:nvPr/>
            </p:nvSpPr>
            <p:spPr>
              <a:xfrm>
                <a:off x="6547070" y="1371481"/>
                <a:ext cx="633219" cy="301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971" name="Encre 1051970"/>
              <p14:cNvContentPartPr/>
              <p14:nvPr/>
            </p14:nvContentPartPr>
            <p14:xfrm>
              <a:off x="7119364" y="1335244"/>
              <a:ext cx="96419" cy="181186"/>
            </p14:xfrm>
          </p:contentPart>
        </mc:Choice>
        <mc:Fallback xmlns="">
          <p:sp>
            <p:nvSpPr>
              <p:cNvPr id="1051971" name=""/>
              <p:cNvSpPr/>
              <p:nvPr/>
            </p:nvSpPr>
            <p:spPr>
              <a:xfrm>
                <a:off x="7119364" y="1335244"/>
                <a:ext cx="96419" cy="181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972" name="Encre 1051971"/>
              <p14:cNvContentPartPr/>
              <p14:nvPr/>
            </p14:nvContentPartPr>
            <p14:xfrm>
              <a:off x="6107316" y="1378679"/>
              <a:ext cx="396953" cy="422521"/>
            </p14:xfrm>
          </p:contentPart>
        </mc:Choice>
        <mc:Fallback xmlns="">
          <p:sp>
            <p:nvSpPr>
              <p:cNvPr id="1051972" name=""/>
              <p:cNvSpPr/>
              <p:nvPr/>
            </p:nvSpPr>
            <p:spPr>
              <a:xfrm>
                <a:off x="6107316" y="1378679"/>
                <a:ext cx="396953" cy="422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973" name="Encre 1051972"/>
              <p14:cNvContentPartPr/>
              <p14:nvPr/>
            </p14:nvContentPartPr>
            <p14:xfrm>
              <a:off x="6475588" y="424931"/>
              <a:ext cx="124245" cy="127986"/>
            </p14:xfrm>
          </p:contentPart>
        </mc:Choice>
        <mc:Fallback xmlns="">
          <p:sp>
            <p:nvSpPr>
              <p:cNvPr id="1051973" name=""/>
              <p:cNvSpPr/>
              <p:nvPr/>
            </p:nvSpPr>
            <p:spPr>
              <a:xfrm>
                <a:off x="6475588" y="424931"/>
                <a:ext cx="124245" cy="1279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974" name="Encre 1051973"/>
              <p14:cNvContentPartPr/>
              <p14:nvPr/>
            </p14:nvContentPartPr>
            <p14:xfrm>
              <a:off x="6122270" y="1700843"/>
              <a:ext cx="138873" cy="72022"/>
            </p14:xfrm>
          </p:contentPart>
        </mc:Choice>
        <mc:Fallback xmlns="">
          <p:sp>
            <p:nvSpPr>
              <p:cNvPr id="1051974" name=""/>
              <p:cNvSpPr/>
              <p:nvPr/>
            </p:nvSpPr>
            <p:spPr>
              <a:xfrm>
                <a:off x="6122270" y="1700843"/>
                <a:ext cx="138873" cy="72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975" name="Encre 1051974"/>
              <p14:cNvContentPartPr/>
              <p14:nvPr/>
            </p14:nvContentPartPr>
            <p14:xfrm>
              <a:off x="4561078" y="2289691"/>
              <a:ext cx="198544" cy="332315"/>
            </p14:xfrm>
          </p:contentPart>
        </mc:Choice>
        <mc:Fallback xmlns="">
          <p:sp>
            <p:nvSpPr>
              <p:cNvPr id="1051975" name=""/>
              <p:cNvSpPr/>
              <p:nvPr/>
            </p:nvSpPr>
            <p:spPr>
              <a:xfrm>
                <a:off x="4561078" y="2289691"/>
                <a:ext cx="198544" cy="332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976" name="Encre 1051975"/>
              <p14:cNvContentPartPr/>
              <p14:nvPr/>
            </p14:nvContentPartPr>
            <p14:xfrm>
              <a:off x="4873570" y="2422371"/>
              <a:ext cx="132690" cy="183111"/>
            </p14:xfrm>
          </p:contentPart>
        </mc:Choice>
        <mc:Fallback xmlns="">
          <p:sp>
            <p:nvSpPr>
              <p:cNvPr id="1051976" name=""/>
              <p:cNvSpPr/>
              <p:nvPr/>
            </p:nvSpPr>
            <p:spPr>
              <a:xfrm>
                <a:off x="4873570" y="2422371"/>
                <a:ext cx="132690" cy="1831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977" name="Encre 1051976"/>
              <p14:cNvContentPartPr/>
              <p14:nvPr/>
            </p14:nvContentPartPr>
            <p14:xfrm>
              <a:off x="5105524" y="2366444"/>
              <a:ext cx="139886" cy="297989"/>
            </p14:xfrm>
          </p:contentPart>
        </mc:Choice>
        <mc:Fallback xmlns="">
          <p:sp>
            <p:nvSpPr>
              <p:cNvPr id="1051977" name=""/>
              <p:cNvSpPr/>
              <p:nvPr/>
            </p:nvSpPr>
            <p:spPr>
              <a:xfrm>
                <a:off x="5105524" y="2366444"/>
                <a:ext cx="139886" cy="297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978" name="Encre 1051977"/>
              <p14:cNvContentPartPr/>
              <p14:nvPr/>
            </p14:nvContentPartPr>
            <p14:xfrm>
              <a:off x="4968939" y="2233480"/>
              <a:ext cx="291020" cy="39989"/>
            </p14:xfrm>
          </p:contentPart>
        </mc:Choice>
        <mc:Fallback xmlns="">
          <p:sp>
            <p:nvSpPr>
              <p:cNvPr id="1051978" name=""/>
              <p:cNvSpPr/>
              <p:nvPr/>
            </p:nvSpPr>
            <p:spPr>
              <a:xfrm>
                <a:off x="4968939" y="2233480"/>
                <a:ext cx="291020" cy="39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979" name="Encre 1051978"/>
              <p14:cNvContentPartPr/>
              <p14:nvPr/>
            </p14:nvContentPartPr>
            <p14:xfrm>
              <a:off x="5121850" y="2153808"/>
              <a:ext cx="170132" cy="173667"/>
            </p14:xfrm>
          </p:contentPart>
        </mc:Choice>
        <mc:Fallback xmlns="">
          <p:sp>
            <p:nvSpPr>
              <p:cNvPr id="1051979" name=""/>
              <p:cNvSpPr/>
              <p:nvPr/>
            </p:nvSpPr>
            <p:spPr>
              <a:xfrm>
                <a:off x="5121850" y="2153808"/>
                <a:ext cx="170132" cy="173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980" name="Encre 1051979"/>
              <p14:cNvContentPartPr/>
              <p14:nvPr/>
            </p14:nvContentPartPr>
            <p14:xfrm>
              <a:off x="5402922" y="2450904"/>
              <a:ext cx="146833" cy="17393"/>
            </p14:xfrm>
          </p:contentPart>
        </mc:Choice>
        <mc:Fallback xmlns="">
          <p:sp>
            <p:nvSpPr>
              <p:cNvPr id="1051980" name=""/>
              <p:cNvSpPr/>
              <p:nvPr/>
            </p:nvSpPr>
            <p:spPr>
              <a:xfrm>
                <a:off x="5402922" y="2450904"/>
                <a:ext cx="146833" cy="173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981" name="Encre 1051980"/>
              <p14:cNvContentPartPr/>
              <p14:nvPr/>
            </p14:nvContentPartPr>
            <p14:xfrm>
              <a:off x="5381301" y="2544184"/>
              <a:ext cx="161238" cy="16823"/>
            </p14:xfrm>
          </p:contentPart>
        </mc:Choice>
        <mc:Fallback xmlns="">
          <p:sp>
            <p:nvSpPr>
              <p:cNvPr id="1051981" name=""/>
              <p:cNvSpPr/>
              <p:nvPr/>
            </p:nvSpPr>
            <p:spPr>
              <a:xfrm>
                <a:off x="5381301" y="2544184"/>
                <a:ext cx="161238" cy="16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982" name="Encre 1051981"/>
              <p14:cNvContentPartPr/>
              <p14:nvPr/>
            </p14:nvContentPartPr>
            <p14:xfrm>
              <a:off x="5658149" y="1947554"/>
              <a:ext cx="60119" cy="1385392"/>
            </p14:xfrm>
          </p:contentPart>
        </mc:Choice>
        <mc:Fallback xmlns="">
          <p:sp>
            <p:nvSpPr>
              <p:cNvPr id="1051982" name=""/>
              <p:cNvSpPr/>
              <p:nvPr/>
            </p:nvSpPr>
            <p:spPr>
              <a:xfrm>
                <a:off x="5658149" y="1947554"/>
                <a:ext cx="60119" cy="1385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983" name="Encre 1051982"/>
              <p14:cNvContentPartPr/>
              <p14:nvPr/>
            </p14:nvContentPartPr>
            <p14:xfrm>
              <a:off x="5856842" y="1864407"/>
              <a:ext cx="352183" cy="364209"/>
            </p14:xfrm>
          </p:contentPart>
        </mc:Choice>
        <mc:Fallback xmlns="">
          <p:sp>
            <p:nvSpPr>
              <p:cNvPr id="1051983" name=""/>
              <p:cNvSpPr/>
              <p:nvPr/>
            </p:nvSpPr>
            <p:spPr>
              <a:xfrm>
                <a:off x="5856842" y="1864407"/>
                <a:ext cx="352183" cy="364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1984" name="Encre 1051983"/>
              <p14:cNvContentPartPr/>
              <p14:nvPr/>
            </p14:nvContentPartPr>
            <p14:xfrm>
              <a:off x="5868954" y="2479943"/>
              <a:ext cx="193538" cy="200039"/>
            </p14:xfrm>
          </p:contentPart>
        </mc:Choice>
        <mc:Fallback xmlns="">
          <p:sp>
            <p:nvSpPr>
              <p:cNvPr id="1051984" name=""/>
              <p:cNvSpPr/>
              <p:nvPr/>
            </p:nvSpPr>
            <p:spPr>
              <a:xfrm>
                <a:off x="5868954" y="2479943"/>
                <a:ext cx="193538" cy="200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1985" name="Encre 1051984"/>
              <p14:cNvContentPartPr/>
              <p14:nvPr/>
            </p14:nvContentPartPr>
            <p14:xfrm>
              <a:off x="6057554" y="2413812"/>
              <a:ext cx="393348" cy="249331"/>
            </p14:xfrm>
          </p:contentPart>
        </mc:Choice>
        <mc:Fallback xmlns="">
          <p:sp>
            <p:nvSpPr>
              <p:cNvPr id="1051985" name=""/>
              <p:cNvSpPr/>
              <p:nvPr/>
            </p:nvSpPr>
            <p:spPr>
              <a:xfrm>
                <a:off x="6057554" y="2413812"/>
                <a:ext cx="393348" cy="2493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1986" name="Encre 1051985"/>
              <p14:cNvContentPartPr/>
              <p14:nvPr/>
            </p14:nvContentPartPr>
            <p14:xfrm>
              <a:off x="5902546" y="3026039"/>
              <a:ext cx="151134" cy="195179"/>
            </p14:xfrm>
          </p:contentPart>
        </mc:Choice>
        <mc:Fallback xmlns="">
          <p:sp>
            <p:nvSpPr>
              <p:cNvPr id="1051986" name=""/>
              <p:cNvSpPr/>
              <p:nvPr/>
            </p:nvSpPr>
            <p:spPr>
              <a:xfrm>
                <a:off x="5902546" y="3026039"/>
                <a:ext cx="151134" cy="195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1987" name="Encre 1051986"/>
              <p14:cNvContentPartPr/>
              <p14:nvPr/>
            </p14:nvContentPartPr>
            <p14:xfrm>
              <a:off x="6099685" y="2987016"/>
              <a:ext cx="89976" cy="202782"/>
            </p14:xfrm>
          </p:contentPart>
        </mc:Choice>
        <mc:Fallback xmlns="">
          <p:sp>
            <p:nvSpPr>
              <p:cNvPr id="1051987" name=""/>
              <p:cNvSpPr/>
              <p:nvPr/>
            </p:nvSpPr>
            <p:spPr>
              <a:xfrm>
                <a:off x="6099685" y="2987016"/>
                <a:ext cx="89976" cy="202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1988" name="Encre 1051987"/>
              <p14:cNvContentPartPr/>
              <p14:nvPr/>
            </p14:nvContentPartPr>
            <p14:xfrm>
              <a:off x="6268123" y="3030699"/>
              <a:ext cx="14199" cy="173507"/>
            </p14:xfrm>
          </p:contentPart>
        </mc:Choice>
        <mc:Fallback xmlns="">
          <p:sp>
            <p:nvSpPr>
              <p:cNvPr id="1051988" name=""/>
              <p:cNvSpPr/>
              <p:nvPr/>
            </p:nvSpPr>
            <p:spPr>
              <a:xfrm>
                <a:off x="6268123" y="3030699"/>
                <a:ext cx="14199" cy="173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1989" name="Encre 1051988"/>
              <p14:cNvContentPartPr/>
              <p14:nvPr/>
            </p14:nvContentPartPr>
            <p14:xfrm>
              <a:off x="6354246" y="3050465"/>
              <a:ext cx="119836" cy="145901"/>
            </p14:xfrm>
          </p:contentPart>
        </mc:Choice>
        <mc:Fallback xmlns="">
          <p:sp>
            <p:nvSpPr>
              <p:cNvPr id="1051989" name=""/>
              <p:cNvSpPr/>
              <p:nvPr/>
            </p:nvSpPr>
            <p:spPr>
              <a:xfrm>
                <a:off x="6354246" y="3050465"/>
                <a:ext cx="119836" cy="145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1990" name="Encre 1051989"/>
              <p14:cNvContentPartPr/>
              <p14:nvPr/>
            </p14:nvContentPartPr>
            <p14:xfrm>
              <a:off x="6273977" y="2899898"/>
              <a:ext cx="1286" cy="31736"/>
            </p14:xfrm>
          </p:contentPart>
        </mc:Choice>
        <mc:Fallback xmlns="">
          <p:sp>
            <p:nvSpPr>
              <p:cNvPr id="1051990" name=""/>
              <p:cNvSpPr/>
              <p:nvPr/>
            </p:nvSpPr>
            <p:spPr>
              <a:xfrm>
                <a:off x="6273977" y="2899898"/>
                <a:ext cx="1286" cy="31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1991" name="Encre 1051990"/>
              <p14:cNvContentPartPr/>
              <p14:nvPr/>
            </p14:nvContentPartPr>
            <p14:xfrm>
              <a:off x="6542652" y="2986732"/>
              <a:ext cx="140283" cy="206603"/>
            </p14:xfrm>
          </p:contentPart>
        </mc:Choice>
        <mc:Fallback xmlns="">
          <p:sp>
            <p:nvSpPr>
              <p:cNvPr id="1051991" name=""/>
              <p:cNvSpPr/>
              <p:nvPr/>
            </p:nvSpPr>
            <p:spPr>
              <a:xfrm>
                <a:off x="6542652" y="2986732"/>
                <a:ext cx="140283" cy="206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1992" name="Encre 1051991"/>
              <p14:cNvContentPartPr/>
              <p14:nvPr/>
            </p14:nvContentPartPr>
            <p14:xfrm>
              <a:off x="6790389" y="2891943"/>
              <a:ext cx="113376" cy="282812"/>
            </p14:xfrm>
          </p:contentPart>
        </mc:Choice>
        <mc:Fallback xmlns="">
          <p:sp>
            <p:nvSpPr>
              <p:cNvPr id="1051992" name=""/>
              <p:cNvSpPr/>
              <p:nvPr/>
            </p:nvSpPr>
            <p:spPr>
              <a:xfrm>
                <a:off x="6790389" y="2891943"/>
                <a:ext cx="113376" cy="282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1993" name="Encre 1051992"/>
              <p14:cNvContentPartPr/>
              <p14:nvPr/>
            </p14:nvContentPartPr>
            <p14:xfrm>
              <a:off x="6981881" y="3023501"/>
              <a:ext cx="207556" cy="276196"/>
            </p14:xfrm>
          </p:contentPart>
        </mc:Choice>
        <mc:Fallback xmlns="">
          <p:sp>
            <p:nvSpPr>
              <p:cNvPr id="1051993" name=""/>
              <p:cNvSpPr/>
              <p:nvPr/>
            </p:nvSpPr>
            <p:spPr>
              <a:xfrm>
                <a:off x="6981881" y="3023501"/>
                <a:ext cx="207556" cy="276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1994" name="Encre 1051993"/>
              <p14:cNvContentPartPr/>
              <p14:nvPr/>
            </p14:nvContentPartPr>
            <p14:xfrm>
              <a:off x="7413271" y="2987016"/>
              <a:ext cx="99242" cy="456006"/>
            </p14:xfrm>
          </p:contentPart>
        </mc:Choice>
        <mc:Fallback xmlns="">
          <p:sp>
            <p:nvSpPr>
              <p:cNvPr id="1051994" name=""/>
              <p:cNvSpPr/>
              <p:nvPr/>
            </p:nvSpPr>
            <p:spPr>
              <a:xfrm>
                <a:off x="7413271" y="2987016"/>
                <a:ext cx="99242" cy="4560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1995" name="Encre 1051994"/>
              <p14:cNvContentPartPr/>
              <p14:nvPr/>
            </p14:nvContentPartPr>
            <p14:xfrm>
              <a:off x="7634297" y="3143529"/>
              <a:ext cx="370516" cy="318274"/>
            </p14:xfrm>
          </p:contentPart>
        </mc:Choice>
        <mc:Fallback xmlns="">
          <p:sp>
            <p:nvSpPr>
              <p:cNvPr id="1051995" name=""/>
              <p:cNvSpPr/>
              <p:nvPr/>
            </p:nvSpPr>
            <p:spPr>
              <a:xfrm>
                <a:off x="7634297" y="3143529"/>
                <a:ext cx="370516" cy="318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1996" name="Encre 1051995"/>
              <p14:cNvContentPartPr/>
              <p14:nvPr/>
            </p14:nvContentPartPr>
            <p14:xfrm>
              <a:off x="7670037" y="3075778"/>
              <a:ext cx="207242" cy="12751"/>
            </p14:xfrm>
          </p:contentPart>
        </mc:Choice>
        <mc:Fallback xmlns="">
          <p:sp>
            <p:nvSpPr>
              <p:cNvPr id="1051996" name=""/>
              <p:cNvSpPr/>
              <p:nvPr/>
            </p:nvSpPr>
            <p:spPr>
              <a:xfrm>
                <a:off x="7670037" y="3075778"/>
                <a:ext cx="207242" cy="12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1997" name="Encre 1051996"/>
              <p14:cNvContentPartPr/>
              <p14:nvPr/>
            </p14:nvContentPartPr>
            <p14:xfrm>
              <a:off x="7813000" y="2994214"/>
              <a:ext cx="105777" cy="207751"/>
            </p14:xfrm>
          </p:contentPart>
        </mc:Choice>
        <mc:Fallback xmlns="">
          <p:sp>
            <p:nvSpPr>
              <p:cNvPr id="1051997" name=""/>
              <p:cNvSpPr/>
              <p:nvPr/>
            </p:nvSpPr>
            <p:spPr>
              <a:xfrm>
                <a:off x="7813000" y="2994214"/>
                <a:ext cx="105777" cy="20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1998" name="Encre 1051997"/>
              <p14:cNvContentPartPr/>
              <p14:nvPr/>
            </p14:nvContentPartPr>
            <p14:xfrm>
              <a:off x="8088959" y="3284111"/>
              <a:ext cx="53210" cy="165629"/>
            </p14:xfrm>
          </p:contentPart>
        </mc:Choice>
        <mc:Fallback xmlns="">
          <p:sp>
            <p:nvSpPr>
              <p:cNvPr id="1051998" name=""/>
              <p:cNvSpPr/>
              <p:nvPr/>
            </p:nvSpPr>
            <p:spPr>
              <a:xfrm>
                <a:off x="8088959" y="3284111"/>
                <a:ext cx="53210" cy="165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1999" name="Encre 1051998"/>
              <p14:cNvContentPartPr/>
              <p14:nvPr/>
            </p14:nvContentPartPr>
            <p14:xfrm>
              <a:off x="8249392" y="3110836"/>
              <a:ext cx="406978" cy="326541"/>
            </p14:xfrm>
          </p:contentPart>
        </mc:Choice>
        <mc:Fallback xmlns="">
          <p:sp>
            <p:nvSpPr>
              <p:cNvPr id="1051999" name=""/>
              <p:cNvSpPr/>
              <p:nvPr/>
            </p:nvSpPr>
            <p:spPr>
              <a:xfrm>
                <a:off x="8249392" y="3110836"/>
                <a:ext cx="406978" cy="326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2000" name="Encre 1051999"/>
              <p14:cNvContentPartPr/>
              <p14:nvPr/>
            </p14:nvContentPartPr>
            <p14:xfrm>
              <a:off x="8120547" y="3015807"/>
              <a:ext cx="287246" cy="13730"/>
            </p14:xfrm>
          </p:contentPart>
        </mc:Choice>
        <mc:Fallback xmlns="">
          <p:sp>
            <p:nvSpPr>
              <p:cNvPr id="1052000" name=""/>
              <p:cNvSpPr/>
              <p:nvPr/>
            </p:nvSpPr>
            <p:spPr>
              <a:xfrm>
                <a:off x="8120547" y="3015807"/>
                <a:ext cx="287246" cy="13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2001" name="Encre 1052000"/>
              <p14:cNvContentPartPr/>
              <p14:nvPr/>
            </p14:nvContentPartPr>
            <p14:xfrm>
              <a:off x="8349554" y="2951027"/>
              <a:ext cx="93823" cy="219399"/>
            </p14:xfrm>
          </p:contentPart>
        </mc:Choice>
        <mc:Fallback xmlns="">
          <p:sp>
            <p:nvSpPr>
              <p:cNvPr id="1052001" name=""/>
              <p:cNvSpPr/>
              <p:nvPr/>
            </p:nvSpPr>
            <p:spPr>
              <a:xfrm>
                <a:off x="8349554" y="2951027"/>
                <a:ext cx="93823" cy="219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2002" name="Encre 1052001"/>
              <p14:cNvContentPartPr/>
              <p14:nvPr/>
            </p14:nvContentPartPr>
            <p14:xfrm>
              <a:off x="8744518" y="3291309"/>
              <a:ext cx="12305" cy="115113"/>
            </p14:xfrm>
          </p:contentPart>
        </mc:Choice>
        <mc:Fallback xmlns="">
          <p:sp>
            <p:nvSpPr>
              <p:cNvPr id="1052002" name=""/>
              <p:cNvSpPr/>
              <p:nvPr/>
            </p:nvSpPr>
            <p:spPr>
              <a:xfrm>
                <a:off x="8744518" y="3291309"/>
                <a:ext cx="12305" cy="115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2003" name="Encre 1052002"/>
              <p14:cNvContentPartPr/>
              <p14:nvPr/>
            </p14:nvContentPartPr>
            <p14:xfrm>
              <a:off x="8880059" y="3132825"/>
              <a:ext cx="322247" cy="383420"/>
            </p14:xfrm>
          </p:contentPart>
        </mc:Choice>
        <mc:Fallback xmlns="">
          <p:sp>
            <p:nvSpPr>
              <p:cNvPr id="1052003" name=""/>
              <p:cNvSpPr/>
              <p:nvPr/>
            </p:nvSpPr>
            <p:spPr>
              <a:xfrm>
                <a:off x="8880059" y="3132825"/>
                <a:ext cx="322247" cy="383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2004" name="Encre 1052003"/>
              <p14:cNvContentPartPr/>
              <p14:nvPr/>
            </p14:nvContentPartPr>
            <p14:xfrm>
              <a:off x="8792564" y="3036313"/>
              <a:ext cx="193001" cy="16341"/>
            </p14:xfrm>
          </p:contentPart>
        </mc:Choice>
        <mc:Fallback xmlns="">
          <p:sp>
            <p:nvSpPr>
              <p:cNvPr id="1052004" name=""/>
              <p:cNvSpPr/>
              <p:nvPr/>
            </p:nvSpPr>
            <p:spPr>
              <a:xfrm>
                <a:off x="8792564" y="3036313"/>
                <a:ext cx="193001" cy="16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2005" name="Encre 1052004"/>
              <p14:cNvContentPartPr/>
              <p14:nvPr/>
            </p14:nvContentPartPr>
            <p14:xfrm>
              <a:off x="8935968" y="2979818"/>
              <a:ext cx="67508" cy="162616"/>
            </p14:xfrm>
          </p:contentPart>
        </mc:Choice>
        <mc:Fallback xmlns="">
          <p:sp>
            <p:nvSpPr>
              <p:cNvPr id="1052005" name=""/>
              <p:cNvSpPr/>
              <p:nvPr/>
            </p:nvSpPr>
            <p:spPr>
              <a:xfrm>
                <a:off x="8935968" y="2979818"/>
                <a:ext cx="67508" cy="162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2006" name="Encre 1052005"/>
              <p14:cNvContentPartPr/>
              <p14:nvPr/>
            </p14:nvContentPartPr>
            <p14:xfrm>
              <a:off x="9200274" y="3059738"/>
              <a:ext cx="178855" cy="687762"/>
            </p14:xfrm>
          </p:contentPart>
        </mc:Choice>
        <mc:Fallback xmlns="">
          <p:sp>
            <p:nvSpPr>
              <p:cNvPr id="1052006" name=""/>
              <p:cNvSpPr/>
              <p:nvPr/>
            </p:nvSpPr>
            <p:spPr>
              <a:xfrm>
                <a:off x="9200274" y="3059738"/>
                <a:ext cx="178855" cy="687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2007" name="Encre 1052006"/>
              <p14:cNvContentPartPr/>
              <p14:nvPr/>
            </p14:nvContentPartPr>
            <p14:xfrm>
              <a:off x="1898558" y="3355973"/>
              <a:ext cx="128564" cy="7562"/>
            </p14:xfrm>
          </p:contentPart>
        </mc:Choice>
        <mc:Fallback xmlns="">
          <p:sp>
            <p:nvSpPr>
              <p:cNvPr id="1052007" name=""/>
              <p:cNvSpPr/>
              <p:nvPr/>
            </p:nvSpPr>
            <p:spPr>
              <a:xfrm>
                <a:off x="1898558" y="3355973"/>
                <a:ext cx="128564" cy="7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2008" name="Encre 1052007"/>
              <p14:cNvContentPartPr/>
              <p14:nvPr/>
            </p14:nvContentPartPr>
            <p14:xfrm>
              <a:off x="1876936" y="3472247"/>
              <a:ext cx="193265" cy="50633"/>
            </p14:xfrm>
          </p:contentPart>
        </mc:Choice>
        <mc:Fallback xmlns="">
          <p:sp>
            <p:nvSpPr>
              <p:cNvPr id="1052008" name=""/>
              <p:cNvSpPr/>
              <p:nvPr/>
            </p:nvSpPr>
            <p:spPr>
              <a:xfrm>
                <a:off x="1876936" y="3472247"/>
                <a:ext cx="193265" cy="50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2009" name="Encre 1052008"/>
              <p14:cNvContentPartPr/>
              <p14:nvPr/>
            </p14:nvContentPartPr>
            <p14:xfrm>
              <a:off x="2206105" y="3404221"/>
              <a:ext cx="133371" cy="31789"/>
            </p14:xfrm>
          </p:contentPart>
        </mc:Choice>
        <mc:Fallback xmlns="">
          <p:sp>
            <p:nvSpPr>
              <p:cNvPr id="1052009" name=""/>
              <p:cNvSpPr/>
              <p:nvPr/>
            </p:nvSpPr>
            <p:spPr>
              <a:xfrm>
                <a:off x="2206105" y="3404221"/>
                <a:ext cx="133371" cy="31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2010" name="Encre 1052009"/>
              <p14:cNvContentPartPr/>
              <p14:nvPr/>
            </p14:nvContentPartPr>
            <p14:xfrm>
              <a:off x="2432163" y="3124519"/>
              <a:ext cx="253133" cy="322660"/>
            </p14:xfrm>
          </p:contentPart>
        </mc:Choice>
        <mc:Fallback xmlns="">
          <p:sp>
            <p:nvSpPr>
              <p:cNvPr id="1052010" name=""/>
              <p:cNvSpPr/>
              <p:nvPr/>
            </p:nvSpPr>
            <p:spPr>
              <a:xfrm>
                <a:off x="2432163" y="3124519"/>
                <a:ext cx="253133" cy="322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2011" name="Encre 1052010"/>
              <p14:cNvContentPartPr/>
              <p14:nvPr/>
            </p14:nvContentPartPr>
            <p14:xfrm>
              <a:off x="2770898" y="3276666"/>
              <a:ext cx="185789" cy="152031"/>
            </p14:xfrm>
          </p:contentPart>
        </mc:Choice>
        <mc:Fallback xmlns="">
          <p:sp>
            <p:nvSpPr>
              <p:cNvPr id="1052011" name=""/>
              <p:cNvSpPr/>
              <p:nvPr/>
            </p:nvSpPr>
            <p:spPr>
              <a:xfrm>
                <a:off x="2770898" y="3276666"/>
                <a:ext cx="185789" cy="152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2012" name="Encre 1052011"/>
              <p14:cNvContentPartPr/>
              <p14:nvPr/>
            </p14:nvContentPartPr>
            <p14:xfrm>
              <a:off x="3051854" y="3119757"/>
              <a:ext cx="234373" cy="259788"/>
            </p14:xfrm>
          </p:contentPart>
        </mc:Choice>
        <mc:Fallback xmlns="">
          <p:sp>
            <p:nvSpPr>
              <p:cNvPr id="1052012" name=""/>
              <p:cNvSpPr/>
              <p:nvPr/>
            </p:nvSpPr>
            <p:spPr>
              <a:xfrm>
                <a:off x="3051854" y="3119757"/>
                <a:ext cx="234373" cy="259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2013" name="Encre 1052012"/>
              <p14:cNvContentPartPr/>
              <p14:nvPr/>
            </p14:nvContentPartPr>
            <p14:xfrm>
              <a:off x="2598153" y="3479445"/>
              <a:ext cx="723418" cy="85549"/>
            </p14:xfrm>
          </p:contentPart>
        </mc:Choice>
        <mc:Fallback xmlns="">
          <p:sp>
            <p:nvSpPr>
              <p:cNvPr id="1052013" name=""/>
              <p:cNvSpPr/>
              <p:nvPr/>
            </p:nvSpPr>
            <p:spPr>
              <a:xfrm>
                <a:off x="2598153" y="3479445"/>
                <a:ext cx="723418" cy="85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2014" name="Encre 1052013"/>
              <p14:cNvContentPartPr/>
              <p14:nvPr/>
            </p14:nvContentPartPr>
            <p14:xfrm>
              <a:off x="2842380" y="3740303"/>
              <a:ext cx="203748" cy="256872"/>
            </p14:xfrm>
          </p:contentPart>
        </mc:Choice>
        <mc:Fallback xmlns="">
          <p:sp>
            <p:nvSpPr>
              <p:cNvPr id="1052014" name=""/>
              <p:cNvSpPr/>
              <p:nvPr/>
            </p:nvSpPr>
            <p:spPr>
              <a:xfrm>
                <a:off x="2842380" y="3740303"/>
                <a:ext cx="203748" cy="256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2015" name="Encre 1052014"/>
              <p14:cNvContentPartPr/>
              <p14:nvPr/>
            </p14:nvContentPartPr>
            <p14:xfrm>
              <a:off x="3085506" y="3703460"/>
              <a:ext cx="109498" cy="209824"/>
            </p14:xfrm>
          </p:contentPart>
        </mc:Choice>
        <mc:Fallback xmlns="">
          <p:sp>
            <p:nvSpPr>
              <p:cNvPr id="1052015" name=""/>
              <p:cNvSpPr/>
              <p:nvPr/>
            </p:nvSpPr>
            <p:spPr>
              <a:xfrm>
                <a:off x="3085506" y="3703460"/>
                <a:ext cx="109498" cy="2098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2016" name="Encre 1052015"/>
              <p14:cNvContentPartPr/>
              <p14:nvPr/>
            </p14:nvContentPartPr>
            <p14:xfrm>
              <a:off x="3459085" y="3472247"/>
              <a:ext cx="20011" cy="31013"/>
            </p14:xfrm>
          </p:contentPart>
        </mc:Choice>
        <mc:Fallback xmlns="">
          <p:sp>
            <p:nvSpPr>
              <p:cNvPr id="1052016" name=""/>
              <p:cNvSpPr/>
              <p:nvPr/>
            </p:nvSpPr>
            <p:spPr>
              <a:xfrm>
                <a:off x="3459085" y="3472247"/>
                <a:ext cx="20011" cy="31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2017" name="Encre 1052016"/>
              <p14:cNvContentPartPr/>
              <p14:nvPr/>
            </p14:nvContentPartPr>
            <p14:xfrm>
              <a:off x="3600850" y="3148988"/>
              <a:ext cx="149595" cy="342502"/>
            </p14:xfrm>
          </p:contentPart>
        </mc:Choice>
        <mc:Fallback xmlns="">
          <p:sp>
            <p:nvSpPr>
              <p:cNvPr id="1052017" name=""/>
              <p:cNvSpPr/>
              <p:nvPr/>
            </p:nvSpPr>
            <p:spPr>
              <a:xfrm>
                <a:off x="3600850" y="3148988"/>
                <a:ext cx="149595" cy="342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2018" name="Encre 1052017"/>
              <p14:cNvContentPartPr/>
              <p14:nvPr/>
            </p14:nvContentPartPr>
            <p14:xfrm>
              <a:off x="3815324" y="3313586"/>
              <a:ext cx="221807" cy="222729"/>
            </p14:xfrm>
          </p:contentPart>
        </mc:Choice>
        <mc:Fallback xmlns="">
          <p:sp>
            <p:nvSpPr>
              <p:cNvPr id="1052018" name=""/>
              <p:cNvSpPr/>
              <p:nvPr/>
            </p:nvSpPr>
            <p:spPr>
              <a:xfrm>
                <a:off x="3815324" y="3313586"/>
                <a:ext cx="221807" cy="222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2019" name="Encre 1052018"/>
              <p14:cNvContentPartPr/>
              <p14:nvPr/>
            </p14:nvContentPartPr>
            <p14:xfrm>
              <a:off x="1998720" y="4522630"/>
              <a:ext cx="245397" cy="6102"/>
            </p14:xfrm>
          </p:contentPart>
        </mc:Choice>
        <mc:Fallback xmlns="">
          <p:sp>
            <p:nvSpPr>
              <p:cNvPr id="1052019" name=""/>
              <p:cNvSpPr/>
              <p:nvPr/>
            </p:nvSpPr>
            <p:spPr>
              <a:xfrm>
                <a:off x="1998720" y="4522630"/>
                <a:ext cx="245397" cy="6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2020" name="Encre 1052019"/>
              <p14:cNvContentPartPr/>
              <p14:nvPr/>
            </p14:nvContentPartPr>
            <p14:xfrm>
              <a:off x="2005780" y="4645986"/>
              <a:ext cx="229006" cy="13944"/>
            </p14:xfrm>
          </p:contentPart>
        </mc:Choice>
        <mc:Fallback xmlns="">
          <p:sp>
            <p:nvSpPr>
              <p:cNvPr id="1052020" name=""/>
              <p:cNvSpPr/>
              <p:nvPr/>
            </p:nvSpPr>
            <p:spPr>
              <a:xfrm>
                <a:off x="2005780" y="4645986"/>
                <a:ext cx="229006" cy="13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2021" name="Encre 1052020"/>
              <p14:cNvContentPartPr/>
              <p14:nvPr/>
            </p14:nvContentPartPr>
            <p14:xfrm>
              <a:off x="2470271" y="4219731"/>
              <a:ext cx="152924" cy="403913"/>
            </p14:xfrm>
          </p:contentPart>
        </mc:Choice>
        <mc:Fallback xmlns="">
          <p:sp>
            <p:nvSpPr>
              <p:cNvPr id="1052021" name=""/>
              <p:cNvSpPr/>
              <p:nvPr/>
            </p:nvSpPr>
            <p:spPr>
              <a:xfrm>
                <a:off x="2470271" y="4219731"/>
                <a:ext cx="152924" cy="403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2022" name="Encre 1052021"/>
              <p14:cNvContentPartPr/>
              <p14:nvPr/>
            </p14:nvContentPartPr>
            <p14:xfrm>
              <a:off x="2731294" y="4189793"/>
              <a:ext cx="194939" cy="968702"/>
            </p14:xfrm>
          </p:contentPart>
        </mc:Choice>
        <mc:Fallback xmlns="">
          <p:sp>
            <p:nvSpPr>
              <p:cNvPr id="1052022" name=""/>
              <p:cNvSpPr/>
              <p:nvPr/>
            </p:nvSpPr>
            <p:spPr>
              <a:xfrm>
                <a:off x="2731294" y="4189793"/>
                <a:ext cx="194939" cy="968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2023" name="Encre 1052022"/>
              <p14:cNvContentPartPr/>
              <p14:nvPr/>
            </p14:nvContentPartPr>
            <p14:xfrm>
              <a:off x="2930329" y="4308560"/>
              <a:ext cx="190827" cy="382536"/>
            </p14:xfrm>
          </p:contentPart>
        </mc:Choice>
        <mc:Fallback xmlns="">
          <p:sp>
            <p:nvSpPr>
              <p:cNvPr id="1052023" name=""/>
              <p:cNvSpPr/>
              <p:nvPr/>
            </p:nvSpPr>
            <p:spPr>
              <a:xfrm>
                <a:off x="2930329" y="4308560"/>
                <a:ext cx="190827" cy="3825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2024" name="Encre 1052023"/>
              <p14:cNvContentPartPr/>
              <p14:nvPr/>
            </p14:nvContentPartPr>
            <p14:xfrm>
              <a:off x="3193169" y="4501285"/>
              <a:ext cx="198869" cy="162358"/>
            </p14:xfrm>
          </p:contentPart>
        </mc:Choice>
        <mc:Fallback xmlns="">
          <p:sp>
            <p:nvSpPr>
              <p:cNvPr id="1052024" name=""/>
              <p:cNvSpPr/>
              <p:nvPr/>
            </p:nvSpPr>
            <p:spPr>
              <a:xfrm>
                <a:off x="3193169" y="4501285"/>
                <a:ext cx="198869" cy="162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2025" name="Encre 1052024"/>
              <p14:cNvContentPartPr/>
              <p14:nvPr/>
            </p14:nvContentPartPr>
            <p14:xfrm>
              <a:off x="3467120" y="4337773"/>
              <a:ext cx="226845" cy="306220"/>
            </p14:xfrm>
          </p:contentPart>
        </mc:Choice>
        <mc:Fallback xmlns="">
          <p:sp>
            <p:nvSpPr>
              <p:cNvPr id="1052025" name=""/>
              <p:cNvSpPr/>
              <p:nvPr/>
            </p:nvSpPr>
            <p:spPr>
              <a:xfrm>
                <a:off x="3467120" y="4337773"/>
                <a:ext cx="226845" cy="306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2026" name="Encre 1052025"/>
              <p14:cNvContentPartPr/>
              <p14:nvPr/>
            </p14:nvContentPartPr>
            <p14:xfrm>
              <a:off x="3031238" y="4783736"/>
              <a:ext cx="688336" cy="27628"/>
            </p14:xfrm>
          </p:contentPart>
        </mc:Choice>
        <mc:Fallback xmlns="">
          <p:sp>
            <p:nvSpPr>
              <p:cNvPr id="1052026" name=""/>
              <p:cNvSpPr/>
              <p:nvPr/>
            </p:nvSpPr>
            <p:spPr>
              <a:xfrm>
                <a:off x="3031238" y="4783736"/>
                <a:ext cx="688336" cy="27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2027" name="Encre 1052026"/>
              <p14:cNvContentPartPr/>
              <p14:nvPr/>
            </p14:nvContentPartPr>
            <p14:xfrm>
              <a:off x="3329073" y="4935883"/>
              <a:ext cx="230393" cy="160622"/>
            </p14:xfrm>
          </p:contentPart>
        </mc:Choice>
        <mc:Fallback xmlns="">
          <p:sp>
            <p:nvSpPr>
              <p:cNvPr id="1052027" name=""/>
              <p:cNvSpPr/>
              <p:nvPr/>
            </p:nvSpPr>
            <p:spPr>
              <a:xfrm>
                <a:off x="3329073" y="4935883"/>
                <a:ext cx="230393" cy="160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2028" name="Encre 1052027"/>
              <p14:cNvContentPartPr/>
              <p14:nvPr/>
            </p14:nvContentPartPr>
            <p14:xfrm>
              <a:off x="3721052" y="4274430"/>
              <a:ext cx="240004" cy="1090640"/>
            </p14:xfrm>
          </p:contentPart>
        </mc:Choice>
        <mc:Fallback xmlns="">
          <p:sp>
            <p:nvSpPr>
              <p:cNvPr id="1052028" name=""/>
              <p:cNvSpPr/>
              <p:nvPr/>
            </p:nvSpPr>
            <p:spPr>
              <a:xfrm>
                <a:off x="3721052" y="4274430"/>
                <a:ext cx="240004" cy="1090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2029" name="Encre 1052028"/>
              <p14:cNvContentPartPr/>
              <p14:nvPr/>
            </p14:nvContentPartPr>
            <p14:xfrm>
              <a:off x="975915" y="5160008"/>
              <a:ext cx="67408" cy="522621"/>
            </p14:xfrm>
          </p:contentPart>
        </mc:Choice>
        <mc:Fallback xmlns="">
          <p:sp>
            <p:nvSpPr>
              <p:cNvPr id="1052029" name=""/>
              <p:cNvSpPr/>
              <p:nvPr/>
            </p:nvSpPr>
            <p:spPr>
              <a:xfrm>
                <a:off x="975915" y="5160008"/>
                <a:ext cx="67408" cy="522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2030" name="Encre 1052029"/>
              <p14:cNvContentPartPr/>
              <p14:nvPr/>
            </p14:nvContentPartPr>
            <p14:xfrm>
              <a:off x="911493" y="5145480"/>
              <a:ext cx="301503" cy="29420"/>
            </p14:xfrm>
          </p:contentPart>
        </mc:Choice>
        <mc:Fallback xmlns="">
          <p:sp>
            <p:nvSpPr>
              <p:cNvPr id="1052030" name=""/>
              <p:cNvSpPr/>
              <p:nvPr/>
            </p:nvSpPr>
            <p:spPr>
              <a:xfrm>
                <a:off x="911493" y="5145480"/>
                <a:ext cx="301503" cy="29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2031" name="Encre 1052030"/>
              <p14:cNvContentPartPr/>
              <p14:nvPr/>
            </p14:nvContentPartPr>
            <p14:xfrm>
              <a:off x="961795" y="5268720"/>
              <a:ext cx="328727" cy="73979"/>
            </p14:xfrm>
          </p:contentPart>
        </mc:Choice>
        <mc:Fallback xmlns="">
          <p:sp>
            <p:nvSpPr>
              <p:cNvPr id="1052031" name=""/>
              <p:cNvSpPr/>
              <p:nvPr/>
            </p:nvSpPr>
            <p:spPr>
              <a:xfrm>
                <a:off x="961795" y="5268720"/>
                <a:ext cx="328727" cy="73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2032" name="Encre 1052031"/>
              <p14:cNvContentPartPr/>
              <p14:nvPr/>
            </p14:nvContentPartPr>
            <p14:xfrm>
              <a:off x="918689" y="4976016"/>
              <a:ext cx="314912" cy="40130"/>
            </p14:xfrm>
          </p:contentPart>
        </mc:Choice>
        <mc:Fallback xmlns="">
          <p:sp>
            <p:nvSpPr>
              <p:cNvPr id="1052032" name=""/>
              <p:cNvSpPr/>
              <p:nvPr/>
            </p:nvSpPr>
            <p:spPr>
              <a:xfrm>
                <a:off x="918689" y="4976016"/>
                <a:ext cx="314912" cy="40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2033" name="Encre 1052032"/>
              <p14:cNvContentPartPr/>
              <p14:nvPr/>
            </p14:nvContentPartPr>
            <p14:xfrm>
              <a:off x="1140499" y="4899398"/>
              <a:ext cx="181989" cy="281754"/>
            </p14:xfrm>
          </p:contentPart>
        </mc:Choice>
        <mc:Fallback xmlns="">
          <p:sp>
            <p:nvSpPr>
              <p:cNvPr id="1052033" name=""/>
              <p:cNvSpPr/>
              <p:nvPr/>
            </p:nvSpPr>
            <p:spPr>
              <a:xfrm>
                <a:off x="1140499" y="4899398"/>
                <a:ext cx="181989" cy="281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2034" name="Encre 1052033"/>
              <p14:cNvContentPartPr/>
              <p14:nvPr/>
            </p14:nvContentPartPr>
            <p14:xfrm>
              <a:off x="1362004" y="5554595"/>
              <a:ext cx="233938" cy="166430"/>
            </p14:xfrm>
          </p:contentPart>
        </mc:Choice>
        <mc:Fallback xmlns="">
          <p:sp>
            <p:nvSpPr>
              <p:cNvPr id="1052034" name=""/>
              <p:cNvSpPr/>
              <p:nvPr/>
            </p:nvSpPr>
            <p:spPr>
              <a:xfrm>
                <a:off x="1362004" y="5554595"/>
                <a:ext cx="233938" cy="166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2035" name="Encre 1052034"/>
              <p14:cNvContentPartPr/>
              <p14:nvPr/>
            </p14:nvContentPartPr>
            <p14:xfrm>
              <a:off x="1583950" y="5312403"/>
              <a:ext cx="158932" cy="355269"/>
            </p14:xfrm>
          </p:contentPart>
        </mc:Choice>
        <mc:Fallback xmlns="">
          <p:sp>
            <p:nvSpPr>
              <p:cNvPr id="1052035" name=""/>
              <p:cNvSpPr/>
              <p:nvPr/>
            </p:nvSpPr>
            <p:spPr>
              <a:xfrm>
                <a:off x="1583950" y="5312403"/>
                <a:ext cx="158932" cy="35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2036" name="Encre 1052035"/>
              <p14:cNvContentPartPr/>
              <p14:nvPr/>
            </p14:nvContentPartPr>
            <p14:xfrm>
              <a:off x="1856459" y="5500787"/>
              <a:ext cx="432430" cy="290897"/>
            </p14:xfrm>
          </p:contentPart>
        </mc:Choice>
        <mc:Fallback xmlns="">
          <p:sp>
            <p:nvSpPr>
              <p:cNvPr id="1052036" name=""/>
              <p:cNvSpPr/>
              <p:nvPr/>
            </p:nvSpPr>
            <p:spPr>
              <a:xfrm>
                <a:off x="1856459" y="5500787"/>
                <a:ext cx="432430" cy="290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2037" name="Encre 1052036"/>
              <p14:cNvContentPartPr/>
              <p14:nvPr/>
            </p14:nvContentPartPr>
            <p14:xfrm>
              <a:off x="2328825" y="5558866"/>
              <a:ext cx="676309" cy="309429"/>
            </p14:xfrm>
          </p:contentPart>
        </mc:Choice>
        <mc:Fallback xmlns="">
          <p:sp>
            <p:nvSpPr>
              <p:cNvPr id="1052037" name=""/>
              <p:cNvSpPr/>
              <p:nvPr/>
            </p:nvSpPr>
            <p:spPr>
              <a:xfrm>
                <a:off x="2328825" y="5558866"/>
                <a:ext cx="676309" cy="309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2038" name="Encre 1052037"/>
              <p14:cNvContentPartPr/>
              <p14:nvPr/>
            </p14:nvContentPartPr>
            <p14:xfrm>
              <a:off x="2972832" y="5470041"/>
              <a:ext cx="687035" cy="401045"/>
            </p14:xfrm>
          </p:contentPart>
        </mc:Choice>
        <mc:Fallback xmlns="">
          <p:sp>
            <p:nvSpPr>
              <p:cNvPr id="1052038" name=""/>
              <p:cNvSpPr/>
              <p:nvPr/>
            </p:nvSpPr>
            <p:spPr>
              <a:xfrm>
                <a:off x="2972832" y="5470041"/>
                <a:ext cx="687035" cy="401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2039" name="Encre 1052038"/>
              <p14:cNvContentPartPr/>
              <p14:nvPr/>
            </p14:nvContentPartPr>
            <p14:xfrm>
              <a:off x="3385993" y="5529826"/>
              <a:ext cx="5280" cy="32280"/>
            </p14:xfrm>
          </p:contentPart>
        </mc:Choice>
        <mc:Fallback xmlns="">
          <p:sp>
            <p:nvSpPr>
              <p:cNvPr id="1052039" name=""/>
              <p:cNvSpPr/>
              <p:nvPr/>
            </p:nvSpPr>
            <p:spPr>
              <a:xfrm>
                <a:off x="3385993" y="5529826"/>
                <a:ext cx="5280" cy="3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2040" name="Encre 1052039"/>
              <p14:cNvContentPartPr/>
              <p14:nvPr/>
            </p14:nvContentPartPr>
            <p14:xfrm>
              <a:off x="3074928" y="5564683"/>
              <a:ext cx="168102" cy="12169"/>
            </p14:xfrm>
          </p:contentPart>
        </mc:Choice>
        <mc:Fallback xmlns="">
          <p:sp>
            <p:nvSpPr>
              <p:cNvPr id="1052040" name=""/>
              <p:cNvSpPr/>
              <p:nvPr/>
            </p:nvSpPr>
            <p:spPr>
              <a:xfrm>
                <a:off x="3074928" y="5564683"/>
                <a:ext cx="168102" cy="12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2041" name="Encre 1052040"/>
              <p14:cNvContentPartPr/>
              <p14:nvPr/>
            </p14:nvContentPartPr>
            <p14:xfrm>
              <a:off x="1627383" y="5948912"/>
              <a:ext cx="1718456" cy="86497"/>
            </p14:xfrm>
          </p:contentPart>
        </mc:Choice>
        <mc:Fallback xmlns="">
          <p:sp>
            <p:nvSpPr>
              <p:cNvPr id="1052041" name=""/>
              <p:cNvSpPr/>
              <p:nvPr/>
            </p:nvSpPr>
            <p:spPr>
              <a:xfrm>
                <a:off x="1627383" y="5948912"/>
                <a:ext cx="1718456" cy="86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2042" name="Encre 1052041"/>
              <p14:cNvContentPartPr/>
              <p14:nvPr/>
            </p14:nvContentPartPr>
            <p14:xfrm>
              <a:off x="1093460" y="1912899"/>
              <a:ext cx="353166" cy="983881"/>
            </p14:xfrm>
          </p:contentPart>
        </mc:Choice>
        <mc:Fallback xmlns="">
          <p:sp>
            <p:nvSpPr>
              <p:cNvPr id="1052042" name=""/>
              <p:cNvSpPr/>
              <p:nvPr/>
            </p:nvSpPr>
            <p:spPr>
              <a:xfrm>
                <a:off x="1093460" y="1912899"/>
                <a:ext cx="353166" cy="983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2043" name="Encre 1052042"/>
              <p14:cNvContentPartPr/>
              <p14:nvPr/>
            </p14:nvContentPartPr>
            <p14:xfrm>
              <a:off x="2323237" y="4031397"/>
              <a:ext cx="413026" cy="802972"/>
            </p14:xfrm>
          </p:contentPart>
        </mc:Choice>
        <mc:Fallback xmlns="">
          <p:sp>
            <p:nvSpPr>
              <p:cNvPr id="1052043" name=""/>
              <p:cNvSpPr/>
              <p:nvPr/>
            </p:nvSpPr>
            <p:spPr>
              <a:xfrm>
                <a:off x="2323237" y="4031397"/>
                <a:ext cx="413026" cy="8029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2044" name="Encre 1052043"/>
              <p14:cNvContentPartPr/>
              <p14:nvPr/>
            </p14:nvContentPartPr>
            <p14:xfrm>
              <a:off x="1256227" y="2755445"/>
              <a:ext cx="1034612" cy="1530987"/>
            </p14:xfrm>
          </p:contentPart>
        </mc:Choice>
        <mc:Fallback xmlns="">
          <p:sp>
            <p:nvSpPr>
              <p:cNvPr id="1052044" name=""/>
              <p:cNvSpPr/>
              <p:nvPr/>
            </p:nvSpPr>
            <p:spPr>
              <a:xfrm>
                <a:off x="1256227" y="2755445"/>
                <a:ext cx="1034612" cy="1530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2045" name="Encre 1052044"/>
              <p14:cNvContentPartPr/>
              <p14:nvPr/>
            </p14:nvContentPartPr>
            <p14:xfrm>
              <a:off x="2105943" y="4081082"/>
              <a:ext cx="155643" cy="266834"/>
            </p14:xfrm>
          </p:contentPart>
        </mc:Choice>
        <mc:Fallback xmlns="">
          <p:sp>
            <p:nvSpPr>
              <p:cNvPr id="1052045" name=""/>
              <p:cNvSpPr/>
              <p:nvPr/>
            </p:nvSpPr>
            <p:spPr>
              <a:xfrm>
                <a:off x="2105943" y="4081082"/>
                <a:ext cx="155643" cy="266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2046" name="Encre 1052045"/>
              <p14:cNvContentPartPr/>
              <p14:nvPr/>
            </p14:nvContentPartPr>
            <p14:xfrm>
              <a:off x="1622780" y="6018532"/>
              <a:ext cx="1946615" cy="32218"/>
            </p14:xfrm>
          </p:contentPart>
        </mc:Choice>
        <mc:Fallback xmlns="">
          <p:sp>
            <p:nvSpPr>
              <p:cNvPr id="1052046" name=""/>
              <p:cNvSpPr/>
              <p:nvPr/>
            </p:nvSpPr>
            <p:spPr>
              <a:xfrm>
                <a:off x="1622780" y="6018532"/>
                <a:ext cx="1946615" cy="32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2047" name="Encre 1052046"/>
              <p14:cNvContentPartPr/>
              <p14:nvPr/>
            </p14:nvContentPartPr>
            <p14:xfrm>
              <a:off x="4058450" y="4729168"/>
              <a:ext cx="169725" cy="3439"/>
            </p14:xfrm>
          </p:contentPart>
        </mc:Choice>
        <mc:Fallback xmlns="">
          <p:sp>
            <p:nvSpPr>
              <p:cNvPr id="1052047" name=""/>
              <p:cNvSpPr/>
              <p:nvPr/>
            </p:nvSpPr>
            <p:spPr>
              <a:xfrm>
                <a:off x="4058450" y="4729168"/>
                <a:ext cx="169725" cy="34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2048" name="Encre 1052047"/>
              <p14:cNvContentPartPr/>
              <p14:nvPr/>
            </p14:nvContentPartPr>
            <p14:xfrm>
              <a:off x="4051390" y="4841567"/>
              <a:ext cx="192823" cy="28791"/>
            </p14:xfrm>
          </p:contentPart>
        </mc:Choice>
        <mc:Fallback xmlns="">
          <p:sp>
            <p:nvSpPr>
              <p:cNvPr id="1052048" name=""/>
              <p:cNvSpPr/>
              <p:nvPr/>
            </p:nvSpPr>
            <p:spPr>
              <a:xfrm>
                <a:off x="4051390" y="4841567"/>
                <a:ext cx="192823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2049" name="Encre 1052048"/>
              <p14:cNvContentPartPr/>
              <p14:nvPr/>
            </p14:nvContentPartPr>
            <p14:xfrm>
              <a:off x="4365998" y="4805082"/>
              <a:ext cx="209308" cy="13618"/>
            </p14:xfrm>
          </p:contentPart>
        </mc:Choice>
        <mc:Fallback xmlns="">
          <p:sp>
            <p:nvSpPr>
              <p:cNvPr id="1052049" name=""/>
              <p:cNvSpPr/>
              <p:nvPr/>
            </p:nvSpPr>
            <p:spPr>
              <a:xfrm>
                <a:off x="4365998" y="4805082"/>
                <a:ext cx="209308" cy="13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2050" name="Encre 1052049"/>
              <p14:cNvContentPartPr/>
              <p14:nvPr/>
            </p14:nvContentPartPr>
            <p14:xfrm>
              <a:off x="4691360" y="4390140"/>
              <a:ext cx="189570" cy="528025"/>
            </p14:xfrm>
          </p:contentPart>
        </mc:Choice>
        <mc:Fallback xmlns="">
          <p:sp>
            <p:nvSpPr>
              <p:cNvPr id="1052050" name=""/>
              <p:cNvSpPr/>
              <p:nvPr/>
            </p:nvSpPr>
            <p:spPr>
              <a:xfrm>
                <a:off x="4691360" y="4390140"/>
                <a:ext cx="189570" cy="528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2051" name="Encre 1052050"/>
              <p14:cNvContentPartPr/>
              <p14:nvPr/>
            </p14:nvContentPartPr>
            <p14:xfrm>
              <a:off x="5004071" y="4524907"/>
              <a:ext cx="162786" cy="355932"/>
            </p14:xfrm>
          </p:contentPart>
        </mc:Choice>
        <mc:Fallback xmlns="">
          <p:sp>
            <p:nvSpPr>
              <p:cNvPr id="1052051" name=""/>
              <p:cNvSpPr/>
              <p:nvPr/>
            </p:nvSpPr>
            <p:spPr>
              <a:xfrm>
                <a:off x="5004071" y="4524907"/>
                <a:ext cx="162786" cy="355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2052" name="Encre 1052051"/>
              <p14:cNvContentPartPr/>
              <p14:nvPr/>
            </p14:nvContentPartPr>
            <p14:xfrm>
              <a:off x="4945352" y="4718211"/>
              <a:ext cx="221505" cy="8876"/>
            </p14:xfrm>
          </p:contentPart>
        </mc:Choice>
        <mc:Fallback xmlns="">
          <p:sp>
            <p:nvSpPr>
              <p:cNvPr id="1052052" name=""/>
              <p:cNvSpPr/>
              <p:nvPr/>
            </p:nvSpPr>
            <p:spPr>
              <a:xfrm>
                <a:off x="4945352" y="4718211"/>
                <a:ext cx="221505" cy="8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2053" name="Encre 1052052"/>
              <p14:cNvContentPartPr/>
              <p14:nvPr/>
            </p14:nvContentPartPr>
            <p14:xfrm>
              <a:off x="5195682" y="4833464"/>
              <a:ext cx="174748" cy="352301"/>
            </p14:xfrm>
          </p:contentPart>
        </mc:Choice>
        <mc:Fallback xmlns="">
          <p:sp>
            <p:nvSpPr>
              <p:cNvPr id="1052053" name=""/>
              <p:cNvSpPr/>
              <p:nvPr/>
            </p:nvSpPr>
            <p:spPr>
              <a:xfrm>
                <a:off x="5195682" y="4833464"/>
                <a:ext cx="174748" cy="352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2054" name="Encre 1052053"/>
              <p14:cNvContentPartPr/>
              <p14:nvPr/>
            </p14:nvContentPartPr>
            <p14:xfrm>
              <a:off x="5681789" y="4611697"/>
              <a:ext cx="274862" cy="5001"/>
            </p14:xfrm>
          </p:contentPart>
        </mc:Choice>
        <mc:Fallback xmlns="">
          <p:sp>
            <p:nvSpPr>
              <p:cNvPr id="1052054" name=""/>
              <p:cNvSpPr/>
              <p:nvPr/>
            </p:nvSpPr>
            <p:spPr>
              <a:xfrm>
                <a:off x="5681789" y="4611697"/>
                <a:ext cx="274862" cy="5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2055" name="Encre 1052054"/>
              <p14:cNvContentPartPr/>
              <p14:nvPr/>
            </p14:nvContentPartPr>
            <p14:xfrm>
              <a:off x="5688849" y="4718211"/>
              <a:ext cx="236066" cy="29288"/>
            </p14:xfrm>
          </p:contentPart>
        </mc:Choice>
        <mc:Fallback xmlns="">
          <p:sp>
            <p:nvSpPr>
              <p:cNvPr id="1052055" name=""/>
              <p:cNvSpPr/>
              <p:nvPr/>
            </p:nvSpPr>
            <p:spPr>
              <a:xfrm>
                <a:off x="5688849" y="4718211"/>
                <a:ext cx="236066" cy="29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2056" name="Encre 1052055"/>
              <p14:cNvContentPartPr/>
              <p14:nvPr/>
            </p14:nvContentPartPr>
            <p14:xfrm>
              <a:off x="5875054" y="4515432"/>
              <a:ext cx="155971" cy="281640"/>
            </p14:xfrm>
          </p:contentPart>
        </mc:Choice>
        <mc:Fallback xmlns="">
          <p:sp>
            <p:nvSpPr>
              <p:cNvPr id="1052056" name=""/>
              <p:cNvSpPr/>
              <p:nvPr/>
            </p:nvSpPr>
            <p:spPr>
              <a:xfrm>
                <a:off x="5875054" y="4515432"/>
                <a:ext cx="155971" cy="281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2057" name="Encre 1052056"/>
              <p14:cNvContentPartPr/>
              <p14:nvPr/>
            </p14:nvContentPartPr>
            <p14:xfrm>
              <a:off x="6278354" y="4327049"/>
              <a:ext cx="254595" cy="473342"/>
            </p14:xfrm>
          </p:contentPart>
        </mc:Choice>
        <mc:Fallback xmlns="">
          <p:sp>
            <p:nvSpPr>
              <p:cNvPr id="1052057" name=""/>
              <p:cNvSpPr/>
              <p:nvPr/>
            </p:nvSpPr>
            <p:spPr>
              <a:xfrm>
                <a:off x="6278354" y="4327049"/>
                <a:ext cx="254595" cy="473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2058" name="Encre 1052057"/>
              <p14:cNvContentPartPr/>
              <p14:nvPr/>
            </p14:nvContentPartPr>
            <p14:xfrm>
              <a:off x="6282323" y="4588154"/>
              <a:ext cx="121783" cy="35990"/>
            </p14:xfrm>
          </p:contentPart>
        </mc:Choice>
        <mc:Fallback xmlns="">
          <p:sp>
            <p:nvSpPr>
              <p:cNvPr id="1052058" name=""/>
              <p:cNvSpPr/>
              <p:nvPr/>
            </p:nvSpPr>
            <p:spPr>
              <a:xfrm>
                <a:off x="6282323" y="4588154"/>
                <a:ext cx="121783" cy="359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2059" name="Encre 1052058"/>
              <p14:cNvContentPartPr/>
              <p14:nvPr/>
            </p14:nvContentPartPr>
            <p14:xfrm>
              <a:off x="6517088" y="4755308"/>
              <a:ext cx="116868" cy="358279"/>
            </p14:xfrm>
          </p:contentPart>
        </mc:Choice>
        <mc:Fallback xmlns="">
          <p:sp>
            <p:nvSpPr>
              <p:cNvPr id="1052059" name=""/>
              <p:cNvSpPr/>
              <p:nvPr/>
            </p:nvSpPr>
            <p:spPr>
              <a:xfrm>
                <a:off x="6517088" y="4755308"/>
                <a:ext cx="116868" cy="358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2060" name="Encre 1052059"/>
              <p14:cNvContentPartPr/>
              <p14:nvPr/>
            </p14:nvContentPartPr>
            <p14:xfrm>
              <a:off x="6790586" y="4345167"/>
              <a:ext cx="71532" cy="535465"/>
            </p14:xfrm>
          </p:contentPart>
        </mc:Choice>
        <mc:Fallback xmlns="">
          <p:sp>
            <p:nvSpPr>
              <p:cNvPr id="1052060" name=""/>
              <p:cNvSpPr/>
              <p:nvPr/>
            </p:nvSpPr>
            <p:spPr>
              <a:xfrm>
                <a:off x="6790586" y="4345167"/>
                <a:ext cx="71532" cy="535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2061" name="Encre 1052060"/>
              <p14:cNvContentPartPr/>
              <p14:nvPr/>
            </p14:nvContentPartPr>
            <p14:xfrm>
              <a:off x="6940660" y="4521873"/>
              <a:ext cx="137625" cy="234259"/>
            </p14:xfrm>
          </p:contentPart>
        </mc:Choice>
        <mc:Fallback xmlns="">
          <p:sp>
            <p:nvSpPr>
              <p:cNvPr id="1052061" name=""/>
              <p:cNvSpPr/>
              <p:nvPr/>
            </p:nvSpPr>
            <p:spPr>
              <a:xfrm>
                <a:off x="6940660" y="4521873"/>
                <a:ext cx="137625" cy="234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2062" name="Encre 1052061"/>
              <p14:cNvContentPartPr/>
              <p14:nvPr/>
            </p14:nvContentPartPr>
            <p14:xfrm>
              <a:off x="7154296" y="4392573"/>
              <a:ext cx="63015" cy="536591"/>
            </p14:xfrm>
          </p:contentPart>
        </mc:Choice>
        <mc:Fallback xmlns="">
          <p:sp>
            <p:nvSpPr>
              <p:cNvPr id="1052062" name=""/>
              <p:cNvSpPr/>
              <p:nvPr/>
            </p:nvSpPr>
            <p:spPr>
              <a:xfrm>
                <a:off x="7154296" y="4392573"/>
                <a:ext cx="63015" cy="536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2063" name="Encre 1052062"/>
              <p14:cNvContentPartPr/>
              <p14:nvPr/>
            </p14:nvContentPartPr>
            <p14:xfrm>
              <a:off x="7355430" y="4628289"/>
              <a:ext cx="118067" cy="4911"/>
            </p14:xfrm>
          </p:contentPart>
        </mc:Choice>
        <mc:Fallback xmlns="">
          <p:sp>
            <p:nvSpPr>
              <p:cNvPr id="1052063" name=""/>
              <p:cNvSpPr/>
              <p:nvPr/>
            </p:nvSpPr>
            <p:spPr>
              <a:xfrm>
                <a:off x="7355430" y="4628289"/>
                <a:ext cx="118067" cy="4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2064" name="Encre 1052063"/>
              <p14:cNvContentPartPr/>
              <p14:nvPr/>
            </p14:nvContentPartPr>
            <p14:xfrm>
              <a:off x="7340869" y="4754697"/>
              <a:ext cx="86043" cy="3475"/>
            </p14:xfrm>
          </p:contentPart>
        </mc:Choice>
        <mc:Fallback xmlns="">
          <p:sp>
            <p:nvSpPr>
              <p:cNvPr id="1052064" name=""/>
              <p:cNvSpPr/>
              <p:nvPr/>
            </p:nvSpPr>
            <p:spPr>
              <a:xfrm>
                <a:off x="7340869" y="4754697"/>
                <a:ext cx="86043" cy="3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2065" name="Encre 1052064"/>
              <p14:cNvContentPartPr/>
              <p14:nvPr/>
            </p14:nvContentPartPr>
            <p14:xfrm>
              <a:off x="7605616" y="4638787"/>
              <a:ext cx="171643" cy="29040"/>
            </p14:xfrm>
          </p:contentPart>
        </mc:Choice>
        <mc:Fallback xmlns="">
          <p:sp>
            <p:nvSpPr>
              <p:cNvPr id="1052065" name=""/>
              <p:cNvSpPr/>
              <p:nvPr/>
            </p:nvSpPr>
            <p:spPr>
              <a:xfrm>
                <a:off x="7605616" y="4638787"/>
                <a:ext cx="171643" cy="29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2066" name="Encre 1052065"/>
              <p14:cNvContentPartPr/>
              <p14:nvPr/>
            </p14:nvContentPartPr>
            <p14:xfrm>
              <a:off x="7950111" y="4269466"/>
              <a:ext cx="179047" cy="415612"/>
            </p14:xfrm>
          </p:contentPart>
        </mc:Choice>
        <mc:Fallback xmlns="">
          <p:sp>
            <p:nvSpPr>
              <p:cNvPr id="1052066" name=""/>
              <p:cNvSpPr/>
              <p:nvPr/>
            </p:nvSpPr>
            <p:spPr>
              <a:xfrm>
                <a:off x="7950111" y="4269466"/>
                <a:ext cx="179047" cy="415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2067" name="Encre 1052066"/>
              <p14:cNvContentPartPr/>
              <p14:nvPr/>
            </p14:nvContentPartPr>
            <p14:xfrm>
              <a:off x="8263319" y="4486393"/>
              <a:ext cx="159598" cy="205375"/>
            </p14:xfrm>
          </p:contentPart>
        </mc:Choice>
        <mc:Fallback xmlns="">
          <p:sp>
            <p:nvSpPr>
              <p:cNvPr id="1052067" name=""/>
              <p:cNvSpPr/>
              <p:nvPr/>
            </p:nvSpPr>
            <p:spPr>
              <a:xfrm>
                <a:off x="8263319" y="4486393"/>
                <a:ext cx="159598" cy="205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2068" name="Encre 1052067"/>
              <p14:cNvContentPartPr/>
              <p14:nvPr/>
            </p14:nvContentPartPr>
            <p14:xfrm>
              <a:off x="8528629" y="4364144"/>
              <a:ext cx="202309" cy="282373"/>
            </p14:xfrm>
          </p:contentPart>
        </mc:Choice>
        <mc:Fallback xmlns="">
          <p:sp>
            <p:nvSpPr>
              <p:cNvPr id="1052068" name=""/>
              <p:cNvSpPr/>
              <p:nvPr/>
            </p:nvSpPr>
            <p:spPr>
              <a:xfrm>
                <a:off x="8528629" y="4364144"/>
                <a:ext cx="202309" cy="282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2069" name="Encre 1052068"/>
              <p14:cNvContentPartPr/>
              <p14:nvPr/>
            </p14:nvContentPartPr>
            <p14:xfrm>
              <a:off x="8013326" y="4768845"/>
              <a:ext cx="719111" cy="14696"/>
            </p14:xfrm>
          </p:contentPart>
        </mc:Choice>
        <mc:Fallback xmlns="">
          <p:sp>
            <p:nvSpPr>
              <p:cNvPr id="1052069" name=""/>
              <p:cNvSpPr/>
              <p:nvPr/>
            </p:nvSpPr>
            <p:spPr>
              <a:xfrm>
                <a:off x="8013326" y="4768845"/>
                <a:ext cx="719111" cy="14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2070" name="Encre 1052069"/>
              <p14:cNvContentPartPr/>
              <p14:nvPr/>
            </p14:nvContentPartPr>
            <p14:xfrm>
              <a:off x="8285132" y="4998872"/>
              <a:ext cx="157083" cy="297279"/>
            </p14:xfrm>
          </p:contentPart>
        </mc:Choice>
        <mc:Fallback xmlns="">
          <p:sp>
            <p:nvSpPr>
              <p:cNvPr id="1052070" name=""/>
              <p:cNvSpPr/>
              <p:nvPr/>
            </p:nvSpPr>
            <p:spPr>
              <a:xfrm>
                <a:off x="8285132" y="4998872"/>
                <a:ext cx="157083" cy="297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2071" name="Encre 1052070"/>
              <p14:cNvContentPartPr/>
              <p14:nvPr/>
            </p14:nvContentPartPr>
            <p14:xfrm>
              <a:off x="8971709" y="4720566"/>
              <a:ext cx="199000" cy="15189"/>
            </p14:xfrm>
          </p:contentPart>
        </mc:Choice>
        <mc:Fallback xmlns="">
          <p:sp>
            <p:nvSpPr>
              <p:cNvPr id="1052071" name=""/>
              <p:cNvSpPr/>
              <p:nvPr/>
            </p:nvSpPr>
            <p:spPr>
              <a:xfrm>
                <a:off x="8971709" y="4720566"/>
                <a:ext cx="199000" cy="15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2072" name="Encre 1052071"/>
              <p14:cNvContentPartPr/>
              <p14:nvPr/>
            </p14:nvContentPartPr>
            <p14:xfrm>
              <a:off x="9069388" y="4631342"/>
              <a:ext cx="22560" cy="239160"/>
            </p14:xfrm>
          </p:contentPart>
        </mc:Choice>
        <mc:Fallback xmlns="">
          <p:sp>
            <p:nvSpPr>
              <p:cNvPr id="1052072" name=""/>
              <p:cNvSpPr/>
              <p:nvPr/>
            </p:nvSpPr>
            <p:spPr>
              <a:xfrm>
                <a:off x="9069388" y="4631342"/>
                <a:ext cx="22560" cy="239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2073" name="Encre 1052072"/>
              <p14:cNvContentPartPr/>
              <p14:nvPr/>
            </p14:nvContentPartPr>
            <p14:xfrm>
              <a:off x="9271535" y="4594911"/>
              <a:ext cx="220495" cy="220664"/>
            </p14:xfrm>
          </p:contentPart>
        </mc:Choice>
        <mc:Fallback xmlns="">
          <p:sp>
            <p:nvSpPr>
              <p:cNvPr id="1052073" name=""/>
              <p:cNvSpPr/>
              <p:nvPr/>
            </p:nvSpPr>
            <p:spPr>
              <a:xfrm>
                <a:off x="9271535" y="4594911"/>
                <a:ext cx="220495" cy="220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2074" name="Encre 1052073"/>
              <p14:cNvContentPartPr/>
              <p14:nvPr/>
            </p14:nvContentPartPr>
            <p14:xfrm>
              <a:off x="6109851" y="4020546"/>
              <a:ext cx="3612415" cy="1349423"/>
            </p14:xfrm>
          </p:contentPart>
        </mc:Choice>
        <mc:Fallback xmlns="">
          <p:sp>
            <p:nvSpPr>
              <p:cNvPr id="1052074" name=""/>
              <p:cNvSpPr/>
              <p:nvPr/>
            </p:nvSpPr>
            <p:spPr>
              <a:xfrm>
                <a:off x="6109851" y="4020546"/>
                <a:ext cx="3612415" cy="1349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2075" name="Encre 1052074"/>
              <p14:cNvContentPartPr/>
              <p14:nvPr/>
            </p14:nvContentPartPr>
            <p14:xfrm>
              <a:off x="9622045" y="4174405"/>
              <a:ext cx="88143" cy="1083915"/>
            </p14:xfrm>
          </p:contentPart>
        </mc:Choice>
        <mc:Fallback xmlns="">
          <p:sp>
            <p:nvSpPr>
              <p:cNvPr id="1052075" name=""/>
              <p:cNvSpPr/>
              <p:nvPr/>
            </p:nvSpPr>
            <p:spPr>
              <a:xfrm>
                <a:off x="9622045" y="4174405"/>
                <a:ext cx="88143" cy="1083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2076" name="Encre 1052075"/>
              <p14:cNvContentPartPr/>
              <p14:nvPr/>
            </p14:nvContentPartPr>
            <p14:xfrm>
              <a:off x="5993131" y="5732606"/>
              <a:ext cx="308606" cy="534578"/>
            </p14:xfrm>
          </p:contentPart>
        </mc:Choice>
        <mc:Fallback xmlns="">
          <p:sp>
            <p:nvSpPr>
              <p:cNvPr id="1052076" name=""/>
              <p:cNvSpPr/>
              <p:nvPr/>
            </p:nvSpPr>
            <p:spPr>
              <a:xfrm>
                <a:off x="5993131" y="5732606"/>
                <a:ext cx="308606" cy="534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2077" name="Encre 1052076"/>
              <p14:cNvContentPartPr/>
              <p14:nvPr/>
            </p14:nvContentPartPr>
            <p14:xfrm>
              <a:off x="6446907" y="6035833"/>
              <a:ext cx="110752" cy="4541"/>
            </p14:xfrm>
          </p:contentPart>
        </mc:Choice>
        <mc:Fallback xmlns="">
          <p:sp>
            <p:nvSpPr>
              <p:cNvPr id="1052077" name=""/>
              <p:cNvSpPr/>
              <p:nvPr/>
            </p:nvSpPr>
            <p:spPr>
              <a:xfrm>
                <a:off x="6446907" y="6035833"/>
                <a:ext cx="110752" cy="4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2078" name="Encre 1052077"/>
              <p14:cNvContentPartPr/>
              <p14:nvPr/>
            </p14:nvContentPartPr>
            <p14:xfrm>
              <a:off x="6446907" y="6062443"/>
              <a:ext cx="151792" cy="111958"/>
            </p14:xfrm>
          </p:contentPart>
        </mc:Choice>
        <mc:Fallback xmlns="">
          <p:sp>
            <p:nvSpPr>
              <p:cNvPr id="1052078" name=""/>
              <p:cNvSpPr/>
              <p:nvPr/>
            </p:nvSpPr>
            <p:spPr>
              <a:xfrm>
                <a:off x="6446907" y="6062443"/>
                <a:ext cx="151792" cy="111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2079" name="Encre 1052078"/>
              <p14:cNvContentPartPr/>
              <p14:nvPr/>
            </p14:nvContentPartPr>
            <p14:xfrm>
              <a:off x="6747395" y="6065938"/>
              <a:ext cx="124277" cy="14147"/>
            </p14:xfrm>
          </p:contentPart>
        </mc:Choice>
        <mc:Fallback xmlns="">
          <p:sp>
            <p:nvSpPr>
              <p:cNvPr id="1052079" name=""/>
              <p:cNvSpPr/>
              <p:nvPr/>
            </p:nvSpPr>
            <p:spPr>
              <a:xfrm>
                <a:off x="6747395" y="6065938"/>
                <a:ext cx="124277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2080" name="Encre 1052079"/>
              <p14:cNvContentPartPr/>
              <p14:nvPr/>
            </p14:nvContentPartPr>
            <p14:xfrm>
              <a:off x="7012142" y="5736320"/>
              <a:ext cx="217475" cy="401229"/>
            </p14:xfrm>
          </p:contentPart>
        </mc:Choice>
        <mc:Fallback xmlns="">
          <p:sp>
            <p:nvSpPr>
              <p:cNvPr id="1052080" name=""/>
              <p:cNvSpPr/>
              <p:nvPr/>
            </p:nvSpPr>
            <p:spPr>
              <a:xfrm>
                <a:off x="7012142" y="5736320"/>
                <a:ext cx="217475" cy="401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2081" name="Encre 1052080"/>
              <p14:cNvContentPartPr/>
              <p14:nvPr/>
            </p14:nvContentPartPr>
            <p14:xfrm>
              <a:off x="7317678" y="5710021"/>
              <a:ext cx="173823" cy="392129"/>
            </p14:xfrm>
          </p:contentPart>
        </mc:Choice>
        <mc:Fallback xmlns="">
          <p:sp>
            <p:nvSpPr>
              <p:cNvPr id="1052081" name=""/>
              <p:cNvSpPr/>
              <p:nvPr/>
            </p:nvSpPr>
            <p:spPr>
              <a:xfrm>
                <a:off x="7317678" y="5710021"/>
                <a:ext cx="173823" cy="392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2082" name="Encre 1052081"/>
              <p14:cNvContentPartPr/>
              <p14:nvPr/>
            </p14:nvContentPartPr>
            <p14:xfrm>
              <a:off x="7347929" y="5903119"/>
              <a:ext cx="121783" cy="46909"/>
            </p14:xfrm>
          </p:contentPart>
        </mc:Choice>
        <mc:Fallback xmlns="">
          <p:sp>
            <p:nvSpPr>
              <p:cNvPr id="1052082" name=""/>
              <p:cNvSpPr/>
              <p:nvPr/>
            </p:nvSpPr>
            <p:spPr>
              <a:xfrm>
                <a:off x="7347929" y="5903119"/>
                <a:ext cx="121783" cy="46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2083" name="Encre 1052082"/>
              <p14:cNvContentPartPr/>
              <p14:nvPr/>
            </p14:nvContentPartPr>
            <p14:xfrm>
              <a:off x="7564580" y="5933476"/>
              <a:ext cx="102908" cy="441050"/>
            </p14:xfrm>
          </p:contentPart>
        </mc:Choice>
        <mc:Fallback xmlns="">
          <p:sp>
            <p:nvSpPr>
              <p:cNvPr id="1052083" name=""/>
              <p:cNvSpPr/>
              <p:nvPr/>
            </p:nvSpPr>
            <p:spPr>
              <a:xfrm>
                <a:off x="7564580" y="5933476"/>
                <a:ext cx="102908" cy="441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2084" name="Encre 1052083"/>
              <p14:cNvContentPartPr/>
              <p14:nvPr/>
            </p14:nvContentPartPr>
            <p14:xfrm>
              <a:off x="5768237" y="5515297"/>
              <a:ext cx="2101604" cy="1100841"/>
            </p14:xfrm>
          </p:contentPart>
        </mc:Choice>
        <mc:Fallback xmlns="">
          <p:sp>
            <p:nvSpPr>
              <p:cNvPr id="1052084" name=""/>
              <p:cNvSpPr/>
              <p:nvPr/>
            </p:nvSpPr>
            <p:spPr>
              <a:xfrm>
                <a:off x="5768237" y="5515297"/>
                <a:ext cx="2101604" cy="1100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2085" name="Encre 1052084"/>
              <p14:cNvContentPartPr/>
              <p14:nvPr/>
            </p14:nvContentPartPr>
            <p14:xfrm>
              <a:off x="1669552" y="6024211"/>
              <a:ext cx="1960145" cy="72995"/>
            </p14:xfrm>
          </p:contentPart>
        </mc:Choice>
        <mc:Fallback xmlns="">
          <p:sp>
            <p:nvSpPr>
              <p:cNvPr id="1052085" name=""/>
              <p:cNvSpPr/>
              <p:nvPr/>
            </p:nvSpPr>
            <p:spPr>
              <a:xfrm>
                <a:off x="1669552" y="6024211"/>
                <a:ext cx="1960145" cy="72995"/>
              </a:xfrm>
            </p:spPr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2086" name="Encre 1052085"/>
              <p14:cNvContentPartPr/>
              <p14:nvPr/>
            </p14:nvContentPartPr>
            <p14:xfrm>
              <a:off x="554716" y="227031"/>
              <a:ext cx="307401" cy="672647"/>
            </p14:xfrm>
          </p:contentPart>
        </mc:Choice>
        <mc:Fallback xmlns="">
          <p:sp>
            <p:nvSpPr>
              <p:cNvPr id="1052086" name=""/>
              <p:cNvSpPr/>
              <p:nvPr/>
            </p:nvSpPr>
            <p:spPr>
              <a:xfrm>
                <a:off x="554716" y="227031"/>
                <a:ext cx="307401" cy="6726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2087" name="Encre 1052086"/>
              <p14:cNvContentPartPr/>
              <p14:nvPr/>
            </p14:nvContentPartPr>
            <p14:xfrm>
              <a:off x="1104758" y="323054"/>
              <a:ext cx="500371" cy="719752"/>
            </p14:xfrm>
          </p:contentPart>
        </mc:Choice>
        <mc:Fallback xmlns="">
          <p:sp>
            <p:nvSpPr>
              <p:cNvPr id="1052087" name=""/>
              <p:cNvSpPr/>
              <p:nvPr/>
            </p:nvSpPr>
            <p:spPr>
              <a:xfrm>
                <a:off x="1104758" y="323054"/>
                <a:ext cx="500371" cy="719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2089" name="Encre 1052088"/>
              <p14:cNvContentPartPr/>
              <p14:nvPr/>
            </p14:nvContentPartPr>
            <p14:xfrm>
              <a:off x="1654085" y="538522"/>
              <a:ext cx="330074" cy="225563"/>
            </p14:xfrm>
          </p:contentPart>
        </mc:Choice>
        <mc:Fallback xmlns="">
          <p:sp>
            <p:nvSpPr>
              <p:cNvPr id="1052089" name=""/>
              <p:cNvSpPr/>
              <p:nvPr/>
            </p:nvSpPr>
            <p:spPr>
              <a:xfrm>
                <a:off x="1654085" y="538522"/>
                <a:ext cx="330074" cy="225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2090" name="Encre 1052089"/>
              <p14:cNvContentPartPr/>
              <p14:nvPr/>
            </p14:nvContentPartPr>
            <p14:xfrm>
              <a:off x="2220225" y="516680"/>
              <a:ext cx="359450" cy="210082"/>
            </p14:xfrm>
          </p:contentPart>
        </mc:Choice>
        <mc:Fallback xmlns="">
          <p:sp>
            <p:nvSpPr>
              <p:cNvPr id="1052090" name=""/>
              <p:cNvSpPr/>
              <p:nvPr/>
            </p:nvSpPr>
            <p:spPr>
              <a:xfrm>
                <a:off x="2220225" y="516680"/>
                <a:ext cx="359450" cy="2100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091" name="Encre 1052090"/>
              <p14:cNvContentPartPr/>
              <p14:nvPr/>
            </p14:nvContentPartPr>
            <p14:xfrm>
              <a:off x="2621865" y="538522"/>
              <a:ext cx="190969" cy="158222"/>
            </p14:xfrm>
          </p:contentPart>
        </mc:Choice>
        <mc:Fallback xmlns="">
          <p:sp>
            <p:nvSpPr>
              <p:cNvPr id="1052091" name=""/>
              <p:cNvSpPr/>
              <p:nvPr/>
            </p:nvSpPr>
            <p:spPr>
              <a:xfrm>
                <a:off x="2621865" y="538522"/>
                <a:ext cx="190969" cy="1582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092" name="Encre 1052091"/>
              <p14:cNvContentPartPr/>
              <p14:nvPr/>
            </p14:nvContentPartPr>
            <p14:xfrm>
              <a:off x="2834817" y="466047"/>
              <a:ext cx="153814" cy="451577"/>
            </p14:xfrm>
          </p:contentPart>
        </mc:Choice>
        <mc:Fallback xmlns="">
          <p:sp>
            <p:nvSpPr>
              <p:cNvPr id="1052092" name=""/>
              <p:cNvSpPr/>
              <p:nvPr/>
            </p:nvSpPr>
            <p:spPr>
              <a:xfrm>
                <a:off x="2834817" y="466047"/>
                <a:ext cx="153814" cy="451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093" name="Encre 1052092"/>
              <p14:cNvContentPartPr/>
              <p14:nvPr/>
            </p14:nvContentPartPr>
            <p14:xfrm>
              <a:off x="3042705" y="444551"/>
              <a:ext cx="394512" cy="229422"/>
            </p14:xfrm>
          </p:contentPart>
        </mc:Choice>
        <mc:Fallback xmlns="">
          <p:sp>
            <p:nvSpPr>
              <p:cNvPr id="1052093" name=""/>
              <p:cNvSpPr/>
              <p:nvPr/>
            </p:nvSpPr>
            <p:spPr>
              <a:xfrm>
                <a:off x="3042705" y="444551"/>
                <a:ext cx="394512" cy="229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094" name="Encre 1052093"/>
              <p14:cNvContentPartPr/>
              <p14:nvPr/>
            </p14:nvContentPartPr>
            <p14:xfrm>
              <a:off x="3228910" y="277663"/>
              <a:ext cx="235624" cy="101513"/>
            </p14:xfrm>
          </p:contentPart>
        </mc:Choice>
        <mc:Fallback xmlns="">
          <p:sp>
            <p:nvSpPr>
              <p:cNvPr id="1052094" name=""/>
              <p:cNvSpPr/>
              <p:nvPr/>
            </p:nvSpPr>
            <p:spPr>
              <a:xfrm>
                <a:off x="3228910" y="277663"/>
                <a:ext cx="235624" cy="101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095" name="Encre 1052094"/>
              <p14:cNvContentPartPr/>
              <p14:nvPr/>
            </p14:nvContentPartPr>
            <p14:xfrm>
              <a:off x="3507564" y="241426"/>
              <a:ext cx="71694" cy="361876"/>
            </p14:xfrm>
          </p:contentPart>
        </mc:Choice>
        <mc:Fallback xmlns="">
          <p:sp>
            <p:nvSpPr>
              <p:cNvPr id="1052095" name=""/>
              <p:cNvSpPr/>
              <p:nvPr/>
            </p:nvSpPr>
            <p:spPr>
              <a:xfrm>
                <a:off x="3507564" y="241426"/>
                <a:ext cx="71694" cy="361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096" name="Encre 1052095"/>
              <p14:cNvContentPartPr/>
              <p14:nvPr/>
            </p14:nvContentPartPr>
            <p14:xfrm>
              <a:off x="3500717" y="459625"/>
              <a:ext cx="199803" cy="138783"/>
            </p14:xfrm>
          </p:contentPart>
        </mc:Choice>
        <mc:Fallback xmlns="">
          <p:sp>
            <p:nvSpPr>
              <p:cNvPr id="1052096" name=""/>
              <p:cNvSpPr/>
              <p:nvPr/>
            </p:nvSpPr>
            <p:spPr>
              <a:xfrm>
                <a:off x="3500717" y="459625"/>
                <a:ext cx="199803" cy="138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097" name="Encre 1052096"/>
              <p14:cNvContentPartPr/>
              <p14:nvPr/>
            </p14:nvContentPartPr>
            <p14:xfrm>
              <a:off x="3679169" y="364285"/>
              <a:ext cx="251" cy="74608"/>
            </p14:xfrm>
          </p:contentPart>
        </mc:Choice>
        <mc:Fallback xmlns="">
          <p:sp>
            <p:nvSpPr>
              <p:cNvPr id="1052097" name=""/>
              <p:cNvSpPr/>
              <p:nvPr/>
            </p:nvSpPr>
            <p:spPr>
              <a:xfrm>
                <a:off x="3679169" y="364285"/>
                <a:ext cx="251" cy="74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098" name="Encre 1052097"/>
              <p14:cNvContentPartPr/>
              <p14:nvPr/>
            </p14:nvContentPartPr>
            <p14:xfrm>
              <a:off x="3736341" y="402541"/>
              <a:ext cx="193042" cy="464016"/>
            </p14:xfrm>
          </p:contentPart>
        </mc:Choice>
        <mc:Fallback xmlns="">
          <p:sp>
            <p:nvSpPr>
              <p:cNvPr id="1052098" name=""/>
              <p:cNvSpPr/>
              <p:nvPr/>
            </p:nvSpPr>
            <p:spPr>
              <a:xfrm>
                <a:off x="3736341" y="402541"/>
                <a:ext cx="193042" cy="464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099" name="Encre 1052098"/>
              <p14:cNvContentPartPr/>
              <p14:nvPr/>
            </p14:nvContentPartPr>
            <p14:xfrm>
              <a:off x="3924298" y="415663"/>
              <a:ext cx="302423" cy="195573"/>
            </p14:xfrm>
          </p:contentPart>
        </mc:Choice>
        <mc:Fallback xmlns="">
          <p:sp>
            <p:nvSpPr>
              <p:cNvPr id="1052099" name=""/>
              <p:cNvSpPr/>
              <p:nvPr/>
            </p:nvSpPr>
            <p:spPr>
              <a:xfrm>
                <a:off x="3924298" y="415663"/>
                <a:ext cx="302423" cy="195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100" name="Encre 1052099"/>
              <p14:cNvContentPartPr/>
              <p14:nvPr/>
            </p14:nvContentPartPr>
            <p14:xfrm>
              <a:off x="4411222" y="274506"/>
              <a:ext cx="326643" cy="323676"/>
            </p14:xfrm>
          </p:contentPart>
        </mc:Choice>
        <mc:Fallback xmlns="">
          <p:sp>
            <p:nvSpPr>
              <p:cNvPr id="1052100" name=""/>
              <p:cNvSpPr/>
              <p:nvPr/>
            </p:nvSpPr>
            <p:spPr>
              <a:xfrm>
                <a:off x="4411222" y="274506"/>
                <a:ext cx="326643" cy="323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101" name="Encre 1052100"/>
              <p14:cNvContentPartPr/>
              <p14:nvPr/>
            </p14:nvContentPartPr>
            <p14:xfrm>
              <a:off x="4909344" y="176398"/>
              <a:ext cx="1054809" cy="529925"/>
            </p14:xfrm>
          </p:contentPart>
        </mc:Choice>
        <mc:Fallback xmlns="">
          <p:sp>
            <p:nvSpPr>
              <p:cNvPr id="1052101" name=""/>
              <p:cNvSpPr/>
              <p:nvPr/>
            </p:nvSpPr>
            <p:spPr>
              <a:xfrm>
                <a:off x="4909344" y="176398"/>
                <a:ext cx="1054809" cy="529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102" name="Encre 1052101"/>
              <p14:cNvContentPartPr/>
              <p14:nvPr/>
            </p14:nvContentPartPr>
            <p14:xfrm>
              <a:off x="5595746" y="321099"/>
              <a:ext cx="307547" cy="43186"/>
            </p14:xfrm>
          </p:contentPart>
        </mc:Choice>
        <mc:Fallback xmlns="">
          <p:sp>
            <p:nvSpPr>
              <p:cNvPr id="1052102" name=""/>
              <p:cNvSpPr/>
              <p:nvPr/>
            </p:nvSpPr>
            <p:spPr>
              <a:xfrm>
                <a:off x="5595746" y="321099"/>
                <a:ext cx="307547" cy="43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103" name="Encre 1052102"/>
              <p14:cNvContentPartPr/>
              <p14:nvPr/>
            </p14:nvContentPartPr>
            <p14:xfrm>
              <a:off x="6085969" y="393573"/>
              <a:ext cx="10589" cy="83643"/>
            </p14:xfrm>
          </p:contentPart>
        </mc:Choice>
        <mc:Fallback xmlns="">
          <p:sp>
            <p:nvSpPr>
              <p:cNvPr id="1052103" name=""/>
              <p:cNvSpPr/>
              <p:nvPr/>
            </p:nvSpPr>
            <p:spPr>
              <a:xfrm>
                <a:off x="6085969" y="393573"/>
                <a:ext cx="10589" cy="83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104" name="Encre 1052103"/>
              <p14:cNvContentPartPr/>
              <p14:nvPr/>
            </p14:nvContentPartPr>
            <p14:xfrm>
              <a:off x="6108157" y="559867"/>
              <a:ext cx="2521" cy="70294"/>
            </p14:xfrm>
          </p:contentPart>
        </mc:Choice>
        <mc:Fallback xmlns="">
          <p:sp>
            <p:nvSpPr>
              <p:cNvPr id="1052104" name=""/>
              <p:cNvSpPr/>
              <p:nvPr/>
            </p:nvSpPr>
            <p:spPr>
              <a:xfrm>
                <a:off x="6108157" y="559867"/>
                <a:ext cx="2521" cy="70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105" name="Encre 1052104"/>
              <p14:cNvContentPartPr/>
              <p14:nvPr/>
            </p14:nvContentPartPr>
            <p14:xfrm>
              <a:off x="2241846" y="1149702"/>
              <a:ext cx="222427" cy="658592"/>
            </p14:xfrm>
          </p:contentPart>
        </mc:Choice>
        <mc:Fallback xmlns="">
          <p:sp>
            <p:nvSpPr>
              <p:cNvPr id="1052105" name=""/>
              <p:cNvSpPr/>
              <p:nvPr/>
            </p:nvSpPr>
            <p:spPr>
              <a:xfrm>
                <a:off x="2241846" y="1149702"/>
                <a:ext cx="222427" cy="658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106" name="Encre 1052105"/>
              <p14:cNvContentPartPr/>
              <p14:nvPr/>
            </p14:nvContentPartPr>
            <p14:xfrm>
              <a:off x="2234786" y="1094932"/>
              <a:ext cx="214445" cy="1295"/>
            </p14:xfrm>
          </p:contentPart>
        </mc:Choice>
        <mc:Fallback xmlns="">
          <p:sp>
            <p:nvSpPr>
              <p:cNvPr id="1052106" name=""/>
              <p:cNvSpPr/>
              <p:nvPr/>
            </p:nvSpPr>
            <p:spPr>
              <a:xfrm>
                <a:off x="2234786" y="1094932"/>
                <a:ext cx="214445" cy="1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107" name="Encre 1052106"/>
              <p14:cNvContentPartPr/>
              <p14:nvPr/>
            </p14:nvContentPartPr>
            <p14:xfrm>
              <a:off x="2406430" y="1031447"/>
              <a:ext cx="94446" cy="166559"/>
            </p14:xfrm>
          </p:contentPart>
        </mc:Choice>
        <mc:Fallback xmlns="">
          <p:sp>
            <p:nvSpPr>
              <p:cNvPr id="1052107" name=""/>
              <p:cNvSpPr/>
              <p:nvPr/>
            </p:nvSpPr>
            <p:spPr>
              <a:xfrm>
                <a:off x="2406430" y="1031447"/>
                <a:ext cx="94446" cy="166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108" name="Encre 1052107"/>
              <p14:cNvContentPartPr/>
              <p14:nvPr/>
            </p14:nvContentPartPr>
            <p14:xfrm>
              <a:off x="2578074" y="1379481"/>
              <a:ext cx="152037" cy="7892"/>
            </p14:xfrm>
          </p:contentPart>
        </mc:Choice>
        <mc:Fallback xmlns="">
          <p:sp>
            <p:nvSpPr>
              <p:cNvPr id="1052108" name=""/>
              <p:cNvSpPr/>
              <p:nvPr/>
            </p:nvSpPr>
            <p:spPr>
              <a:xfrm>
                <a:off x="2578074" y="1379481"/>
                <a:ext cx="152037" cy="7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109" name="Encre 1052108"/>
              <p14:cNvContentPartPr/>
              <p14:nvPr/>
            </p14:nvContentPartPr>
            <p14:xfrm>
              <a:off x="2599254" y="1502195"/>
              <a:ext cx="130679" cy="14235"/>
            </p14:xfrm>
          </p:contentPart>
        </mc:Choice>
        <mc:Fallback xmlns="">
          <p:sp>
            <p:nvSpPr>
              <p:cNvPr id="1052109" name=""/>
              <p:cNvSpPr/>
              <p:nvPr/>
            </p:nvSpPr>
            <p:spPr>
              <a:xfrm>
                <a:off x="2599254" y="1502195"/>
                <a:ext cx="130679" cy="14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110" name="Encre 1052109"/>
              <p14:cNvContentPartPr/>
              <p14:nvPr/>
            </p14:nvContentPartPr>
            <p14:xfrm>
              <a:off x="2876639" y="1263018"/>
              <a:ext cx="193716" cy="526630"/>
            </p14:xfrm>
          </p:contentPart>
        </mc:Choice>
        <mc:Fallback xmlns="">
          <p:sp>
            <p:nvSpPr>
              <p:cNvPr id="1052110" name=""/>
              <p:cNvSpPr/>
              <p:nvPr/>
            </p:nvSpPr>
            <p:spPr>
              <a:xfrm>
                <a:off x="2876639" y="1263018"/>
                <a:ext cx="193716" cy="526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111" name="Encre 1052110"/>
              <p14:cNvContentPartPr/>
              <p14:nvPr/>
            </p14:nvContentPartPr>
            <p14:xfrm>
              <a:off x="3235970" y="1176737"/>
              <a:ext cx="327702" cy="255424"/>
            </p14:xfrm>
          </p:contentPart>
        </mc:Choice>
        <mc:Fallback xmlns="">
          <p:sp>
            <p:nvSpPr>
              <p:cNvPr id="1052111" name=""/>
              <p:cNvSpPr/>
              <p:nvPr/>
            </p:nvSpPr>
            <p:spPr>
              <a:xfrm>
                <a:off x="3235970" y="1176737"/>
                <a:ext cx="327702" cy="255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112" name="Encre 1052111"/>
              <p14:cNvContentPartPr/>
              <p14:nvPr/>
            </p14:nvContentPartPr>
            <p14:xfrm>
              <a:off x="3293332" y="1074638"/>
              <a:ext cx="370403" cy="14391"/>
            </p14:xfrm>
          </p:contentPart>
        </mc:Choice>
        <mc:Fallback xmlns="">
          <p:sp>
            <p:nvSpPr>
              <p:cNvPr id="1052112" name=""/>
              <p:cNvSpPr/>
              <p:nvPr/>
            </p:nvSpPr>
            <p:spPr>
              <a:xfrm>
                <a:off x="3293332" y="1074638"/>
                <a:ext cx="370403" cy="14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113" name="Encre 1052112"/>
              <p14:cNvContentPartPr/>
              <p14:nvPr/>
            </p14:nvContentPartPr>
            <p14:xfrm>
              <a:off x="3528956" y="1037160"/>
              <a:ext cx="161925" cy="145614"/>
            </p14:xfrm>
          </p:contentPart>
        </mc:Choice>
        <mc:Fallback xmlns="">
          <p:sp>
            <p:nvSpPr>
              <p:cNvPr id="1052113" name=""/>
              <p:cNvSpPr/>
              <p:nvPr/>
            </p:nvSpPr>
            <p:spPr>
              <a:xfrm>
                <a:off x="3528956" y="1037160"/>
                <a:ext cx="161925" cy="145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114" name="Encre 1052113"/>
              <p14:cNvContentPartPr/>
              <p14:nvPr/>
            </p14:nvContentPartPr>
            <p14:xfrm>
              <a:off x="3641434" y="1226781"/>
              <a:ext cx="166388" cy="186860"/>
            </p14:xfrm>
          </p:contentPart>
        </mc:Choice>
        <mc:Fallback xmlns="">
          <p:sp>
            <p:nvSpPr>
              <p:cNvPr id="1052114" name=""/>
              <p:cNvSpPr/>
              <p:nvPr/>
            </p:nvSpPr>
            <p:spPr>
              <a:xfrm>
                <a:off x="3641434" y="1226781"/>
                <a:ext cx="166388" cy="186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115" name="Encre 1052114"/>
              <p14:cNvContentPartPr/>
              <p14:nvPr/>
            </p14:nvContentPartPr>
            <p14:xfrm>
              <a:off x="3800763" y="1248374"/>
              <a:ext cx="39186" cy="168629"/>
            </p14:xfrm>
          </p:contentPart>
        </mc:Choice>
        <mc:Fallback xmlns="">
          <p:sp>
            <p:nvSpPr>
              <p:cNvPr id="1052115" name=""/>
              <p:cNvSpPr/>
              <p:nvPr/>
            </p:nvSpPr>
            <p:spPr>
              <a:xfrm>
                <a:off x="3800763" y="1248374"/>
                <a:ext cx="39186" cy="168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116" name="Encre 1052115"/>
              <p14:cNvContentPartPr/>
              <p14:nvPr/>
            </p14:nvContentPartPr>
            <p14:xfrm>
              <a:off x="3981917" y="1132465"/>
              <a:ext cx="55964" cy="276155"/>
            </p14:xfrm>
          </p:contentPart>
        </mc:Choice>
        <mc:Fallback xmlns="">
          <p:sp>
            <p:nvSpPr>
              <p:cNvPr id="1052116" name=""/>
              <p:cNvSpPr/>
              <p:nvPr/>
            </p:nvSpPr>
            <p:spPr>
              <a:xfrm>
                <a:off x="3981917" y="1132465"/>
                <a:ext cx="55964" cy="276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117" name="Encre 1052116"/>
              <p14:cNvContentPartPr/>
              <p14:nvPr/>
            </p14:nvContentPartPr>
            <p14:xfrm>
              <a:off x="3915487" y="1067843"/>
              <a:ext cx="279897" cy="350003"/>
            </p14:xfrm>
          </p:contentPart>
        </mc:Choice>
        <mc:Fallback xmlns="">
          <p:sp>
            <p:nvSpPr>
              <p:cNvPr id="1052117" name=""/>
              <p:cNvSpPr/>
              <p:nvPr/>
            </p:nvSpPr>
            <p:spPr>
              <a:xfrm>
                <a:off x="3915487" y="1067843"/>
                <a:ext cx="279897" cy="350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118" name="Encre 1052117"/>
              <p14:cNvContentPartPr/>
              <p14:nvPr/>
            </p14:nvContentPartPr>
            <p14:xfrm>
              <a:off x="4001088" y="951527"/>
              <a:ext cx="307547" cy="14395"/>
            </p14:xfrm>
          </p:contentPart>
        </mc:Choice>
        <mc:Fallback xmlns="">
          <p:sp>
            <p:nvSpPr>
              <p:cNvPr id="1052118" name=""/>
              <p:cNvSpPr/>
              <p:nvPr/>
            </p:nvSpPr>
            <p:spPr>
              <a:xfrm>
                <a:off x="4001088" y="951527"/>
                <a:ext cx="307547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119" name="Encre 1052118"/>
              <p14:cNvContentPartPr/>
              <p14:nvPr/>
            </p14:nvContentPartPr>
            <p14:xfrm>
              <a:off x="4165672" y="886498"/>
              <a:ext cx="147811" cy="177241"/>
            </p14:xfrm>
          </p:contentPart>
        </mc:Choice>
        <mc:Fallback xmlns="">
          <p:sp>
            <p:nvSpPr>
              <p:cNvPr id="1052119" name=""/>
              <p:cNvSpPr/>
              <p:nvPr/>
            </p:nvSpPr>
            <p:spPr>
              <a:xfrm>
                <a:off x="4165672" y="886498"/>
                <a:ext cx="147811" cy="1772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120" name="Encre 1052119"/>
              <p14:cNvContentPartPr/>
              <p14:nvPr/>
            </p14:nvContentPartPr>
            <p14:xfrm>
              <a:off x="1992378" y="787052"/>
              <a:ext cx="2516583" cy="1130692"/>
            </p14:xfrm>
          </p:contentPart>
        </mc:Choice>
        <mc:Fallback xmlns="">
          <p:sp>
            <p:nvSpPr>
              <p:cNvPr id="1052120" name=""/>
              <p:cNvSpPr/>
              <p:nvPr/>
            </p:nvSpPr>
            <p:spPr>
              <a:xfrm>
                <a:off x="1992378" y="787052"/>
                <a:ext cx="2516583" cy="1130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121" name="Encre 1052120"/>
              <p14:cNvContentPartPr/>
              <p14:nvPr/>
            </p14:nvContentPartPr>
            <p14:xfrm>
              <a:off x="4275606" y="842815"/>
              <a:ext cx="226294" cy="1015891"/>
            </p14:xfrm>
          </p:contentPart>
        </mc:Choice>
        <mc:Fallback xmlns="">
          <p:sp>
            <p:nvSpPr>
              <p:cNvPr id="1052121" name=""/>
              <p:cNvSpPr/>
              <p:nvPr/>
            </p:nvSpPr>
            <p:spPr>
              <a:xfrm>
                <a:off x="4275606" y="842815"/>
                <a:ext cx="226294" cy="10158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122" name="Encre 1052121"/>
              <p14:cNvContentPartPr/>
              <p14:nvPr/>
            </p14:nvContentPartPr>
            <p14:xfrm>
              <a:off x="4043889" y="1842317"/>
              <a:ext cx="243125" cy="8757"/>
            </p14:xfrm>
          </p:contentPart>
        </mc:Choice>
        <mc:Fallback xmlns="">
          <p:sp>
            <p:nvSpPr>
              <p:cNvPr id="1052122" name=""/>
              <p:cNvSpPr/>
              <p:nvPr/>
            </p:nvSpPr>
            <p:spPr>
              <a:xfrm>
                <a:off x="4043889" y="1842317"/>
                <a:ext cx="243125" cy="8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123" name="Encre 1052122"/>
              <p14:cNvContentPartPr/>
              <p14:nvPr/>
            </p14:nvContentPartPr>
            <p14:xfrm>
              <a:off x="1353899" y="2328045"/>
              <a:ext cx="258732" cy="587845"/>
            </p14:xfrm>
          </p:contentPart>
        </mc:Choice>
        <mc:Fallback xmlns="">
          <p:sp>
            <p:nvSpPr>
              <p:cNvPr id="1052123" name=""/>
              <p:cNvSpPr/>
              <p:nvPr/>
            </p:nvSpPr>
            <p:spPr>
              <a:xfrm>
                <a:off x="1353899" y="2328045"/>
                <a:ext cx="258732" cy="5878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124" name="Encre 1052123"/>
              <p14:cNvContentPartPr/>
              <p14:nvPr/>
            </p14:nvContentPartPr>
            <p14:xfrm>
              <a:off x="1412306" y="2283623"/>
              <a:ext cx="278642" cy="269042"/>
            </p14:xfrm>
          </p:contentPart>
        </mc:Choice>
        <mc:Fallback xmlns="">
          <p:sp>
            <p:nvSpPr>
              <p:cNvPr id="1052124" name=""/>
              <p:cNvSpPr/>
              <p:nvPr/>
            </p:nvSpPr>
            <p:spPr>
              <a:xfrm>
                <a:off x="1412306" y="2283623"/>
                <a:ext cx="278642" cy="269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125" name="Encre 1052124"/>
              <p14:cNvContentPartPr/>
              <p14:nvPr/>
            </p14:nvContentPartPr>
            <p14:xfrm>
              <a:off x="1621684" y="2357084"/>
              <a:ext cx="269813" cy="651525"/>
            </p14:xfrm>
          </p:contentPart>
        </mc:Choice>
        <mc:Fallback xmlns="">
          <p:sp>
            <p:nvSpPr>
              <p:cNvPr id="1052125" name=""/>
              <p:cNvSpPr/>
              <p:nvPr/>
            </p:nvSpPr>
            <p:spPr>
              <a:xfrm>
                <a:off x="1621684" y="2357084"/>
                <a:ext cx="269813" cy="651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126" name="Encre 1052125"/>
              <p14:cNvContentPartPr/>
              <p14:nvPr/>
            </p14:nvContentPartPr>
            <p14:xfrm>
              <a:off x="1905617" y="2550131"/>
              <a:ext cx="250921" cy="566875"/>
            </p14:xfrm>
          </p:contentPart>
        </mc:Choice>
        <mc:Fallback xmlns="">
          <p:sp>
            <p:nvSpPr>
              <p:cNvPr id="1052126" name=""/>
              <p:cNvSpPr/>
              <p:nvPr/>
            </p:nvSpPr>
            <p:spPr>
              <a:xfrm>
                <a:off x="1905617" y="2550131"/>
                <a:ext cx="250921" cy="566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127" name="Encre 1052126"/>
              <p14:cNvContentPartPr/>
              <p14:nvPr/>
            </p14:nvContentPartPr>
            <p14:xfrm>
              <a:off x="1962979" y="2495191"/>
              <a:ext cx="162964" cy="13543"/>
            </p14:xfrm>
          </p:contentPart>
        </mc:Choice>
        <mc:Fallback xmlns="">
          <p:sp>
            <p:nvSpPr>
              <p:cNvPr id="1052127" name=""/>
              <p:cNvSpPr/>
              <p:nvPr/>
            </p:nvSpPr>
            <p:spPr>
              <a:xfrm>
                <a:off x="1962979" y="2495191"/>
                <a:ext cx="162964" cy="13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128" name="Encre 1052127"/>
              <p14:cNvContentPartPr/>
              <p14:nvPr/>
            </p14:nvContentPartPr>
            <p14:xfrm>
              <a:off x="2056082" y="2443954"/>
              <a:ext cx="96191" cy="104988"/>
            </p14:xfrm>
          </p:contentPart>
        </mc:Choice>
        <mc:Fallback xmlns="">
          <p:sp>
            <p:nvSpPr>
              <p:cNvPr id="1052128" name=""/>
              <p:cNvSpPr/>
              <p:nvPr/>
            </p:nvSpPr>
            <p:spPr>
              <a:xfrm>
                <a:off x="2056082" y="2443954"/>
                <a:ext cx="96191" cy="104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129" name="Encre 1052128"/>
              <p14:cNvContentPartPr/>
              <p14:nvPr/>
            </p14:nvContentPartPr>
            <p14:xfrm>
              <a:off x="2184411" y="2443954"/>
              <a:ext cx="171617" cy="584136"/>
            </p14:xfrm>
          </p:contentPart>
        </mc:Choice>
        <mc:Fallback xmlns="">
          <p:sp>
            <p:nvSpPr>
              <p:cNvPr id="1052129" name=""/>
              <p:cNvSpPr/>
              <p:nvPr/>
            </p:nvSpPr>
            <p:spPr>
              <a:xfrm>
                <a:off x="2184411" y="2443954"/>
                <a:ext cx="171617" cy="584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130" name="Encre 1052129"/>
              <p14:cNvContentPartPr/>
              <p14:nvPr/>
            </p14:nvContentPartPr>
            <p14:xfrm>
              <a:off x="2470852" y="2719208"/>
              <a:ext cx="169388" cy="9169"/>
            </p14:xfrm>
          </p:contentPart>
        </mc:Choice>
        <mc:Fallback xmlns="">
          <p:sp>
            <p:nvSpPr>
              <p:cNvPr id="1052130" name=""/>
              <p:cNvSpPr/>
              <p:nvPr/>
            </p:nvSpPr>
            <p:spPr>
              <a:xfrm>
                <a:off x="2470852" y="2719208"/>
                <a:ext cx="169388" cy="9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131" name="Encre 1052130"/>
              <p14:cNvContentPartPr/>
              <p14:nvPr/>
            </p14:nvContentPartPr>
            <p14:xfrm>
              <a:off x="2484972" y="2819258"/>
              <a:ext cx="158926" cy="16330"/>
            </p14:xfrm>
          </p:contentPart>
        </mc:Choice>
        <mc:Fallback xmlns="">
          <p:sp>
            <p:nvSpPr>
              <p:cNvPr id="1052131" name=""/>
              <p:cNvSpPr/>
              <p:nvPr/>
            </p:nvSpPr>
            <p:spPr>
              <a:xfrm>
                <a:off x="2484972" y="2819258"/>
                <a:ext cx="158926" cy="163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132" name="Encre 1052131"/>
              <p14:cNvContentPartPr/>
              <p14:nvPr/>
            </p14:nvContentPartPr>
            <p14:xfrm>
              <a:off x="2835320" y="2464861"/>
              <a:ext cx="200324" cy="661173"/>
            </p14:xfrm>
          </p:contentPart>
        </mc:Choice>
        <mc:Fallback xmlns="">
          <p:sp>
            <p:nvSpPr>
              <p:cNvPr id="1052132" name=""/>
              <p:cNvSpPr/>
              <p:nvPr/>
            </p:nvSpPr>
            <p:spPr>
              <a:xfrm>
                <a:off x="2835320" y="2464861"/>
                <a:ext cx="200324" cy="661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133" name="Encre 1052132"/>
              <p14:cNvContentPartPr/>
              <p14:nvPr/>
            </p14:nvContentPartPr>
            <p14:xfrm>
              <a:off x="2842380" y="2398147"/>
              <a:ext cx="206551" cy="11935"/>
            </p14:xfrm>
          </p:contentPart>
        </mc:Choice>
        <mc:Fallback xmlns="">
          <p:sp>
            <p:nvSpPr>
              <p:cNvPr id="1052133" name=""/>
              <p:cNvSpPr/>
              <p:nvPr/>
            </p:nvSpPr>
            <p:spPr>
              <a:xfrm>
                <a:off x="2842380" y="2398147"/>
                <a:ext cx="206551" cy="11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134" name="Encre 1052133"/>
              <p14:cNvContentPartPr/>
              <p14:nvPr/>
            </p14:nvContentPartPr>
            <p14:xfrm>
              <a:off x="2992844" y="2328045"/>
              <a:ext cx="93917" cy="198377"/>
            </p14:xfrm>
          </p:contentPart>
        </mc:Choice>
        <mc:Fallback xmlns="">
          <p:sp>
            <p:nvSpPr>
              <p:cNvPr id="1052134" name=""/>
              <p:cNvSpPr/>
              <p:nvPr/>
            </p:nvSpPr>
            <p:spPr>
              <a:xfrm>
                <a:off x="2992844" y="2328045"/>
                <a:ext cx="93917" cy="198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135" name="Encre 1052134"/>
              <p14:cNvContentPartPr/>
              <p14:nvPr/>
            </p14:nvContentPartPr>
            <p14:xfrm>
              <a:off x="3135039" y="2711762"/>
              <a:ext cx="768" cy="63589"/>
            </p14:xfrm>
          </p:contentPart>
        </mc:Choice>
        <mc:Fallback xmlns="">
          <p:sp>
            <p:nvSpPr>
              <p:cNvPr id="1052135" name=""/>
              <p:cNvSpPr/>
              <p:nvPr/>
            </p:nvSpPr>
            <p:spPr>
              <a:xfrm>
                <a:off x="3135039" y="2711762"/>
                <a:ext cx="768" cy="635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136" name="Encre 1052135"/>
              <p14:cNvContentPartPr/>
              <p14:nvPr/>
            </p14:nvContentPartPr>
            <p14:xfrm>
              <a:off x="3257150" y="2623102"/>
              <a:ext cx="321579" cy="210869"/>
            </p14:xfrm>
          </p:contentPart>
        </mc:Choice>
        <mc:Fallback xmlns="">
          <p:sp>
            <p:nvSpPr>
              <p:cNvPr id="1052136" name=""/>
              <p:cNvSpPr/>
              <p:nvPr/>
            </p:nvSpPr>
            <p:spPr>
              <a:xfrm>
                <a:off x="3257150" y="2623102"/>
                <a:ext cx="321579" cy="210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137" name="Encre 1052136"/>
              <p14:cNvContentPartPr/>
              <p14:nvPr/>
            </p14:nvContentPartPr>
            <p14:xfrm>
              <a:off x="3300392" y="2487141"/>
              <a:ext cx="284921" cy="10404"/>
            </p14:xfrm>
          </p:contentPart>
        </mc:Choice>
        <mc:Fallback xmlns="">
          <p:sp>
            <p:nvSpPr>
              <p:cNvPr id="1052137" name=""/>
              <p:cNvSpPr/>
              <p:nvPr/>
            </p:nvSpPr>
            <p:spPr>
              <a:xfrm>
                <a:off x="3300392" y="2487141"/>
                <a:ext cx="284921" cy="104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138" name="Encre 1052137"/>
              <p14:cNvContentPartPr/>
              <p14:nvPr/>
            </p14:nvContentPartPr>
            <p14:xfrm>
              <a:off x="3507777" y="2429062"/>
              <a:ext cx="80378" cy="172093"/>
            </p14:xfrm>
          </p:contentPart>
        </mc:Choice>
        <mc:Fallback xmlns="">
          <p:sp>
            <p:nvSpPr>
              <p:cNvPr id="1052138" name=""/>
              <p:cNvSpPr/>
              <p:nvPr/>
            </p:nvSpPr>
            <p:spPr>
              <a:xfrm>
                <a:off x="3507777" y="2429062"/>
                <a:ext cx="80378" cy="172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139" name="Encre 1052138"/>
              <p14:cNvContentPartPr/>
              <p14:nvPr/>
            </p14:nvContentPartPr>
            <p14:xfrm>
              <a:off x="3750902" y="2710021"/>
              <a:ext cx="171242" cy="13364"/>
            </p14:xfrm>
          </p:contentPart>
        </mc:Choice>
        <mc:Fallback xmlns="">
          <p:sp>
            <p:nvSpPr>
              <p:cNvPr id="1052139" name=""/>
              <p:cNvSpPr/>
              <p:nvPr/>
            </p:nvSpPr>
            <p:spPr>
              <a:xfrm>
                <a:off x="3750902" y="2710021"/>
                <a:ext cx="171242" cy="13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140" name="Encre 1052139"/>
              <p14:cNvContentPartPr/>
              <p14:nvPr/>
            </p14:nvContentPartPr>
            <p14:xfrm>
              <a:off x="3750902" y="2806050"/>
              <a:ext cx="176894" cy="21870"/>
            </p14:xfrm>
          </p:contentPart>
        </mc:Choice>
        <mc:Fallback xmlns="">
          <p:sp>
            <p:nvSpPr>
              <p:cNvPr id="1052140" name=""/>
              <p:cNvSpPr/>
              <p:nvPr/>
            </p:nvSpPr>
            <p:spPr>
              <a:xfrm>
                <a:off x="3750902" y="2806050"/>
                <a:ext cx="176894" cy="21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141" name="Encre 1052140"/>
              <p14:cNvContentPartPr/>
              <p14:nvPr/>
            </p14:nvContentPartPr>
            <p14:xfrm>
              <a:off x="4042963" y="2624644"/>
              <a:ext cx="212490" cy="208667"/>
            </p14:xfrm>
          </p:contentPart>
        </mc:Choice>
        <mc:Fallback xmlns="">
          <p:sp>
            <p:nvSpPr>
              <p:cNvPr id="1052141" name=""/>
              <p:cNvSpPr/>
              <p:nvPr/>
            </p:nvSpPr>
            <p:spPr>
              <a:xfrm>
                <a:off x="4042963" y="2624644"/>
                <a:ext cx="212490" cy="208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2142" name="Encre 1052141"/>
              <p14:cNvContentPartPr/>
              <p14:nvPr/>
            </p14:nvContentPartPr>
            <p14:xfrm>
              <a:off x="3293332" y="1407845"/>
              <a:ext cx="941446" cy="179375"/>
            </p14:xfrm>
          </p:contentPart>
        </mc:Choice>
        <mc:Fallback xmlns="">
          <p:sp>
            <p:nvSpPr>
              <p:cNvPr id="1052142" name=""/>
              <p:cNvSpPr/>
              <p:nvPr/>
            </p:nvSpPr>
            <p:spPr>
              <a:xfrm>
                <a:off x="3293332" y="1407845"/>
                <a:ext cx="941446" cy="179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2143" name="Encre 1052142"/>
              <p14:cNvContentPartPr/>
              <p14:nvPr/>
            </p14:nvContentPartPr>
            <p14:xfrm>
              <a:off x="3886806" y="1545470"/>
              <a:ext cx="693636" cy="426939"/>
            </p14:xfrm>
          </p:contentPart>
        </mc:Choice>
        <mc:Fallback xmlns="">
          <p:sp>
            <p:nvSpPr>
              <p:cNvPr id="1052143" name=""/>
              <p:cNvSpPr/>
              <p:nvPr/>
            </p:nvSpPr>
            <p:spPr>
              <a:xfrm>
                <a:off x="3886806" y="1545470"/>
                <a:ext cx="693636" cy="426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2144" name="Encre 1052143"/>
              <p14:cNvContentPartPr/>
              <p14:nvPr/>
            </p14:nvContentPartPr>
            <p14:xfrm>
              <a:off x="4880930" y="1842317"/>
              <a:ext cx="24709" cy="290145"/>
            </p14:xfrm>
          </p:contentPart>
        </mc:Choice>
        <mc:Fallback xmlns="">
          <p:sp>
            <p:nvSpPr>
              <p:cNvPr id="1052144" name=""/>
              <p:cNvSpPr/>
              <p:nvPr/>
            </p:nvSpPr>
            <p:spPr>
              <a:xfrm>
                <a:off x="4880930" y="1842317"/>
                <a:ext cx="24709" cy="290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2145" name="Encre 1052144"/>
              <p14:cNvContentPartPr/>
              <p14:nvPr/>
            </p14:nvContentPartPr>
            <p14:xfrm>
              <a:off x="4666044" y="2148194"/>
              <a:ext cx="395224" cy="20506"/>
            </p14:xfrm>
          </p:contentPart>
        </mc:Choice>
        <mc:Fallback xmlns="">
          <p:sp>
            <p:nvSpPr>
              <p:cNvPr id="1052145" name=""/>
              <p:cNvSpPr/>
              <p:nvPr/>
            </p:nvSpPr>
            <p:spPr>
              <a:xfrm>
                <a:off x="4666044" y="2148194"/>
                <a:ext cx="395224" cy="20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2146" name="Encre 1052145"/>
              <p14:cNvContentPartPr/>
              <p14:nvPr/>
            </p14:nvContentPartPr>
            <p14:xfrm>
              <a:off x="5095375" y="1950050"/>
              <a:ext cx="300573" cy="202151"/>
            </p14:xfrm>
          </p:contentPart>
        </mc:Choice>
        <mc:Fallback xmlns="">
          <p:sp>
            <p:nvSpPr>
              <p:cNvPr id="1052146" name=""/>
              <p:cNvSpPr/>
              <p:nvPr/>
            </p:nvSpPr>
            <p:spPr>
              <a:xfrm>
                <a:off x="5095375" y="1950050"/>
                <a:ext cx="300573" cy="202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147" name="Encre 1052146"/>
              <p14:cNvContentPartPr/>
              <p14:nvPr/>
            </p14:nvContentPartPr>
            <p14:xfrm>
              <a:off x="5095375" y="1828917"/>
              <a:ext cx="303245" cy="13400"/>
            </p14:xfrm>
          </p:contentPart>
        </mc:Choice>
        <mc:Fallback xmlns="">
          <p:sp>
            <p:nvSpPr>
              <p:cNvPr id="1052147" name=""/>
              <p:cNvSpPr/>
              <p:nvPr/>
            </p:nvSpPr>
            <p:spPr>
              <a:xfrm>
                <a:off x="5095375" y="1828917"/>
                <a:ext cx="303245" cy="13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2148" name="Encre 1052147"/>
              <p14:cNvContentPartPr/>
              <p14:nvPr/>
            </p14:nvContentPartPr>
            <p14:xfrm>
              <a:off x="5324381" y="1777537"/>
              <a:ext cx="118673" cy="126633"/>
            </p14:xfrm>
          </p:contentPart>
        </mc:Choice>
        <mc:Fallback xmlns="">
          <p:sp>
            <p:nvSpPr>
              <p:cNvPr id="1052148" name=""/>
              <p:cNvSpPr/>
              <p:nvPr/>
            </p:nvSpPr>
            <p:spPr>
              <a:xfrm>
                <a:off x="5324381" y="1777537"/>
                <a:ext cx="118673" cy="126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2149" name="Encre 1052148"/>
              <p14:cNvContentPartPr/>
              <p14:nvPr/>
            </p14:nvContentPartPr>
            <p14:xfrm>
              <a:off x="1382252" y="3145314"/>
              <a:ext cx="2712821" cy="50935"/>
            </p14:xfrm>
          </p:contentPart>
        </mc:Choice>
        <mc:Fallback xmlns="">
          <p:sp>
            <p:nvSpPr>
              <p:cNvPr id="1052149" name=""/>
              <p:cNvSpPr/>
              <p:nvPr/>
            </p:nvSpPr>
            <p:spPr>
              <a:xfrm>
                <a:off x="1382252" y="3145314"/>
                <a:ext cx="2712821" cy="50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2150" name="Encre 1052149"/>
              <p14:cNvContentPartPr/>
              <p14:nvPr/>
            </p14:nvContentPartPr>
            <p14:xfrm>
              <a:off x="656766" y="3697116"/>
              <a:ext cx="18661" cy="411082"/>
            </p14:xfrm>
          </p:contentPart>
        </mc:Choice>
        <mc:Fallback xmlns="">
          <p:sp>
            <p:nvSpPr>
              <p:cNvPr id="1052150" name=""/>
              <p:cNvSpPr/>
              <p:nvPr/>
            </p:nvSpPr>
            <p:spPr>
              <a:xfrm>
                <a:off x="656766" y="3697116"/>
                <a:ext cx="18661" cy="4110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2151" name="Encre 1052150"/>
              <p14:cNvContentPartPr/>
              <p14:nvPr/>
            </p14:nvContentPartPr>
            <p14:xfrm>
              <a:off x="663857" y="3732223"/>
              <a:ext cx="100677" cy="119712"/>
            </p14:xfrm>
          </p:contentPart>
        </mc:Choice>
        <mc:Fallback xmlns="">
          <p:sp>
            <p:nvSpPr>
              <p:cNvPr id="1052151" name=""/>
              <p:cNvSpPr/>
              <p:nvPr/>
            </p:nvSpPr>
            <p:spPr>
              <a:xfrm>
                <a:off x="663857" y="3732223"/>
                <a:ext cx="100677" cy="119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2152" name="Encre 1052151"/>
              <p14:cNvContentPartPr/>
              <p14:nvPr/>
            </p14:nvContentPartPr>
            <p14:xfrm>
              <a:off x="924249" y="3703435"/>
              <a:ext cx="187569" cy="409995"/>
            </p14:xfrm>
          </p:contentPart>
        </mc:Choice>
        <mc:Fallback xmlns="">
          <p:sp>
            <p:nvSpPr>
              <p:cNvPr id="1052152" name=""/>
              <p:cNvSpPr/>
              <p:nvPr/>
            </p:nvSpPr>
            <p:spPr>
              <a:xfrm>
                <a:off x="924249" y="3703435"/>
                <a:ext cx="187569" cy="409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2153" name="Encre 1052152"/>
              <p14:cNvContentPartPr/>
              <p14:nvPr/>
            </p14:nvContentPartPr>
            <p14:xfrm>
              <a:off x="911493" y="3976077"/>
              <a:ext cx="187972" cy="3830"/>
            </p14:xfrm>
          </p:contentPart>
        </mc:Choice>
        <mc:Fallback xmlns="">
          <p:sp>
            <p:nvSpPr>
              <p:cNvPr id="1052153" name=""/>
              <p:cNvSpPr/>
              <p:nvPr/>
            </p:nvSpPr>
            <p:spPr>
              <a:xfrm>
                <a:off x="911493" y="3976077"/>
                <a:ext cx="187972" cy="3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2154" name="Encre 1052153"/>
              <p14:cNvContentPartPr/>
              <p14:nvPr/>
            </p14:nvContentPartPr>
            <p14:xfrm>
              <a:off x="825892" y="3986518"/>
              <a:ext cx="28760" cy="62537"/>
            </p14:xfrm>
          </p:contentPart>
        </mc:Choice>
        <mc:Fallback xmlns="">
          <p:sp>
            <p:nvSpPr>
              <p:cNvPr id="1052154" name=""/>
              <p:cNvSpPr/>
              <p:nvPr/>
            </p:nvSpPr>
            <p:spPr>
              <a:xfrm>
                <a:off x="825892" y="3986518"/>
                <a:ext cx="28760" cy="62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2155" name="Encre 1052154"/>
              <p14:cNvContentPartPr/>
              <p14:nvPr/>
            </p14:nvContentPartPr>
            <p14:xfrm>
              <a:off x="1137100" y="4037399"/>
              <a:ext cx="10459" cy="72525"/>
            </p14:xfrm>
          </p:contentPart>
        </mc:Choice>
        <mc:Fallback xmlns="">
          <p:sp>
            <p:nvSpPr>
              <p:cNvPr id="1052155" name=""/>
              <p:cNvSpPr/>
              <p:nvPr/>
            </p:nvSpPr>
            <p:spPr>
              <a:xfrm>
                <a:off x="1137100" y="4037399"/>
                <a:ext cx="10459" cy="72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2156" name="Encre 1052155"/>
              <p14:cNvContentPartPr/>
              <p14:nvPr/>
            </p14:nvContentPartPr>
            <p14:xfrm>
              <a:off x="1286088" y="3771678"/>
              <a:ext cx="147506" cy="331054"/>
            </p14:xfrm>
          </p:contentPart>
        </mc:Choice>
        <mc:Fallback xmlns="">
          <p:sp>
            <p:nvSpPr>
              <p:cNvPr id="1052156" name=""/>
              <p:cNvSpPr/>
              <p:nvPr/>
            </p:nvSpPr>
            <p:spPr>
              <a:xfrm>
                <a:off x="1286088" y="3771678"/>
                <a:ext cx="147506" cy="331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2157" name="Encre 1052156"/>
              <p14:cNvContentPartPr/>
              <p14:nvPr/>
            </p14:nvContentPartPr>
            <p14:xfrm>
              <a:off x="1633810" y="3899648"/>
              <a:ext cx="0" cy="79919"/>
            </p14:xfrm>
          </p:contentPart>
        </mc:Choice>
        <mc:Fallback xmlns="">
          <p:sp>
            <p:nvSpPr>
              <p:cNvPr id="1052157" name=""/>
              <p:cNvSpPr/>
              <p:nvPr/>
            </p:nvSpPr>
            <p:spPr>
              <a:xfrm>
                <a:off x="1633810" y="3899648"/>
                <a:ext cx="0" cy="79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2158" name="Encre 1052157"/>
              <p14:cNvContentPartPr/>
              <p14:nvPr/>
            </p14:nvContentPartPr>
            <p14:xfrm>
              <a:off x="1640871" y="4059240"/>
              <a:ext cx="14711" cy="66957"/>
            </p14:xfrm>
          </p:contentPart>
        </mc:Choice>
        <mc:Fallback xmlns="">
          <p:sp>
            <p:nvSpPr>
              <p:cNvPr id="1052158" name=""/>
              <p:cNvSpPr/>
              <p:nvPr/>
            </p:nvSpPr>
            <p:spPr>
              <a:xfrm>
                <a:off x="1640871" y="4059240"/>
                <a:ext cx="14711" cy="669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2159" name="Encre 1052158"/>
              <p14:cNvContentPartPr/>
              <p14:nvPr/>
            </p14:nvContentPartPr>
            <p14:xfrm>
              <a:off x="658094" y="4196042"/>
              <a:ext cx="875553" cy="51334"/>
            </p14:xfrm>
          </p:contentPart>
        </mc:Choice>
        <mc:Fallback xmlns="">
          <p:sp>
            <p:nvSpPr>
              <p:cNvPr id="1052159" name=""/>
              <p:cNvSpPr/>
              <p:nvPr/>
            </p:nvSpPr>
            <p:spPr>
              <a:xfrm>
                <a:off x="658094" y="4196042"/>
                <a:ext cx="875553" cy="51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2160" name="Encre 1052159"/>
              <p14:cNvContentPartPr/>
              <p14:nvPr/>
            </p14:nvContentPartPr>
            <p14:xfrm>
              <a:off x="1984159" y="3972370"/>
              <a:ext cx="293427" cy="211648"/>
            </p14:xfrm>
          </p:contentPart>
        </mc:Choice>
        <mc:Fallback xmlns="">
          <p:sp>
            <p:nvSpPr>
              <p:cNvPr id="1052160" name=""/>
              <p:cNvSpPr/>
              <p:nvPr/>
            </p:nvSpPr>
            <p:spPr>
              <a:xfrm>
                <a:off x="1984159" y="3972370"/>
                <a:ext cx="293427" cy="211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2161" name="Encre 1052160"/>
              <p14:cNvContentPartPr/>
              <p14:nvPr/>
            </p14:nvContentPartPr>
            <p14:xfrm>
              <a:off x="2449634" y="3701670"/>
              <a:ext cx="191724" cy="432564"/>
            </p14:xfrm>
          </p:contentPart>
        </mc:Choice>
        <mc:Fallback xmlns="">
          <p:sp>
            <p:nvSpPr>
              <p:cNvPr id="1052161" name=""/>
              <p:cNvSpPr/>
              <p:nvPr/>
            </p:nvSpPr>
            <p:spPr>
              <a:xfrm>
                <a:off x="2449634" y="3701670"/>
                <a:ext cx="191724" cy="432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2162" name="Encre 1052161"/>
              <p14:cNvContentPartPr/>
              <p14:nvPr/>
            </p14:nvContentPartPr>
            <p14:xfrm>
              <a:off x="2735157" y="3914043"/>
              <a:ext cx="268621" cy="219641"/>
            </p14:xfrm>
          </p:contentPart>
        </mc:Choice>
        <mc:Fallback xmlns="">
          <p:sp>
            <p:nvSpPr>
              <p:cNvPr id="1052162" name=""/>
              <p:cNvSpPr/>
              <p:nvPr/>
            </p:nvSpPr>
            <p:spPr>
              <a:xfrm>
                <a:off x="2735157" y="3914043"/>
                <a:ext cx="268621" cy="219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2163" name="Encre 1052162"/>
              <p14:cNvContentPartPr/>
              <p14:nvPr/>
            </p14:nvContentPartPr>
            <p14:xfrm>
              <a:off x="2728097" y="3798630"/>
              <a:ext cx="205286" cy="9400"/>
            </p14:xfrm>
          </p:contentPart>
        </mc:Choice>
        <mc:Fallback xmlns="">
          <p:sp>
            <p:nvSpPr>
              <p:cNvPr id="1052163" name=""/>
              <p:cNvSpPr/>
              <p:nvPr/>
            </p:nvSpPr>
            <p:spPr>
              <a:xfrm>
                <a:off x="2728097" y="3798630"/>
                <a:ext cx="205286" cy="9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2164" name="Encre 1052163"/>
              <p14:cNvContentPartPr/>
              <p14:nvPr/>
            </p14:nvContentPartPr>
            <p14:xfrm>
              <a:off x="2878121" y="3718462"/>
              <a:ext cx="136333" cy="152870"/>
            </p14:xfrm>
          </p:contentPart>
        </mc:Choice>
        <mc:Fallback xmlns="">
          <p:sp>
            <p:nvSpPr>
              <p:cNvPr id="1052164" name=""/>
              <p:cNvSpPr/>
              <p:nvPr/>
            </p:nvSpPr>
            <p:spPr>
              <a:xfrm>
                <a:off x="2878121" y="3718462"/>
                <a:ext cx="136333" cy="152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2165" name="Encre 1052164"/>
              <p14:cNvContentPartPr/>
              <p14:nvPr/>
            </p14:nvContentPartPr>
            <p14:xfrm>
              <a:off x="2456291" y="4231580"/>
              <a:ext cx="509211" cy="8598"/>
            </p14:xfrm>
          </p:contentPart>
        </mc:Choice>
        <mc:Fallback xmlns="">
          <p:sp>
            <p:nvSpPr>
              <p:cNvPr id="1052165" name=""/>
              <p:cNvSpPr/>
              <p:nvPr/>
            </p:nvSpPr>
            <p:spPr>
              <a:xfrm>
                <a:off x="2456291" y="4231580"/>
                <a:ext cx="509211" cy="8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2166" name="Encre 1052165"/>
              <p14:cNvContentPartPr/>
              <p14:nvPr/>
            </p14:nvContentPartPr>
            <p14:xfrm>
              <a:off x="2481290" y="4325532"/>
              <a:ext cx="308215" cy="373622"/>
            </p14:xfrm>
          </p:contentPart>
        </mc:Choice>
        <mc:Fallback xmlns="">
          <p:sp>
            <p:nvSpPr>
              <p:cNvPr id="1052166" name=""/>
              <p:cNvSpPr/>
              <p:nvPr/>
            </p:nvSpPr>
            <p:spPr>
              <a:xfrm>
                <a:off x="2481290" y="4325532"/>
                <a:ext cx="308215" cy="373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2167" name="Encre 1052166"/>
              <p14:cNvContentPartPr/>
              <p14:nvPr/>
            </p14:nvContentPartPr>
            <p14:xfrm>
              <a:off x="2835320" y="4392573"/>
              <a:ext cx="28199" cy="345909"/>
            </p14:xfrm>
          </p:contentPart>
        </mc:Choice>
        <mc:Fallback xmlns="">
          <p:sp>
            <p:nvSpPr>
              <p:cNvPr id="1052167" name=""/>
              <p:cNvSpPr/>
              <p:nvPr/>
            </p:nvSpPr>
            <p:spPr>
              <a:xfrm>
                <a:off x="2835320" y="4392573"/>
                <a:ext cx="28199" cy="345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2168" name="Encre 1052167"/>
              <p14:cNvContentPartPr/>
              <p14:nvPr/>
            </p14:nvContentPartPr>
            <p14:xfrm>
              <a:off x="2785459" y="4563737"/>
              <a:ext cx="190848" cy="31017"/>
            </p14:xfrm>
          </p:contentPart>
        </mc:Choice>
        <mc:Fallback xmlns="">
          <p:sp>
            <p:nvSpPr>
              <p:cNvPr id="1052168" name=""/>
              <p:cNvSpPr/>
              <p:nvPr/>
            </p:nvSpPr>
            <p:spPr>
              <a:xfrm>
                <a:off x="2785459" y="4563737"/>
                <a:ext cx="190848" cy="31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2169" name="Encre 1052168"/>
              <p14:cNvContentPartPr/>
              <p14:nvPr/>
            </p14:nvContentPartPr>
            <p14:xfrm>
              <a:off x="3100067" y="4244559"/>
              <a:ext cx="115688" cy="2817"/>
            </p14:xfrm>
          </p:contentPart>
        </mc:Choice>
        <mc:Fallback xmlns="">
          <p:sp>
            <p:nvSpPr>
              <p:cNvPr id="1052169" name=""/>
              <p:cNvSpPr/>
              <p:nvPr/>
            </p:nvSpPr>
            <p:spPr>
              <a:xfrm>
                <a:off x="3100067" y="4244559"/>
                <a:ext cx="115688" cy="2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2170" name="Encre 1052169"/>
              <p14:cNvContentPartPr/>
              <p14:nvPr/>
            </p14:nvContentPartPr>
            <p14:xfrm>
              <a:off x="3128748" y="4318802"/>
              <a:ext cx="139223" cy="15444"/>
            </p14:xfrm>
          </p:contentPart>
        </mc:Choice>
        <mc:Fallback xmlns="">
          <p:sp>
            <p:nvSpPr>
              <p:cNvPr id="1052170" name=""/>
              <p:cNvSpPr/>
              <p:nvPr/>
            </p:nvSpPr>
            <p:spPr>
              <a:xfrm>
                <a:off x="3128748" y="4318802"/>
                <a:ext cx="139223" cy="15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2171" name="Encre 1052170"/>
              <p14:cNvContentPartPr/>
              <p14:nvPr/>
            </p14:nvContentPartPr>
            <p14:xfrm>
              <a:off x="3395829" y="4123815"/>
              <a:ext cx="163705" cy="389224"/>
            </p14:xfrm>
          </p:contentPart>
        </mc:Choice>
        <mc:Fallback xmlns="">
          <p:sp>
            <p:nvSpPr>
              <p:cNvPr id="1052171" name=""/>
              <p:cNvSpPr/>
              <p:nvPr/>
            </p:nvSpPr>
            <p:spPr>
              <a:xfrm>
                <a:off x="3395829" y="4123815"/>
                <a:ext cx="163705" cy="389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2172" name="Encre 1052171"/>
              <p14:cNvContentPartPr/>
              <p14:nvPr/>
            </p14:nvContentPartPr>
            <p14:xfrm>
              <a:off x="3686481" y="4076607"/>
              <a:ext cx="271806" cy="213364"/>
            </p14:xfrm>
          </p:contentPart>
        </mc:Choice>
        <mc:Fallback xmlns="">
          <p:sp>
            <p:nvSpPr>
              <p:cNvPr id="1052172" name=""/>
              <p:cNvSpPr/>
              <p:nvPr/>
            </p:nvSpPr>
            <p:spPr>
              <a:xfrm>
                <a:off x="3686481" y="4076607"/>
                <a:ext cx="271806" cy="213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2173" name="Encre 1052172"/>
              <p14:cNvContentPartPr/>
              <p14:nvPr/>
            </p14:nvContentPartPr>
            <p14:xfrm>
              <a:off x="3679399" y="3948328"/>
              <a:ext cx="264327" cy="16844"/>
            </p14:xfrm>
          </p:contentPart>
        </mc:Choice>
        <mc:Fallback xmlns="">
          <p:sp>
            <p:nvSpPr>
              <p:cNvPr id="1052173" name=""/>
              <p:cNvSpPr/>
              <p:nvPr/>
            </p:nvSpPr>
            <p:spPr>
              <a:xfrm>
                <a:off x="3679399" y="3948328"/>
                <a:ext cx="264327" cy="16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2174" name="Encre 1052173"/>
              <p14:cNvContentPartPr/>
              <p14:nvPr/>
            </p14:nvContentPartPr>
            <p14:xfrm>
              <a:off x="3858125" y="3878302"/>
              <a:ext cx="171553" cy="148424"/>
            </p14:xfrm>
          </p:contentPart>
        </mc:Choice>
        <mc:Fallback xmlns="">
          <p:sp>
            <p:nvSpPr>
              <p:cNvPr id="1052174" name=""/>
              <p:cNvSpPr/>
              <p:nvPr/>
            </p:nvSpPr>
            <p:spPr>
              <a:xfrm>
                <a:off x="3858125" y="3878302"/>
                <a:ext cx="171553" cy="148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2175" name="Encre 1052174"/>
              <p14:cNvContentPartPr/>
              <p14:nvPr/>
            </p14:nvContentPartPr>
            <p14:xfrm>
              <a:off x="4054768" y="4153309"/>
              <a:ext cx="96343" cy="196483"/>
            </p14:xfrm>
          </p:contentPart>
        </mc:Choice>
        <mc:Fallback xmlns="">
          <p:sp>
            <p:nvSpPr>
              <p:cNvPr id="1052175" name=""/>
              <p:cNvSpPr/>
              <p:nvPr/>
            </p:nvSpPr>
            <p:spPr>
              <a:xfrm>
                <a:off x="4054768" y="4153309"/>
                <a:ext cx="96343" cy="196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2176" name="Encre 1052175"/>
              <p14:cNvContentPartPr/>
              <p14:nvPr/>
            </p14:nvContentPartPr>
            <p14:xfrm>
              <a:off x="4144051" y="4138664"/>
              <a:ext cx="62786" cy="204041"/>
            </p14:xfrm>
          </p:contentPart>
        </mc:Choice>
        <mc:Fallback xmlns="">
          <p:sp>
            <p:nvSpPr>
              <p:cNvPr id="1052176" name=""/>
              <p:cNvSpPr/>
              <p:nvPr/>
            </p:nvSpPr>
            <p:spPr>
              <a:xfrm>
                <a:off x="4144051" y="4138664"/>
                <a:ext cx="62786" cy="204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2177" name="Encre 1052176"/>
              <p14:cNvContentPartPr/>
              <p14:nvPr/>
            </p14:nvContentPartPr>
            <p14:xfrm>
              <a:off x="4318321" y="4117319"/>
              <a:ext cx="14036" cy="218244"/>
            </p14:xfrm>
          </p:contentPart>
        </mc:Choice>
        <mc:Fallback xmlns="">
          <p:sp>
            <p:nvSpPr>
              <p:cNvPr id="1052177" name=""/>
              <p:cNvSpPr/>
              <p:nvPr/>
            </p:nvSpPr>
            <p:spPr>
              <a:xfrm>
                <a:off x="4318321" y="4117319"/>
                <a:ext cx="14036" cy="218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2178" name="Encre 1052177"/>
              <p14:cNvContentPartPr/>
              <p14:nvPr/>
            </p14:nvContentPartPr>
            <p14:xfrm>
              <a:off x="4272895" y="4050149"/>
              <a:ext cx="235330" cy="341608"/>
            </p14:xfrm>
          </p:contentPart>
        </mc:Choice>
        <mc:Fallback xmlns="">
          <p:sp>
            <p:nvSpPr>
              <p:cNvPr id="1052178" name=""/>
              <p:cNvSpPr/>
              <p:nvPr/>
            </p:nvSpPr>
            <p:spPr>
              <a:xfrm>
                <a:off x="4272895" y="4050149"/>
                <a:ext cx="235330" cy="341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2179" name="Encre 1052178"/>
              <p14:cNvContentPartPr/>
              <p14:nvPr/>
            </p14:nvContentPartPr>
            <p14:xfrm>
              <a:off x="4215533" y="3906846"/>
              <a:ext cx="257686" cy="15120"/>
            </p14:xfrm>
          </p:contentPart>
        </mc:Choice>
        <mc:Fallback xmlns="">
          <p:sp>
            <p:nvSpPr>
              <p:cNvPr id="1052179" name=""/>
              <p:cNvSpPr/>
              <p:nvPr/>
            </p:nvSpPr>
            <p:spPr>
              <a:xfrm>
                <a:off x="4215533" y="3906846"/>
                <a:ext cx="257686" cy="15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2180" name="Encre 1052179"/>
              <p14:cNvContentPartPr/>
              <p14:nvPr/>
            </p14:nvContentPartPr>
            <p14:xfrm>
              <a:off x="4422918" y="3834371"/>
              <a:ext cx="121077" cy="163899"/>
            </p14:xfrm>
          </p:contentPart>
        </mc:Choice>
        <mc:Fallback xmlns="">
          <p:sp>
            <p:nvSpPr>
              <p:cNvPr id="1052180" name=""/>
              <p:cNvSpPr/>
              <p:nvPr/>
            </p:nvSpPr>
            <p:spPr>
              <a:xfrm>
                <a:off x="4422918" y="3834371"/>
                <a:ext cx="121077" cy="163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2181" name="Encre 1052180"/>
              <p14:cNvContentPartPr/>
              <p14:nvPr/>
            </p14:nvContentPartPr>
            <p14:xfrm>
              <a:off x="1718517" y="4736285"/>
              <a:ext cx="2955028" cy="151920"/>
            </p14:xfrm>
          </p:contentPart>
        </mc:Choice>
        <mc:Fallback xmlns="">
          <p:sp>
            <p:nvSpPr>
              <p:cNvPr id="1052181" name=""/>
              <p:cNvSpPr/>
              <p:nvPr/>
            </p:nvSpPr>
            <p:spPr>
              <a:xfrm>
                <a:off x="1718517" y="4736285"/>
                <a:ext cx="2955028" cy="151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2182" name="Encre 1052181"/>
              <p14:cNvContentPartPr/>
              <p14:nvPr/>
            </p14:nvContentPartPr>
            <p14:xfrm>
              <a:off x="1802398" y="3563575"/>
              <a:ext cx="2879277" cy="1262592"/>
            </p14:xfrm>
          </p:contentPart>
        </mc:Choice>
        <mc:Fallback xmlns="">
          <p:sp>
            <p:nvSpPr>
              <p:cNvPr id="1052182" name=""/>
              <p:cNvSpPr/>
              <p:nvPr/>
            </p:nvSpPr>
            <p:spPr>
              <a:xfrm>
                <a:off x="1802398" y="3563575"/>
                <a:ext cx="2879277" cy="1262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2183" name="Encre 1052182"/>
              <p14:cNvContentPartPr/>
              <p14:nvPr/>
            </p14:nvContentPartPr>
            <p14:xfrm>
              <a:off x="1291779" y="5008358"/>
              <a:ext cx="229536" cy="524966"/>
            </p14:xfrm>
          </p:contentPart>
        </mc:Choice>
        <mc:Fallback xmlns="">
          <p:sp>
            <p:nvSpPr>
              <p:cNvPr id="1052183" name=""/>
              <p:cNvSpPr/>
              <p:nvPr/>
            </p:nvSpPr>
            <p:spPr>
              <a:xfrm>
                <a:off x="1291779" y="5008358"/>
                <a:ext cx="229536" cy="524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2184" name="Encre 1052183"/>
              <p14:cNvContentPartPr/>
              <p14:nvPr/>
            </p14:nvContentPartPr>
            <p14:xfrm>
              <a:off x="1591010" y="5304957"/>
              <a:ext cx="308010" cy="264301"/>
            </p14:xfrm>
          </p:contentPart>
        </mc:Choice>
        <mc:Fallback xmlns="">
          <p:sp>
            <p:nvSpPr>
              <p:cNvPr id="1052184" name=""/>
              <p:cNvSpPr/>
              <p:nvPr/>
            </p:nvSpPr>
            <p:spPr>
              <a:xfrm>
                <a:off x="1591010" y="5304957"/>
                <a:ext cx="308010" cy="264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2185" name="Encre 1052184"/>
              <p14:cNvContentPartPr/>
              <p14:nvPr/>
            </p14:nvContentPartPr>
            <p14:xfrm>
              <a:off x="1577505" y="5154143"/>
              <a:ext cx="242511" cy="16045"/>
            </p14:xfrm>
          </p:contentPart>
        </mc:Choice>
        <mc:Fallback xmlns="">
          <p:sp>
            <p:nvSpPr>
              <p:cNvPr id="1052185" name=""/>
              <p:cNvSpPr/>
              <p:nvPr/>
            </p:nvSpPr>
            <p:spPr>
              <a:xfrm>
                <a:off x="1577505" y="5154143"/>
                <a:ext cx="242511" cy="16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2186" name="Encre 1052185"/>
              <p14:cNvContentPartPr/>
              <p14:nvPr/>
            </p14:nvContentPartPr>
            <p14:xfrm>
              <a:off x="1719853" y="5058991"/>
              <a:ext cx="158571" cy="163234"/>
            </p14:xfrm>
          </p:contentPart>
        </mc:Choice>
        <mc:Fallback xmlns="">
          <p:sp>
            <p:nvSpPr>
              <p:cNvPr id="1052186" name=""/>
              <p:cNvSpPr/>
              <p:nvPr/>
            </p:nvSpPr>
            <p:spPr>
              <a:xfrm>
                <a:off x="1719853" y="5058991"/>
                <a:ext cx="158571" cy="1632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2187" name="Encre 1052186"/>
              <p14:cNvContentPartPr/>
              <p14:nvPr/>
            </p14:nvContentPartPr>
            <p14:xfrm>
              <a:off x="1338346" y="5558866"/>
              <a:ext cx="595952" cy="103733"/>
            </p14:xfrm>
          </p:contentPart>
        </mc:Choice>
        <mc:Fallback xmlns="">
          <p:sp>
            <p:nvSpPr>
              <p:cNvPr id="1052187" name=""/>
              <p:cNvSpPr/>
              <p:nvPr/>
            </p:nvSpPr>
            <p:spPr>
              <a:xfrm>
                <a:off x="1338346" y="5558866"/>
                <a:ext cx="595952" cy="103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2188" name="Encre 1052187"/>
              <p14:cNvContentPartPr/>
              <p14:nvPr/>
            </p14:nvContentPartPr>
            <p14:xfrm>
              <a:off x="1472288" y="5739555"/>
              <a:ext cx="440389" cy="447081"/>
            </p14:xfrm>
          </p:contentPart>
        </mc:Choice>
        <mc:Fallback xmlns="">
          <p:sp>
            <p:nvSpPr>
              <p:cNvPr id="1052188" name=""/>
              <p:cNvSpPr/>
              <p:nvPr/>
            </p:nvSpPr>
            <p:spPr>
              <a:xfrm>
                <a:off x="1472288" y="5739555"/>
                <a:ext cx="440389" cy="4470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2189" name="Encre 1052188"/>
              <p14:cNvContentPartPr/>
              <p14:nvPr/>
            </p14:nvContentPartPr>
            <p14:xfrm>
              <a:off x="2034461" y="5551171"/>
              <a:ext cx="165061" cy="11129"/>
            </p14:xfrm>
          </p:contentPart>
        </mc:Choice>
        <mc:Fallback xmlns="">
          <p:sp>
            <p:nvSpPr>
              <p:cNvPr id="1052189" name=""/>
              <p:cNvSpPr/>
              <p:nvPr/>
            </p:nvSpPr>
            <p:spPr>
              <a:xfrm>
                <a:off x="2034461" y="5551171"/>
                <a:ext cx="165061" cy="11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2190" name="Encre 1052189"/>
              <p14:cNvContentPartPr/>
              <p14:nvPr/>
            </p14:nvContentPartPr>
            <p14:xfrm>
              <a:off x="2056082" y="5703347"/>
              <a:ext cx="169945" cy="4798"/>
            </p14:xfrm>
          </p:contentPart>
        </mc:Choice>
        <mc:Fallback xmlns="">
          <p:sp>
            <p:nvSpPr>
              <p:cNvPr id="1052190" name=""/>
              <p:cNvSpPr/>
              <p:nvPr/>
            </p:nvSpPr>
            <p:spPr>
              <a:xfrm>
                <a:off x="2056082" y="5703347"/>
                <a:ext cx="169945" cy="4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2191" name="Encre 1052190"/>
              <p14:cNvContentPartPr/>
              <p14:nvPr/>
            </p14:nvContentPartPr>
            <p14:xfrm>
              <a:off x="2386568" y="5321614"/>
              <a:ext cx="162825" cy="352822"/>
            </p14:xfrm>
          </p:contentPart>
        </mc:Choice>
        <mc:Fallback xmlns="">
          <p:sp>
            <p:nvSpPr>
              <p:cNvPr id="1052191" name=""/>
              <p:cNvSpPr/>
              <p:nvPr/>
            </p:nvSpPr>
            <p:spPr>
              <a:xfrm>
                <a:off x="2386568" y="5321614"/>
                <a:ext cx="162825" cy="352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2192" name="Encre 1052191"/>
              <p14:cNvContentPartPr/>
              <p14:nvPr/>
            </p14:nvContentPartPr>
            <p14:xfrm>
              <a:off x="2384809" y="5718210"/>
              <a:ext cx="245613" cy="37537"/>
            </p14:xfrm>
          </p:contentPart>
        </mc:Choice>
        <mc:Fallback xmlns="">
          <p:sp>
            <p:nvSpPr>
              <p:cNvPr id="1052192" name=""/>
              <p:cNvSpPr/>
              <p:nvPr/>
            </p:nvSpPr>
            <p:spPr>
              <a:xfrm>
                <a:off x="2384809" y="5718210"/>
                <a:ext cx="245613" cy="37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2193" name="Encre 1052192"/>
              <p14:cNvContentPartPr/>
              <p14:nvPr/>
            </p14:nvContentPartPr>
            <p14:xfrm>
              <a:off x="2491886" y="5870357"/>
              <a:ext cx="234043" cy="191636"/>
            </p14:xfrm>
          </p:contentPart>
        </mc:Choice>
        <mc:Fallback xmlns="">
          <p:sp>
            <p:nvSpPr>
              <p:cNvPr id="1052193" name=""/>
              <p:cNvSpPr/>
              <p:nvPr/>
            </p:nvSpPr>
            <p:spPr>
              <a:xfrm>
                <a:off x="2491886" y="5870357"/>
                <a:ext cx="234043" cy="191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2194" name="Encre 1052193"/>
              <p14:cNvContentPartPr/>
              <p14:nvPr/>
            </p14:nvContentPartPr>
            <p14:xfrm>
              <a:off x="2792519" y="5587409"/>
              <a:ext cx="272173" cy="243573"/>
            </p14:xfrm>
          </p:contentPart>
        </mc:Choice>
        <mc:Fallback xmlns="">
          <p:sp>
            <p:nvSpPr>
              <p:cNvPr id="1052194" name=""/>
              <p:cNvSpPr/>
              <p:nvPr/>
            </p:nvSpPr>
            <p:spPr>
              <a:xfrm>
                <a:off x="2792519" y="5587409"/>
                <a:ext cx="272173" cy="243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2195" name="Encre 1052194"/>
              <p14:cNvContentPartPr/>
              <p14:nvPr/>
            </p14:nvContentPartPr>
            <p14:xfrm>
              <a:off x="2821200" y="5435262"/>
              <a:ext cx="217753" cy="18836"/>
            </p14:xfrm>
          </p:contentPart>
        </mc:Choice>
        <mc:Fallback xmlns="">
          <p:sp>
            <p:nvSpPr>
              <p:cNvPr id="1052195" name=""/>
              <p:cNvSpPr/>
              <p:nvPr/>
            </p:nvSpPr>
            <p:spPr>
              <a:xfrm>
                <a:off x="2821200" y="5435262"/>
                <a:ext cx="217753" cy="18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2196" name="Encre 1052195"/>
              <p14:cNvContentPartPr/>
              <p14:nvPr/>
            </p14:nvContentPartPr>
            <p14:xfrm>
              <a:off x="2935482" y="5355590"/>
              <a:ext cx="133186" cy="204676"/>
            </p14:xfrm>
          </p:contentPart>
        </mc:Choice>
        <mc:Fallback xmlns="">
          <p:sp>
            <p:nvSpPr>
              <p:cNvPr id="1052196" name=""/>
              <p:cNvSpPr/>
              <p:nvPr/>
            </p:nvSpPr>
            <p:spPr>
              <a:xfrm>
                <a:off x="2935482" y="5355590"/>
                <a:ext cx="133186" cy="204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2197" name="Encre 1052196"/>
              <p14:cNvContentPartPr/>
              <p14:nvPr/>
            </p14:nvContentPartPr>
            <p14:xfrm>
              <a:off x="3104709" y="5652685"/>
              <a:ext cx="66839" cy="176502"/>
            </p14:xfrm>
          </p:contentPart>
        </mc:Choice>
        <mc:Fallback xmlns="">
          <p:sp>
            <p:nvSpPr>
              <p:cNvPr id="1052197" name=""/>
              <p:cNvSpPr/>
              <p:nvPr/>
            </p:nvSpPr>
            <p:spPr>
              <a:xfrm>
                <a:off x="3104709" y="5652685"/>
                <a:ext cx="66839" cy="176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2198" name="Encre 1052197"/>
              <p14:cNvContentPartPr/>
              <p14:nvPr/>
            </p14:nvContentPartPr>
            <p14:xfrm>
              <a:off x="3171548" y="5674775"/>
              <a:ext cx="71481" cy="159343"/>
            </p14:xfrm>
          </p:contentPart>
        </mc:Choice>
        <mc:Fallback xmlns="">
          <p:sp>
            <p:nvSpPr>
              <p:cNvPr id="1052198" name=""/>
              <p:cNvSpPr/>
              <p:nvPr/>
            </p:nvSpPr>
            <p:spPr>
              <a:xfrm>
                <a:off x="3171548" y="5674775"/>
                <a:ext cx="71481" cy="159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2199" name="Encre 1052198"/>
              <p14:cNvContentPartPr/>
              <p14:nvPr/>
            </p14:nvContentPartPr>
            <p14:xfrm>
              <a:off x="3354240" y="5518947"/>
              <a:ext cx="188513" cy="391282"/>
            </p14:xfrm>
          </p:contentPart>
        </mc:Choice>
        <mc:Fallback xmlns="">
          <p:sp>
            <p:nvSpPr>
              <p:cNvPr id="1052199" name=""/>
              <p:cNvSpPr/>
              <p:nvPr/>
            </p:nvSpPr>
            <p:spPr>
              <a:xfrm>
                <a:off x="3354240" y="5518947"/>
                <a:ext cx="188513" cy="391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2200" name="Encre 1052199"/>
              <p14:cNvContentPartPr/>
              <p14:nvPr/>
            </p14:nvContentPartPr>
            <p14:xfrm>
              <a:off x="3298544" y="5393645"/>
              <a:ext cx="234824" cy="3890"/>
            </p14:xfrm>
          </p:contentPart>
        </mc:Choice>
        <mc:Fallback xmlns="">
          <p:sp>
            <p:nvSpPr>
              <p:cNvPr id="1052200" name=""/>
              <p:cNvSpPr/>
              <p:nvPr/>
            </p:nvSpPr>
            <p:spPr>
              <a:xfrm>
                <a:off x="3298544" y="5393645"/>
                <a:ext cx="234824" cy="3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2201" name="Encre 1052200"/>
              <p14:cNvContentPartPr/>
              <p14:nvPr/>
            </p14:nvContentPartPr>
            <p14:xfrm>
              <a:off x="3457475" y="5297759"/>
              <a:ext cx="125837" cy="173201"/>
            </p14:xfrm>
          </p:contentPart>
        </mc:Choice>
        <mc:Fallback xmlns="">
          <p:sp>
            <p:nvSpPr>
              <p:cNvPr id="1052201" name=""/>
              <p:cNvSpPr/>
              <p:nvPr/>
            </p:nvSpPr>
            <p:spPr>
              <a:xfrm>
                <a:off x="3457475" y="5297759"/>
                <a:ext cx="125837" cy="173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2202" name="Encre 1052201"/>
              <p14:cNvContentPartPr/>
              <p14:nvPr/>
            </p14:nvContentPartPr>
            <p14:xfrm>
              <a:off x="3657800" y="5215605"/>
              <a:ext cx="229022" cy="1198062"/>
            </p14:xfrm>
          </p:contentPart>
        </mc:Choice>
        <mc:Fallback xmlns="">
          <p:sp>
            <p:nvSpPr>
              <p:cNvPr id="1052202" name=""/>
              <p:cNvSpPr/>
              <p:nvPr/>
            </p:nvSpPr>
            <p:spPr>
              <a:xfrm>
                <a:off x="3657800" y="5215605"/>
                <a:ext cx="229022" cy="1198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2203" name="Encre 1052202"/>
              <p14:cNvContentPartPr/>
              <p14:nvPr/>
            </p14:nvContentPartPr>
            <p14:xfrm>
              <a:off x="1333764" y="5623645"/>
              <a:ext cx="113841" cy="225863"/>
            </p14:xfrm>
          </p:contentPart>
        </mc:Choice>
        <mc:Fallback xmlns="">
          <p:sp>
            <p:nvSpPr>
              <p:cNvPr id="1052203" name=""/>
              <p:cNvSpPr/>
              <p:nvPr/>
            </p:nvSpPr>
            <p:spPr>
              <a:xfrm>
                <a:off x="1333764" y="5623645"/>
                <a:ext cx="113841" cy="225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2204" name="Encre 1052203"/>
              <p14:cNvContentPartPr/>
              <p14:nvPr/>
            </p14:nvContentPartPr>
            <p14:xfrm>
              <a:off x="1086534" y="4819726"/>
              <a:ext cx="182809" cy="1286136"/>
            </p14:xfrm>
          </p:contentPart>
        </mc:Choice>
        <mc:Fallback xmlns="">
          <p:sp>
            <p:nvSpPr>
              <p:cNvPr id="1052204" name=""/>
              <p:cNvSpPr/>
              <p:nvPr/>
            </p:nvSpPr>
            <p:spPr>
              <a:xfrm>
                <a:off x="1086534" y="4819726"/>
                <a:ext cx="182809" cy="1286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2205" name="Encre 1052204"/>
              <p14:cNvContentPartPr/>
              <p14:nvPr/>
            </p14:nvContentPartPr>
            <p14:xfrm>
              <a:off x="632627" y="5495952"/>
              <a:ext cx="264746" cy="268745"/>
            </p14:xfrm>
          </p:contentPart>
        </mc:Choice>
        <mc:Fallback xmlns="">
          <p:sp>
            <p:nvSpPr>
              <p:cNvPr id="1052205" name=""/>
              <p:cNvSpPr/>
              <p:nvPr/>
            </p:nvSpPr>
            <p:spPr>
              <a:xfrm>
                <a:off x="632627" y="5495952"/>
                <a:ext cx="264746" cy="268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2206" name="Encre 1052205"/>
              <p14:cNvContentPartPr/>
              <p14:nvPr/>
            </p14:nvContentPartPr>
            <p14:xfrm>
              <a:off x="639687" y="5303750"/>
              <a:ext cx="224828" cy="186688"/>
            </p14:xfrm>
          </p:contentPart>
        </mc:Choice>
        <mc:Fallback xmlns="">
          <p:sp>
            <p:nvSpPr>
              <p:cNvPr id="1052206" name=""/>
              <p:cNvSpPr/>
              <p:nvPr/>
            </p:nvSpPr>
            <p:spPr>
              <a:xfrm>
                <a:off x="639687" y="5303750"/>
                <a:ext cx="224828" cy="186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2207" name="Encre 1052206"/>
              <p14:cNvContentPartPr/>
              <p14:nvPr/>
            </p14:nvContentPartPr>
            <p14:xfrm>
              <a:off x="918553" y="5732606"/>
              <a:ext cx="22568" cy="68965"/>
            </p14:xfrm>
          </p:contentPart>
        </mc:Choice>
        <mc:Fallback xmlns="">
          <p:sp>
            <p:nvSpPr>
              <p:cNvPr id="1052207" name=""/>
              <p:cNvSpPr/>
              <p:nvPr/>
            </p:nvSpPr>
            <p:spPr>
              <a:xfrm>
                <a:off x="918553" y="5732606"/>
                <a:ext cx="22568" cy="68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2208" name="Encre 1052207"/>
              <p14:cNvContentPartPr/>
              <p14:nvPr/>
            </p14:nvContentPartPr>
            <p14:xfrm>
              <a:off x="4339678" y="5271371"/>
              <a:ext cx="175982" cy="428244"/>
            </p14:xfrm>
          </p:contentPart>
        </mc:Choice>
        <mc:Fallback xmlns="">
          <p:sp>
            <p:nvSpPr>
              <p:cNvPr id="1052208" name=""/>
              <p:cNvSpPr/>
              <p:nvPr/>
            </p:nvSpPr>
            <p:spPr>
              <a:xfrm>
                <a:off x="4339678" y="5271371"/>
                <a:ext cx="175982" cy="428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2209" name="Encre 1052208"/>
              <p14:cNvContentPartPr/>
              <p14:nvPr/>
            </p14:nvContentPartPr>
            <p14:xfrm>
              <a:off x="4358496" y="5775087"/>
              <a:ext cx="279018" cy="25360"/>
            </p14:xfrm>
          </p:contentPart>
        </mc:Choice>
        <mc:Fallback xmlns="">
          <p:sp>
            <p:nvSpPr>
              <p:cNvPr id="1052209" name=""/>
              <p:cNvSpPr/>
              <p:nvPr/>
            </p:nvSpPr>
            <p:spPr>
              <a:xfrm>
                <a:off x="4358496" y="5775087"/>
                <a:ext cx="279018" cy="25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2210" name="Encre 1052209"/>
              <p14:cNvContentPartPr/>
              <p14:nvPr/>
            </p14:nvContentPartPr>
            <p14:xfrm>
              <a:off x="4357419" y="5900389"/>
              <a:ext cx="333876" cy="418703"/>
            </p14:xfrm>
          </p:contentPart>
        </mc:Choice>
        <mc:Fallback xmlns="">
          <p:sp>
            <p:nvSpPr>
              <p:cNvPr id="1052210" name=""/>
              <p:cNvSpPr/>
              <p:nvPr/>
            </p:nvSpPr>
            <p:spPr>
              <a:xfrm>
                <a:off x="4357419" y="5900389"/>
                <a:ext cx="333876" cy="418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2211" name="Encre 1052210"/>
              <p14:cNvContentPartPr/>
              <p14:nvPr/>
            </p14:nvContentPartPr>
            <p14:xfrm>
              <a:off x="4794887" y="5592092"/>
              <a:ext cx="286368" cy="243372"/>
            </p14:xfrm>
          </p:contentPart>
        </mc:Choice>
        <mc:Fallback xmlns="">
          <p:sp>
            <p:nvSpPr>
              <p:cNvPr id="1052211" name=""/>
              <p:cNvSpPr/>
              <p:nvPr/>
            </p:nvSpPr>
            <p:spPr>
              <a:xfrm>
                <a:off x="4794887" y="5592092"/>
                <a:ext cx="286368" cy="243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2212" name="Encre 1052211"/>
              <p14:cNvContentPartPr/>
              <p14:nvPr/>
            </p14:nvContentPartPr>
            <p14:xfrm>
              <a:off x="4809448" y="5471499"/>
              <a:ext cx="212097" cy="41447"/>
            </p14:xfrm>
          </p:contentPart>
        </mc:Choice>
        <mc:Fallback xmlns="">
          <p:sp>
            <p:nvSpPr>
              <p:cNvPr id="1052212" name=""/>
              <p:cNvSpPr/>
              <p:nvPr/>
            </p:nvSpPr>
            <p:spPr>
              <a:xfrm>
                <a:off x="4809448" y="5471499"/>
                <a:ext cx="212097" cy="41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2213" name="Encre 1052212"/>
              <p14:cNvContentPartPr/>
              <p14:nvPr/>
            </p14:nvContentPartPr>
            <p14:xfrm>
              <a:off x="4995212" y="5435262"/>
              <a:ext cx="62827" cy="141474"/>
            </p14:xfrm>
          </p:contentPart>
        </mc:Choice>
        <mc:Fallback xmlns="">
          <p:sp>
            <p:nvSpPr>
              <p:cNvPr id="1052213" name=""/>
              <p:cNvSpPr/>
              <p:nvPr/>
            </p:nvSpPr>
            <p:spPr>
              <a:xfrm>
                <a:off x="4995212" y="5435262"/>
                <a:ext cx="62827" cy="141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2214" name="Encre 1052213"/>
              <p14:cNvContentPartPr/>
              <p14:nvPr/>
            </p14:nvContentPartPr>
            <p14:xfrm>
              <a:off x="5059634" y="5406471"/>
              <a:ext cx="170240" cy="240658"/>
            </p14:xfrm>
          </p:contentPart>
        </mc:Choice>
        <mc:Fallback xmlns="">
          <p:sp>
            <p:nvSpPr>
              <p:cNvPr id="1052214" name=""/>
              <p:cNvSpPr/>
              <p:nvPr/>
            </p:nvSpPr>
            <p:spPr>
              <a:xfrm>
                <a:off x="5059634" y="5406471"/>
                <a:ext cx="170240" cy="2406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2215" name="Encre 1052214"/>
              <p14:cNvContentPartPr/>
              <p14:nvPr/>
            </p14:nvContentPartPr>
            <p14:xfrm>
              <a:off x="4810358" y="5846530"/>
              <a:ext cx="326494" cy="88813"/>
            </p14:xfrm>
          </p:contentPart>
        </mc:Choice>
        <mc:Fallback xmlns="">
          <p:sp>
            <p:nvSpPr>
              <p:cNvPr id="1052215" name=""/>
              <p:cNvSpPr/>
              <p:nvPr/>
            </p:nvSpPr>
            <p:spPr>
              <a:xfrm>
                <a:off x="4810358" y="5846530"/>
                <a:ext cx="326494" cy="88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2216" name="Encre 1052215"/>
              <p14:cNvContentPartPr/>
              <p14:nvPr/>
            </p14:nvContentPartPr>
            <p14:xfrm>
              <a:off x="4916671" y="5986994"/>
              <a:ext cx="185764" cy="228415"/>
            </p14:xfrm>
          </p:contentPart>
        </mc:Choice>
        <mc:Fallback xmlns="">
          <p:sp>
            <p:nvSpPr>
              <p:cNvPr id="1052216" name=""/>
              <p:cNvSpPr/>
              <p:nvPr/>
            </p:nvSpPr>
            <p:spPr>
              <a:xfrm>
                <a:off x="4916671" y="5986994"/>
                <a:ext cx="185764" cy="228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2217" name="Encre 1052216"/>
              <p14:cNvContentPartPr/>
              <p14:nvPr/>
            </p14:nvContentPartPr>
            <p14:xfrm>
              <a:off x="5408232" y="5768595"/>
              <a:ext cx="202075" cy="18753"/>
            </p14:xfrm>
          </p:contentPart>
        </mc:Choice>
        <mc:Fallback xmlns="">
          <p:sp>
            <p:nvSpPr>
              <p:cNvPr id="1052217" name=""/>
              <p:cNvSpPr/>
              <p:nvPr/>
            </p:nvSpPr>
            <p:spPr>
              <a:xfrm>
                <a:off x="5408232" y="5768595"/>
                <a:ext cx="202075" cy="18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2218" name="Encre 1052217"/>
              <p14:cNvContentPartPr/>
              <p14:nvPr/>
            </p14:nvContentPartPr>
            <p14:xfrm>
              <a:off x="5420550" y="5890176"/>
              <a:ext cx="132395" cy="8972"/>
            </p14:xfrm>
          </p:contentPart>
        </mc:Choice>
        <mc:Fallback xmlns="">
          <p:sp>
            <p:nvSpPr>
              <p:cNvPr id="1052218" name=""/>
              <p:cNvSpPr/>
              <p:nvPr/>
            </p:nvSpPr>
            <p:spPr>
              <a:xfrm>
                <a:off x="5420550" y="5890176"/>
                <a:ext cx="132395" cy="89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2219" name="Encre 1052218"/>
              <p14:cNvContentPartPr/>
              <p14:nvPr/>
            </p14:nvContentPartPr>
            <p14:xfrm>
              <a:off x="5696184" y="5732606"/>
              <a:ext cx="156207" cy="217575"/>
            </p14:xfrm>
          </p:contentPart>
        </mc:Choice>
        <mc:Fallback xmlns="">
          <p:sp>
            <p:nvSpPr>
              <p:cNvPr id="1052219" name=""/>
              <p:cNvSpPr/>
              <p:nvPr/>
            </p:nvSpPr>
            <p:spPr>
              <a:xfrm>
                <a:off x="5696184" y="5732606"/>
                <a:ext cx="156207" cy="2175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2220" name="Encre 1052219"/>
              <p14:cNvContentPartPr/>
              <p14:nvPr/>
            </p14:nvContentPartPr>
            <p14:xfrm>
              <a:off x="6046698" y="5732606"/>
              <a:ext cx="217928" cy="4824"/>
            </p14:xfrm>
          </p:contentPart>
        </mc:Choice>
        <mc:Fallback xmlns="">
          <p:sp>
            <p:nvSpPr>
              <p:cNvPr id="1052220" name=""/>
              <p:cNvSpPr/>
              <p:nvPr/>
            </p:nvSpPr>
            <p:spPr>
              <a:xfrm>
                <a:off x="6046698" y="5732606"/>
                <a:ext cx="217928" cy="48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2221" name="Encre 1052220"/>
              <p14:cNvContentPartPr/>
              <p14:nvPr/>
            </p14:nvContentPartPr>
            <p14:xfrm>
              <a:off x="6110679" y="5811654"/>
              <a:ext cx="189647" cy="22465"/>
            </p14:xfrm>
          </p:contentPart>
        </mc:Choice>
        <mc:Fallback xmlns="">
          <p:sp>
            <p:nvSpPr>
              <p:cNvPr id="1052221" name=""/>
              <p:cNvSpPr/>
              <p:nvPr/>
            </p:nvSpPr>
            <p:spPr>
              <a:xfrm>
                <a:off x="6110679" y="5811654"/>
                <a:ext cx="189647" cy="22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2222" name="Encre 1052221"/>
              <p14:cNvContentPartPr/>
              <p14:nvPr/>
            </p14:nvContentPartPr>
            <p14:xfrm>
              <a:off x="6225402" y="5681725"/>
              <a:ext cx="128431" cy="243879"/>
            </p14:xfrm>
          </p:contentPart>
        </mc:Choice>
        <mc:Fallback xmlns="">
          <p:sp>
            <p:nvSpPr>
              <p:cNvPr id="1052222" name=""/>
              <p:cNvSpPr/>
              <p:nvPr/>
            </p:nvSpPr>
            <p:spPr>
              <a:xfrm>
                <a:off x="6225402" y="5681725"/>
                <a:ext cx="128431" cy="2438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2223" name="Encre 1052222"/>
              <p14:cNvContentPartPr/>
              <p14:nvPr/>
            </p14:nvContentPartPr>
            <p14:xfrm>
              <a:off x="6439847" y="5583823"/>
              <a:ext cx="306123" cy="276973"/>
            </p14:xfrm>
          </p:contentPart>
        </mc:Choice>
        <mc:Fallback xmlns="">
          <p:sp>
            <p:nvSpPr>
              <p:cNvPr id="1052223" name=""/>
              <p:cNvSpPr/>
              <p:nvPr/>
            </p:nvSpPr>
            <p:spPr>
              <a:xfrm>
                <a:off x="6439847" y="5583823"/>
                <a:ext cx="306123" cy="276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2224" name="Encre 1052223"/>
              <p14:cNvContentPartPr/>
              <p14:nvPr/>
            </p14:nvContentPartPr>
            <p14:xfrm>
              <a:off x="6461468" y="5464301"/>
              <a:ext cx="221505" cy="43683"/>
            </p14:xfrm>
          </p:contentPart>
        </mc:Choice>
        <mc:Fallback xmlns="">
          <p:sp>
            <p:nvSpPr>
              <p:cNvPr id="1052224" name=""/>
              <p:cNvSpPr/>
              <p:nvPr/>
            </p:nvSpPr>
            <p:spPr>
              <a:xfrm>
                <a:off x="6461468" y="5464301"/>
                <a:ext cx="221505" cy="43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2225" name="Encre 1052224"/>
              <p14:cNvContentPartPr/>
              <p14:nvPr/>
            </p14:nvContentPartPr>
            <p14:xfrm>
              <a:off x="6597371" y="5428064"/>
              <a:ext cx="130108" cy="144948"/>
            </p14:xfrm>
          </p:contentPart>
        </mc:Choice>
        <mc:Fallback xmlns="">
          <p:sp>
            <p:nvSpPr>
              <p:cNvPr id="1052225" name=""/>
              <p:cNvSpPr/>
              <p:nvPr/>
            </p:nvSpPr>
            <p:spPr>
              <a:xfrm>
                <a:off x="6597371" y="5428064"/>
                <a:ext cx="130108" cy="144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2226" name="Encre 1052225"/>
              <p14:cNvContentPartPr/>
              <p14:nvPr/>
            </p14:nvContentPartPr>
            <p14:xfrm>
              <a:off x="6783136" y="5420694"/>
              <a:ext cx="236150" cy="269993"/>
            </p14:xfrm>
          </p:contentPart>
        </mc:Choice>
        <mc:Fallback xmlns="">
          <p:sp>
            <p:nvSpPr>
              <p:cNvPr id="1052226" name=""/>
              <p:cNvSpPr/>
              <p:nvPr/>
            </p:nvSpPr>
            <p:spPr>
              <a:xfrm>
                <a:off x="6783136" y="5420694"/>
                <a:ext cx="236150" cy="269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2227" name="Encre 1052226"/>
              <p14:cNvContentPartPr/>
              <p14:nvPr/>
            </p14:nvContentPartPr>
            <p14:xfrm>
              <a:off x="6958310" y="5696368"/>
              <a:ext cx="146493" cy="40722"/>
            </p14:xfrm>
          </p:contentPart>
        </mc:Choice>
        <mc:Fallback xmlns="">
          <p:sp>
            <p:nvSpPr>
              <p:cNvPr id="1052227" name=""/>
              <p:cNvSpPr/>
              <p:nvPr/>
            </p:nvSpPr>
            <p:spPr>
              <a:xfrm>
                <a:off x="6958310" y="5696368"/>
                <a:ext cx="146493" cy="40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2228" name="Encre 1052227"/>
              <p14:cNvContentPartPr/>
              <p14:nvPr/>
            </p14:nvContentPartPr>
            <p14:xfrm>
              <a:off x="6961345" y="5812632"/>
              <a:ext cx="120954" cy="18509"/>
            </p14:xfrm>
          </p:contentPart>
        </mc:Choice>
        <mc:Fallback xmlns="">
          <p:sp>
            <p:nvSpPr>
              <p:cNvPr id="1052228" name=""/>
              <p:cNvSpPr/>
              <p:nvPr/>
            </p:nvSpPr>
            <p:spPr>
              <a:xfrm>
                <a:off x="6961345" y="5812632"/>
                <a:ext cx="120954" cy="18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2229" name="Encre 1052228"/>
              <p14:cNvContentPartPr/>
              <p14:nvPr/>
            </p14:nvContentPartPr>
            <p14:xfrm>
              <a:off x="7219873" y="5489959"/>
              <a:ext cx="296452" cy="481415"/>
            </p14:xfrm>
          </p:contentPart>
        </mc:Choice>
        <mc:Fallback xmlns="">
          <p:sp>
            <p:nvSpPr>
              <p:cNvPr id="1052229" name=""/>
              <p:cNvSpPr/>
              <p:nvPr/>
            </p:nvSpPr>
            <p:spPr>
              <a:xfrm>
                <a:off x="7219873" y="5489959"/>
                <a:ext cx="296452" cy="481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2230" name="Encre 1052229"/>
              <p14:cNvContentPartPr/>
              <p14:nvPr/>
            </p14:nvContentPartPr>
            <p14:xfrm>
              <a:off x="7301487" y="5630844"/>
              <a:ext cx="168225" cy="7418"/>
            </p14:xfrm>
          </p:contentPart>
        </mc:Choice>
        <mc:Fallback xmlns="">
          <p:sp>
            <p:nvSpPr>
              <p:cNvPr id="1052230" name=""/>
              <p:cNvSpPr/>
              <p:nvPr/>
            </p:nvSpPr>
            <p:spPr>
              <a:xfrm>
                <a:off x="7301487" y="5630844"/>
                <a:ext cx="168225" cy="7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2231" name="Encre 1052230"/>
              <p14:cNvContentPartPr/>
              <p14:nvPr/>
            </p14:nvContentPartPr>
            <p14:xfrm>
              <a:off x="7748579" y="5761397"/>
              <a:ext cx="260665" cy="3491"/>
            </p14:xfrm>
          </p:contentPart>
        </mc:Choice>
        <mc:Fallback xmlns="">
          <p:sp>
            <p:nvSpPr>
              <p:cNvPr id="1052231" name=""/>
              <p:cNvSpPr/>
              <p:nvPr/>
            </p:nvSpPr>
            <p:spPr>
              <a:xfrm>
                <a:off x="7748579" y="5761397"/>
                <a:ext cx="260665" cy="3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2232" name="Encre 1052231"/>
              <p14:cNvContentPartPr/>
              <p14:nvPr/>
            </p14:nvContentPartPr>
            <p14:xfrm>
              <a:off x="7820060" y="5819227"/>
              <a:ext cx="257687" cy="29040"/>
            </p14:xfrm>
          </p:contentPart>
        </mc:Choice>
        <mc:Fallback xmlns="">
          <p:sp>
            <p:nvSpPr>
              <p:cNvPr id="1052232" name=""/>
              <p:cNvSpPr/>
              <p:nvPr/>
            </p:nvSpPr>
            <p:spPr>
              <a:xfrm>
                <a:off x="7820060" y="5819227"/>
                <a:ext cx="257687" cy="29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2233" name="Encre 1052232"/>
              <p14:cNvContentPartPr/>
              <p14:nvPr/>
            </p14:nvContentPartPr>
            <p14:xfrm>
              <a:off x="8020385" y="5696368"/>
              <a:ext cx="113521" cy="232532"/>
            </p14:xfrm>
          </p:contentPart>
        </mc:Choice>
        <mc:Fallback xmlns="">
          <p:sp>
            <p:nvSpPr>
              <p:cNvPr id="1052233" name=""/>
              <p:cNvSpPr/>
              <p:nvPr/>
            </p:nvSpPr>
            <p:spPr>
              <a:xfrm>
                <a:off x="8020385" y="5696368"/>
                <a:ext cx="113521" cy="232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2234" name="Encre 1052233"/>
              <p14:cNvContentPartPr/>
              <p14:nvPr/>
            </p14:nvContentPartPr>
            <p14:xfrm>
              <a:off x="8277631" y="5543974"/>
              <a:ext cx="54843" cy="451432"/>
            </p14:xfrm>
          </p:contentPart>
        </mc:Choice>
        <mc:Fallback xmlns="">
          <p:sp>
            <p:nvSpPr>
              <p:cNvPr id="1052234" name=""/>
              <p:cNvSpPr/>
              <p:nvPr/>
            </p:nvSpPr>
            <p:spPr>
              <a:xfrm>
                <a:off x="8277631" y="5543974"/>
                <a:ext cx="54843" cy="451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2235" name="Encre 1052234"/>
              <p14:cNvContentPartPr/>
              <p14:nvPr/>
            </p14:nvContentPartPr>
            <p14:xfrm>
              <a:off x="8358760" y="5580211"/>
              <a:ext cx="29867" cy="425776"/>
            </p14:xfrm>
          </p:contentPart>
        </mc:Choice>
        <mc:Fallback xmlns="">
          <p:sp>
            <p:nvSpPr>
              <p:cNvPr id="1052235" name=""/>
              <p:cNvSpPr/>
              <p:nvPr/>
            </p:nvSpPr>
            <p:spPr>
              <a:xfrm>
                <a:off x="8358760" y="5580211"/>
                <a:ext cx="29867" cy="425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2236" name="Encre 1052235"/>
              <p14:cNvContentPartPr/>
              <p14:nvPr/>
            </p14:nvContentPartPr>
            <p14:xfrm>
              <a:off x="8485458" y="5754447"/>
              <a:ext cx="275035" cy="211764"/>
            </p14:xfrm>
          </p:contentPart>
        </mc:Choice>
        <mc:Fallback xmlns="">
          <p:sp>
            <p:nvSpPr>
              <p:cNvPr id="1052236" name=""/>
              <p:cNvSpPr/>
              <p:nvPr/>
            </p:nvSpPr>
            <p:spPr>
              <a:xfrm>
                <a:off x="8485458" y="5754447"/>
                <a:ext cx="275035" cy="211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2237" name="Encre 1052236"/>
              <p14:cNvContentPartPr/>
              <p14:nvPr/>
            </p14:nvContentPartPr>
            <p14:xfrm>
              <a:off x="8528258" y="5573013"/>
              <a:ext cx="182079" cy="19694"/>
            </p14:xfrm>
          </p:contentPart>
        </mc:Choice>
        <mc:Fallback xmlns="">
          <p:sp>
            <p:nvSpPr>
              <p:cNvPr id="1052237" name=""/>
              <p:cNvSpPr/>
              <p:nvPr/>
            </p:nvSpPr>
            <p:spPr>
              <a:xfrm>
                <a:off x="8528258" y="5573013"/>
                <a:ext cx="182079" cy="196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2238" name="Encre 1052237"/>
              <p14:cNvContentPartPr/>
              <p14:nvPr/>
            </p14:nvContentPartPr>
            <p14:xfrm>
              <a:off x="8664162" y="5500787"/>
              <a:ext cx="59341" cy="168059"/>
            </p14:xfrm>
          </p:contentPart>
        </mc:Choice>
        <mc:Fallback xmlns="">
          <p:sp>
            <p:nvSpPr>
              <p:cNvPr id="1052238" name=""/>
              <p:cNvSpPr/>
              <p:nvPr/>
            </p:nvSpPr>
            <p:spPr>
              <a:xfrm>
                <a:off x="8664162" y="5500787"/>
                <a:ext cx="59341" cy="168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2239" name="Encre 1052238"/>
              <p14:cNvContentPartPr/>
              <p14:nvPr/>
            </p14:nvContentPartPr>
            <p14:xfrm>
              <a:off x="8842865" y="5630844"/>
              <a:ext cx="50181" cy="369246"/>
            </p14:xfrm>
          </p:contentPart>
        </mc:Choice>
        <mc:Fallback xmlns="">
          <p:sp>
            <p:nvSpPr>
              <p:cNvPr id="1052239" name=""/>
              <p:cNvSpPr/>
              <p:nvPr/>
            </p:nvSpPr>
            <p:spPr>
              <a:xfrm>
                <a:off x="8842865" y="5630844"/>
                <a:ext cx="50181" cy="369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2240" name="Encre 1052239"/>
              <p14:cNvContentPartPr/>
              <p14:nvPr/>
            </p14:nvContentPartPr>
            <p14:xfrm>
              <a:off x="8935968" y="5659883"/>
              <a:ext cx="42801" cy="373292"/>
            </p14:xfrm>
          </p:contentPart>
        </mc:Choice>
        <mc:Fallback xmlns="">
          <p:sp>
            <p:nvSpPr>
              <p:cNvPr id="1052240" name=""/>
              <p:cNvSpPr/>
              <p:nvPr/>
            </p:nvSpPr>
            <p:spPr>
              <a:xfrm>
                <a:off x="8935968" y="5659883"/>
                <a:ext cx="42801" cy="3732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2241" name="Encre 1052240"/>
              <p14:cNvContentPartPr/>
              <p14:nvPr/>
            </p14:nvContentPartPr>
            <p14:xfrm>
              <a:off x="9007450" y="5874350"/>
              <a:ext cx="125073" cy="10154"/>
            </p14:xfrm>
          </p:contentPart>
        </mc:Choice>
        <mc:Fallback xmlns="">
          <p:sp>
            <p:nvSpPr>
              <p:cNvPr id="1052241" name=""/>
              <p:cNvSpPr/>
              <p:nvPr/>
            </p:nvSpPr>
            <p:spPr>
              <a:xfrm>
                <a:off x="9007450" y="5874350"/>
                <a:ext cx="125073" cy="10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2242" name="Encre 1052241"/>
              <p14:cNvContentPartPr/>
              <p14:nvPr/>
            </p14:nvContentPartPr>
            <p14:xfrm>
              <a:off x="9028630" y="5903924"/>
              <a:ext cx="156919" cy="31212"/>
            </p14:xfrm>
          </p:contentPart>
        </mc:Choice>
        <mc:Fallback xmlns="">
          <p:sp>
            <p:nvSpPr>
              <p:cNvPr id="1052242" name=""/>
              <p:cNvSpPr/>
              <p:nvPr/>
            </p:nvSpPr>
            <p:spPr>
              <a:xfrm>
                <a:off x="9028630" y="5903924"/>
                <a:ext cx="156919" cy="312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2243" name="Encre 1052242"/>
              <p14:cNvContentPartPr/>
              <p14:nvPr/>
            </p14:nvContentPartPr>
            <p14:xfrm>
              <a:off x="9215832" y="5513335"/>
              <a:ext cx="279125" cy="519709"/>
            </p14:xfrm>
          </p:contentPart>
        </mc:Choice>
        <mc:Fallback xmlns="">
          <p:sp>
            <p:nvSpPr>
              <p:cNvPr id="1052243" name=""/>
              <p:cNvSpPr/>
              <p:nvPr/>
            </p:nvSpPr>
            <p:spPr>
              <a:xfrm>
                <a:off x="9215832" y="5513335"/>
                <a:ext cx="279125" cy="519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2244" name="Encre 1052243"/>
              <p14:cNvContentPartPr/>
              <p14:nvPr/>
            </p14:nvContentPartPr>
            <p14:xfrm>
              <a:off x="9273719" y="5667081"/>
              <a:ext cx="119820" cy="22996"/>
            </p14:xfrm>
          </p:contentPart>
        </mc:Choice>
        <mc:Fallback xmlns="">
          <p:sp>
            <p:nvSpPr>
              <p:cNvPr id="1052244" name=""/>
              <p:cNvSpPr/>
              <p:nvPr/>
            </p:nvSpPr>
            <p:spPr>
              <a:xfrm>
                <a:off x="9273719" y="5667081"/>
                <a:ext cx="119820" cy="229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2245" name="Encre 1052244"/>
              <p14:cNvContentPartPr/>
              <p14:nvPr/>
            </p14:nvContentPartPr>
            <p14:xfrm>
              <a:off x="8251398" y="6143918"/>
              <a:ext cx="1184941" cy="30483"/>
            </p14:xfrm>
          </p:contentPart>
        </mc:Choice>
        <mc:Fallback xmlns="">
          <p:sp>
            <p:nvSpPr>
              <p:cNvPr id="1052245" name=""/>
              <p:cNvSpPr/>
              <p:nvPr/>
            </p:nvSpPr>
            <p:spPr>
              <a:xfrm>
                <a:off x="8251398" y="6143918"/>
                <a:ext cx="1184941" cy="30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2246" name="Encre 1052245"/>
              <p14:cNvContentPartPr/>
              <p14:nvPr/>
            </p14:nvContentPartPr>
            <p14:xfrm>
              <a:off x="9393539" y="5822468"/>
              <a:ext cx="98263" cy="74521"/>
            </p14:xfrm>
          </p:contentPart>
        </mc:Choice>
        <mc:Fallback xmlns="">
          <p:sp>
            <p:nvSpPr>
              <p:cNvPr id="1052246" name=""/>
              <p:cNvSpPr/>
              <p:nvPr/>
            </p:nvSpPr>
            <p:spPr>
              <a:xfrm>
                <a:off x="9393539" y="5822468"/>
                <a:ext cx="98263" cy="74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2247" name="Encre 1052246"/>
              <p14:cNvContentPartPr/>
              <p14:nvPr/>
            </p14:nvContentPartPr>
            <p14:xfrm>
              <a:off x="775590" y="5235922"/>
              <a:ext cx="172327" cy="221384"/>
            </p14:xfrm>
          </p:contentPart>
        </mc:Choice>
        <mc:Fallback xmlns="">
          <p:sp>
            <p:nvSpPr>
              <p:cNvPr id="1052247" name=""/>
              <p:cNvSpPr/>
              <p:nvPr/>
            </p:nvSpPr>
            <p:spPr>
              <a:xfrm>
                <a:off x="775590" y="5235922"/>
                <a:ext cx="172327" cy="221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2248" name="Encre 1052247"/>
              <p14:cNvContentPartPr/>
              <p14:nvPr/>
            </p14:nvContentPartPr>
            <p14:xfrm>
              <a:off x="4616183" y="1132465"/>
              <a:ext cx="2503180" cy="2882554"/>
            </p14:xfrm>
          </p:contentPart>
        </mc:Choice>
        <mc:Fallback xmlns="">
          <p:sp>
            <p:nvSpPr>
              <p:cNvPr id="1052248" name=""/>
              <p:cNvSpPr/>
              <p:nvPr/>
            </p:nvSpPr>
            <p:spPr>
              <a:xfrm>
                <a:off x="4616183" y="1132465"/>
                <a:ext cx="2503180" cy="2882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2249" name="Encre 1052248"/>
              <p14:cNvContentPartPr/>
              <p14:nvPr/>
            </p14:nvContentPartPr>
            <p14:xfrm>
              <a:off x="6983461" y="1061675"/>
              <a:ext cx="189705" cy="241569"/>
            </p14:xfrm>
          </p:contentPart>
        </mc:Choice>
        <mc:Fallback xmlns="">
          <p:sp>
            <p:nvSpPr>
              <p:cNvPr id="1052249" name=""/>
              <p:cNvSpPr/>
              <p:nvPr/>
            </p:nvSpPr>
            <p:spPr>
              <a:xfrm>
                <a:off x="6983461" y="1061675"/>
                <a:ext cx="189705" cy="241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2250" name="Encre 1052249"/>
              <p14:cNvContentPartPr/>
              <p14:nvPr/>
            </p14:nvContentPartPr>
            <p14:xfrm>
              <a:off x="7572015" y="744742"/>
              <a:ext cx="192430" cy="519960"/>
            </p14:xfrm>
          </p:contentPart>
        </mc:Choice>
        <mc:Fallback xmlns="">
          <p:sp>
            <p:nvSpPr>
              <p:cNvPr id="1052250" name=""/>
              <p:cNvSpPr/>
              <p:nvPr/>
            </p:nvSpPr>
            <p:spPr>
              <a:xfrm>
                <a:off x="7572015" y="744742"/>
                <a:ext cx="192430" cy="519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2251" name="Encre 1052250"/>
              <p14:cNvContentPartPr/>
              <p14:nvPr/>
            </p14:nvContentPartPr>
            <p14:xfrm>
              <a:off x="7852272" y="917077"/>
              <a:ext cx="248531" cy="266797"/>
            </p14:xfrm>
          </p:contentPart>
        </mc:Choice>
        <mc:Fallback xmlns="">
          <p:sp>
            <p:nvSpPr>
              <p:cNvPr id="1052251" name=""/>
              <p:cNvSpPr/>
              <p:nvPr/>
            </p:nvSpPr>
            <p:spPr>
              <a:xfrm>
                <a:off x="7852272" y="917077"/>
                <a:ext cx="248531" cy="266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2252" name="Encre 1052251"/>
              <p14:cNvContentPartPr/>
              <p14:nvPr/>
            </p14:nvContentPartPr>
            <p14:xfrm>
              <a:off x="7877422" y="777124"/>
              <a:ext cx="216263" cy="10335"/>
            </p14:xfrm>
          </p:contentPart>
        </mc:Choice>
        <mc:Fallback xmlns="">
          <p:sp>
            <p:nvSpPr>
              <p:cNvPr id="1052252" name=""/>
              <p:cNvSpPr/>
              <p:nvPr/>
            </p:nvSpPr>
            <p:spPr>
              <a:xfrm>
                <a:off x="7877422" y="777124"/>
                <a:ext cx="216263" cy="10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2253" name="Encre 1052252"/>
              <p14:cNvContentPartPr/>
              <p14:nvPr/>
            </p14:nvContentPartPr>
            <p14:xfrm>
              <a:off x="8063186" y="683471"/>
              <a:ext cx="103321" cy="159344"/>
            </p14:xfrm>
          </p:contentPart>
        </mc:Choice>
        <mc:Fallback xmlns="">
          <p:sp>
            <p:nvSpPr>
              <p:cNvPr id="1052253" name=""/>
              <p:cNvSpPr/>
              <p:nvPr/>
            </p:nvSpPr>
            <p:spPr>
              <a:xfrm>
                <a:off x="8063186" y="683471"/>
                <a:ext cx="103321" cy="159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2254" name="Encre 1052253"/>
              <p14:cNvContentPartPr/>
              <p14:nvPr/>
            </p14:nvContentPartPr>
            <p14:xfrm>
              <a:off x="7527074" y="1312746"/>
              <a:ext cx="498349" cy="29944"/>
            </p14:xfrm>
          </p:contentPart>
        </mc:Choice>
        <mc:Fallback xmlns="">
          <p:sp>
            <p:nvSpPr>
              <p:cNvPr id="1052254" name=""/>
              <p:cNvSpPr/>
              <p:nvPr/>
            </p:nvSpPr>
            <p:spPr>
              <a:xfrm>
                <a:off x="7527074" y="1312746"/>
                <a:ext cx="498349" cy="29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2255" name="Encre 1052254"/>
              <p14:cNvContentPartPr/>
              <p14:nvPr/>
            </p14:nvContentPartPr>
            <p14:xfrm>
              <a:off x="7592442" y="1530826"/>
              <a:ext cx="409607" cy="391448"/>
            </p14:xfrm>
          </p:contentPart>
        </mc:Choice>
        <mc:Fallback xmlns="">
          <p:sp>
            <p:nvSpPr>
              <p:cNvPr id="1052255" name=""/>
              <p:cNvSpPr/>
              <p:nvPr/>
            </p:nvSpPr>
            <p:spPr>
              <a:xfrm>
                <a:off x="7592442" y="1530826"/>
                <a:ext cx="409607" cy="391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2256" name="Encre 1052255"/>
              <p14:cNvContentPartPr/>
              <p14:nvPr/>
            </p14:nvContentPartPr>
            <p14:xfrm>
              <a:off x="8256452" y="1248374"/>
              <a:ext cx="140286" cy="9449"/>
            </p14:xfrm>
          </p:contentPart>
        </mc:Choice>
        <mc:Fallback xmlns="">
          <p:sp>
            <p:nvSpPr>
              <p:cNvPr id="1052256" name=""/>
              <p:cNvSpPr/>
              <p:nvPr/>
            </p:nvSpPr>
            <p:spPr>
              <a:xfrm>
                <a:off x="8256452" y="1248374"/>
                <a:ext cx="140286" cy="9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2257" name="Encre 1052256"/>
              <p14:cNvContentPartPr/>
              <p14:nvPr/>
            </p14:nvContentPartPr>
            <p14:xfrm>
              <a:off x="8277631" y="1371481"/>
              <a:ext cx="169715" cy="684"/>
            </p14:xfrm>
          </p:contentPart>
        </mc:Choice>
        <mc:Fallback xmlns="">
          <p:sp>
            <p:nvSpPr>
              <p:cNvPr id="1052257" name=""/>
              <p:cNvSpPr/>
              <p:nvPr/>
            </p:nvSpPr>
            <p:spPr>
              <a:xfrm>
                <a:off x="8277631" y="1371481"/>
                <a:ext cx="169715" cy="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2258" name="Encre 1052257"/>
              <p14:cNvContentPartPr/>
              <p14:nvPr/>
            </p14:nvContentPartPr>
            <p14:xfrm>
              <a:off x="8620920" y="1226780"/>
              <a:ext cx="165337" cy="1984"/>
            </p14:xfrm>
          </p:contentPart>
        </mc:Choice>
        <mc:Fallback xmlns="">
          <p:sp>
            <p:nvSpPr>
              <p:cNvPr id="1052258" name=""/>
              <p:cNvSpPr/>
              <p:nvPr/>
            </p:nvSpPr>
            <p:spPr>
              <a:xfrm>
                <a:off x="8620920" y="1226780"/>
                <a:ext cx="165337" cy="1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2259" name="Encre 1052258"/>
              <p14:cNvContentPartPr/>
              <p14:nvPr/>
            </p14:nvContentPartPr>
            <p14:xfrm>
              <a:off x="8860036" y="966667"/>
              <a:ext cx="153389" cy="267901"/>
            </p14:xfrm>
          </p:contentPart>
        </mc:Choice>
        <mc:Fallback xmlns="">
          <p:sp>
            <p:nvSpPr>
              <p:cNvPr id="1052259" name=""/>
              <p:cNvSpPr/>
              <p:nvPr/>
            </p:nvSpPr>
            <p:spPr>
              <a:xfrm>
                <a:off x="8860036" y="966667"/>
                <a:ext cx="153389" cy="267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2260" name="Encre 1052259"/>
              <p14:cNvContentPartPr/>
              <p14:nvPr/>
            </p14:nvContentPartPr>
            <p14:xfrm>
              <a:off x="8764324" y="1354288"/>
              <a:ext cx="309408" cy="32085"/>
            </p14:xfrm>
          </p:contentPart>
        </mc:Choice>
        <mc:Fallback xmlns="">
          <p:sp>
            <p:nvSpPr>
              <p:cNvPr id="1052260" name=""/>
              <p:cNvSpPr/>
              <p:nvPr/>
            </p:nvSpPr>
            <p:spPr>
              <a:xfrm>
                <a:off x="8764324" y="1354288"/>
                <a:ext cx="309408" cy="32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2261" name="Encre 1052260"/>
              <p14:cNvContentPartPr/>
              <p14:nvPr/>
            </p14:nvContentPartPr>
            <p14:xfrm>
              <a:off x="8852750" y="1502283"/>
              <a:ext cx="210363" cy="182706"/>
            </p14:xfrm>
          </p:contentPart>
        </mc:Choice>
        <mc:Fallback xmlns="">
          <p:sp>
            <p:nvSpPr>
              <p:cNvPr id="1052261" name=""/>
              <p:cNvSpPr/>
              <p:nvPr/>
            </p:nvSpPr>
            <p:spPr>
              <a:xfrm>
                <a:off x="8852750" y="1502283"/>
                <a:ext cx="210363" cy="182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2262" name="Encre 1052261"/>
              <p14:cNvContentPartPr/>
              <p14:nvPr/>
            </p14:nvContentPartPr>
            <p14:xfrm>
              <a:off x="9186154" y="1226781"/>
              <a:ext cx="8365" cy="201789"/>
            </p14:xfrm>
          </p:contentPart>
        </mc:Choice>
        <mc:Fallback xmlns="">
          <p:sp>
            <p:nvSpPr>
              <p:cNvPr id="1052262" name=""/>
              <p:cNvSpPr/>
              <p:nvPr/>
            </p:nvSpPr>
            <p:spPr>
              <a:xfrm>
                <a:off x="9186154" y="1226781"/>
                <a:ext cx="8365" cy="201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2263" name="Encre 1052262"/>
              <p14:cNvContentPartPr/>
              <p14:nvPr/>
            </p14:nvContentPartPr>
            <p14:xfrm>
              <a:off x="9139823" y="1105788"/>
              <a:ext cx="222670" cy="352087"/>
            </p14:xfrm>
          </p:contentPart>
        </mc:Choice>
        <mc:Fallback xmlns="">
          <p:sp>
            <p:nvSpPr>
              <p:cNvPr id="1052263" name=""/>
              <p:cNvSpPr/>
              <p:nvPr/>
            </p:nvSpPr>
            <p:spPr>
              <a:xfrm>
                <a:off x="9139823" y="1105788"/>
                <a:ext cx="222670" cy="3520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2264" name="Encre 1052263"/>
              <p14:cNvContentPartPr/>
              <p14:nvPr/>
            </p14:nvContentPartPr>
            <p14:xfrm>
              <a:off x="9179094" y="979390"/>
              <a:ext cx="226473" cy="29967"/>
            </p14:xfrm>
          </p:contentPart>
        </mc:Choice>
        <mc:Fallback xmlns="">
          <p:sp>
            <p:nvSpPr>
              <p:cNvPr id="1052264" name=""/>
              <p:cNvSpPr/>
              <p:nvPr/>
            </p:nvSpPr>
            <p:spPr>
              <a:xfrm>
                <a:off x="9179094" y="979390"/>
                <a:ext cx="226473" cy="29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2265" name="Encre 1052264"/>
              <p14:cNvContentPartPr/>
              <p14:nvPr/>
            </p14:nvContentPartPr>
            <p14:xfrm>
              <a:off x="9329117" y="915538"/>
              <a:ext cx="132311" cy="174338"/>
            </p14:xfrm>
          </p:contentPart>
        </mc:Choice>
        <mc:Fallback xmlns="">
          <p:sp>
            <p:nvSpPr>
              <p:cNvPr id="1052265" name=""/>
              <p:cNvSpPr/>
              <p:nvPr/>
            </p:nvSpPr>
            <p:spPr>
              <a:xfrm>
                <a:off x="9329117" y="915538"/>
                <a:ext cx="132311" cy="174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2266" name="Encre 1052265"/>
              <p14:cNvContentPartPr/>
              <p14:nvPr/>
            </p14:nvContentPartPr>
            <p14:xfrm>
              <a:off x="8548714" y="980318"/>
              <a:ext cx="179869" cy="753535"/>
            </p14:xfrm>
          </p:contentPart>
        </mc:Choice>
        <mc:Fallback xmlns="">
          <p:sp>
            <p:nvSpPr>
              <p:cNvPr id="1052266" name=""/>
              <p:cNvSpPr/>
              <p:nvPr/>
            </p:nvSpPr>
            <p:spPr>
              <a:xfrm>
                <a:off x="8548714" y="980318"/>
                <a:ext cx="179869" cy="753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2267" name="Encre 1052266"/>
              <p14:cNvContentPartPr/>
              <p14:nvPr/>
            </p14:nvContentPartPr>
            <p14:xfrm>
              <a:off x="9422220" y="799628"/>
              <a:ext cx="181791" cy="847107"/>
            </p14:xfrm>
          </p:contentPart>
        </mc:Choice>
        <mc:Fallback xmlns="">
          <p:sp>
            <p:nvSpPr>
              <p:cNvPr id="1052267" name=""/>
              <p:cNvSpPr/>
              <p:nvPr/>
            </p:nvSpPr>
            <p:spPr>
              <a:xfrm>
                <a:off x="9422220" y="799628"/>
                <a:ext cx="181791" cy="847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2268" name="Encre 1052267"/>
              <p14:cNvContentPartPr/>
              <p14:nvPr/>
            </p14:nvContentPartPr>
            <p14:xfrm>
              <a:off x="9674143" y="1204939"/>
              <a:ext cx="120046" cy="217839"/>
            </p14:xfrm>
          </p:contentPart>
        </mc:Choice>
        <mc:Fallback xmlns="">
          <p:sp>
            <p:nvSpPr>
              <p:cNvPr id="1052268" name=""/>
              <p:cNvSpPr/>
              <p:nvPr/>
            </p:nvSpPr>
            <p:spPr>
              <a:xfrm>
                <a:off x="9674143" y="1204939"/>
                <a:ext cx="120046" cy="217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2269" name="Encre 1052268"/>
              <p14:cNvContentPartPr/>
              <p14:nvPr/>
            </p14:nvContentPartPr>
            <p14:xfrm>
              <a:off x="9743887" y="1219335"/>
              <a:ext cx="87684" cy="202319"/>
            </p14:xfrm>
          </p:contentPart>
        </mc:Choice>
        <mc:Fallback xmlns="">
          <p:sp>
            <p:nvSpPr>
              <p:cNvPr id="1052269" name=""/>
              <p:cNvSpPr/>
              <p:nvPr/>
            </p:nvSpPr>
            <p:spPr>
              <a:xfrm>
                <a:off x="9743887" y="1219335"/>
                <a:ext cx="87684" cy="202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2270" name="Encre 1052269"/>
              <p14:cNvContentPartPr/>
              <p14:nvPr/>
            </p14:nvContentPartPr>
            <p14:xfrm>
              <a:off x="9994072" y="1154417"/>
              <a:ext cx="277076" cy="220895"/>
            </p14:xfrm>
          </p:contentPart>
        </mc:Choice>
        <mc:Fallback xmlns="">
          <p:sp>
            <p:nvSpPr>
              <p:cNvPr id="1052270" name=""/>
              <p:cNvSpPr/>
              <p:nvPr/>
            </p:nvSpPr>
            <p:spPr>
              <a:xfrm>
                <a:off x="9994072" y="1154417"/>
                <a:ext cx="277076" cy="220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2271" name="Encre 1052270"/>
              <p14:cNvContentPartPr/>
              <p14:nvPr/>
            </p14:nvContentPartPr>
            <p14:xfrm>
              <a:off x="9986690" y="1002408"/>
              <a:ext cx="322432" cy="32063"/>
            </p14:xfrm>
          </p:contentPart>
        </mc:Choice>
        <mc:Fallback xmlns="">
          <p:sp>
            <p:nvSpPr>
              <p:cNvPr id="1052271" name=""/>
              <p:cNvSpPr/>
              <p:nvPr/>
            </p:nvSpPr>
            <p:spPr>
              <a:xfrm>
                <a:off x="9986690" y="1002408"/>
                <a:ext cx="322432" cy="32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2272" name="Encre 1052271"/>
              <p14:cNvContentPartPr/>
              <p14:nvPr/>
            </p14:nvContentPartPr>
            <p14:xfrm>
              <a:off x="10230139" y="929685"/>
              <a:ext cx="123177" cy="156612"/>
            </p14:xfrm>
          </p:contentPart>
        </mc:Choice>
        <mc:Fallback xmlns="">
          <p:sp>
            <p:nvSpPr>
              <p:cNvPr id="1052272" name=""/>
              <p:cNvSpPr/>
              <p:nvPr/>
            </p:nvSpPr>
            <p:spPr>
              <a:xfrm>
                <a:off x="10230139" y="929685"/>
                <a:ext cx="123177" cy="156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2273" name="Encre 1052272"/>
              <p14:cNvContentPartPr/>
              <p14:nvPr/>
            </p14:nvContentPartPr>
            <p14:xfrm>
              <a:off x="7391171" y="1966164"/>
              <a:ext cx="2980064" cy="79429"/>
            </p14:xfrm>
          </p:contentPart>
        </mc:Choice>
        <mc:Fallback xmlns="">
          <p:sp>
            <p:nvSpPr>
              <p:cNvPr id="1052273" name=""/>
              <p:cNvSpPr/>
              <p:nvPr/>
            </p:nvSpPr>
            <p:spPr>
              <a:xfrm>
                <a:off x="7391171" y="1966164"/>
                <a:ext cx="2980064" cy="79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2274" name="Encre 1052273"/>
              <p14:cNvContentPartPr/>
              <p14:nvPr/>
            </p14:nvContentPartPr>
            <p14:xfrm>
              <a:off x="8379117" y="2599575"/>
              <a:ext cx="75988" cy="856"/>
            </p14:xfrm>
          </p:contentPart>
        </mc:Choice>
        <mc:Fallback xmlns="">
          <p:sp>
            <p:nvSpPr>
              <p:cNvPr id="1052274" name=""/>
              <p:cNvSpPr/>
              <p:nvPr/>
            </p:nvSpPr>
            <p:spPr>
              <a:xfrm>
                <a:off x="8379117" y="2599575"/>
                <a:ext cx="75988" cy="8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2275" name="Encre 1052274"/>
              <p14:cNvContentPartPr/>
              <p14:nvPr/>
            </p14:nvContentPartPr>
            <p14:xfrm>
              <a:off x="8270571" y="2726406"/>
              <a:ext cx="150024" cy="8007"/>
            </p14:xfrm>
          </p:contentPart>
        </mc:Choice>
        <mc:Fallback xmlns="">
          <p:sp>
            <p:nvSpPr>
              <p:cNvPr id="1052275" name=""/>
              <p:cNvSpPr/>
              <p:nvPr/>
            </p:nvSpPr>
            <p:spPr>
              <a:xfrm>
                <a:off x="8270571" y="2726406"/>
                <a:ext cx="150024" cy="80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2276" name="Encre 1052275"/>
              <p14:cNvContentPartPr/>
              <p14:nvPr/>
            </p14:nvContentPartPr>
            <p14:xfrm>
              <a:off x="8678281" y="2290870"/>
              <a:ext cx="580779" cy="489610"/>
            </p14:xfrm>
          </p:contentPart>
        </mc:Choice>
        <mc:Fallback xmlns="">
          <p:sp>
            <p:nvSpPr>
              <p:cNvPr id="1052276" name=""/>
              <p:cNvSpPr/>
              <p:nvPr/>
            </p:nvSpPr>
            <p:spPr>
              <a:xfrm>
                <a:off x="8678281" y="2290870"/>
                <a:ext cx="580779" cy="4896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2277" name="Encre 1052276"/>
              <p14:cNvContentPartPr/>
              <p14:nvPr/>
            </p14:nvContentPartPr>
            <p14:xfrm>
              <a:off x="8856985" y="2178480"/>
              <a:ext cx="338332" cy="15505"/>
            </p14:xfrm>
          </p:contentPart>
        </mc:Choice>
        <mc:Fallback xmlns="">
          <p:sp>
            <p:nvSpPr>
              <p:cNvPr id="1052277" name=""/>
              <p:cNvSpPr/>
              <p:nvPr/>
            </p:nvSpPr>
            <p:spPr>
              <a:xfrm>
                <a:off x="8856985" y="2178480"/>
                <a:ext cx="338332" cy="15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2278" name="Encre 1052277"/>
              <p14:cNvContentPartPr/>
              <p14:nvPr/>
            </p14:nvContentPartPr>
            <p14:xfrm>
              <a:off x="9100111" y="2117571"/>
              <a:ext cx="133598" cy="225815"/>
            </p14:xfrm>
          </p:contentPart>
        </mc:Choice>
        <mc:Fallback xmlns="">
          <p:sp>
            <p:nvSpPr>
              <p:cNvPr id="1052278" name=""/>
              <p:cNvSpPr/>
              <p:nvPr/>
            </p:nvSpPr>
            <p:spPr>
              <a:xfrm>
                <a:off x="9100111" y="2117571"/>
                <a:ext cx="133598" cy="225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2279" name="Encre 1052278"/>
              <p14:cNvContentPartPr/>
              <p14:nvPr/>
            </p14:nvContentPartPr>
            <p14:xfrm>
              <a:off x="9352076" y="2574011"/>
              <a:ext cx="148685" cy="252712"/>
            </p14:xfrm>
          </p:contentPart>
        </mc:Choice>
        <mc:Fallback xmlns="">
          <p:sp>
            <p:nvSpPr>
              <p:cNvPr id="1052279" name=""/>
              <p:cNvSpPr/>
              <p:nvPr/>
            </p:nvSpPr>
            <p:spPr>
              <a:xfrm>
                <a:off x="9352076" y="2574011"/>
                <a:ext cx="148685" cy="252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2280" name="Encre 1052279"/>
              <p14:cNvContentPartPr/>
              <p14:nvPr/>
            </p14:nvContentPartPr>
            <p14:xfrm>
              <a:off x="9465021" y="2566813"/>
              <a:ext cx="77947" cy="222376"/>
            </p14:xfrm>
          </p:contentPart>
        </mc:Choice>
        <mc:Fallback xmlns="">
          <p:sp>
            <p:nvSpPr>
              <p:cNvPr id="1052280" name=""/>
              <p:cNvSpPr/>
              <p:nvPr/>
            </p:nvSpPr>
            <p:spPr>
              <a:xfrm>
                <a:off x="9465021" y="2566813"/>
                <a:ext cx="77947" cy="222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2281" name="Encre 1052280"/>
              <p14:cNvContentPartPr/>
              <p14:nvPr/>
            </p14:nvContentPartPr>
            <p14:xfrm>
              <a:off x="9701086" y="2509440"/>
              <a:ext cx="306169" cy="238321"/>
            </p14:xfrm>
          </p:contentPart>
        </mc:Choice>
        <mc:Fallback xmlns="">
          <p:sp>
            <p:nvSpPr>
              <p:cNvPr id="1052281" name=""/>
              <p:cNvSpPr/>
              <p:nvPr/>
            </p:nvSpPr>
            <p:spPr>
              <a:xfrm>
                <a:off x="9701086" y="2509440"/>
                <a:ext cx="306169" cy="238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2282" name="Encre 1052281"/>
              <p14:cNvContentPartPr/>
              <p14:nvPr/>
            </p14:nvContentPartPr>
            <p14:xfrm>
              <a:off x="9729767" y="2385627"/>
              <a:ext cx="261733" cy="8618"/>
            </p14:xfrm>
          </p:contentPart>
        </mc:Choice>
        <mc:Fallback xmlns="">
          <p:sp>
            <p:nvSpPr>
              <p:cNvPr id="1052282" name=""/>
              <p:cNvSpPr/>
              <p:nvPr/>
            </p:nvSpPr>
            <p:spPr>
              <a:xfrm>
                <a:off x="9729767" y="2385627"/>
                <a:ext cx="261733" cy="8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2283" name="Encre 1052282"/>
              <p14:cNvContentPartPr/>
              <p14:nvPr/>
            </p14:nvContentPartPr>
            <p14:xfrm>
              <a:off x="9922591" y="2305955"/>
              <a:ext cx="96806" cy="147839"/>
            </p14:xfrm>
          </p:contentPart>
        </mc:Choice>
        <mc:Fallback xmlns="">
          <p:sp>
            <p:nvSpPr>
              <p:cNvPr id="1052283" name=""/>
              <p:cNvSpPr/>
              <p:nvPr/>
            </p:nvSpPr>
            <p:spPr>
              <a:xfrm>
                <a:off x="9922591" y="2305955"/>
                <a:ext cx="96806" cy="147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2284" name="Encre 1052283"/>
              <p14:cNvContentPartPr/>
              <p14:nvPr/>
            </p14:nvContentPartPr>
            <p14:xfrm>
              <a:off x="8251048" y="2577819"/>
              <a:ext cx="239814" cy="32677"/>
            </p14:xfrm>
          </p:contentPart>
        </mc:Choice>
        <mc:Fallback xmlns="">
          <p:sp>
            <p:nvSpPr>
              <p:cNvPr id="1052284" name=""/>
              <p:cNvSpPr/>
              <p:nvPr/>
            </p:nvSpPr>
            <p:spPr>
              <a:xfrm>
                <a:off x="8251048" y="2577819"/>
                <a:ext cx="239814" cy="32677"/>
              </a:xfrm>
            </p:spPr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2285" name="Encre 1052284"/>
              <p14:cNvContentPartPr/>
              <p14:nvPr/>
            </p14:nvContentPartPr>
            <p14:xfrm>
              <a:off x="1476728" y="1039419"/>
              <a:ext cx="3477731" cy="1368049"/>
            </p14:xfrm>
          </p:contentPart>
        </mc:Choice>
        <mc:Fallback xmlns="">
          <p:sp>
            <p:nvSpPr>
              <p:cNvPr id="1052285" name=""/>
              <p:cNvSpPr/>
              <p:nvPr/>
            </p:nvSpPr>
            <p:spPr>
              <a:xfrm>
                <a:off x="1476728" y="1039419"/>
                <a:ext cx="3477731" cy="1368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2286" name="Encre 1052285"/>
              <p14:cNvContentPartPr/>
              <p14:nvPr/>
            </p14:nvContentPartPr>
            <p14:xfrm>
              <a:off x="4544623" y="1299007"/>
              <a:ext cx="375575" cy="371531"/>
            </p14:xfrm>
          </p:contentPart>
        </mc:Choice>
        <mc:Fallback xmlns="">
          <p:sp>
            <p:nvSpPr>
              <p:cNvPr id="1052286" name=""/>
              <p:cNvSpPr/>
              <p:nvPr/>
            </p:nvSpPr>
            <p:spPr>
              <a:xfrm>
                <a:off x="4544623" y="1299007"/>
                <a:ext cx="375575" cy="371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2287" name="Encre 1052286"/>
              <p14:cNvContentPartPr/>
              <p14:nvPr/>
            </p14:nvContentPartPr>
            <p14:xfrm>
              <a:off x="4917146" y="1328046"/>
              <a:ext cx="71006" cy="331663"/>
            </p14:xfrm>
          </p:contentPart>
        </mc:Choice>
        <mc:Fallback xmlns="">
          <p:sp>
            <p:nvSpPr>
              <p:cNvPr id="1052287" name=""/>
              <p:cNvSpPr/>
              <p:nvPr/>
            </p:nvSpPr>
            <p:spPr>
              <a:xfrm>
                <a:off x="4917146" y="1328046"/>
                <a:ext cx="71006" cy="331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2288" name="Encre 1052287"/>
              <p14:cNvContentPartPr/>
              <p14:nvPr/>
            </p14:nvContentPartPr>
            <p14:xfrm>
              <a:off x="4887990" y="1221536"/>
              <a:ext cx="707756" cy="342344"/>
            </p14:xfrm>
          </p:contentPart>
        </mc:Choice>
        <mc:Fallback xmlns="">
          <p:sp>
            <p:nvSpPr>
              <p:cNvPr id="1052288" name=""/>
              <p:cNvSpPr/>
              <p:nvPr/>
            </p:nvSpPr>
            <p:spPr>
              <a:xfrm>
                <a:off x="4887990" y="1221536"/>
                <a:ext cx="707756" cy="342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289" name="Encre 1052288"/>
              <p14:cNvContentPartPr/>
              <p14:nvPr/>
            </p14:nvContentPartPr>
            <p14:xfrm>
              <a:off x="4530730" y="1777040"/>
              <a:ext cx="98249" cy="332510"/>
            </p14:xfrm>
          </p:contentPart>
        </mc:Choice>
        <mc:Fallback xmlns="">
          <p:sp>
            <p:nvSpPr>
              <p:cNvPr id="1052289" name=""/>
              <p:cNvSpPr/>
              <p:nvPr/>
            </p:nvSpPr>
            <p:spPr>
              <a:xfrm>
                <a:off x="4530730" y="1777040"/>
                <a:ext cx="98249" cy="332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290" name="Encre 1052289"/>
              <p14:cNvContentPartPr/>
              <p14:nvPr/>
            </p14:nvContentPartPr>
            <p14:xfrm>
              <a:off x="4735553" y="1858946"/>
              <a:ext cx="91805" cy="267212"/>
            </p14:xfrm>
          </p:contentPart>
        </mc:Choice>
        <mc:Fallback xmlns="">
          <p:sp>
            <p:nvSpPr>
              <p:cNvPr id="1052290" name=""/>
              <p:cNvSpPr/>
              <p:nvPr/>
            </p:nvSpPr>
            <p:spPr>
              <a:xfrm>
                <a:off x="4735553" y="1858946"/>
                <a:ext cx="91805" cy="2672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291" name="Encre 1052290"/>
              <p14:cNvContentPartPr/>
              <p14:nvPr/>
            </p14:nvContentPartPr>
            <p14:xfrm>
              <a:off x="4843576" y="1762081"/>
              <a:ext cx="361223" cy="324088"/>
            </p14:xfrm>
          </p:contentPart>
        </mc:Choice>
        <mc:Fallback xmlns="">
          <p:sp>
            <p:nvSpPr>
              <p:cNvPr id="1052291" name=""/>
              <p:cNvSpPr/>
              <p:nvPr/>
            </p:nvSpPr>
            <p:spPr>
              <a:xfrm>
                <a:off x="4843576" y="1762081"/>
                <a:ext cx="361223" cy="3240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292" name="Encre 1052291"/>
              <p14:cNvContentPartPr/>
              <p14:nvPr/>
            </p14:nvContentPartPr>
            <p14:xfrm>
              <a:off x="5143105" y="1885752"/>
              <a:ext cx="16692" cy="63627"/>
            </p14:xfrm>
          </p:contentPart>
        </mc:Choice>
        <mc:Fallback xmlns="">
          <p:sp>
            <p:nvSpPr>
              <p:cNvPr id="1052292" name=""/>
              <p:cNvSpPr/>
              <p:nvPr/>
            </p:nvSpPr>
            <p:spPr>
              <a:xfrm>
                <a:off x="5143105" y="1885752"/>
                <a:ext cx="16692" cy="63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293" name="Encre 1052292"/>
              <p14:cNvContentPartPr/>
              <p14:nvPr/>
            </p14:nvContentPartPr>
            <p14:xfrm>
              <a:off x="5254498" y="1920147"/>
              <a:ext cx="124589" cy="130373"/>
            </p14:xfrm>
          </p:contentPart>
        </mc:Choice>
        <mc:Fallback xmlns="">
          <p:sp>
            <p:nvSpPr>
              <p:cNvPr id="1052293" name=""/>
              <p:cNvSpPr/>
              <p:nvPr/>
            </p:nvSpPr>
            <p:spPr>
              <a:xfrm>
                <a:off x="5254498" y="1920147"/>
                <a:ext cx="124589" cy="130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294" name="Encre 1052293"/>
              <p14:cNvContentPartPr/>
              <p14:nvPr/>
            </p14:nvContentPartPr>
            <p14:xfrm>
              <a:off x="5349038" y="1783990"/>
              <a:ext cx="210967" cy="261602"/>
            </p14:xfrm>
          </p:contentPart>
        </mc:Choice>
        <mc:Fallback xmlns="">
          <p:sp>
            <p:nvSpPr>
              <p:cNvPr id="1052294" name=""/>
              <p:cNvSpPr/>
              <p:nvPr/>
            </p:nvSpPr>
            <p:spPr>
              <a:xfrm>
                <a:off x="5349038" y="1783990"/>
                <a:ext cx="210967" cy="261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295" name="Encre 1052294"/>
              <p14:cNvContentPartPr/>
              <p14:nvPr/>
            </p14:nvContentPartPr>
            <p14:xfrm>
              <a:off x="5560005" y="1784486"/>
              <a:ext cx="117663" cy="347976"/>
            </p14:xfrm>
          </p:contentPart>
        </mc:Choice>
        <mc:Fallback xmlns="">
          <p:sp>
            <p:nvSpPr>
              <p:cNvPr id="1052295" name=""/>
              <p:cNvSpPr/>
              <p:nvPr/>
            </p:nvSpPr>
            <p:spPr>
              <a:xfrm>
                <a:off x="5560005" y="1784486"/>
                <a:ext cx="117663" cy="347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296" name="Encre 1052295"/>
              <p14:cNvContentPartPr/>
              <p14:nvPr/>
            </p14:nvContentPartPr>
            <p14:xfrm>
              <a:off x="2619686" y="1352545"/>
              <a:ext cx="189920" cy="135506"/>
            </p14:xfrm>
          </p:contentPart>
        </mc:Choice>
        <mc:Fallback xmlns="">
          <p:sp>
            <p:nvSpPr>
              <p:cNvPr id="1052296" name=""/>
              <p:cNvSpPr/>
              <p:nvPr/>
            </p:nvSpPr>
            <p:spPr>
              <a:xfrm>
                <a:off x="2619686" y="1352545"/>
                <a:ext cx="189920" cy="135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297" name="Encre 1052296"/>
              <p14:cNvContentPartPr/>
              <p14:nvPr/>
            </p14:nvContentPartPr>
            <p14:xfrm>
              <a:off x="2728097" y="875333"/>
              <a:ext cx="1376861" cy="575820"/>
            </p14:xfrm>
          </p:contentPart>
        </mc:Choice>
        <mc:Fallback xmlns="">
          <p:sp>
            <p:nvSpPr>
              <p:cNvPr id="1052297" name=""/>
              <p:cNvSpPr/>
              <p:nvPr/>
            </p:nvSpPr>
            <p:spPr>
              <a:xfrm>
                <a:off x="2728097" y="875333"/>
                <a:ext cx="1376861" cy="575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298" name="Encre 1052297"/>
              <p14:cNvContentPartPr/>
              <p14:nvPr/>
            </p14:nvContentPartPr>
            <p14:xfrm>
              <a:off x="3844005" y="875007"/>
              <a:ext cx="211321" cy="150864"/>
            </p14:xfrm>
          </p:contentPart>
        </mc:Choice>
        <mc:Fallback xmlns="">
          <p:sp>
            <p:nvSpPr>
              <p:cNvPr id="1052298" name=""/>
              <p:cNvSpPr/>
              <p:nvPr/>
            </p:nvSpPr>
            <p:spPr>
              <a:xfrm>
                <a:off x="3844005" y="875007"/>
                <a:ext cx="211321" cy="150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299" name="Encre 1052298"/>
              <p14:cNvContentPartPr/>
              <p14:nvPr/>
            </p14:nvContentPartPr>
            <p14:xfrm>
              <a:off x="4165672" y="726906"/>
              <a:ext cx="250185" cy="234063"/>
            </p14:xfrm>
          </p:contentPart>
        </mc:Choice>
        <mc:Fallback xmlns="">
          <p:sp>
            <p:nvSpPr>
              <p:cNvPr id="1052299" name=""/>
              <p:cNvSpPr/>
              <p:nvPr/>
            </p:nvSpPr>
            <p:spPr>
              <a:xfrm>
                <a:off x="4165672" y="726906"/>
                <a:ext cx="250185" cy="234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300" name="Encre 1052299"/>
              <p14:cNvContentPartPr/>
              <p14:nvPr/>
            </p14:nvContentPartPr>
            <p14:xfrm>
              <a:off x="4158612" y="592444"/>
              <a:ext cx="267938" cy="76135"/>
            </p14:xfrm>
          </p:contentPart>
        </mc:Choice>
        <mc:Fallback xmlns="">
          <p:sp>
            <p:nvSpPr>
              <p:cNvPr id="1052300" name=""/>
              <p:cNvSpPr/>
              <p:nvPr/>
            </p:nvSpPr>
            <p:spPr>
              <a:xfrm>
                <a:off x="4158612" y="592444"/>
                <a:ext cx="267938" cy="76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301" name="Encre 1052300"/>
              <p14:cNvContentPartPr/>
              <p14:nvPr/>
            </p14:nvContentPartPr>
            <p14:xfrm>
              <a:off x="4330257" y="558988"/>
              <a:ext cx="124872" cy="84770"/>
            </p14:xfrm>
          </p:contentPart>
        </mc:Choice>
        <mc:Fallback xmlns="">
          <p:sp>
            <p:nvSpPr>
              <p:cNvPr id="1052301" name=""/>
              <p:cNvSpPr/>
              <p:nvPr/>
            </p:nvSpPr>
            <p:spPr>
              <a:xfrm>
                <a:off x="4330257" y="558988"/>
                <a:ext cx="124872" cy="84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302" name="Encre 1052301"/>
              <p14:cNvContentPartPr/>
              <p14:nvPr/>
            </p14:nvContentPartPr>
            <p14:xfrm>
              <a:off x="2321419" y="560319"/>
              <a:ext cx="413738" cy="941964"/>
            </p14:xfrm>
          </p:contentPart>
        </mc:Choice>
        <mc:Fallback xmlns="">
          <p:sp>
            <p:nvSpPr>
              <p:cNvPr id="1052302" name=""/>
              <p:cNvSpPr/>
              <p:nvPr/>
            </p:nvSpPr>
            <p:spPr>
              <a:xfrm>
                <a:off x="2321419" y="560319"/>
                <a:ext cx="413738" cy="941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303" name="Encre 1052302"/>
              <p14:cNvContentPartPr/>
              <p14:nvPr/>
            </p14:nvContentPartPr>
            <p14:xfrm>
              <a:off x="2634995" y="599804"/>
              <a:ext cx="168197" cy="251009"/>
            </p14:xfrm>
          </p:contentPart>
        </mc:Choice>
        <mc:Fallback xmlns="">
          <p:sp>
            <p:nvSpPr>
              <p:cNvPr id="1052303" name=""/>
              <p:cNvSpPr/>
              <p:nvPr/>
            </p:nvSpPr>
            <p:spPr>
              <a:xfrm>
                <a:off x="2634995" y="599804"/>
                <a:ext cx="168197" cy="251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304" name="Encre 1052303"/>
              <p14:cNvContentPartPr/>
              <p14:nvPr/>
            </p14:nvContentPartPr>
            <p14:xfrm>
              <a:off x="2548007" y="429810"/>
              <a:ext cx="222891" cy="183794"/>
            </p14:xfrm>
          </p:contentPart>
        </mc:Choice>
        <mc:Fallback xmlns="">
          <p:sp>
            <p:nvSpPr>
              <p:cNvPr id="1052304" name=""/>
              <p:cNvSpPr/>
              <p:nvPr/>
            </p:nvSpPr>
            <p:spPr>
              <a:xfrm>
                <a:off x="2548007" y="429810"/>
                <a:ext cx="222891" cy="1837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305" name="Encre 1052304"/>
              <p14:cNvContentPartPr/>
              <p14:nvPr/>
            </p14:nvContentPartPr>
            <p14:xfrm>
              <a:off x="2663676" y="401563"/>
              <a:ext cx="153189" cy="104761"/>
            </p14:xfrm>
          </p:contentPart>
        </mc:Choice>
        <mc:Fallback xmlns="">
          <p:sp>
            <p:nvSpPr>
              <p:cNvPr id="1052305" name=""/>
              <p:cNvSpPr/>
              <p:nvPr/>
            </p:nvSpPr>
            <p:spPr>
              <a:xfrm>
                <a:off x="2663676" y="401563"/>
                <a:ext cx="153189" cy="104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306" name="Encre 1052305"/>
              <p14:cNvContentPartPr/>
              <p14:nvPr/>
            </p14:nvContentPartPr>
            <p14:xfrm>
              <a:off x="1817835" y="1466046"/>
              <a:ext cx="881581" cy="527962"/>
            </p14:xfrm>
          </p:contentPart>
        </mc:Choice>
        <mc:Fallback xmlns="">
          <p:sp>
            <p:nvSpPr>
              <p:cNvPr id="1052306" name=""/>
              <p:cNvSpPr/>
              <p:nvPr/>
            </p:nvSpPr>
            <p:spPr>
              <a:xfrm>
                <a:off x="1817835" y="1466046"/>
                <a:ext cx="881581" cy="527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307" name="Encre 1052306"/>
              <p14:cNvContentPartPr/>
              <p14:nvPr/>
            </p14:nvContentPartPr>
            <p14:xfrm>
              <a:off x="1799202" y="1857209"/>
              <a:ext cx="156717" cy="152587"/>
            </p14:xfrm>
          </p:contentPart>
        </mc:Choice>
        <mc:Fallback xmlns="">
          <p:sp>
            <p:nvSpPr>
              <p:cNvPr id="1052307" name=""/>
              <p:cNvSpPr/>
              <p:nvPr/>
            </p:nvSpPr>
            <p:spPr>
              <a:xfrm>
                <a:off x="1799202" y="1857209"/>
                <a:ext cx="156717" cy="152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308" name="Encre 1052307"/>
              <p14:cNvContentPartPr/>
              <p14:nvPr/>
            </p14:nvContentPartPr>
            <p14:xfrm>
              <a:off x="1998720" y="2204689"/>
              <a:ext cx="72993" cy="242447"/>
            </p14:xfrm>
          </p:contentPart>
        </mc:Choice>
        <mc:Fallback xmlns="">
          <p:sp>
            <p:nvSpPr>
              <p:cNvPr id="1052308" name=""/>
              <p:cNvSpPr/>
              <p:nvPr/>
            </p:nvSpPr>
            <p:spPr>
              <a:xfrm>
                <a:off x="1998720" y="2204689"/>
                <a:ext cx="72993" cy="242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309" name="Encre 1052308"/>
              <p14:cNvContentPartPr/>
              <p14:nvPr/>
            </p14:nvContentPartPr>
            <p14:xfrm>
              <a:off x="1891497" y="2175650"/>
              <a:ext cx="292986" cy="72722"/>
            </p14:xfrm>
          </p:contentPart>
        </mc:Choice>
        <mc:Fallback xmlns="">
          <p:sp>
            <p:nvSpPr>
              <p:cNvPr id="1052309" name=""/>
              <p:cNvSpPr/>
              <p:nvPr/>
            </p:nvSpPr>
            <p:spPr>
              <a:xfrm>
                <a:off x="1891497" y="2175650"/>
                <a:ext cx="292986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310" name="Encre 1052309"/>
              <p14:cNvContentPartPr/>
              <p14:nvPr/>
            </p14:nvContentPartPr>
            <p14:xfrm>
              <a:off x="1905617" y="2076982"/>
              <a:ext cx="289280" cy="84520"/>
            </p14:xfrm>
          </p:contentPart>
        </mc:Choice>
        <mc:Fallback xmlns="">
          <p:sp>
            <p:nvSpPr>
              <p:cNvPr id="1052310" name=""/>
              <p:cNvSpPr/>
              <p:nvPr/>
            </p:nvSpPr>
            <p:spPr>
              <a:xfrm>
                <a:off x="1905617" y="2076982"/>
                <a:ext cx="289280" cy="845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311" name="Encre 1052310"/>
              <p14:cNvContentPartPr/>
              <p14:nvPr/>
            </p14:nvContentPartPr>
            <p14:xfrm>
              <a:off x="2098883" y="2051371"/>
              <a:ext cx="141598" cy="83032"/>
            </p14:xfrm>
          </p:contentPart>
        </mc:Choice>
        <mc:Fallback xmlns="">
          <p:sp>
            <p:nvSpPr>
              <p:cNvPr id="1052311" name=""/>
              <p:cNvSpPr/>
              <p:nvPr/>
            </p:nvSpPr>
            <p:spPr>
              <a:xfrm>
                <a:off x="2098883" y="2051371"/>
                <a:ext cx="141598" cy="83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312" name="Encre 1052311"/>
              <p14:cNvContentPartPr/>
              <p14:nvPr/>
            </p14:nvContentPartPr>
            <p14:xfrm>
              <a:off x="1759372" y="1828516"/>
              <a:ext cx="60643" cy="122512"/>
            </p14:xfrm>
          </p:contentPart>
        </mc:Choice>
        <mc:Fallback xmlns="">
          <p:sp>
            <p:nvSpPr>
              <p:cNvPr id="1052312" name=""/>
              <p:cNvSpPr/>
              <p:nvPr/>
            </p:nvSpPr>
            <p:spPr>
              <a:xfrm>
                <a:off x="1759372" y="1828516"/>
                <a:ext cx="60643" cy="122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313" name="Encre 1052312"/>
              <p14:cNvContentPartPr/>
              <p14:nvPr/>
            </p14:nvContentPartPr>
            <p14:xfrm>
              <a:off x="1619691" y="1502283"/>
              <a:ext cx="71481" cy="144452"/>
            </p14:xfrm>
          </p:contentPart>
        </mc:Choice>
        <mc:Fallback xmlns="">
          <p:sp>
            <p:nvSpPr>
              <p:cNvPr id="1052313" name=""/>
              <p:cNvSpPr/>
              <p:nvPr/>
            </p:nvSpPr>
            <p:spPr>
              <a:xfrm>
                <a:off x="1619691" y="1502283"/>
                <a:ext cx="71481" cy="144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314" name="Encre 1052313"/>
              <p14:cNvContentPartPr/>
              <p14:nvPr/>
            </p14:nvContentPartPr>
            <p14:xfrm>
              <a:off x="1454310" y="1261392"/>
              <a:ext cx="43597" cy="66654"/>
            </p14:xfrm>
          </p:contentPart>
        </mc:Choice>
        <mc:Fallback xmlns="">
          <p:sp>
            <p:nvSpPr>
              <p:cNvPr id="1052314" name=""/>
              <p:cNvSpPr/>
              <p:nvPr/>
            </p:nvSpPr>
            <p:spPr>
              <a:xfrm>
                <a:off x="1454310" y="1261392"/>
                <a:ext cx="43597" cy="66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315" name="Encre 1052314"/>
              <p14:cNvContentPartPr/>
              <p14:nvPr/>
            </p14:nvContentPartPr>
            <p14:xfrm>
              <a:off x="1390685" y="1108757"/>
              <a:ext cx="6355" cy="30905"/>
            </p14:xfrm>
          </p:contentPart>
        </mc:Choice>
        <mc:Fallback xmlns="">
          <p:sp>
            <p:nvSpPr>
              <p:cNvPr id="1052315" name=""/>
              <p:cNvSpPr/>
              <p:nvPr/>
            </p:nvSpPr>
            <p:spPr>
              <a:xfrm>
                <a:off x="1390685" y="1108757"/>
                <a:ext cx="6355" cy="309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316" name="Encre 1052315"/>
              <p14:cNvContentPartPr/>
              <p14:nvPr/>
            </p14:nvContentPartPr>
            <p14:xfrm>
              <a:off x="1541149" y="857211"/>
              <a:ext cx="142963" cy="108711"/>
            </p14:xfrm>
          </p:contentPart>
        </mc:Choice>
        <mc:Fallback xmlns="">
          <p:sp>
            <p:nvSpPr>
              <p:cNvPr id="1052316" name=""/>
              <p:cNvSpPr/>
              <p:nvPr/>
            </p:nvSpPr>
            <p:spPr>
              <a:xfrm>
                <a:off x="1541149" y="857211"/>
                <a:ext cx="142963" cy="108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317" name="Encre 1052316"/>
              <p14:cNvContentPartPr/>
              <p14:nvPr/>
            </p14:nvContentPartPr>
            <p14:xfrm>
              <a:off x="1898558" y="696735"/>
              <a:ext cx="129876" cy="73605"/>
            </p14:xfrm>
          </p:contentPart>
        </mc:Choice>
        <mc:Fallback xmlns="">
          <p:sp>
            <p:nvSpPr>
              <p:cNvPr id="1052317" name=""/>
              <p:cNvSpPr/>
              <p:nvPr/>
            </p:nvSpPr>
            <p:spPr>
              <a:xfrm>
                <a:off x="1898558" y="696735"/>
                <a:ext cx="129876" cy="73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318" name="Encre 1052317"/>
              <p14:cNvContentPartPr/>
              <p14:nvPr/>
            </p14:nvContentPartPr>
            <p14:xfrm>
              <a:off x="2191544" y="617682"/>
              <a:ext cx="73725" cy="29551"/>
            </p14:xfrm>
          </p:contentPart>
        </mc:Choice>
        <mc:Fallback xmlns="">
          <p:sp>
            <p:nvSpPr>
              <p:cNvPr id="1052318" name=""/>
              <p:cNvSpPr/>
              <p:nvPr/>
            </p:nvSpPr>
            <p:spPr>
              <a:xfrm>
                <a:off x="2191544" y="617682"/>
                <a:ext cx="73725" cy="29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319" name="Encre 1052318"/>
              <p14:cNvContentPartPr/>
              <p14:nvPr/>
            </p14:nvContentPartPr>
            <p14:xfrm>
              <a:off x="1413959" y="1009705"/>
              <a:ext cx="1342819" cy="463538"/>
            </p14:xfrm>
          </p:contentPart>
        </mc:Choice>
        <mc:Fallback xmlns="">
          <p:sp>
            <p:nvSpPr>
              <p:cNvPr id="1052319" name=""/>
              <p:cNvSpPr/>
              <p:nvPr/>
            </p:nvSpPr>
            <p:spPr>
              <a:xfrm>
                <a:off x="1413959" y="1009705"/>
                <a:ext cx="1342819" cy="463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320" name="Encre 1052319"/>
              <p14:cNvContentPartPr/>
              <p14:nvPr/>
            </p14:nvContentPartPr>
            <p14:xfrm>
              <a:off x="1369505" y="1168950"/>
              <a:ext cx="288397" cy="145005"/>
            </p14:xfrm>
          </p:contentPart>
        </mc:Choice>
        <mc:Fallback xmlns="">
          <p:sp>
            <p:nvSpPr>
              <p:cNvPr id="1052320" name=""/>
              <p:cNvSpPr/>
              <p:nvPr/>
            </p:nvSpPr>
            <p:spPr>
              <a:xfrm>
                <a:off x="1369505" y="1168950"/>
                <a:ext cx="288397" cy="145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321" name="Encre 1052320"/>
              <p14:cNvContentPartPr/>
              <p14:nvPr/>
            </p14:nvContentPartPr>
            <p14:xfrm>
              <a:off x="1629796" y="1045595"/>
              <a:ext cx="118738" cy="244708"/>
            </p14:xfrm>
          </p:contentPart>
        </mc:Choice>
        <mc:Fallback xmlns="">
          <p:sp>
            <p:nvSpPr>
              <p:cNvPr id="1052321" name=""/>
              <p:cNvSpPr/>
              <p:nvPr/>
            </p:nvSpPr>
            <p:spPr>
              <a:xfrm>
                <a:off x="1629796" y="1045595"/>
                <a:ext cx="118738" cy="244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322" name="Encre 1052321"/>
              <p14:cNvContentPartPr/>
              <p14:nvPr/>
            </p14:nvContentPartPr>
            <p14:xfrm>
              <a:off x="1576081" y="1082080"/>
              <a:ext cx="108032" cy="151526"/>
            </p14:xfrm>
          </p:contentPart>
        </mc:Choice>
        <mc:Fallback xmlns="">
          <p:sp>
            <p:nvSpPr>
              <p:cNvPr id="1052322" name=""/>
              <p:cNvSpPr/>
              <p:nvPr/>
            </p:nvSpPr>
            <p:spPr>
              <a:xfrm>
                <a:off x="1576081" y="1082080"/>
                <a:ext cx="108032" cy="1515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323" name="Encre 1052322"/>
              <p14:cNvContentPartPr/>
              <p14:nvPr/>
            </p14:nvContentPartPr>
            <p14:xfrm>
              <a:off x="1451468" y="1096227"/>
              <a:ext cx="125421" cy="150077"/>
            </p14:xfrm>
          </p:contentPart>
        </mc:Choice>
        <mc:Fallback xmlns="">
          <p:sp>
            <p:nvSpPr>
              <p:cNvPr id="1052323" name=""/>
              <p:cNvSpPr/>
              <p:nvPr/>
            </p:nvSpPr>
            <p:spPr>
              <a:xfrm>
                <a:off x="1451468" y="1096227"/>
                <a:ext cx="125421" cy="150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324" name="Encre 1052323"/>
              <p14:cNvContentPartPr/>
              <p14:nvPr/>
            </p14:nvContentPartPr>
            <p14:xfrm>
              <a:off x="1378274" y="1118069"/>
              <a:ext cx="105513" cy="95508"/>
            </p14:xfrm>
          </p:contentPart>
        </mc:Choice>
        <mc:Fallback xmlns="">
          <p:sp>
            <p:nvSpPr>
              <p:cNvPr id="1052324" name=""/>
              <p:cNvSpPr/>
              <p:nvPr/>
            </p:nvSpPr>
            <p:spPr>
              <a:xfrm>
                <a:off x="1378274" y="1118069"/>
                <a:ext cx="105513" cy="95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325" name="Encre 1052324"/>
              <p14:cNvContentPartPr/>
              <p14:nvPr/>
            </p14:nvContentPartPr>
            <p14:xfrm>
              <a:off x="1738467" y="1386373"/>
              <a:ext cx="34854" cy="330029"/>
            </p14:xfrm>
          </p:contentPart>
        </mc:Choice>
        <mc:Fallback xmlns="">
          <p:sp>
            <p:nvSpPr>
              <p:cNvPr id="1052325" name=""/>
              <p:cNvSpPr/>
              <p:nvPr/>
            </p:nvSpPr>
            <p:spPr>
              <a:xfrm>
                <a:off x="1738467" y="1386373"/>
                <a:ext cx="34854" cy="330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326" name="Encre 1052325"/>
              <p14:cNvContentPartPr/>
              <p14:nvPr/>
            </p14:nvContentPartPr>
            <p14:xfrm>
              <a:off x="1705783" y="1342559"/>
              <a:ext cx="271551" cy="332977"/>
            </p14:xfrm>
          </p:contentPart>
        </mc:Choice>
        <mc:Fallback xmlns="">
          <p:sp>
            <p:nvSpPr>
              <p:cNvPr id="1052326" name=""/>
              <p:cNvSpPr/>
              <p:nvPr/>
            </p:nvSpPr>
            <p:spPr>
              <a:xfrm>
                <a:off x="1705783" y="1342559"/>
                <a:ext cx="271551" cy="332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327" name="Encre 1052326"/>
              <p14:cNvContentPartPr/>
              <p14:nvPr/>
            </p14:nvContentPartPr>
            <p14:xfrm>
              <a:off x="1776774" y="1291809"/>
              <a:ext cx="202096" cy="22141"/>
            </p14:xfrm>
          </p:contentPart>
        </mc:Choice>
        <mc:Fallback xmlns="">
          <p:sp>
            <p:nvSpPr>
              <p:cNvPr id="1052327" name=""/>
              <p:cNvSpPr/>
              <p:nvPr/>
            </p:nvSpPr>
            <p:spPr>
              <a:xfrm>
                <a:off x="1776774" y="1291809"/>
                <a:ext cx="202096" cy="22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328" name="Encre 1052327"/>
              <p14:cNvContentPartPr/>
              <p14:nvPr/>
            </p14:nvContentPartPr>
            <p14:xfrm>
              <a:off x="1912677" y="1270464"/>
              <a:ext cx="103361" cy="133992"/>
            </p14:xfrm>
          </p:contentPart>
        </mc:Choice>
        <mc:Fallback xmlns="">
          <p:sp>
            <p:nvSpPr>
              <p:cNvPr id="1052328" name=""/>
              <p:cNvSpPr/>
              <p:nvPr/>
            </p:nvSpPr>
            <p:spPr>
              <a:xfrm>
                <a:off x="1912677" y="1270464"/>
                <a:ext cx="103361" cy="133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329" name="Encre 1052328"/>
              <p14:cNvContentPartPr/>
              <p14:nvPr/>
            </p14:nvContentPartPr>
            <p14:xfrm>
              <a:off x="2670736" y="1261043"/>
              <a:ext cx="222747" cy="125280"/>
            </p14:xfrm>
          </p:contentPart>
        </mc:Choice>
        <mc:Fallback xmlns="">
          <p:sp>
            <p:nvSpPr>
              <p:cNvPr id="1052329" name=""/>
              <p:cNvSpPr/>
              <p:nvPr/>
            </p:nvSpPr>
            <p:spPr>
              <a:xfrm>
                <a:off x="2670736" y="1261043"/>
                <a:ext cx="222747" cy="125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330" name="Encre 1052329"/>
              <p14:cNvContentPartPr/>
              <p14:nvPr/>
            </p14:nvContentPartPr>
            <p14:xfrm>
              <a:off x="863858" y="2937070"/>
              <a:ext cx="132091" cy="449066"/>
            </p14:xfrm>
          </p:contentPart>
        </mc:Choice>
        <mc:Fallback xmlns="">
          <p:sp>
            <p:nvSpPr>
              <p:cNvPr id="1052330" name=""/>
              <p:cNvSpPr/>
              <p:nvPr/>
            </p:nvSpPr>
            <p:spPr>
              <a:xfrm>
                <a:off x="863858" y="2937070"/>
                <a:ext cx="132091" cy="449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331" name="Encre 1052330"/>
              <p14:cNvContentPartPr/>
              <p14:nvPr/>
            </p14:nvContentPartPr>
            <p14:xfrm>
              <a:off x="1090197" y="3073886"/>
              <a:ext cx="242727" cy="250679"/>
            </p14:xfrm>
          </p:contentPart>
        </mc:Choice>
        <mc:Fallback xmlns="">
          <p:sp>
            <p:nvSpPr>
              <p:cNvPr id="1052331" name=""/>
              <p:cNvSpPr/>
              <p:nvPr/>
            </p:nvSpPr>
            <p:spPr>
              <a:xfrm>
                <a:off x="1090197" y="3073886"/>
                <a:ext cx="242727" cy="250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332" name="Encre 1052331"/>
              <p14:cNvContentPartPr/>
              <p14:nvPr/>
            </p14:nvContentPartPr>
            <p14:xfrm>
              <a:off x="1438504" y="2957976"/>
              <a:ext cx="138386" cy="602583"/>
            </p14:xfrm>
          </p:contentPart>
        </mc:Choice>
        <mc:Fallback xmlns="">
          <p:sp>
            <p:nvSpPr>
              <p:cNvPr id="1052332" name=""/>
              <p:cNvSpPr/>
              <p:nvPr/>
            </p:nvSpPr>
            <p:spPr>
              <a:xfrm>
                <a:off x="1438504" y="2957976"/>
                <a:ext cx="138386" cy="602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333" name="Encre 1052332"/>
              <p14:cNvContentPartPr/>
              <p14:nvPr/>
            </p14:nvContentPartPr>
            <p14:xfrm>
              <a:off x="1664058" y="3118578"/>
              <a:ext cx="248136" cy="412163"/>
            </p14:xfrm>
          </p:contentPart>
        </mc:Choice>
        <mc:Fallback xmlns="">
          <p:sp>
            <p:nvSpPr>
              <p:cNvPr id="1052333" name=""/>
              <p:cNvSpPr/>
              <p:nvPr/>
            </p:nvSpPr>
            <p:spPr>
              <a:xfrm>
                <a:off x="1664058" y="3118578"/>
                <a:ext cx="248136" cy="412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334" name="Encre 1052333"/>
              <p14:cNvContentPartPr/>
              <p14:nvPr/>
            </p14:nvContentPartPr>
            <p14:xfrm>
              <a:off x="1726464" y="3012051"/>
              <a:ext cx="200774" cy="17002"/>
            </p14:xfrm>
          </p:contentPart>
        </mc:Choice>
        <mc:Fallback xmlns="">
          <p:sp>
            <p:nvSpPr>
              <p:cNvPr id="1052334" name=""/>
              <p:cNvSpPr/>
              <p:nvPr/>
            </p:nvSpPr>
            <p:spPr>
              <a:xfrm>
                <a:off x="1726464" y="3012051"/>
                <a:ext cx="200774" cy="17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335" name="Encre 1052334"/>
              <p14:cNvContentPartPr/>
              <p14:nvPr/>
            </p14:nvContentPartPr>
            <p14:xfrm>
              <a:off x="1834136" y="2936135"/>
              <a:ext cx="136624" cy="160048"/>
            </p14:xfrm>
          </p:contentPart>
        </mc:Choice>
        <mc:Fallback xmlns="">
          <p:sp>
            <p:nvSpPr>
              <p:cNvPr id="1052335" name=""/>
              <p:cNvSpPr/>
              <p:nvPr/>
            </p:nvSpPr>
            <p:spPr>
              <a:xfrm>
                <a:off x="1834136" y="2936135"/>
                <a:ext cx="136624" cy="160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336" name="Encre 1052335"/>
              <p14:cNvContentPartPr/>
              <p14:nvPr/>
            </p14:nvContentPartPr>
            <p14:xfrm>
              <a:off x="2027401" y="2914790"/>
              <a:ext cx="162955" cy="644327"/>
            </p14:xfrm>
          </p:contentPart>
        </mc:Choice>
        <mc:Fallback xmlns="">
          <p:sp>
            <p:nvSpPr>
              <p:cNvPr id="1052336" name=""/>
              <p:cNvSpPr/>
              <p:nvPr/>
            </p:nvSpPr>
            <p:spPr>
              <a:xfrm>
                <a:off x="2027401" y="2914790"/>
                <a:ext cx="162955" cy="644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337" name="Encre 1052336"/>
              <p14:cNvContentPartPr/>
              <p14:nvPr/>
            </p14:nvContentPartPr>
            <p14:xfrm>
              <a:off x="2291706" y="3276104"/>
              <a:ext cx="171474" cy="20051"/>
            </p14:xfrm>
          </p:contentPart>
        </mc:Choice>
        <mc:Fallback xmlns="">
          <p:sp>
            <p:nvSpPr>
              <p:cNvPr id="1052337" name=""/>
              <p:cNvSpPr/>
              <p:nvPr/>
            </p:nvSpPr>
            <p:spPr>
              <a:xfrm>
                <a:off x="2291706" y="3276104"/>
                <a:ext cx="171474" cy="20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338" name="Encre 1052337"/>
              <p14:cNvContentPartPr/>
              <p14:nvPr/>
            </p14:nvContentPartPr>
            <p14:xfrm>
              <a:off x="2327447" y="3392823"/>
              <a:ext cx="148942" cy="7919"/>
            </p14:xfrm>
          </p:contentPart>
        </mc:Choice>
        <mc:Fallback xmlns="">
          <p:sp>
            <p:nvSpPr>
              <p:cNvPr id="1052338" name=""/>
              <p:cNvSpPr/>
              <p:nvPr/>
            </p:nvSpPr>
            <p:spPr>
              <a:xfrm>
                <a:off x="2327447" y="3392823"/>
                <a:ext cx="148942" cy="7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339" name="Encre 1052338"/>
              <p14:cNvContentPartPr/>
              <p14:nvPr/>
            </p14:nvContentPartPr>
            <p14:xfrm>
              <a:off x="2697238" y="3036658"/>
              <a:ext cx="283706" cy="411558"/>
            </p14:xfrm>
          </p:contentPart>
        </mc:Choice>
        <mc:Fallback xmlns="">
          <p:sp>
            <p:nvSpPr>
              <p:cNvPr id="1052339" name=""/>
              <p:cNvSpPr/>
              <p:nvPr/>
            </p:nvSpPr>
            <p:spPr>
              <a:xfrm>
                <a:off x="2697238" y="3036658"/>
                <a:ext cx="283706" cy="411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2340" name="Encre 1052339"/>
              <p14:cNvContentPartPr/>
              <p14:nvPr/>
            </p14:nvContentPartPr>
            <p14:xfrm>
              <a:off x="2718080" y="2898408"/>
              <a:ext cx="272116" cy="35904"/>
            </p14:xfrm>
          </p:contentPart>
        </mc:Choice>
        <mc:Fallback xmlns="">
          <p:sp>
            <p:nvSpPr>
              <p:cNvPr id="1052340" name=""/>
              <p:cNvSpPr/>
              <p:nvPr/>
            </p:nvSpPr>
            <p:spPr>
              <a:xfrm>
                <a:off x="2718080" y="2898408"/>
                <a:ext cx="272116" cy="35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2341" name="Encre 1052340"/>
              <p14:cNvContentPartPr/>
              <p14:nvPr/>
            </p14:nvContentPartPr>
            <p14:xfrm>
              <a:off x="2856941" y="2839580"/>
              <a:ext cx="253864" cy="209828"/>
            </p14:xfrm>
          </p:contentPart>
        </mc:Choice>
        <mc:Fallback xmlns="">
          <p:sp>
            <p:nvSpPr>
              <p:cNvPr id="1052341" name=""/>
              <p:cNvSpPr/>
              <p:nvPr/>
            </p:nvSpPr>
            <p:spPr>
              <a:xfrm>
                <a:off x="2856941" y="2839580"/>
                <a:ext cx="253864" cy="209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2342" name="Encre 1052341"/>
              <p14:cNvContentPartPr/>
              <p14:nvPr/>
            </p14:nvContentPartPr>
            <p14:xfrm>
              <a:off x="3167446" y="3298755"/>
              <a:ext cx="11161" cy="70568"/>
            </p14:xfrm>
          </p:contentPart>
        </mc:Choice>
        <mc:Fallback xmlns="">
          <p:sp>
            <p:nvSpPr>
              <p:cNvPr id="1052342" name=""/>
              <p:cNvSpPr/>
              <p:nvPr/>
            </p:nvSpPr>
            <p:spPr>
              <a:xfrm>
                <a:off x="3167446" y="3298755"/>
                <a:ext cx="11161" cy="70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2343" name="Encre 1052342"/>
              <p14:cNvContentPartPr/>
              <p14:nvPr/>
            </p14:nvContentPartPr>
            <p14:xfrm>
              <a:off x="3276280" y="3037414"/>
              <a:ext cx="205465" cy="336024"/>
            </p14:xfrm>
          </p:contentPart>
        </mc:Choice>
        <mc:Fallback xmlns="">
          <p:sp>
            <p:nvSpPr>
              <p:cNvPr id="1052343" name=""/>
              <p:cNvSpPr/>
              <p:nvPr/>
            </p:nvSpPr>
            <p:spPr>
              <a:xfrm>
                <a:off x="3276280" y="3037414"/>
                <a:ext cx="205465" cy="3360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2344" name="Encre 1052343"/>
              <p14:cNvContentPartPr/>
              <p14:nvPr/>
            </p14:nvContentPartPr>
            <p14:xfrm>
              <a:off x="3542831" y="3137634"/>
              <a:ext cx="161886" cy="203531"/>
            </p14:xfrm>
          </p:contentPart>
        </mc:Choice>
        <mc:Fallback xmlns="">
          <p:sp>
            <p:nvSpPr>
              <p:cNvPr id="1052344" name=""/>
              <p:cNvSpPr/>
              <p:nvPr/>
            </p:nvSpPr>
            <p:spPr>
              <a:xfrm>
                <a:off x="3542831" y="3137634"/>
                <a:ext cx="161886" cy="203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345" name="Encre 1052344"/>
              <p14:cNvContentPartPr/>
              <p14:nvPr/>
            </p14:nvContentPartPr>
            <p14:xfrm>
              <a:off x="3793703" y="3098340"/>
              <a:ext cx="244532" cy="210227"/>
            </p14:xfrm>
          </p:contentPart>
        </mc:Choice>
        <mc:Fallback xmlns="">
          <p:sp>
            <p:nvSpPr>
              <p:cNvPr id="1052345" name=""/>
              <p:cNvSpPr/>
              <p:nvPr/>
            </p:nvSpPr>
            <p:spPr>
              <a:xfrm>
                <a:off x="3793703" y="3098340"/>
                <a:ext cx="244532" cy="210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2346" name="Encre 1052345"/>
              <p14:cNvContentPartPr/>
              <p14:nvPr/>
            </p14:nvContentPartPr>
            <p14:xfrm>
              <a:off x="3684592" y="2921987"/>
              <a:ext cx="323555" cy="75881"/>
            </p14:xfrm>
          </p:contentPart>
        </mc:Choice>
        <mc:Fallback xmlns="">
          <p:sp>
            <p:nvSpPr>
              <p:cNvPr id="1052346" name=""/>
              <p:cNvSpPr/>
              <p:nvPr/>
            </p:nvSpPr>
            <p:spPr>
              <a:xfrm>
                <a:off x="3684592" y="2921987"/>
                <a:ext cx="323555" cy="75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2347" name="Encre 1052346"/>
              <p14:cNvContentPartPr/>
              <p14:nvPr/>
            </p14:nvContentPartPr>
            <p14:xfrm>
              <a:off x="3879746" y="2856463"/>
              <a:ext cx="172915" cy="183829"/>
            </p14:xfrm>
          </p:contentPart>
        </mc:Choice>
        <mc:Fallback xmlns="">
          <p:sp>
            <p:nvSpPr>
              <p:cNvPr id="1052347" name=""/>
              <p:cNvSpPr/>
              <p:nvPr/>
            </p:nvSpPr>
            <p:spPr>
              <a:xfrm>
                <a:off x="3879746" y="2856463"/>
                <a:ext cx="172915" cy="1838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2348" name="Encre 1052347"/>
              <p14:cNvContentPartPr/>
              <p14:nvPr/>
            </p14:nvContentPartPr>
            <p14:xfrm>
              <a:off x="2377749" y="3885500"/>
              <a:ext cx="229006" cy="14147"/>
            </p14:xfrm>
          </p:contentPart>
        </mc:Choice>
        <mc:Fallback xmlns="">
          <p:sp>
            <p:nvSpPr>
              <p:cNvPr id="1052348" name=""/>
              <p:cNvSpPr/>
              <p:nvPr/>
            </p:nvSpPr>
            <p:spPr>
              <a:xfrm>
                <a:off x="2377749" y="3885500"/>
                <a:ext cx="229006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2349" name="Encre 1052348"/>
              <p14:cNvContentPartPr/>
              <p14:nvPr/>
            </p14:nvContentPartPr>
            <p14:xfrm>
              <a:off x="2370689" y="4017732"/>
              <a:ext cx="237322" cy="20888"/>
            </p14:xfrm>
          </p:contentPart>
        </mc:Choice>
        <mc:Fallback xmlns="">
          <p:sp>
            <p:nvSpPr>
              <p:cNvPr id="1052349" name=""/>
              <p:cNvSpPr/>
              <p:nvPr/>
            </p:nvSpPr>
            <p:spPr>
              <a:xfrm>
                <a:off x="2370689" y="4017732"/>
                <a:ext cx="237322" cy="20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2350" name="Encre 1052349"/>
              <p14:cNvContentPartPr/>
              <p14:nvPr/>
            </p14:nvContentPartPr>
            <p14:xfrm>
              <a:off x="2871061" y="3776788"/>
              <a:ext cx="35740" cy="354677"/>
            </p14:xfrm>
          </p:contentPart>
        </mc:Choice>
        <mc:Fallback xmlns="">
          <p:sp>
            <p:nvSpPr>
              <p:cNvPr id="1052350" name=""/>
              <p:cNvSpPr/>
              <p:nvPr/>
            </p:nvSpPr>
            <p:spPr>
              <a:xfrm>
                <a:off x="2871061" y="3776788"/>
                <a:ext cx="35740" cy="354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2351" name="Encre 1052350"/>
              <p14:cNvContentPartPr/>
              <p14:nvPr/>
            </p14:nvContentPartPr>
            <p14:xfrm>
              <a:off x="2828260" y="3729423"/>
              <a:ext cx="294723" cy="338507"/>
            </p14:xfrm>
          </p:contentPart>
        </mc:Choice>
        <mc:Fallback xmlns="">
          <p:sp>
            <p:nvSpPr>
              <p:cNvPr id="1052351" name=""/>
              <p:cNvSpPr/>
              <p:nvPr/>
            </p:nvSpPr>
            <p:spPr>
              <a:xfrm>
                <a:off x="2828260" y="3729423"/>
                <a:ext cx="294723" cy="338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2352" name="Encre 1052351"/>
              <p14:cNvContentPartPr/>
              <p14:nvPr/>
            </p14:nvContentPartPr>
            <p14:xfrm>
              <a:off x="2814140" y="3638630"/>
              <a:ext cx="264842" cy="11971"/>
            </p14:xfrm>
          </p:contentPart>
        </mc:Choice>
        <mc:Fallback xmlns="">
          <p:sp>
            <p:nvSpPr>
              <p:cNvPr id="1052352" name=""/>
              <p:cNvSpPr/>
              <p:nvPr/>
            </p:nvSpPr>
            <p:spPr>
              <a:xfrm>
                <a:off x="2814140" y="3638630"/>
                <a:ext cx="264842" cy="119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2353" name="Encre 1052352"/>
              <p14:cNvContentPartPr/>
              <p14:nvPr/>
            </p14:nvContentPartPr>
            <p14:xfrm>
              <a:off x="3006964" y="3544721"/>
              <a:ext cx="186869" cy="240547"/>
            </p14:xfrm>
          </p:contentPart>
        </mc:Choice>
        <mc:Fallback xmlns="">
          <p:sp>
            <p:nvSpPr>
              <p:cNvPr id="1052353" name=""/>
              <p:cNvSpPr/>
              <p:nvPr/>
            </p:nvSpPr>
            <p:spPr>
              <a:xfrm>
                <a:off x="3006964" y="3544721"/>
                <a:ext cx="186869" cy="240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2354" name="Encre 1052353"/>
              <p14:cNvContentPartPr/>
              <p14:nvPr/>
            </p14:nvContentPartPr>
            <p14:xfrm>
              <a:off x="3349403" y="3965173"/>
              <a:ext cx="849" cy="74110"/>
            </p14:xfrm>
          </p:contentPart>
        </mc:Choice>
        <mc:Fallback xmlns="">
          <p:sp>
            <p:nvSpPr>
              <p:cNvPr id="1052354" name=""/>
              <p:cNvSpPr/>
              <p:nvPr/>
            </p:nvSpPr>
            <p:spPr>
              <a:xfrm>
                <a:off x="3349403" y="3965173"/>
                <a:ext cx="849" cy="74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2355" name="Encre 1052354"/>
              <p14:cNvContentPartPr/>
              <p14:nvPr/>
            </p14:nvContentPartPr>
            <p14:xfrm>
              <a:off x="3493215" y="3766919"/>
              <a:ext cx="274097" cy="255888"/>
            </p14:xfrm>
          </p:contentPart>
        </mc:Choice>
        <mc:Fallback xmlns="">
          <p:sp>
            <p:nvSpPr>
              <p:cNvPr id="1052355" name=""/>
              <p:cNvSpPr/>
              <p:nvPr/>
            </p:nvSpPr>
            <p:spPr>
              <a:xfrm>
                <a:off x="3493215" y="3766919"/>
                <a:ext cx="274097" cy="255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2356" name="Encre 1052355"/>
              <p14:cNvContentPartPr/>
              <p14:nvPr/>
            </p14:nvContentPartPr>
            <p14:xfrm>
              <a:off x="3479096" y="3646483"/>
              <a:ext cx="285926" cy="28543"/>
            </p14:xfrm>
          </p:contentPart>
        </mc:Choice>
        <mc:Fallback xmlns="">
          <p:sp>
            <p:nvSpPr>
              <p:cNvPr id="1052356" name=""/>
              <p:cNvSpPr/>
              <p:nvPr/>
            </p:nvSpPr>
            <p:spPr>
              <a:xfrm>
                <a:off x="3479096" y="3646483"/>
                <a:ext cx="285926" cy="28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2357" name="Encre 1052356"/>
              <p14:cNvContentPartPr/>
              <p14:nvPr/>
            </p14:nvContentPartPr>
            <p14:xfrm>
              <a:off x="3657800" y="3559117"/>
              <a:ext cx="144460" cy="214415"/>
            </p14:xfrm>
          </p:contentPart>
        </mc:Choice>
        <mc:Fallback xmlns="">
          <p:sp>
            <p:nvSpPr>
              <p:cNvPr id="1052357" name=""/>
              <p:cNvSpPr/>
              <p:nvPr/>
            </p:nvSpPr>
            <p:spPr>
              <a:xfrm>
                <a:off x="3657800" y="3559117"/>
                <a:ext cx="144460" cy="214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2358" name="Encre 1052357"/>
              <p14:cNvContentPartPr/>
              <p14:nvPr/>
            </p14:nvContentPartPr>
            <p14:xfrm>
              <a:off x="3953137" y="3633169"/>
              <a:ext cx="354446" cy="400434"/>
            </p14:xfrm>
          </p:contentPart>
        </mc:Choice>
        <mc:Fallback xmlns="">
          <p:sp>
            <p:nvSpPr>
              <p:cNvPr id="1052358" name=""/>
              <p:cNvSpPr/>
              <p:nvPr/>
            </p:nvSpPr>
            <p:spPr>
              <a:xfrm>
                <a:off x="3953137" y="3633169"/>
                <a:ext cx="354446" cy="400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2359" name="Encre 1052358"/>
              <p14:cNvContentPartPr/>
              <p14:nvPr/>
            </p14:nvContentPartPr>
            <p14:xfrm>
              <a:off x="4201413" y="3813026"/>
              <a:ext cx="178704" cy="1538"/>
            </p14:xfrm>
          </p:contentPart>
        </mc:Choice>
        <mc:Fallback xmlns="">
          <p:sp>
            <p:nvSpPr>
              <p:cNvPr id="1052359" name=""/>
              <p:cNvSpPr/>
              <p:nvPr/>
            </p:nvSpPr>
            <p:spPr>
              <a:xfrm>
                <a:off x="4201413" y="3813026"/>
                <a:ext cx="178704" cy="1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2360" name="Encre 1052359"/>
              <p14:cNvContentPartPr/>
              <p14:nvPr/>
            </p14:nvContentPartPr>
            <p14:xfrm>
              <a:off x="2542333" y="4573262"/>
              <a:ext cx="251554" cy="2065"/>
            </p14:xfrm>
          </p:contentPart>
        </mc:Choice>
        <mc:Fallback xmlns="">
          <p:sp>
            <p:nvSpPr>
              <p:cNvPr id="1052360" name=""/>
              <p:cNvSpPr/>
              <p:nvPr/>
            </p:nvSpPr>
            <p:spPr>
              <a:xfrm>
                <a:off x="2542333" y="4573262"/>
                <a:ext cx="251554" cy="2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2361" name="Encre 1052360"/>
              <p14:cNvContentPartPr/>
              <p14:nvPr/>
            </p14:nvContentPartPr>
            <p14:xfrm>
              <a:off x="2578074" y="4675025"/>
              <a:ext cx="214445" cy="14147"/>
            </p14:xfrm>
          </p:contentPart>
        </mc:Choice>
        <mc:Fallback xmlns="">
          <p:sp>
            <p:nvSpPr>
              <p:cNvPr id="1052361" name=""/>
              <p:cNvSpPr/>
              <p:nvPr/>
            </p:nvSpPr>
            <p:spPr>
              <a:xfrm>
                <a:off x="2578074" y="4675025"/>
                <a:ext cx="214445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2362" name="Encre 1052361"/>
              <p14:cNvContentPartPr/>
              <p14:nvPr/>
            </p14:nvContentPartPr>
            <p14:xfrm>
              <a:off x="3121688" y="4479443"/>
              <a:ext cx="33876" cy="301295"/>
            </p14:xfrm>
          </p:contentPart>
        </mc:Choice>
        <mc:Fallback xmlns="">
          <p:sp>
            <p:nvSpPr>
              <p:cNvPr id="1052362" name=""/>
              <p:cNvSpPr/>
              <p:nvPr/>
            </p:nvSpPr>
            <p:spPr>
              <a:xfrm>
                <a:off x="3121688" y="4479443"/>
                <a:ext cx="33876" cy="301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2363" name="Encre 1052362"/>
              <p14:cNvContentPartPr/>
              <p14:nvPr/>
            </p14:nvContentPartPr>
            <p14:xfrm>
              <a:off x="2928422" y="4443206"/>
              <a:ext cx="376194" cy="36490"/>
            </p14:xfrm>
          </p:contentPart>
        </mc:Choice>
        <mc:Fallback xmlns="">
          <p:sp>
            <p:nvSpPr>
              <p:cNvPr id="1052363" name=""/>
              <p:cNvSpPr/>
              <p:nvPr/>
            </p:nvSpPr>
            <p:spPr>
              <a:xfrm>
                <a:off x="2928422" y="4443206"/>
                <a:ext cx="376194" cy="36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2364" name="Encre 1052363"/>
              <p14:cNvContentPartPr/>
              <p14:nvPr/>
            </p14:nvContentPartPr>
            <p14:xfrm>
              <a:off x="2928422" y="4327049"/>
              <a:ext cx="395716" cy="15213"/>
            </p14:xfrm>
          </p:contentPart>
        </mc:Choice>
        <mc:Fallback xmlns="">
          <p:sp>
            <p:nvSpPr>
              <p:cNvPr id="1052364" name=""/>
              <p:cNvSpPr/>
              <p:nvPr/>
            </p:nvSpPr>
            <p:spPr>
              <a:xfrm>
                <a:off x="2928422" y="4327049"/>
                <a:ext cx="395716" cy="15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2365" name="Encre 1052364"/>
              <p14:cNvContentPartPr/>
              <p14:nvPr/>
            </p14:nvContentPartPr>
            <p14:xfrm>
              <a:off x="3214349" y="4247376"/>
              <a:ext cx="187648" cy="193830"/>
            </p14:xfrm>
          </p:contentPart>
        </mc:Choice>
        <mc:Fallback xmlns="">
          <p:sp>
            <p:nvSpPr>
              <p:cNvPr id="1052365" name=""/>
              <p:cNvSpPr/>
              <p:nvPr/>
            </p:nvSpPr>
            <p:spPr>
              <a:xfrm>
                <a:off x="3214349" y="4247376"/>
                <a:ext cx="187648" cy="193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2366" name="Encre 1052365"/>
              <p14:cNvContentPartPr/>
              <p14:nvPr/>
            </p14:nvContentPartPr>
            <p14:xfrm>
              <a:off x="3448039" y="4718212"/>
              <a:ext cx="9436" cy="74054"/>
            </p14:xfrm>
          </p:contentPart>
        </mc:Choice>
        <mc:Fallback xmlns="">
          <p:sp>
            <p:nvSpPr>
              <p:cNvPr id="1052366" name=""/>
              <p:cNvSpPr/>
              <p:nvPr/>
            </p:nvSpPr>
            <p:spPr>
              <a:xfrm>
                <a:off x="3448039" y="4718212"/>
                <a:ext cx="9436" cy="74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2367" name="Encre 1052366"/>
              <p14:cNvContentPartPr/>
              <p14:nvPr/>
            </p14:nvContentPartPr>
            <p14:xfrm>
              <a:off x="3602203" y="4566499"/>
              <a:ext cx="227240" cy="225106"/>
            </p14:xfrm>
          </p:contentPart>
        </mc:Choice>
        <mc:Fallback xmlns="">
          <p:sp>
            <p:nvSpPr>
              <p:cNvPr id="1052367" name=""/>
              <p:cNvSpPr/>
              <p:nvPr/>
            </p:nvSpPr>
            <p:spPr>
              <a:xfrm>
                <a:off x="3602203" y="4566499"/>
                <a:ext cx="227240" cy="225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2368" name="Encre 1052367"/>
              <p14:cNvContentPartPr/>
              <p14:nvPr/>
            </p14:nvContentPartPr>
            <p14:xfrm>
              <a:off x="3579258" y="4413919"/>
              <a:ext cx="227447" cy="10813"/>
            </p14:xfrm>
          </p:contentPart>
        </mc:Choice>
        <mc:Fallback xmlns="">
          <p:sp>
            <p:nvSpPr>
              <p:cNvPr id="1052368" name=""/>
              <p:cNvSpPr/>
              <p:nvPr/>
            </p:nvSpPr>
            <p:spPr>
              <a:xfrm>
                <a:off x="3579258" y="4413919"/>
                <a:ext cx="227447" cy="10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2369" name="Encre 1052368"/>
              <p14:cNvContentPartPr/>
              <p14:nvPr/>
            </p14:nvContentPartPr>
            <p14:xfrm>
              <a:off x="3736341" y="4319851"/>
              <a:ext cx="141423" cy="206254"/>
            </p14:xfrm>
          </p:contentPart>
        </mc:Choice>
        <mc:Fallback xmlns="">
          <p:sp>
            <p:nvSpPr>
              <p:cNvPr id="1052369" name=""/>
              <p:cNvSpPr/>
              <p:nvPr/>
            </p:nvSpPr>
            <p:spPr>
              <a:xfrm>
                <a:off x="3736341" y="4319851"/>
                <a:ext cx="141423" cy="206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2370" name="Encre 1052369"/>
              <p14:cNvContentPartPr/>
              <p14:nvPr/>
            </p14:nvContentPartPr>
            <p14:xfrm>
              <a:off x="4120801" y="4348890"/>
              <a:ext cx="373598" cy="463476"/>
            </p14:xfrm>
          </p:contentPart>
        </mc:Choice>
        <mc:Fallback xmlns="">
          <p:sp>
            <p:nvSpPr>
              <p:cNvPr id="1052370" name=""/>
              <p:cNvSpPr/>
              <p:nvPr/>
            </p:nvSpPr>
            <p:spPr>
              <a:xfrm>
                <a:off x="4120801" y="4348890"/>
                <a:ext cx="373598" cy="463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2371" name="Encre 1052370"/>
              <p14:cNvContentPartPr/>
              <p14:nvPr/>
            </p14:nvContentPartPr>
            <p14:xfrm>
              <a:off x="3024379" y="4797884"/>
              <a:ext cx="883606" cy="195787"/>
            </p14:xfrm>
          </p:contentPart>
        </mc:Choice>
        <mc:Fallback xmlns="">
          <p:sp>
            <p:nvSpPr>
              <p:cNvPr id="1052371" name=""/>
              <p:cNvSpPr/>
              <p:nvPr/>
            </p:nvSpPr>
            <p:spPr>
              <a:xfrm>
                <a:off x="3024379" y="4797884"/>
                <a:ext cx="883606" cy="195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2372" name="Encre 1052371"/>
              <p14:cNvContentPartPr/>
              <p14:nvPr/>
            </p14:nvContentPartPr>
            <p14:xfrm>
              <a:off x="3456768" y="5167702"/>
              <a:ext cx="294134" cy="372612"/>
            </p14:xfrm>
          </p:contentPart>
        </mc:Choice>
        <mc:Fallback xmlns="">
          <p:sp>
            <p:nvSpPr>
              <p:cNvPr id="1052372" name=""/>
              <p:cNvSpPr/>
              <p:nvPr/>
            </p:nvSpPr>
            <p:spPr>
              <a:xfrm>
                <a:off x="3456768" y="5167702"/>
                <a:ext cx="294134" cy="372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2373" name="Encre 1052372"/>
              <p14:cNvContentPartPr/>
              <p14:nvPr/>
            </p14:nvContentPartPr>
            <p14:xfrm>
              <a:off x="3794380" y="5283612"/>
              <a:ext cx="166176" cy="191565"/>
            </p14:xfrm>
          </p:contentPart>
        </mc:Choice>
        <mc:Fallback xmlns="">
          <p:sp>
            <p:nvSpPr>
              <p:cNvPr id="1052373" name=""/>
              <p:cNvSpPr/>
              <p:nvPr/>
            </p:nvSpPr>
            <p:spPr>
              <a:xfrm>
                <a:off x="3794380" y="5283612"/>
                <a:ext cx="166176" cy="191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2374" name="Encre 1052373"/>
              <p14:cNvContentPartPr/>
              <p14:nvPr/>
            </p14:nvContentPartPr>
            <p14:xfrm>
              <a:off x="3926319" y="5324497"/>
              <a:ext cx="10347" cy="31093"/>
            </p14:xfrm>
          </p:contentPart>
        </mc:Choice>
        <mc:Fallback xmlns="">
          <p:sp>
            <p:nvSpPr>
              <p:cNvPr id="1052374" name=""/>
              <p:cNvSpPr/>
              <p:nvPr/>
            </p:nvSpPr>
            <p:spPr>
              <a:xfrm>
                <a:off x="3926319" y="5324497"/>
                <a:ext cx="10347" cy="31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2375" name="Encre 1052374"/>
              <p14:cNvContentPartPr/>
              <p14:nvPr/>
            </p14:nvContentPartPr>
            <p14:xfrm>
              <a:off x="946299" y="5449940"/>
              <a:ext cx="251063" cy="537068"/>
            </p14:xfrm>
          </p:contentPart>
        </mc:Choice>
        <mc:Fallback xmlns="">
          <p:sp>
            <p:nvSpPr>
              <p:cNvPr id="1052375" name=""/>
              <p:cNvSpPr/>
              <p:nvPr/>
            </p:nvSpPr>
            <p:spPr>
              <a:xfrm>
                <a:off x="946299" y="5449940"/>
                <a:ext cx="251063" cy="537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2376" name="Encre 1052375"/>
              <p14:cNvContentPartPr/>
              <p14:nvPr/>
            </p14:nvContentPartPr>
            <p14:xfrm>
              <a:off x="1181993" y="5616696"/>
              <a:ext cx="210244" cy="347062"/>
            </p14:xfrm>
          </p:contentPart>
        </mc:Choice>
        <mc:Fallback xmlns="">
          <p:sp>
            <p:nvSpPr>
              <p:cNvPr id="1052376" name=""/>
              <p:cNvSpPr/>
              <p:nvPr/>
            </p:nvSpPr>
            <p:spPr>
              <a:xfrm>
                <a:off x="1181993" y="5616696"/>
                <a:ext cx="210244" cy="347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2377" name="Encre 1052376"/>
              <p14:cNvContentPartPr/>
              <p14:nvPr/>
            </p14:nvContentPartPr>
            <p14:xfrm>
              <a:off x="1446503" y="5578225"/>
              <a:ext cx="91116" cy="653189"/>
            </p14:xfrm>
          </p:contentPart>
        </mc:Choice>
        <mc:Fallback xmlns="">
          <p:sp>
            <p:nvSpPr>
              <p:cNvPr id="1052377" name=""/>
              <p:cNvSpPr/>
              <p:nvPr/>
            </p:nvSpPr>
            <p:spPr>
              <a:xfrm>
                <a:off x="1446503" y="5578225"/>
                <a:ext cx="91116" cy="653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2378" name="Encre 1052377"/>
              <p14:cNvContentPartPr/>
              <p14:nvPr/>
            </p14:nvContentPartPr>
            <p14:xfrm>
              <a:off x="1626751" y="5812277"/>
              <a:ext cx="186893" cy="326094"/>
            </p14:xfrm>
          </p:contentPart>
        </mc:Choice>
        <mc:Fallback xmlns="">
          <p:sp>
            <p:nvSpPr>
              <p:cNvPr id="1052378" name=""/>
              <p:cNvSpPr/>
              <p:nvPr/>
            </p:nvSpPr>
            <p:spPr>
              <a:xfrm>
                <a:off x="1626751" y="5812277"/>
                <a:ext cx="186893" cy="326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2379" name="Encre 1052378"/>
              <p14:cNvContentPartPr/>
              <p14:nvPr/>
            </p14:nvContentPartPr>
            <p14:xfrm>
              <a:off x="1601790" y="5690347"/>
              <a:ext cx="268086" cy="6021"/>
            </p14:xfrm>
          </p:contentPart>
        </mc:Choice>
        <mc:Fallback xmlns="">
          <p:sp>
            <p:nvSpPr>
              <p:cNvPr id="1052379" name=""/>
              <p:cNvSpPr/>
              <p:nvPr/>
            </p:nvSpPr>
            <p:spPr>
              <a:xfrm>
                <a:off x="1601790" y="5690347"/>
                <a:ext cx="268086" cy="60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2380" name="Encre 1052379"/>
              <p14:cNvContentPartPr/>
              <p14:nvPr/>
            </p14:nvContentPartPr>
            <p14:xfrm>
              <a:off x="1741033" y="5594855"/>
              <a:ext cx="142004" cy="156391"/>
            </p14:xfrm>
          </p:contentPart>
        </mc:Choice>
        <mc:Fallback xmlns="">
          <p:sp>
            <p:nvSpPr>
              <p:cNvPr id="1052380" name=""/>
              <p:cNvSpPr/>
              <p:nvPr/>
            </p:nvSpPr>
            <p:spPr>
              <a:xfrm>
                <a:off x="1741033" y="5594855"/>
                <a:ext cx="142004" cy="156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2381" name="Encre 1052380"/>
              <p14:cNvContentPartPr/>
              <p14:nvPr/>
            </p14:nvContentPartPr>
            <p14:xfrm>
              <a:off x="1939568" y="5587409"/>
              <a:ext cx="102390" cy="634251"/>
            </p14:xfrm>
          </p:contentPart>
        </mc:Choice>
        <mc:Fallback xmlns="">
          <p:sp>
            <p:nvSpPr>
              <p:cNvPr id="1052381" name=""/>
              <p:cNvSpPr/>
              <p:nvPr/>
            </p:nvSpPr>
            <p:spPr>
              <a:xfrm>
                <a:off x="1939568" y="5587409"/>
                <a:ext cx="102390" cy="634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2382" name="Encre 1052381"/>
              <p14:cNvContentPartPr/>
              <p14:nvPr/>
            </p14:nvContentPartPr>
            <p14:xfrm>
              <a:off x="2084321" y="5965638"/>
              <a:ext cx="144705" cy="8173"/>
            </p14:xfrm>
          </p:contentPart>
        </mc:Choice>
        <mc:Fallback xmlns="">
          <p:sp>
            <p:nvSpPr>
              <p:cNvPr id="1052382" name=""/>
              <p:cNvSpPr/>
              <p:nvPr/>
            </p:nvSpPr>
            <p:spPr>
              <a:xfrm>
                <a:off x="2084321" y="5965638"/>
                <a:ext cx="144705" cy="8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2383" name="Encre 1052382"/>
              <p14:cNvContentPartPr/>
              <p14:nvPr/>
            </p14:nvContentPartPr>
            <p14:xfrm>
              <a:off x="2105943" y="6065396"/>
              <a:ext cx="158877" cy="14689"/>
            </p14:xfrm>
          </p:contentPart>
        </mc:Choice>
        <mc:Fallback xmlns="">
          <p:sp>
            <p:nvSpPr>
              <p:cNvPr id="1052383" name=""/>
              <p:cNvSpPr/>
              <p:nvPr/>
            </p:nvSpPr>
            <p:spPr>
              <a:xfrm>
                <a:off x="2105943" y="6065396"/>
                <a:ext cx="158877" cy="14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2384" name="Encre 1052383"/>
              <p14:cNvContentPartPr/>
              <p14:nvPr/>
            </p14:nvContentPartPr>
            <p14:xfrm>
              <a:off x="2361475" y="5883158"/>
              <a:ext cx="163293" cy="253343"/>
            </p14:xfrm>
          </p:contentPart>
        </mc:Choice>
        <mc:Fallback xmlns="">
          <p:sp>
            <p:nvSpPr>
              <p:cNvPr id="1052384" name=""/>
              <p:cNvSpPr/>
              <p:nvPr/>
            </p:nvSpPr>
            <p:spPr>
              <a:xfrm>
                <a:off x="2361475" y="5883158"/>
                <a:ext cx="163293" cy="253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2385" name="Encre 1052384"/>
              <p14:cNvContentPartPr/>
              <p14:nvPr/>
            </p14:nvContentPartPr>
            <p14:xfrm>
              <a:off x="1143732" y="6343433"/>
              <a:ext cx="1347417" cy="67702"/>
            </p14:xfrm>
          </p:contentPart>
        </mc:Choice>
        <mc:Fallback xmlns="">
          <p:sp>
            <p:nvSpPr>
              <p:cNvPr id="1052385" name=""/>
              <p:cNvSpPr/>
              <p:nvPr/>
            </p:nvSpPr>
            <p:spPr>
              <a:xfrm>
                <a:off x="1143732" y="6343433"/>
                <a:ext cx="1347417" cy="67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2386" name="Encre 1052385"/>
              <p14:cNvContentPartPr/>
              <p14:nvPr/>
            </p14:nvContentPartPr>
            <p14:xfrm>
              <a:off x="2928422" y="4718211"/>
              <a:ext cx="33535" cy="20105"/>
            </p14:xfrm>
          </p:contentPart>
        </mc:Choice>
        <mc:Fallback xmlns="">
          <p:sp>
            <p:nvSpPr>
              <p:cNvPr id="1052386" name=""/>
              <p:cNvSpPr/>
              <p:nvPr/>
            </p:nvSpPr>
            <p:spPr>
              <a:xfrm>
                <a:off x="2928422" y="4718211"/>
                <a:ext cx="33535" cy="20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2387" name="Encre 1052386"/>
              <p14:cNvContentPartPr/>
              <p14:nvPr/>
            </p14:nvContentPartPr>
            <p14:xfrm>
              <a:off x="698694" y="5191891"/>
              <a:ext cx="1926425" cy="1182769"/>
            </p14:xfrm>
          </p:contentPart>
        </mc:Choice>
        <mc:Fallback xmlns="">
          <p:sp>
            <p:nvSpPr>
              <p:cNvPr id="1052387" name=""/>
              <p:cNvSpPr/>
              <p:nvPr/>
            </p:nvSpPr>
            <p:spPr>
              <a:xfrm>
                <a:off x="698694" y="5191891"/>
                <a:ext cx="1926425" cy="1182769"/>
              </a:xfrm>
            </p:spPr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6095" y="191119"/>
            <a:ext cx="8575681" cy="514821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87" name="ZoneTexte 4"/>
          <p:cNvSpPr txBox="1"/>
          <p:nvPr/>
        </p:nvSpPr>
        <p:spPr>
          <a:xfrm>
            <a:off x="966095" y="618519"/>
            <a:ext cx="41960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 Ce travail dépend du chemin AB.</a:t>
            </a:r>
          </a:p>
        </p:txBody>
      </p:sp>
      <p:sp>
        <p:nvSpPr>
          <p:cNvPr id="1048588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4425" y="1731429"/>
            <a:ext cx="10573555" cy="400110"/>
          </a:xfrm>
          <a:prstGeom prst="rect">
            <a:avLst/>
          </a:prstGeom>
          <a:blipFill rotWithShape="0">
            <a:blip r:embed="rId3"/>
            <a:stretch>
              <a:fillRect l="-519" t="-7576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89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4426" y="2228018"/>
            <a:ext cx="10573555" cy="4178644"/>
          </a:xfrm>
          <a:prstGeom prst="rect">
            <a:avLst/>
          </a:prstGeom>
          <a:blipFill rotWithShape="0">
            <a:blip r:embed="rId4"/>
            <a:stretch>
              <a:fillRect l="-576" t="-729" r="-576" b="-160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0" name="ZoneTexte 7"/>
          <p:cNvSpPr txBox="1"/>
          <p:nvPr/>
        </p:nvSpPr>
        <p:spPr>
          <a:xfrm>
            <a:off x="605307" y="1144196"/>
            <a:ext cx="3586480" cy="447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4.2.3. Energie mécanique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2388" name="Encre 1052387"/>
              <p14:cNvContentPartPr/>
              <p14:nvPr/>
            </p14:nvContentPartPr>
            <p14:xfrm>
              <a:off x="8959818" y="220067"/>
              <a:ext cx="557820" cy="537925"/>
            </p14:xfrm>
          </p:contentPart>
        </mc:Choice>
        <mc:Fallback xmlns="">
          <p:sp>
            <p:nvSpPr>
              <p:cNvPr id="1052388" name=""/>
              <p:cNvSpPr/>
              <p:nvPr/>
            </p:nvSpPr>
            <p:spPr>
              <a:xfrm>
                <a:off x="8959818" y="220067"/>
                <a:ext cx="557820" cy="537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389" name="Encre 1052388"/>
              <p14:cNvContentPartPr/>
              <p14:nvPr/>
            </p14:nvContentPartPr>
            <p14:xfrm>
              <a:off x="6311004" y="948280"/>
              <a:ext cx="3815963" cy="481279"/>
            </p14:xfrm>
          </p:contentPart>
        </mc:Choice>
        <mc:Fallback xmlns="">
          <p:sp>
            <p:nvSpPr>
              <p:cNvPr id="1052389" name=""/>
              <p:cNvSpPr/>
              <p:nvPr/>
            </p:nvSpPr>
            <p:spPr>
              <a:xfrm>
                <a:off x="6311004" y="948280"/>
                <a:ext cx="3815963" cy="481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390" name="Encre 1052389"/>
              <p14:cNvContentPartPr/>
              <p14:nvPr/>
            </p14:nvContentPartPr>
            <p14:xfrm>
              <a:off x="6389987" y="1248374"/>
              <a:ext cx="17083" cy="192325"/>
            </p14:xfrm>
          </p:contentPart>
        </mc:Choice>
        <mc:Fallback xmlns="">
          <p:sp>
            <p:nvSpPr>
              <p:cNvPr id="1052390" name=""/>
              <p:cNvSpPr/>
              <p:nvPr/>
            </p:nvSpPr>
            <p:spPr>
              <a:xfrm>
                <a:off x="6389987" y="1248374"/>
                <a:ext cx="17083" cy="192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391" name="Encre 1052390"/>
              <p14:cNvContentPartPr/>
              <p14:nvPr/>
            </p14:nvContentPartPr>
            <p14:xfrm>
              <a:off x="6318064" y="1320849"/>
              <a:ext cx="204803" cy="68514"/>
            </p14:xfrm>
          </p:contentPart>
        </mc:Choice>
        <mc:Fallback xmlns="">
          <p:sp>
            <p:nvSpPr>
              <p:cNvPr id="1052391" name=""/>
              <p:cNvSpPr/>
              <p:nvPr/>
            </p:nvSpPr>
            <p:spPr>
              <a:xfrm>
                <a:off x="6318064" y="1320849"/>
                <a:ext cx="204803" cy="68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392" name="Encre 1052391"/>
              <p14:cNvContentPartPr/>
              <p14:nvPr/>
            </p14:nvContentPartPr>
            <p14:xfrm>
              <a:off x="6461468" y="1496770"/>
              <a:ext cx="182315" cy="210044"/>
            </p14:xfrm>
          </p:contentPart>
        </mc:Choice>
        <mc:Fallback xmlns="">
          <p:sp>
            <p:nvSpPr>
              <p:cNvPr id="1052392" name=""/>
              <p:cNvSpPr/>
              <p:nvPr/>
            </p:nvSpPr>
            <p:spPr>
              <a:xfrm>
                <a:off x="6461468" y="1496770"/>
                <a:ext cx="182315" cy="210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393" name="Encre 1052392"/>
              <p14:cNvContentPartPr/>
              <p14:nvPr/>
            </p14:nvContentPartPr>
            <p14:xfrm>
              <a:off x="6475588" y="1581955"/>
              <a:ext cx="185764" cy="21345"/>
            </p14:xfrm>
          </p:contentPart>
        </mc:Choice>
        <mc:Fallback xmlns="">
          <p:sp>
            <p:nvSpPr>
              <p:cNvPr id="1052393" name=""/>
              <p:cNvSpPr/>
              <p:nvPr/>
            </p:nvSpPr>
            <p:spPr>
              <a:xfrm>
                <a:off x="6475588" y="1581955"/>
                <a:ext cx="185764" cy="21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394" name="Encre 1052393"/>
              <p14:cNvContentPartPr/>
              <p14:nvPr/>
            </p14:nvContentPartPr>
            <p14:xfrm>
              <a:off x="9719742" y="1299007"/>
              <a:ext cx="66946" cy="159999"/>
            </p14:xfrm>
          </p:contentPart>
        </mc:Choice>
        <mc:Fallback xmlns="">
          <p:sp>
            <p:nvSpPr>
              <p:cNvPr id="1052394" name=""/>
              <p:cNvSpPr/>
              <p:nvPr/>
            </p:nvSpPr>
            <p:spPr>
              <a:xfrm>
                <a:off x="9719742" y="1299007"/>
                <a:ext cx="66946" cy="159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395" name="Encre 1052394"/>
              <p14:cNvContentPartPr/>
              <p14:nvPr/>
            </p14:nvContentPartPr>
            <p14:xfrm>
              <a:off x="9686525" y="1364532"/>
              <a:ext cx="137144" cy="93167"/>
            </p14:xfrm>
          </p:contentPart>
        </mc:Choice>
        <mc:Fallback xmlns="">
          <p:sp>
            <p:nvSpPr>
              <p:cNvPr id="1052395" name=""/>
              <p:cNvSpPr/>
              <p:nvPr/>
            </p:nvSpPr>
            <p:spPr>
              <a:xfrm>
                <a:off x="9686525" y="1364532"/>
                <a:ext cx="137144" cy="931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396" name="Encre 1052395"/>
              <p14:cNvContentPartPr/>
              <p14:nvPr/>
            </p14:nvContentPartPr>
            <p14:xfrm>
              <a:off x="9829930" y="1506819"/>
              <a:ext cx="163015" cy="202417"/>
            </p14:xfrm>
          </p:contentPart>
        </mc:Choice>
        <mc:Fallback xmlns="">
          <p:sp>
            <p:nvSpPr>
              <p:cNvPr id="1052396" name=""/>
              <p:cNvSpPr/>
              <p:nvPr/>
            </p:nvSpPr>
            <p:spPr>
              <a:xfrm>
                <a:off x="9829930" y="1506819"/>
                <a:ext cx="163015" cy="202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397" name="Encre 1052396"/>
              <p14:cNvContentPartPr/>
              <p14:nvPr/>
            </p14:nvContentPartPr>
            <p14:xfrm>
              <a:off x="6411166" y="1118816"/>
              <a:ext cx="313553" cy="281704"/>
            </p14:xfrm>
          </p:contentPart>
        </mc:Choice>
        <mc:Fallback xmlns="">
          <p:sp>
            <p:nvSpPr>
              <p:cNvPr id="1052397" name=""/>
              <p:cNvSpPr/>
              <p:nvPr/>
            </p:nvSpPr>
            <p:spPr>
              <a:xfrm>
                <a:off x="6411166" y="1118816"/>
                <a:ext cx="313553" cy="281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398" name="Encre 1052397"/>
              <p14:cNvContentPartPr/>
              <p14:nvPr/>
            </p14:nvContentPartPr>
            <p14:xfrm>
              <a:off x="6618552" y="957569"/>
              <a:ext cx="1758195" cy="240420"/>
            </p14:xfrm>
          </p:contentPart>
        </mc:Choice>
        <mc:Fallback xmlns="">
          <p:sp>
            <p:nvSpPr>
              <p:cNvPr id="1052398" name=""/>
              <p:cNvSpPr/>
              <p:nvPr/>
            </p:nvSpPr>
            <p:spPr>
              <a:xfrm>
                <a:off x="6618552" y="957569"/>
                <a:ext cx="1758195" cy="240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399" name="Encre 1052398"/>
              <p14:cNvContentPartPr/>
              <p14:nvPr/>
            </p14:nvContentPartPr>
            <p14:xfrm>
              <a:off x="8249392" y="1132465"/>
              <a:ext cx="1499970" cy="280236"/>
            </p14:xfrm>
          </p:contentPart>
        </mc:Choice>
        <mc:Fallback xmlns="">
          <p:sp>
            <p:nvSpPr>
              <p:cNvPr id="1052399" name=""/>
              <p:cNvSpPr/>
              <p:nvPr/>
            </p:nvSpPr>
            <p:spPr>
              <a:xfrm>
                <a:off x="8249392" y="1132465"/>
                <a:ext cx="1499970" cy="280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400" name="Encre 1052399"/>
              <p14:cNvContentPartPr/>
              <p14:nvPr/>
            </p14:nvContentPartPr>
            <p14:xfrm>
              <a:off x="6418226" y="1357089"/>
              <a:ext cx="3375596" cy="80621"/>
            </p14:xfrm>
          </p:contentPart>
        </mc:Choice>
        <mc:Fallback xmlns="">
          <p:sp>
            <p:nvSpPr>
              <p:cNvPr id="1052400" name=""/>
              <p:cNvSpPr/>
              <p:nvPr/>
            </p:nvSpPr>
            <p:spPr>
              <a:xfrm>
                <a:off x="6418226" y="1357089"/>
                <a:ext cx="3375596" cy="80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401" name="Encre 1052400"/>
              <p14:cNvContentPartPr/>
              <p14:nvPr/>
            </p14:nvContentPartPr>
            <p14:xfrm>
              <a:off x="9668600" y="1335244"/>
              <a:ext cx="118088" cy="159805"/>
            </p14:xfrm>
          </p:contentPart>
        </mc:Choice>
        <mc:Fallback xmlns="">
          <p:sp>
            <p:nvSpPr>
              <p:cNvPr id="1052401" name=""/>
              <p:cNvSpPr/>
              <p:nvPr/>
            </p:nvSpPr>
            <p:spPr>
              <a:xfrm>
                <a:off x="9668600" y="1335244"/>
                <a:ext cx="118088" cy="159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402" name="Encre 1052401"/>
              <p14:cNvContentPartPr/>
              <p14:nvPr/>
            </p14:nvContentPartPr>
            <p14:xfrm>
              <a:off x="9665346" y="1357086"/>
              <a:ext cx="130775" cy="127926"/>
            </p14:xfrm>
          </p:contentPart>
        </mc:Choice>
        <mc:Fallback xmlns="">
          <p:sp>
            <p:nvSpPr>
              <p:cNvPr id="1052402" name=""/>
              <p:cNvSpPr/>
              <p:nvPr/>
            </p:nvSpPr>
            <p:spPr>
              <a:xfrm>
                <a:off x="9665346" y="1357086"/>
                <a:ext cx="130775" cy="1279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403" name="Encre 1052402"/>
              <p14:cNvContentPartPr/>
              <p14:nvPr/>
            </p14:nvContentPartPr>
            <p14:xfrm>
              <a:off x="6346145" y="1299007"/>
              <a:ext cx="86642" cy="148975"/>
            </p14:xfrm>
          </p:contentPart>
        </mc:Choice>
        <mc:Fallback xmlns="">
          <p:sp>
            <p:nvSpPr>
              <p:cNvPr id="1052403" name=""/>
              <p:cNvSpPr/>
              <p:nvPr/>
            </p:nvSpPr>
            <p:spPr>
              <a:xfrm>
                <a:off x="6346145" y="1299007"/>
                <a:ext cx="86642" cy="1489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404" name="Encre 1052403"/>
              <p14:cNvContentPartPr/>
              <p14:nvPr/>
            </p14:nvContentPartPr>
            <p14:xfrm>
              <a:off x="6303944" y="1320849"/>
              <a:ext cx="148263" cy="95448"/>
            </p14:xfrm>
          </p:contentPart>
        </mc:Choice>
        <mc:Fallback xmlns="">
          <p:sp>
            <p:nvSpPr>
              <p:cNvPr id="1052404" name=""/>
              <p:cNvSpPr/>
              <p:nvPr/>
            </p:nvSpPr>
            <p:spPr>
              <a:xfrm>
                <a:off x="6303944" y="1320849"/>
                <a:ext cx="148263" cy="95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405" name="Encre 1052404"/>
              <p14:cNvContentPartPr/>
              <p14:nvPr/>
            </p14:nvContentPartPr>
            <p14:xfrm>
              <a:off x="9286316" y="639102"/>
              <a:ext cx="295359" cy="81464"/>
            </p14:xfrm>
          </p:contentPart>
        </mc:Choice>
        <mc:Fallback xmlns="">
          <p:sp>
            <p:nvSpPr>
              <p:cNvPr id="1052405" name=""/>
              <p:cNvSpPr/>
              <p:nvPr/>
            </p:nvSpPr>
            <p:spPr>
              <a:xfrm>
                <a:off x="9286316" y="639102"/>
                <a:ext cx="295359" cy="814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406" name="Encre 1052405"/>
              <p14:cNvContentPartPr/>
              <p14:nvPr/>
            </p14:nvContentPartPr>
            <p14:xfrm>
              <a:off x="9727596" y="528754"/>
              <a:ext cx="474852" cy="405868"/>
            </p14:xfrm>
          </p:contentPart>
        </mc:Choice>
        <mc:Fallback xmlns="">
          <p:sp>
            <p:nvSpPr>
              <p:cNvPr id="1052406" name=""/>
              <p:cNvSpPr/>
              <p:nvPr/>
            </p:nvSpPr>
            <p:spPr>
              <a:xfrm>
                <a:off x="9727596" y="528754"/>
                <a:ext cx="474852" cy="4058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407" name="Encre 1052406"/>
              <p14:cNvContentPartPr/>
              <p14:nvPr/>
            </p14:nvContentPartPr>
            <p14:xfrm>
              <a:off x="10022754" y="543982"/>
              <a:ext cx="113400" cy="103251"/>
            </p14:xfrm>
          </p:contentPart>
        </mc:Choice>
        <mc:Fallback xmlns="">
          <p:sp>
            <p:nvSpPr>
              <p:cNvPr id="1052407" name=""/>
              <p:cNvSpPr/>
              <p:nvPr/>
            </p:nvSpPr>
            <p:spPr>
              <a:xfrm>
                <a:off x="10022754" y="543982"/>
                <a:ext cx="113400" cy="103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408" name="Encre 1052407"/>
              <p14:cNvContentPartPr/>
              <p14:nvPr/>
            </p14:nvContentPartPr>
            <p14:xfrm>
              <a:off x="10224659" y="645144"/>
              <a:ext cx="433464" cy="399537"/>
            </p14:xfrm>
          </p:contentPart>
        </mc:Choice>
        <mc:Fallback xmlns="">
          <p:sp>
            <p:nvSpPr>
              <p:cNvPr id="1052408" name=""/>
              <p:cNvSpPr/>
              <p:nvPr/>
            </p:nvSpPr>
            <p:spPr>
              <a:xfrm>
                <a:off x="10224659" y="645144"/>
                <a:ext cx="433464" cy="399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409" name="Encre 1052408"/>
              <p14:cNvContentPartPr/>
              <p14:nvPr/>
            </p14:nvContentPartPr>
            <p14:xfrm>
              <a:off x="10679788" y="543821"/>
              <a:ext cx="163475" cy="267958"/>
            </p14:xfrm>
          </p:contentPart>
        </mc:Choice>
        <mc:Fallback xmlns="">
          <p:sp>
            <p:nvSpPr>
              <p:cNvPr id="1052409" name=""/>
              <p:cNvSpPr/>
              <p:nvPr/>
            </p:nvSpPr>
            <p:spPr>
              <a:xfrm>
                <a:off x="10679788" y="543821"/>
                <a:ext cx="163475" cy="267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410" name="Encre 1052409"/>
              <p14:cNvContentPartPr/>
              <p14:nvPr/>
            </p14:nvContentPartPr>
            <p14:xfrm>
              <a:off x="11101727" y="487889"/>
              <a:ext cx="22373" cy="261342"/>
            </p14:xfrm>
          </p:contentPart>
        </mc:Choice>
        <mc:Fallback xmlns="">
          <p:sp>
            <p:nvSpPr>
              <p:cNvPr id="1052410" name=""/>
              <p:cNvSpPr/>
              <p:nvPr/>
            </p:nvSpPr>
            <p:spPr>
              <a:xfrm>
                <a:off x="11101727" y="487889"/>
                <a:ext cx="22373" cy="261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411" name="Encre 1052410"/>
              <p14:cNvContentPartPr/>
              <p14:nvPr/>
            </p14:nvContentPartPr>
            <p14:xfrm>
              <a:off x="11044870" y="631559"/>
              <a:ext cx="329857" cy="153177"/>
            </p14:xfrm>
          </p:contentPart>
        </mc:Choice>
        <mc:Fallback xmlns="">
          <p:sp>
            <p:nvSpPr>
              <p:cNvPr id="1052411" name=""/>
              <p:cNvSpPr/>
              <p:nvPr/>
            </p:nvSpPr>
            <p:spPr>
              <a:xfrm>
                <a:off x="11044870" y="631559"/>
                <a:ext cx="329857" cy="153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412" name="Encre 1052411"/>
              <p14:cNvContentPartPr/>
              <p14:nvPr/>
            </p14:nvContentPartPr>
            <p14:xfrm>
              <a:off x="10353474" y="1018032"/>
              <a:ext cx="186668" cy="375518"/>
            </p14:xfrm>
          </p:contentPart>
        </mc:Choice>
        <mc:Fallback xmlns="">
          <p:sp>
            <p:nvSpPr>
              <p:cNvPr id="1052412" name=""/>
              <p:cNvSpPr/>
              <p:nvPr/>
            </p:nvSpPr>
            <p:spPr>
              <a:xfrm>
                <a:off x="10353474" y="1018032"/>
                <a:ext cx="186668" cy="375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413" name="Encre 1052412"/>
              <p14:cNvContentPartPr/>
              <p14:nvPr/>
            </p14:nvContentPartPr>
            <p14:xfrm>
              <a:off x="10529007" y="1233979"/>
              <a:ext cx="159144" cy="159344"/>
            </p14:xfrm>
          </p:contentPart>
        </mc:Choice>
        <mc:Fallback xmlns="">
          <p:sp>
            <p:nvSpPr>
              <p:cNvPr id="1052413" name=""/>
              <p:cNvSpPr/>
              <p:nvPr/>
            </p:nvSpPr>
            <p:spPr>
              <a:xfrm>
                <a:off x="10529007" y="1233979"/>
                <a:ext cx="159144" cy="159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414" name="Encre 1052413"/>
              <p14:cNvContentPartPr/>
              <p14:nvPr/>
            </p14:nvContentPartPr>
            <p14:xfrm>
              <a:off x="10865649" y="1023753"/>
              <a:ext cx="10096" cy="375162"/>
            </p14:xfrm>
          </p:contentPart>
        </mc:Choice>
        <mc:Fallback xmlns="">
          <p:sp>
            <p:nvSpPr>
              <p:cNvPr id="1052414" name=""/>
              <p:cNvSpPr/>
              <p:nvPr/>
            </p:nvSpPr>
            <p:spPr>
              <a:xfrm>
                <a:off x="10865649" y="1023753"/>
                <a:ext cx="10096" cy="3751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415" name="Encre 1052414"/>
              <p14:cNvContentPartPr/>
              <p14:nvPr/>
            </p14:nvContentPartPr>
            <p14:xfrm>
              <a:off x="10880975" y="1186559"/>
              <a:ext cx="198293" cy="164820"/>
            </p14:xfrm>
          </p:contentPart>
        </mc:Choice>
        <mc:Fallback xmlns="">
          <p:sp>
            <p:nvSpPr>
              <p:cNvPr id="1052415" name=""/>
              <p:cNvSpPr/>
              <p:nvPr/>
            </p:nvSpPr>
            <p:spPr>
              <a:xfrm>
                <a:off x="10880975" y="1186559"/>
                <a:ext cx="198293" cy="164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416" name="Encre 1052415"/>
              <p14:cNvContentPartPr/>
              <p14:nvPr/>
            </p14:nvContentPartPr>
            <p14:xfrm>
              <a:off x="11130282" y="1119003"/>
              <a:ext cx="207221" cy="430200"/>
            </p14:xfrm>
          </p:contentPart>
        </mc:Choice>
        <mc:Fallback xmlns="">
          <p:sp>
            <p:nvSpPr>
              <p:cNvPr id="1052416" name=""/>
              <p:cNvSpPr/>
              <p:nvPr/>
            </p:nvSpPr>
            <p:spPr>
              <a:xfrm>
                <a:off x="11130282" y="1119003"/>
                <a:ext cx="207221" cy="4302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417" name="Encre 1052416"/>
              <p14:cNvContentPartPr/>
              <p14:nvPr/>
            </p14:nvContentPartPr>
            <p14:xfrm>
              <a:off x="11281625" y="980318"/>
              <a:ext cx="14119" cy="94564"/>
            </p14:xfrm>
          </p:contentPart>
        </mc:Choice>
        <mc:Fallback xmlns="">
          <p:sp>
            <p:nvSpPr>
              <p:cNvPr id="1052417" name=""/>
              <p:cNvSpPr/>
              <p:nvPr/>
            </p:nvSpPr>
            <p:spPr>
              <a:xfrm>
                <a:off x="11281625" y="980318"/>
                <a:ext cx="14119" cy="94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418" name="Encre 1052417"/>
              <p14:cNvContentPartPr/>
              <p14:nvPr/>
            </p14:nvContentPartPr>
            <p14:xfrm>
              <a:off x="11364912" y="1124650"/>
              <a:ext cx="151936" cy="144051"/>
            </p14:xfrm>
          </p:contentPart>
        </mc:Choice>
        <mc:Fallback xmlns="">
          <p:sp>
            <p:nvSpPr>
              <p:cNvPr id="1052418" name=""/>
              <p:cNvSpPr/>
              <p:nvPr/>
            </p:nvSpPr>
            <p:spPr>
              <a:xfrm>
                <a:off x="11364912" y="1124650"/>
                <a:ext cx="151936" cy="144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419" name="Encre 1052418"/>
              <p14:cNvContentPartPr/>
              <p14:nvPr/>
            </p14:nvContentPartPr>
            <p14:xfrm>
              <a:off x="11543049" y="1154306"/>
              <a:ext cx="138785" cy="135093"/>
            </p14:xfrm>
          </p:contentPart>
        </mc:Choice>
        <mc:Fallback xmlns="">
          <p:sp>
            <p:nvSpPr>
              <p:cNvPr id="1052419" name=""/>
              <p:cNvSpPr/>
              <p:nvPr/>
            </p:nvSpPr>
            <p:spPr>
              <a:xfrm>
                <a:off x="11543049" y="1154306"/>
                <a:ext cx="138785" cy="135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420" name="Encre 1052419"/>
              <p14:cNvContentPartPr/>
              <p14:nvPr/>
            </p14:nvContentPartPr>
            <p14:xfrm>
              <a:off x="11683491" y="944081"/>
              <a:ext cx="12904" cy="388631"/>
            </p14:xfrm>
          </p:contentPart>
        </mc:Choice>
        <mc:Fallback xmlns="">
          <p:sp>
            <p:nvSpPr>
              <p:cNvPr id="1052420" name=""/>
              <p:cNvSpPr/>
              <p:nvPr/>
            </p:nvSpPr>
            <p:spPr>
              <a:xfrm>
                <a:off x="11683491" y="944081"/>
                <a:ext cx="12904" cy="388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421" name="Encre 1052420"/>
              <p14:cNvContentPartPr/>
              <p14:nvPr/>
            </p14:nvContentPartPr>
            <p14:xfrm>
              <a:off x="11689335" y="1140420"/>
              <a:ext cx="209635" cy="139340"/>
            </p14:xfrm>
          </p:contentPart>
        </mc:Choice>
        <mc:Fallback xmlns="">
          <p:sp>
            <p:nvSpPr>
              <p:cNvPr id="1052421" name=""/>
              <p:cNvSpPr/>
              <p:nvPr/>
            </p:nvSpPr>
            <p:spPr>
              <a:xfrm>
                <a:off x="11689335" y="1140420"/>
                <a:ext cx="209635" cy="139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422" name="Encre 1052421"/>
              <p14:cNvContentPartPr/>
              <p14:nvPr/>
            </p14:nvContentPartPr>
            <p14:xfrm>
              <a:off x="11921172" y="1084880"/>
              <a:ext cx="211232" cy="189379"/>
            </p14:xfrm>
          </p:contentPart>
        </mc:Choice>
        <mc:Fallback xmlns="">
          <p:sp>
            <p:nvSpPr>
              <p:cNvPr id="1052422" name=""/>
              <p:cNvSpPr/>
              <p:nvPr/>
            </p:nvSpPr>
            <p:spPr>
              <a:xfrm>
                <a:off x="11921172" y="1084880"/>
                <a:ext cx="211232" cy="189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423" name="Encre 1052422"/>
              <p14:cNvContentPartPr/>
              <p14:nvPr/>
            </p14:nvContentPartPr>
            <p14:xfrm>
              <a:off x="11860979" y="1009357"/>
              <a:ext cx="7060" cy="72722"/>
            </p14:xfrm>
          </p:contentPart>
        </mc:Choice>
        <mc:Fallback xmlns="">
          <p:sp>
            <p:nvSpPr>
              <p:cNvPr id="1052423" name=""/>
              <p:cNvSpPr/>
              <p:nvPr/>
            </p:nvSpPr>
            <p:spPr>
              <a:xfrm>
                <a:off x="11860979" y="1009357"/>
                <a:ext cx="7060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424" name="Encre 1052423"/>
              <p14:cNvContentPartPr/>
              <p14:nvPr/>
            </p14:nvContentPartPr>
            <p14:xfrm>
              <a:off x="10859795" y="1458600"/>
              <a:ext cx="853497" cy="19139"/>
            </p14:xfrm>
          </p:contentPart>
        </mc:Choice>
        <mc:Fallback xmlns="">
          <p:sp>
            <p:nvSpPr>
              <p:cNvPr id="1052424" name=""/>
              <p:cNvSpPr/>
              <p:nvPr/>
            </p:nvSpPr>
            <p:spPr>
              <a:xfrm>
                <a:off x="10859795" y="1458600"/>
                <a:ext cx="853497" cy="19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425" name="Encre 1052424"/>
              <p14:cNvContentPartPr/>
              <p14:nvPr/>
            </p14:nvContentPartPr>
            <p14:xfrm>
              <a:off x="2320387" y="2016305"/>
              <a:ext cx="436716" cy="223503"/>
            </p14:xfrm>
          </p:contentPart>
        </mc:Choice>
        <mc:Fallback xmlns="">
          <p:sp>
            <p:nvSpPr>
              <p:cNvPr id="1052425" name=""/>
              <p:cNvSpPr/>
              <p:nvPr/>
            </p:nvSpPr>
            <p:spPr>
              <a:xfrm>
                <a:off x="2320387" y="2016305"/>
                <a:ext cx="436716" cy="223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426" name="Encre 1052425"/>
              <p14:cNvContentPartPr/>
              <p14:nvPr/>
            </p14:nvContentPartPr>
            <p14:xfrm>
              <a:off x="6461468" y="2001661"/>
              <a:ext cx="591969" cy="212772"/>
            </p14:xfrm>
          </p:contentPart>
        </mc:Choice>
        <mc:Fallback xmlns="">
          <p:sp>
            <p:nvSpPr>
              <p:cNvPr id="1052426" name=""/>
              <p:cNvSpPr/>
              <p:nvPr/>
            </p:nvSpPr>
            <p:spPr>
              <a:xfrm>
                <a:off x="6461468" y="2001661"/>
                <a:ext cx="591969" cy="212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427" name="Encre 1052426"/>
              <p14:cNvContentPartPr/>
              <p14:nvPr/>
            </p14:nvContentPartPr>
            <p14:xfrm>
              <a:off x="425242" y="2473760"/>
              <a:ext cx="372567" cy="21961"/>
            </p14:xfrm>
          </p:contentPart>
        </mc:Choice>
        <mc:Fallback xmlns="">
          <p:sp>
            <p:nvSpPr>
              <p:cNvPr id="1052427" name=""/>
              <p:cNvSpPr/>
              <p:nvPr/>
            </p:nvSpPr>
            <p:spPr>
              <a:xfrm>
                <a:off x="425242" y="2473760"/>
                <a:ext cx="372567" cy="219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428" name="Encre 1052427"/>
              <p14:cNvContentPartPr/>
              <p14:nvPr/>
            </p14:nvContentPartPr>
            <p14:xfrm>
              <a:off x="654248" y="2407469"/>
              <a:ext cx="182787" cy="239682"/>
            </p14:xfrm>
          </p:contentPart>
        </mc:Choice>
        <mc:Fallback xmlns="">
          <p:sp>
            <p:nvSpPr>
              <p:cNvPr id="1052428" name=""/>
              <p:cNvSpPr/>
              <p:nvPr/>
            </p:nvSpPr>
            <p:spPr>
              <a:xfrm>
                <a:off x="654248" y="2407469"/>
                <a:ext cx="182787" cy="239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429" name="Encre 1052428"/>
              <p14:cNvContentPartPr/>
              <p14:nvPr/>
            </p14:nvContentPartPr>
            <p14:xfrm>
              <a:off x="8421036" y="2559863"/>
              <a:ext cx="437045" cy="186717"/>
            </p14:xfrm>
          </p:contentPart>
        </mc:Choice>
        <mc:Fallback xmlns="">
          <p:sp>
            <p:nvSpPr>
              <p:cNvPr id="1052429" name=""/>
              <p:cNvSpPr/>
              <p:nvPr/>
            </p:nvSpPr>
            <p:spPr>
              <a:xfrm>
                <a:off x="8421036" y="2559863"/>
                <a:ext cx="437045" cy="1867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430" name="Encre 1052429"/>
              <p14:cNvContentPartPr/>
              <p14:nvPr/>
            </p14:nvContentPartPr>
            <p14:xfrm>
              <a:off x="9143353" y="2537499"/>
              <a:ext cx="485224" cy="176916"/>
            </p14:xfrm>
          </p:contentPart>
        </mc:Choice>
        <mc:Fallback xmlns="">
          <p:sp>
            <p:nvSpPr>
              <p:cNvPr id="1052430" name=""/>
              <p:cNvSpPr/>
              <p:nvPr/>
            </p:nvSpPr>
            <p:spPr>
              <a:xfrm>
                <a:off x="9143353" y="2537499"/>
                <a:ext cx="485224" cy="176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431" name="Encre 1052430"/>
              <p14:cNvContentPartPr/>
              <p14:nvPr/>
            </p14:nvContentPartPr>
            <p14:xfrm>
              <a:off x="1576890" y="3255320"/>
              <a:ext cx="332014" cy="36445"/>
            </p14:xfrm>
          </p:contentPart>
        </mc:Choice>
        <mc:Fallback xmlns="">
          <p:sp>
            <p:nvSpPr>
              <p:cNvPr id="1052431" name=""/>
              <p:cNvSpPr/>
              <p:nvPr/>
            </p:nvSpPr>
            <p:spPr>
              <a:xfrm>
                <a:off x="1576890" y="3255320"/>
                <a:ext cx="332014" cy="36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432" name="Encre 1052431"/>
              <p14:cNvContentPartPr/>
              <p14:nvPr/>
            </p14:nvContentPartPr>
            <p14:xfrm>
              <a:off x="2363188" y="3247626"/>
              <a:ext cx="505332" cy="103058"/>
            </p14:xfrm>
          </p:contentPart>
        </mc:Choice>
        <mc:Fallback xmlns="">
          <p:sp>
            <p:nvSpPr>
              <p:cNvPr id="1052432" name=""/>
              <p:cNvSpPr/>
              <p:nvPr/>
            </p:nvSpPr>
            <p:spPr>
              <a:xfrm>
                <a:off x="2363188" y="3247626"/>
                <a:ext cx="505332" cy="103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433" name="Encre 1052432"/>
              <p14:cNvContentPartPr/>
              <p14:nvPr/>
            </p14:nvContentPartPr>
            <p14:xfrm>
              <a:off x="2169927" y="3476005"/>
              <a:ext cx="1723110" cy="483093"/>
            </p14:xfrm>
          </p:contentPart>
        </mc:Choice>
        <mc:Fallback xmlns="">
          <p:sp>
            <p:nvSpPr>
              <p:cNvPr id="1052433" name=""/>
              <p:cNvSpPr/>
              <p:nvPr/>
            </p:nvSpPr>
            <p:spPr>
              <a:xfrm>
                <a:off x="2169927" y="3476005"/>
                <a:ext cx="1723110" cy="483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434" name="Encre 1052433"/>
              <p14:cNvContentPartPr/>
              <p14:nvPr/>
            </p14:nvContentPartPr>
            <p14:xfrm>
              <a:off x="4542255" y="3374281"/>
              <a:ext cx="3439276" cy="604185"/>
            </p14:xfrm>
          </p:contentPart>
        </mc:Choice>
        <mc:Fallback xmlns="">
          <p:sp>
            <p:nvSpPr>
              <p:cNvPr id="1052434" name=""/>
              <p:cNvSpPr/>
              <p:nvPr/>
            </p:nvSpPr>
            <p:spPr>
              <a:xfrm>
                <a:off x="4542255" y="3374281"/>
                <a:ext cx="3439276" cy="604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435" name="Encre 1052434"/>
              <p14:cNvContentPartPr/>
              <p14:nvPr/>
            </p14:nvContentPartPr>
            <p14:xfrm>
              <a:off x="2002257" y="4712896"/>
              <a:ext cx="3685721" cy="390080"/>
            </p14:xfrm>
          </p:contentPart>
        </mc:Choice>
        <mc:Fallback xmlns="">
          <p:sp>
            <p:nvSpPr>
              <p:cNvPr id="1052435" name=""/>
              <p:cNvSpPr/>
              <p:nvPr/>
            </p:nvSpPr>
            <p:spPr>
              <a:xfrm>
                <a:off x="2002257" y="4712896"/>
                <a:ext cx="3685721" cy="390080"/>
              </a:xfrm>
            </p:spPr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ZoneTexte 3"/>
          <p:cNvSpPr txBox="1"/>
          <p:nvPr/>
        </p:nvSpPr>
        <p:spPr>
          <a:xfrm>
            <a:off x="661188" y="228281"/>
            <a:ext cx="85394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5. Point soumis à une force conservative – équilibre - stabilité</a:t>
            </a:r>
          </a:p>
        </p:txBody>
      </p:sp>
      <p:pic>
        <p:nvPicPr>
          <p:cNvPr id="2097152" name="Image 4"/>
          <p:cNvPicPr>
            <a:picLocks noChangeAspect="1"/>
          </p:cNvPicPr>
          <p:nvPr/>
        </p:nvPicPr>
        <p:blipFill>
          <a:blip r:embed="rId2">
            <a:lum bright="-20000" contrast="20000"/>
          </a:blip>
          <a:stretch>
            <a:fillRect/>
          </a:stretch>
        </p:blipFill>
        <p:spPr>
          <a:xfrm>
            <a:off x="7701568" y="898390"/>
            <a:ext cx="4108360" cy="2553151"/>
          </a:xfrm>
          <a:prstGeom prst="rect">
            <a:avLst/>
          </a:prstGeom>
        </p:spPr>
      </p:pic>
      <p:sp>
        <p:nvSpPr>
          <p:cNvPr id="1048592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48592" y="898390"/>
            <a:ext cx="4479303" cy="437492"/>
          </a:xfrm>
          <a:prstGeom prst="rect">
            <a:avLst/>
          </a:prstGeom>
          <a:blipFill rotWithShape="0">
            <a:blip r:embed="rId3"/>
            <a:stretch>
              <a:fillRect b="-1389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3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48592" y="1450633"/>
            <a:ext cx="1364348" cy="610936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1188" y="2368571"/>
            <a:ext cx="10994191" cy="4078361"/>
          </a:xfrm>
          <a:prstGeom prst="rect">
            <a:avLst/>
          </a:prstGeom>
          <a:blipFill rotWithShape="0">
            <a:blip r:embed="rId5"/>
            <a:stretch>
              <a:fillRect l="-499" b="-1794"/>
            </a:stretch>
          </a:blipFill>
        </p:spPr>
        <p:txBody>
          <a:bodyPr/>
          <a:lstStyle/>
          <a:p>
            <a:r>
              <a:rPr lang="es-ES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436" name="Encre 1052435"/>
              <p14:cNvContentPartPr/>
              <p14:nvPr/>
            </p14:nvContentPartPr>
            <p14:xfrm>
              <a:off x="1440987" y="897260"/>
              <a:ext cx="4336441" cy="517656"/>
            </p14:xfrm>
          </p:contentPart>
        </mc:Choice>
        <mc:Fallback xmlns="">
          <p:sp>
            <p:nvSpPr>
              <p:cNvPr id="1052436" name=""/>
              <p:cNvSpPr/>
              <p:nvPr/>
            </p:nvSpPr>
            <p:spPr>
              <a:xfrm>
                <a:off x="1440987" y="897260"/>
                <a:ext cx="4336441" cy="5176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437" name="Encre 1052436"/>
              <p14:cNvContentPartPr/>
              <p14:nvPr/>
            </p14:nvContentPartPr>
            <p14:xfrm>
              <a:off x="1061958" y="2095977"/>
              <a:ext cx="1698016" cy="88727"/>
            </p14:xfrm>
          </p:contentPart>
        </mc:Choice>
        <mc:Fallback xmlns="">
          <p:sp>
            <p:nvSpPr>
              <p:cNvPr id="1052437" name=""/>
              <p:cNvSpPr/>
              <p:nvPr/>
            </p:nvSpPr>
            <p:spPr>
              <a:xfrm>
                <a:off x="1061958" y="2095977"/>
                <a:ext cx="1698016" cy="88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438" name="Encre 1052437"/>
              <p14:cNvContentPartPr/>
              <p14:nvPr/>
            </p14:nvContentPartPr>
            <p14:xfrm>
              <a:off x="5238338" y="2770000"/>
              <a:ext cx="625317" cy="28632"/>
            </p14:xfrm>
          </p:contentPart>
        </mc:Choice>
        <mc:Fallback xmlns="">
          <p:sp>
            <p:nvSpPr>
              <p:cNvPr id="1052438" name=""/>
              <p:cNvSpPr/>
              <p:nvPr/>
            </p:nvSpPr>
            <p:spPr>
              <a:xfrm>
                <a:off x="5238338" y="2770000"/>
                <a:ext cx="625317" cy="28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439" name="Encre 1052438"/>
              <p14:cNvContentPartPr/>
              <p14:nvPr/>
            </p14:nvContentPartPr>
            <p14:xfrm>
              <a:off x="10416344" y="2776790"/>
              <a:ext cx="44724" cy="1041642"/>
            </p14:xfrm>
          </p:contentPart>
        </mc:Choice>
        <mc:Fallback xmlns="">
          <p:sp>
            <p:nvSpPr>
              <p:cNvPr id="1052439" name=""/>
              <p:cNvSpPr/>
              <p:nvPr/>
            </p:nvSpPr>
            <p:spPr>
              <a:xfrm>
                <a:off x="10416344" y="2776790"/>
                <a:ext cx="44724" cy="10416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440" name="Encre 1052439"/>
              <p14:cNvContentPartPr/>
              <p14:nvPr/>
            </p14:nvContentPartPr>
            <p14:xfrm>
              <a:off x="10330301" y="3747501"/>
              <a:ext cx="268440" cy="205869"/>
            </p14:xfrm>
          </p:contentPart>
        </mc:Choice>
        <mc:Fallback xmlns="">
          <p:sp>
            <p:nvSpPr>
              <p:cNvPr id="1052440" name=""/>
              <p:cNvSpPr/>
              <p:nvPr/>
            </p:nvSpPr>
            <p:spPr>
              <a:xfrm>
                <a:off x="10330301" y="3747501"/>
                <a:ext cx="268440" cy="205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441" name="Encre 1052440"/>
              <p14:cNvContentPartPr/>
              <p14:nvPr/>
            </p14:nvContentPartPr>
            <p14:xfrm>
              <a:off x="10682443" y="3904533"/>
              <a:ext cx="425784" cy="522454"/>
            </p14:xfrm>
          </p:contentPart>
        </mc:Choice>
        <mc:Fallback xmlns="">
          <p:sp>
            <p:nvSpPr>
              <p:cNvPr id="1052441" name=""/>
              <p:cNvSpPr/>
              <p:nvPr/>
            </p:nvSpPr>
            <p:spPr>
              <a:xfrm>
                <a:off x="10682443" y="3904533"/>
                <a:ext cx="425784" cy="522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442" name="Encre 1052441"/>
              <p14:cNvContentPartPr/>
              <p14:nvPr/>
            </p14:nvContentPartPr>
            <p14:xfrm>
              <a:off x="10879792" y="3795481"/>
              <a:ext cx="323291" cy="46336"/>
            </p14:xfrm>
          </p:contentPart>
        </mc:Choice>
        <mc:Fallback xmlns="">
          <p:sp>
            <p:nvSpPr>
              <p:cNvPr id="1052442" name=""/>
              <p:cNvSpPr/>
              <p:nvPr/>
            </p:nvSpPr>
            <p:spPr>
              <a:xfrm>
                <a:off x="10879792" y="3795481"/>
                <a:ext cx="323291" cy="46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443" name="Encre 1052442"/>
              <p14:cNvContentPartPr/>
              <p14:nvPr/>
            </p14:nvContentPartPr>
            <p14:xfrm>
              <a:off x="11027026" y="3704066"/>
              <a:ext cx="167991" cy="215285"/>
            </p14:xfrm>
          </p:contentPart>
        </mc:Choice>
        <mc:Fallback xmlns="">
          <p:sp>
            <p:nvSpPr>
              <p:cNvPr id="1052443" name=""/>
              <p:cNvSpPr/>
              <p:nvPr/>
            </p:nvSpPr>
            <p:spPr>
              <a:xfrm>
                <a:off x="11027026" y="3704066"/>
                <a:ext cx="167991" cy="215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444" name="Encre 1052443"/>
              <p14:cNvContentPartPr/>
              <p14:nvPr/>
            </p14:nvContentPartPr>
            <p14:xfrm>
              <a:off x="10346642" y="1949714"/>
              <a:ext cx="193194" cy="1001312"/>
            </p14:xfrm>
          </p:contentPart>
        </mc:Choice>
        <mc:Fallback xmlns="">
          <p:sp>
            <p:nvSpPr>
              <p:cNvPr id="1052444" name=""/>
              <p:cNvSpPr/>
              <p:nvPr/>
            </p:nvSpPr>
            <p:spPr>
              <a:xfrm>
                <a:off x="10346642" y="1949714"/>
                <a:ext cx="193194" cy="1001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445" name="Encre 1052444"/>
              <p14:cNvContentPartPr/>
              <p14:nvPr/>
            </p14:nvContentPartPr>
            <p14:xfrm>
              <a:off x="10655940" y="2187812"/>
              <a:ext cx="12292" cy="219829"/>
            </p14:xfrm>
          </p:contentPart>
        </mc:Choice>
        <mc:Fallback xmlns="">
          <p:sp>
            <p:nvSpPr>
              <p:cNvPr id="1052445" name=""/>
              <p:cNvSpPr/>
              <p:nvPr/>
            </p:nvSpPr>
            <p:spPr>
              <a:xfrm>
                <a:off x="10655940" y="2187812"/>
                <a:ext cx="12292" cy="2198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446" name="Encre 1052445"/>
              <p14:cNvContentPartPr/>
              <p14:nvPr/>
            </p14:nvContentPartPr>
            <p14:xfrm>
              <a:off x="10625494" y="2065367"/>
              <a:ext cx="262540" cy="277420"/>
            </p14:xfrm>
          </p:contentPart>
        </mc:Choice>
        <mc:Fallback xmlns="">
          <p:sp>
            <p:nvSpPr>
              <p:cNvPr id="1052446" name=""/>
              <p:cNvSpPr/>
              <p:nvPr/>
            </p:nvSpPr>
            <p:spPr>
              <a:xfrm>
                <a:off x="10625494" y="2065367"/>
                <a:ext cx="262540" cy="277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447" name="Encre 1052446"/>
              <p14:cNvContentPartPr/>
              <p14:nvPr/>
            </p14:nvContentPartPr>
            <p14:xfrm>
              <a:off x="10576861" y="1963872"/>
              <a:ext cx="301466" cy="6255"/>
            </p14:xfrm>
          </p:contentPart>
        </mc:Choice>
        <mc:Fallback xmlns="">
          <p:sp>
            <p:nvSpPr>
              <p:cNvPr id="1052447" name=""/>
              <p:cNvSpPr/>
              <p:nvPr/>
            </p:nvSpPr>
            <p:spPr>
              <a:xfrm>
                <a:off x="10576861" y="1963872"/>
                <a:ext cx="301466" cy="6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448" name="Encre 1052447"/>
              <p14:cNvContentPartPr/>
              <p14:nvPr/>
            </p14:nvContentPartPr>
            <p14:xfrm>
              <a:off x="10787872" y="1885752"/>
              <a:ext cx="126686" cy="181186"/>
            </p14:xfrm>
          </p:contentPart>
        </mc:Choice>
        <mc:Fallback xmlns="">
          <p:sp>
            <p:nvSpPr>
              <p:cNvPr id="1052448" name=""/>
              <p:cNvSpPr/>
              <p:nvPr/>
            </p:nvSpPr>
            <p:spPr>
              <a:xfrm>
                <a:off x="10787872" y="1885752"/>
                <a:ext cx="126686" cy="181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449" name="Encre 1052448"/>
              <p14:cNvContentPartPr/>
              <p14:nvPr/>
            </p14:nvContentPartPr>
            <p14:xfrm>
              <a:off x="9689022" y="1574261"/>
              <a:ext cx="90606" cy="113859"/>
            </p14:xfrm>
          </p:contentPart>
        </mc:Choice>
        <mc:Fallback xmlns="">
          <p:sp>
            <p:nvSpPr>
              <p:cNvPr id="1052449" name=""/>
              <p:cNvSpPr/>
              <p:nvPr/>
            </p:nvSpPr>
            <p:spPr>
              <a:xfrm>
                <a:off x="9689022" y="1574261"/>
                <a:ext cx="90606" cy="113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450" name="Encre 1052449"/>
              <p14:cNvContentPartPr/>
              <p14:nvPr/>
            </p14:nvContentPartPr>
            <p14:xfrm>
              <a:off x="9650785" y="1581955"/>
              <a:ext cx="157301" cy="110694"/>
            </p14:xfrm>
          </p:contentPart>
        </mc:Choice>
        <mc:Fallback xmlns="">
          <p:sp>
            <p:nvSpPr>
              <p:cNvPr id="1052450" name=""/>
              <p:cNvSpPr/>
              <p:nvPr/>
            </p:nvSpPr>
            <p:spPr>
              <a:xfrm>
                <a:off x="9650785" y="1581955"/>
                <a:ext cx="157301" cy="1106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451" name="Encre 1052450"/>
              <p14:cNvContentPartPr/>
              <p14:nvPr/>
            </p14:nvContentPartPr>
            <p14:xfrm>
              <a:off x="5240956" y="2186374"/>
              <a:ext cx="799677" cy="633851"/>
            </p14:xfrm>
          </p:contentPart>
        </mc:Choice>
        <mc:Fallback xmlns="">
          <p:sp>
            <p:nvSpPr>
              <p:cNvPr id="1052451" name=""/>
              <p:cNvSpPr/>
              <p:nvPr/>
            </p:nvSpPr>
            <p:spPr>
              <a:xfrm>
                <a:off x="5240956" y="2186374"/>
                <a:ext cx="799677" cy="633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452" name="Encre 1052451"/>
              <p14:cNvContentPartPr/>
              <p14:nvPr/>
            </p14:nvContentPartPr>
            <p14:xfrm>
              <a:off x="5545886" y="3037649"/>
              <a:ext cx="34449" cy="233989"/>
            </p14:xfrm>
          </p:contentPart>
        </mc:Choice>
        <mc:Fallback xmlns="">
          <p:sp>
            <p:nvSpPr>
              <p:cNvPr id="1052452" name=""/>
              <p:cNvSpPr/>
              <p:nvPr/>
            </p:nvSpPr>
            <p:spPr>
              <a:xfrm>
                <a:off x="5545886" y="3037649"/>
                <a:ext cx="34449" cy="233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453" name="Encre 1052452"/>
              <p14:cNvContentPartPr/>
              <p14:nvPr/>
            </p14:nvContentPartPr>
            <p14:xfrm>
              <a:off x="5388361" y="2987016"/>
              <a:ext cx="391518" cy="24324"/>
            </p14:xfrm>
          </p:contentPart>
        </mc:Choice>
        <mc:Fallback xmlns="">
          <p:sp>
            <p:nvSpPr>
              <p:cNvPr id="1052453" name=""/>
              <p:cNvSpPr/>
              <p:nvPr/>
            </p:nvSpPr>
            <p:spPr>
              <a:xfrm>
                <a:off x="5388361" y="2987016"/>
                <a:ext cx="391518" cy="24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454" name="Encre 1052453"/>
              <p14:cNvContentPartPr/>
              <p14:nvPr/>
            </p14:nvContentPartPr>
            <p14:xfrm>
              <a:off x="5538826" y="2892676"/>
              <a:ext cx="239507" cy="12746"/>
            </p14:xfrm>
          </p:contentPart>
        </mc:Choice>
        <mc:Fallback xmlns="">
          <p:sp>
            <p:nvSpPr>
              <p:cNvPr id="1052454" name=""/>
              <p:cNvSpPr/>
              <p:nvPr/>
            </p:nvSpPr>
            <p:spPr>
              <a:xfrm>
                <a:off x="5538826" y="2892676"/>
                <a:ext cx="239507" cy="12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455" name="Encre 1052454"/>
              <p14:cNvContentPartPr/>
              <p14:nvPr/>
            </p14:nvContentPartPr>
            <p14:xfrm>
              <a:off x="5746211" y="2842067"/>
              <a:ext cx="124152" cy="176155"/>
            </p14:xfrm>
          </p:contentPart>
        </mc:Choice>
        <mc:Fallback xmlns="">
          <p:sp>
            <p:nvSpPr>
              <p:cNvPr id="1052455" name=""/>
              <p:cNvSpPr/>
              <p:nvPr/>
            </p:nvSpPr>
            <p:spPr>
              <a:xfrm>
                <a:off x="5746211" y="2842067"/>
                <a:ext cx="124152" cy="176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456" name="Encre 1052455"/>
              <p14:cNvContentPartPr/>
              <p14:nvPr/>
            </p14:nvContentPartPr>
            <p14:xfrm>
              <a:off x="5810632" y="3180241"/>
              <a:ext cx="169896" cy="17000"/>
            </p14:xfrm>
          </p:contentPart>
        </mc:Choice>
        <mc:Fallback xmlns="">
          <p:sp>
            <p:nvSpPr>
              <p:cNvPr id="1052456" name=""/>
              <p:cNvSpPr/>
              <p:nvPr/>
            </p:nvSpPr>
            <p:spPr>
              <a:xfrm>
                <a:off x="5810632" y="3180241"/>
                <a:ext cx="169896" cy="170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457" name="Encre 1052456"/>
              <p14:cNvContentPartPr/>
              <p14:nvPr/>
            </p14:nvContentPartPr>
            <p14:xfrm>
              <a:off x="5910795" y="3139411"/>
              <a:ext cx="51636" cy="160849"/>
            </p14:xfrm>
          </p:contentPart>
        </mc:Choice>
        <mc:Fallback xmlns="">
          <p:sp>
            <p:nvSpPr>
              <p:cNvPr id="1052457" name=""/>
              <p:cNvSpPr/>
              <p:nvPr/>
            </p:nvSpPr>
            <p:spPr>
              <a:xfrm>
                <a:off x="5910795" y="3139411"/>
                <a:ext cx="51636" cy="160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458" name="Encre 1052457"/>
              <p14:cNvContentPartPr/>
              <p14:nvPr/>
            </p14:nvContentPartPr>
            <p14:xfrm>
              <a:off x="6089499" y="3119170"/>
              <a:ext cx="379029" cy="122457"/>
            </p14:xfrm>
          </p:contentPart>
        </mc:Choice>
        <mc:Fallback xmlns="">
          <p:sp>
            <p:nvSpPr>
              <p:cNvPr id="1052458" name=""/>
              <p:cNvSpPr/>
              <p:nvPr/>
            </p:nvSpPr>
            <p:spPr>
              <a:xfrm>
                <a:off x="6089499" y="3119170"/>
                <a:ext cx="379029" cy="122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459" name="Encre 1052458"/>
              <p14:cNvContentPartPr/>
              <p14:nvPr/>
            </p14:nvContentPartPr>
            <p14:xfrm>
              <a:off x="6453967" y="3117569"/>
              <a:ext cx="165544" cy="304850"/>
            </p14:xfrm>
          </p:contentPart>
        </mc:Choice>
        <mc:Fallback xmlns="">
          <p:sp>
            <p:nvSpPr>
              <p:cNvPr id="1052459" name=""/>
              <p:cNvSpPr/>
              <p:nvPr/>
            </p:nvSpPr>
            <p:spPr>
              <a:xfrm>
                <a:off x="6453967" y="3117569"/>
                <a:ext cx="165544" cy="304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460" name="Encre 1052459"/>
              <p14:cNvContentPartPr/>
              <p14:nvPr/>
            </p14:nvContentPartPr>
            <p14:xfrm>
              <a:off x="6482648" y="3015807"/>
              <a:ext cx="214886" cy="6742"/>
            </p14:xfrm>
          </p:contentPart>
        </mc:Choice>
        <mc:Fallback xmlns="">
          <p:sp>
            <p:nvSpPr>
              <p:cNvPr id="1052460" name=""/>
              <p:cNvSpPr/>
              <p:nvPr/>
            </p:nvSpPr>
            <p:spPr>
              <a:xfrm>
                <a:off x="6482648" y="3015807"/>
                <a:ext cx="214886" cy="6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461" name="Encre 1052460"/>
              <p14:cNvContentPartPr/>
              <p14:nvPr/>
            </p14:nvContentPartPr>
            <p14:xfrm>
              <a:off x="6582810" y="2951027"/>
              <a:ext cx="143672" cy="139691"/>
            </p14:xfrm>
          </p:contentPart>
        </mc:Choice>
        <mc:Fallback xmlns="">
          <p:sp>
            <p:nvSpPr>
              <p:cNvPr id="1052461" name=""/>
              <p:cNvSpPr/>
              <p:nvPr/>
            </p:nvSpPr>
            <p:spPr>
              <a:xfrm>
                <a:off x="6582810" y="2951027"/>
                <a:ext cx="143672" cy="139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462" name="Encre 1052461"/>
              <p14:cNvContentPartPr/>
              <p14:nvPr/>
            </p14:nvContentPartPr>
            <p14:xfrm>
              <a:off x="6790195" y="3197093"/>
              <a:ext cx="189646" cy="21990"/>
            </p14:xfrm>
          </p:contentPart>
        </mc:Choice>
        <mc:Fallback xmlns="">
          <p:sp>
            <p:nvSpPr>
              <p:cNvPr id="1052462" name=""/>
              <p:cNvSpPr/>
              <p:nvPr/>
            </p:nvSpPr>
            <p:spPr>
              <a:xfrm>
                <a:off x="6790195" y="3197093"/>
                <a:ext cx="189646" cy="219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463" name="Encre 1052462"/>
              <p14:cNvContentPartPr/>
              <p14:nvPr/>
            </p14:nvContentPartPr>
            <p14:xfrm>
              <a:off x="6847557" y="3131716"/>
              <a:ext cx="51053" cy="160937"/>
            </p14:xfrm>
          </p:contentPart>
        </mc:Choice>
        <mc:Fallback xmlns="">
          <p:sp>
            <p:nvSpPr>
              <p:cNvPr id="1052463" name=""/>
              <p:cNvSpPr/>
              <p:nvPr/>
            </p:nvSpPr>
            <p:spPr>
              <a:xfrm>
                <a:off x="6847557" y="3131716"/>
                <a:ext cx="51053" cy="1609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464" name="Encre 1052463"/>
              <p14:cNvContentPartPr/>
              <p14:nvPr/>
            </p14:nvContentPartPr>
            <p14:xfrm>
              <a:off x="7057181" y="3027309"/>
              <a:ext cx="219266" cy="249554"/>
            </p14:xfrm>
          </p:contentPart>
        </mc:Choice>
        <mc:Fallback xmlns="">
          <p:sp>
            <p:nvSpPr>
              <p:cNvPr id="1052464" name=""/>
              <p:cNvSpPr/>
              <p:nvPr/>
            </p:nvSpPr>
            <p:spPr>
              <a:xfrm>
                <a:off x="7057181" y="3027309"/>
                <a:ext cx="219266" cy="249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465" name="Encre 1052464"/>
              <p14:cNvContentPartPr/>
              <p14:nvPr/>
            </p14:nvContentPartPr>
            <p14:xfrm>
              <a:off x="7012142" y="2929011"/>
              <a:ext cx="278221" cy="14817"/>
            </p14:xfrm>
          </p:contentPart>
        </mc:Choice>
        <mc:Fallback xmlns="">
          <p:sp>
            <p:nvSpPr>
              <p:cNvPr id="1052465" name=""/>
              <p:cNvSpPr/>
              <p:nvPr/>
            </p:nvSpPr>
            <p:spPr>
              <a:xfrm>
                <a:off x="7012142" y="2929011"/>
                <a:ext cx="278221" cy="14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466" name="Encre 1052465"/>
              <p14:cNvContentPartPr/>
              <p14:nvPr/>
            </p14:nvContentPartPr>
            <p14:xfrm>
              <a:off x="7148045" y="2835117"/>
              <a:ext cx="136853" cy="183903"/>
            </p14:xfrm>
          </p:contentPart>
        </mc:Choice>
        <mc:Fallback xmlns="">
          <p:sp>
            <p:nvSpPr>
              <p:cNvPr id="1052466" name=""/>
              <p:cNvSpPr/>
              <p:nvPr/>
            </p:nvSpPr>
            <p:spPr>
              <a:xfrm>
                <a:off x="7148045" y="2835117"/>
                <a:ext cx="136853" cy="183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467" name="Encre 1052466"/>
              <p14:cNvContentPartPr/>
              <p14:nvPr/>
            </p14:nvContentPartPr>
            <p14:xfrm>
              <a:off x="7355430" y="3175400"/>
              <a:ext cx="115066" cy="9807"/>
            </p14:xfrm>
          </p:contentPart>
        </mc:Choice>
        <mc:Fallback xmlns="">
          <p:sp>
            <p:nvSpPr>
              <p:cNvPr id="1052467" name=""/>
              <p:cNvSpPr/>
              <p:nvPr/>
            </p:nvSpPr>
            <p:spPr>
              <a:xfrm>
                <a:off x="7355430" y="3175400"/>
                <a:ext cx="115066" cy="9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468" name="Encre 1052467"/>
              <p14:cNvContentPartPr/>
              <p14:nvPr/>
            </p14:nvContentPartPr>
            <p14:xfrm>
              <a:off x="7355430" y="3224034"/>
              <a:ext cx="153521" cy="23740"/>
            </p14:xfrm>
          </p:contentPart>
        </mc:Choice>
        <mc:Fallback xmlns="">
          <p:sp>
            <p:nvSpPr>
              <p:cNvPr id="1052468" name=""/>
              <p:cNvSpPr/>
              <p:nvPr/>
            </p:nvSpPr>
            <p:spPr>
              <a:xfrm>
                <a:off x="7355430" y="3224034"/>
                <a:ext cx="153521" cy="23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469" name="Encre 1052468"/>
              <p14:cNvContentPartPr/>
              <p14:nvPr/>
            </p14:nvContentPartPr>
            <p14:xfrm>
              <a:off x="7566114" y="3146079"/>
              <a:ext cx="135988" cy="150215"/>
            </p14:xfrm>
          </p:contentPart>
        </mc:Choice>
        <mc:Fallback xmlns="">
          <p:sp>
            <p:nvSpPr>
              <p:cNvPr id="1052469" name=""/>
              <p:cNvSpPr/>
              <p:nvPr/>
            </p:nvSpPr>
            <p:spPr>
              <a:xfrm>
                <a:off x="7566114" y="3146079"/>
                <a:ext cx="135988" cy="150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470" name="Encre 1052469"/>
              <p14:cNvContentPartPr/>
              <p14:nvPr/>
            </p14:nvContentPartPr>
            <p14:xfrm>
              <a:off x="7547999" y="3030699"/>
              <a:ext cx="178958" cy="0"/>
            </p14:xfrm>
          </p:contentPart>
        </mc:Choice>
        <mc:Fallback xmlns="">
          <p:sp>
            <p:nvSpPr>
              <p:cNvPr id="1052470" name=""/>
              <p:cNvSpPr/>
              <p:nvPr/>
            </p:nvSpPr>
            <p:spPr>
              <a:xfrm>
                <a:off x="7547999" y="3030699"/>
                <a:ext cx="178958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471" name="Encre 1052470"/>
              <p14:cNvContentPartPr/>
              <p14:nvPr/>
            </p14:nvContentPartPr>
            <p14:xfrm>
              <a:off x="7627237" y="2943829"/>
              <a:ext cx="94289" cy="165585"/>
            </p14:xfrm>
          </p:contentPart>
        </mc:Choice>
        <mc:Fallback xmlns="">
          <p:sp>
            <p:nvSpPr>
              <p:cNvPr id="1052471" name=""/>
              <p:cNvSpPr/>
              <p:nvPr/>
            </p:nvSpPr>
            <p:spPr>
              <a:xfrm>
                <a:off x="7627237" y="2943829"/>
                <a:ext cx="94289" cy="1655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472" name="Encre 1052471"/>
              <p14:cNvContentPartPr/>
              <p14:nvPr/>
            </p14:nvContentPartPr>
            <p14:xfrm>
              <a:off x="6127917" y="3309472"/>
              <a:ext cx="1184270" cy="133130"/>
            </p14:xfrm>
          </p:contentPart>
        </mc:Choice>
        <mc:Fallback xmlns="">
          <p:sp>
            <p:nvSpPr>
              <p:cNvPr id="1052472" name=""/>
              <p:cNvSpPr/>
              <p:nvPr/>
            </p:nvSpPr>
            <p:spPr>
              <a:xfrm>
                <a:off x="6127917" y="3309472"/>
                <a:ext cx="1184270" cy="133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473" name="Encre 1052472"/>
              <p14:cNvContentPartPr/>
              <p14:nvPr/>
            </p14:nvContentPartPr>
            <p14:xfrm>
              <a:off x="6776076" y="3508484"/>
              <a:ext cx="21179" cy="87366"/>
            </p14:xfrm>
          </p:contentPart>
        </mc:Choice>
        <mc:Fallback xmlns="">
          <p:sp>
            <p:nvSpPr>
              <p:cNvPr id="1052473" name=""/>
              <p:cNvSpPr/>
              <p:nvPr/>
            </p:nvSpPr>
            <p:spPr>
              <a:xfrm>
                <a:off x="6776076" y="3508484"/>
                <a:ext cx="21179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474" name="Encre 1052473"/>
              <p14:cNvContentPartPr/>
              <p14:nvPr/>
            </p14:nvContentPartPr>
            <p14:xfrm>
              <a:off x="6847557" y="3508484"/>
              <a:ext cx="18562" cy="82521"/>
            </p14:xfrm>
          </p:contentPart>
        </mc:Choice>
        <mc:Fallback xmlns="">
          <p:sp>
            <p:nvSpPr>
              <p:cNvPr id="1052474" name=""/>
              <p:cNvSpPr/>
              <p:nvPr/>
            </p:nvSpPr>
            <p:spPr>
              <a:xfrm>
                <a:off x="6847557" y="3508484"/>
                <a:ext cx="18562" cy="82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475" name="Encre 1052474"/>
              <p14:cNvContentPartPr/>
              <p14:nvPr/>
            </p14:nvContentPartPr>
            <p14:xfrm>
              <a:off x="6845766" y="3781201"/>
              <a:ext cx="185611" cy="184490"/>
            </p14:xfrm>
          </p:contentPart>
        </mc:Choice>
        <mc:Fallback xmlns="">
          <p:sp>
            <p:nvSpPr>
              <p:cNvPr id="1052475" name=""/>
              <p:cNvSpPr/>
              <p:nvPr/>
            </p:nvSpPr>
            <p:spPr>
              <a:xfrm>
                <a:off x="6845766" y="3781201"/>
                <a:ext cx="185611" cy="184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476" name="Encre 1052475"/>
              <p14:cNvContentPartPr/>
              <p14:nvPr/>
            </p14:nvContentPartPr>
            <p14:xfrm>
              <a:off x="6783136" y="3718462"/>
              <a:ext cx="285926" cy="7693"/>
            </p14:xfrm>
          </p:contentPart>
        </mc:Choice>
        <mc:Fallback xmlns="">
          <p:sp>
            <p:nvSpPr>
              <p:cNvPr id="1052476" name=""/>
              <p:cNvSpPr/>
              <p:nvPr/>
            </p:nvSpPr>
            <p:spPr>
              <a:xfrm>
                <a:off x="6783136" y="3718462"/>
                <a:ext cx="285926" cy="7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477" name="Encre 1052476"/>
              <p14:cNvContentPartPr/>
              <p14:nvPr/>
            </p14:nvContentPartPr>
            <p14:xfrm>
              <a:off x="7040381" y="3687661"/>
              <a:ext cx="113093" cy="108131"/>
            </p14:xfrm>
          </p:contentPart>
        </mc:Choice>
        <mc:Fallback xmlns="">
          <p:sp>
            <p:nvSpPr>
              <p:cNvPr id="1052477" name=""/>
              <p:cNvSpPr/>
              <p:nvPr/>
            </p:nvSpPr>
            <p:spPr>
              <a:xfrm>
                <a:off x="7040381" y="3687661"/>
                <a:ext cx="113093" cy="108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478" name="Encre 1052477"/>
              <p14:cNvContentPartPr/>
              <p14:nvPr/>
            </p14:nvContentPartPr>
            <p14:xfrm>
              <a:off x="947234" y="3001660"/>
              <a:ext cx="75265" cy="10674"/>
            </p14:xfrm>
          </p:contentPart>
        </mc:Choice>
        <mc:Fallback xmlns="">
          <p:sp>
            <p:nvSpPr>
              <p:cNvPr id="1052478" name=""/>
              <p:cNvSpPr/>
              <p:nvPr/>
            </p:nvSpPr>
            <p:spPr>
              <a:xfrm>
                <a:off x="947234" y="3001660"/>
                <a:ext cx="75265" cy="10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479" name="Encre 1052478"/>
              <p14:cNvContentPartPr/>
              <p14:nvPr/>
            </p14:nvContentPartPr>
            <p14:xfrm>
              <a:off x="1170558" y="3754699"/>
              <a:ext cx="19801" cy="206638"/>
            </p14:xfrm>
          </p:contentPart>
        </mc:Choice>
        <mc:Fallback xmlns="">
          <p:sp>
            <p:nvSpPr>
              <p:cNvPr id="1052479" name=""/>
              <p:cNvSpPr/>
              <p:nvPr/>
            </p:nvSpPr>
            <p:spPr>
              <a:xfrm>
                <a:off x="1170558" y="3754699"/>
                <a:ext cx="19801" cy="206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480" name="Encre 1052479"/>
              <p14:cNvContentPartPr/>
              <p14:nvPr/>
            </p14:nvContentPartPr>
            <p14:xfrm>
              <a:off x="1054457" y="3699545"/>
              <a:ext cx="337351" cy="10404"/>
            </p14:xfrm>
          </p:contentPart>
        </mc:Choice>
        <mc:Fallback xmlns="">
          <p:sp>
            <p:nvSpPr>
              <p:cNvPr id="1052480" name=""/>
              <p:cNvSpPr/>
              <p:nvPr/>
            </p:nvSpPr>
            <p:spPr>
              <a:xfrm>
                <a:off x="1054457" y="3699545"/>
                <a:ext cx="337351" cy="104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481" name="Encre 1052480"/>
              <p14:cNvContentPartPr/>
              <p14:nvPr/>
            </p14:nvContentPartPr>
            <p14:xfrm>
              <a:off x="1118878" y="3568795"/>
              <a:ext cx="329702" cy="4966"/>
            </p14:xfrm>
          </p:contentPart>
        </mc:Choice>
        <mc:Fallback xmlns="">
          <p:sp>
            <p:nvSpPr>
              <p:cNvPr id="1052481" name=""/>
              <p:cNvSpPr/>
              <p:nvPr/>
            </p:nvSpPr>
            <p:spPr>
              <a:xfrm>
                <a:off x="1118878" y="3568795"/>
                <a:ext cx="329702" cy="4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482" name="Encre 1052481"/>
              <p14:cNvContentPartPr/>
              <p14:nvPr/>
            </p14:nvContentPartPr>
            <p14:xfrm>
              <a:off x="1340824" y="3486891"/>
              <a:ext cx="189911" cy="236304"/>
            </p14:xfrm>
          </p:contentPart>
        </mc:Choice>
        <mc:Fallback xmlns="">
          <p:sp>
            <p:nvSpPr>
              <p:cNvPr id="1052482" name=""/>
              <p:cNvSpPr/>
              <p:nvPr/>
            </p:nvSpPr>
            <p:spPr>
              <a:xfrm>
                <a:off x="1340824" y="3486891"/>
                <a:ext cx="189911" cy="236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483" name="Encre 1052482"/>
              <p14:cNvContentPartPr/>
              <p14:nvPr/>
            </p14:nvContentPartPr>
            <p14:xfrm>
              <a:off x="1512468" y="3841817"/>
              <a:ext cx="158869" cy="22320"/>
            </p14:xfrm>
          </p:contentPart>
        </mc:Choice>
        <mc:Fallback xmlns="">
          <p:sp>
            <p:nvSpPr>
              <p:cNvPr id="1052483" name=""/>
              <p:cNvSpPr/>
              <p:nvPr/>
            </p:nvSpPr>
            <p:spPr>
              <a:xfrm>
                <a:off x="1512468" y="3841817"/>
                <a:ext cx="158869" cy="22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484" name="Encre 1052483"/>
              <p14:cNvContentPartPr/>
              <p14:nvPr/>
            </p14:nvContentPartPr>
            <p14:xfrm>
              <a:off x="1476728" y="3979188"/>
              <a:ext cx="194554" cy="26992"/>
            </p14:xfrm>
          </p:contentPart>
        </mc:Choice>
        <mc:Fallback xmlns="">
          <p:sp>
            <p:nvSpPr>
              <p:cNvPr id="1052484" name=""/>
              <p:cNvSpPr/>
              <p:nvPr/>
            </p:nvSpPr>
            <p:spPr>
              <a:xfrm>
                <a:off x="1476728" y="3979188"/>
                <a:ext cx="194554" cy="26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485" name="Encre 1052484"/>
              <p14:cNvContentPartPr/>
              <p14:nvPr/>
            </p14:nvContentPartPr>
            <p14:xfrm>
              <a:off x="1733973" y="3941934"/>
              <a:ext cx="196671" cy="39376"/>
            </p14:xfrm>
          </p:contentPart>
        </mc:Choice>
        <mc:Fallback xmlns="">
          <p:sp>
            <p:nvSpPr>
              <p:cNvPr id="1052485" name=""/>
              <p:cNvSpPr/>
              <p:nvPr/>
            </p:nvSpPr>
            <p:spPr>
              <a:xfrm>
                <a:off x="1733973" y="3941934"/>
                <a:ext cx="196671" cy="39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486" name="Encre 1052485"/>
              <p14:cNvContentPartPr/>
              <p14:nvPr/>
            </p14:nvContentPartPr>
            <p14:xfrm>
              <a:off x="2070202" y="3689919"/>
              <a:ext cx="171644" cy="358596"/>
            </p14:xfrm>
          </p:contentPart>
        </mc:Choice>
        <mc:Fallback xmlns="">
          <p:sp>
            <p:nvSpPr>
              <p:cNvPr id="1052486" name=""/>
              <p:cNvSpPr/>
              <p:nvPr/>
            </p:nvSpPr>
            <p:spPr>
              <a:xfrm>
                <a:off x="2070202" y="3689919"/>
                <a:ext cx="171644" cy="3585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2487" name="Encre 1052486"/>
              <p14:cNvContentPartPr/>
              <p14:nvPr/>
            </p14:nvContentPartPr>
            <p14:xfrm>
              <a:off x="2234786" y="3885500"/>
              <a:ext cx="116004" cy="159096"/>
            </p14:xfrm>
          </p:contentPart>
        </mc:Choice>
        <mc:Fallback xmlns="">
          <p:sp>
            <p:nvSpPr>
              <p:cNvPr id="1052487" name=""/>
              <p:cNvSpPr/>
              <p:nvPr/>
            </p:nvSpPr>
            <p:spPr>
              <a:xfrm>
                <a:off x="2234786" y="3885500"/>
                <a:ext cx="116004" cy="159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2488" name="Encre 1052487"/>
              <p14:cNvContentPartPr/>
              <p14:nvPr/>
            </p14:nvContentPartPr>
            <p14:xfrm>
              <a:off x="2318630" y="3892698"/>
              <a:ext cx="159282" cy="136562"/>
            </p14:xfrm>
          </p:contentPart>
        </mc:Choice>
        <mc:Fallback xmlns="">
          <p:sp>
            <p:nvSpPr>
              <p:cNvPr id="1052488" name=""/>
              <p:cNvSpPr/>
              <p:nvPr/>
            </p:nvSpPr>
            <p:spPr>
              <a:xfrm>
                <a:off x="2318630" y="3892698"/>
                <a:ext cx="159282" cy="136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2489" name="Encre 1052488"/>
              <p14:cNvContentPartPr/>
              <p14:nvPr/>
            </p14:nvContentPartPr>
            <p14:xfrm>
              <a:off x="2520712" y="3848284"/>
              <a:ext cx="255168" cy="281910"/>
            </p14:xfrm>
          </p:contentPart>
        </mc:Choice>
        <mc:Fallback xmlns="">
          <p:sp>
            <p:nvSpPr>
              <p:cNvPr id="1052489" name=""/>
              <p:cNvSpPr/>
              <p:nvPr/>
            </p:nvSpPr>
            <p:spPr>
              <a:xfrm>
                <a:off x="2520712" y="3848284"/>
                <a:ext cx="255168" cy="281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2490" name="Encre 1052489"/>
              <p14:cNvContentPartPr/>
              <p14:nvPr/>
            </p14:nvContentPartPr>
            <p14:xfrm>
              <a:off x="2778690" y="3994212"/>
              <a:ext cx="122757" cy="141119"/>
            </p14:xfrm>
          </p:contentPart>
        </mc:Choice>
        <mc:Fallback xmlns="">
          <p:sp>
            <p:nvSpPr>
              <p:cNvPr id="1052490" name=""/>
              <p:cNvSpPr/>
              <p:nvPr/>
            </p:nvSpPr>
            <p:spPr>
              <a:xfrm>
                <a:off x="2778690" y="3994212"/>
                <a:ext cx="122757" cy="141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2491" name="Encre 1052490"/>
              <p14:cNvContentPartPr/>
              <p14:nvPr/>
            </p14:nvContentPartPr>
            <p14:xfrm>
              <a:off x="2542333" y="3768205"/>
              <a:ext cx="214856" cy="15781"/>
            </p14:xfrm>
          </p:contentPart>
        </mc:Choice>
        <mc:Fallback xmlns="">
          <p:sp>
            <p:nvSpPr>
              <p:cNvPr id="1052491" name=""/>
              <p:cNvSpPr/>
              <p:nvPr/>
            </p:nvSpPr>
            <p:spPr>
              <a:xfrm>
                <a:off x="2542333" y="3768205"/>
                <a:ext cx="214856" cy="15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492" name="Encre 1052491"/>
              <p14:cNvContentPartPr/>
              <p14:nvPr/>
            </p14:nvContentPartPr>
            <p14:xfrm>
              <a:off x="2656616" y="3689919"/>
              <a:ext cx="115721" cy="105456"/>
            </p14:xfrm>
          </p:contentPart>
        </mc:Choice>
        <mc:Fallback xmlns="">
          <p:sp>
            <p:nvSpPr>
              <p:cNvPr id="1052492" name=""/>
              <p:cNvSpPr/>
              <p:nvPr/>
            </p:nvSpPr>
            <p:spPr>
              <a:xfrm>
                <a:off x="2656616" y="3689919"/>
                <a:ext cx="115721" cy="105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2493" name="Encre 1052492"/>
              <p14:cNvContentPartPr/>
              <p14:nvPr/>
            </p14:nvContentPartPr>
            <p14:xfrm>
              <a:off x="2985784" y="3935885"/>
              <a:ext cx="201645" cy="10137"/>
            </p14:xfrm>
          </p:contentPart>
        </mc:Choice>
        <mc:Fallback xmlns="">
          <p:sp>
            <p:nvSpPr>
              <p:cNvPr id="1052493" name=""/>
              <p:cNvSpPr/>
              <p:nvPr/>
            </p:nvSpPr>
            <p:spPr>
              <a:xfrm>
                <a:off x="2985784" y="3935885"/>
                <a:ext cx="201645" cy="10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2494" name="Encre 1052493"/>
              <p14:cNvContentPartPr/>
              <p14:nvPr/>
            </p14:nvContentPartPr>
            <p14:xfrm>
              <a:off x="3006964" y="4044849"/>
              <a:ext cx="166449" cy="6945"/>
            </p14:xfrm>
          </p:contentPart>
        </mc:Choice>
        <mc:Fallback xmlns="">
          <p:sp>
            <p:nvSpPr>
              <p:cNvPr id="1052494" name=""/>
              <p:cNvSpPr/>
              <p:nvPr/>
            </p:nvSpPr>
            <p:spPr>
              <a:xfrm>
                <a:off x="3006964" y="4044849"/>
                <a:ext cx="166449" cy="6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2495" name="Encre 1052494"/>
              <p14:cNvContentPartPr/>
              <p14:nvPr/>
            </p14:nvContentPartPr>
            <p14:xfrm>
              <a:off x="3243030" y="3986338"/>
              <a:ext cx="184142" cy="5704"/>
            </p14:xfrm>
          </p:contentPart>
        </mc:Choice>
        <mc:Fallback xmlns="">
          <p:sp>
            <p:nvSpPr>
              <p:cNvPr id="1052495" name=""/>
              <p:cNvSpPr/>
              <p:nvPr/>
            </p:nvSpPr>
            <p:spPr>
              <a:xfrm>
                <a:off x="3243030" y="3986338"/>
                <a:ext cx="184142" cy="5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2496" name="Encre 1052495"/>
              <p14:cNvContentPartPr/>
              <p14:nvPr/>
            </p14:nvContentPartPr>
            <p14:xfrm>
              <a:off x="3526196" y="3661538"/>
              <a:ext cx="166958" cy="337382"/>
            </p14:xfrm>
          </p:contentPart>
        </mc:Choice>
        <mc:Fallback xmlns="">
          <p:sp>
            <p:nvSpPr>
              <p:cNvPr id="1052496" name=""/>
              <p:cNvSpPr/>
              <p:nvPr/>
            </p:nvSpPr>
            <p:spPr>
              <a:xfrm>
                <a:off x="3526196" y="3661538"/>
                <a:ext cx="166958" cy="3373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2497" name="Encre 1052496"/>
              <p14:cNvContentPartPr/>
              <p14:nvPr/>
            </p14:nvContentPartPr>
            <p14:xfrm>
              <a:off x="3797416" y="3726156"/>
              <a:ext cx="227836" cy="286830"/>
            </p14:xfrm>
          </p:contentPart>
        </mc:Choice>
        <mc:Fallback xmlns="">
          <p:sp>
            <p:nvSpPr>
              <p:cNvPr id="1052497" name=""/>
              <p:cNvSpPr/>
              <p:nvPr/>
            </p:nvSpPr>
            <p:spPr>
              <a:xfrm>
                <a:off x="3797416" y="3726156"/>
                <a:ext cx="227836" cy="286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2498" name="Encre 1052497"/>
              <p14:cNvContentPartPr/>
              <p14:nvPr/>
            </p14:nvContentPartPr>
            <p14:xfrm>
              <a:off x="3757962" y="3733105"/>
              <a:ext cx="207385" cy="29039"/>
            </p14:xfrm>
          </p:contentPart>
        </mc:Choice>
        <mc:Fallback xmlns="">
          <p:sp>
            <p:nvSpPr>
              <p:cNvPr id="1052498" name=""/>
              <p:cNvSpPr/>
              <p:nvPr/>
            </p:nvSpPr>
            <p:spPr>
              <a:xfrm>
                <a:off x="3757962" y="3733105"/>
                <a:ext cx="207385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2499" name="Encre 1052498"/>
              <p14:cNvContentPartPr/>
              <p14:nvPr/>
            </p14:nvContentPartPr>
            <p14:xfrm>
              <a:off x="3782672" y="3832634"/>
              <a:ext cx="182675" cy="31025"/>
            </p14:xfrm>
          </p:contentPart>
        </mc:Choice>
        <mc:Fallback xmlns="">
          <p:sp>
            <p:nvSpPr>
              <p:cNvPr id="1052499" name=""/>
              <p:cNvSpPr/>
              <p:nvPr/>
            </p:nvSpPr>
            <p:spPr>
              <a:xfrm>
                <a:off x="3782672" y="3832634"/>
                <a:ext cx="182675" cy="31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2500" name="Encre 1052499"/>
              <p14:cNvContentPartPr/>
              <p14:nvPr/>
            </p14:nvContentPartPr>
            <p14:xfrm>
              <a:off x="4002750" y="3943781"/>
              <a:ext cx="95613" cy="207658"/>
            </p14:xfrm>
          </p:contentPart>
        </mc:Choice>
        <mc:Fallback xmlns="">
          <p:sp>
            <p:nvSpPr>
              <p:cNvPr id="1052500" name=""/>
              <p:cNvSpPr/>
              <p:nvPr/>
            </p:nvSpPr>
            <p:spPr>
              <a:xfrm>
                <a:off x="4002750" y="3943781"/>
                <a:ext cx="95613" cy="2076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2501" name="Encre 1052500"/>
              <p14:cNvContentPartPr/>
              <p14:nvPr/>
            </p14:nvContentPartPr>
            <p14:xfrm>
              <a:off x="4162422" y="3771328"/>
              <a:ext cx="101294" cy="289598"/>
            </p14:xfrm>
          </p:contentPart>
        </mc:Choice>
        <mc:Fallback xmlns="">
          <p:sp>
            <p:nvSpPr>
              <p:cNvPr id="1052501" name=""/>
              <p:cNvSpPr/>
              <p:nvPr/>
            </p:nvSpPr>
            <p:spPr>
              <a:xfrm>
                <a:off x="4162422" y="3771328"/>
                <a:ext cx="101294" cy="289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2502" name="Encre 1052501"/>
              <p14:cNvContentPartPr/>
              <p14:nvPr/>
            </p14:nvContentPartPr>
            <p14:xfrm>
              <a:off x="4226299" y="3863659"/>
              <a:ext cx="69447" cy="99925"/>
            </p14:xfrm>
          </p:contentPart>
        </mc:Choice>
        <mc:Fallback xmlns="">
          <p:sp>
            <p:nvSpPr>
              <p:cNvPr id="1052502" name=""/>
              <p:cNvSpPr/>
              <p:nvPr/>
            </p:nvSpPr>
            <p:spPr>
              <a:xfrm>
                <a:off x="4226299" y="3863659"/>
                <a:ext cx="69447" cy="99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2503" name="Encre 1052502"/>
              <p14:cNvContentPartPr/>
              <p14:nvPr/>
            </p14:nvContentPartPr>
            <p14:xfrm>
              <a:off x="4292281" y="3885500"/>
              <a:ext cx="118258" cy="117181"/>
            </p14:xfrm>
          </p:contentPart>
        </mc:Choice>
        <mc:Fallback xmlns="">
          <p:sp>
            <p:nvSpPr>
              <p:cNvPr id="1052503" name=""/>
              <p:cNvSpPr/>
              <p:nvPr/>
            </p:nvSpPr>
            <p:spPr>
              <a:xfrm>
                <a:off x="4292281" y="3885500"/>
                <a:ext cx="118258" cy="117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2504" name="Encre 1052503"/>
              <p14:cNvContentPartPr/>
              <p14:nvPr/>
            </p14:nvContentPartPr>
            <p14:xfrm>
              <a:off x="4387177" y="3805828"/>
              <a:ext cx="74759" cy="209496"/>
            </p14:xfrm>
          </p:contentPart>
        </mc:Choice>
        <mc:Fallback xmlns="">
          <p:sp>
            <p:nvSpPr>
              <p:cNvPr id="1052504" name=""/>
              <p:cNvSpPr/>
              <p:nvPr/>
            </p:nvSpPr>
            <p:spPr>
              <a:xfrm>
                <a:off x="4387177" y="3805828"/>
                <a:ext cx="74759" cy="2094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2505" name="Encre 1052504"/>
              <p14:cNvContentPartPr/>
              <p14:nvPr/>
            </p14:nvContentPartPr>
            <p14:xfrm>
              <a:off x="3627681" y="4100114"/>
              <a:ext cx="774056" cy="53194"/>
            </p14:xfrm>
          </p:contentPart>
        </mc:Choice>
        <mc:Fallback xmlns="">
          <p:sp>
            <p:nvSpPr>
              <p:cNvPr id="1052505" name=""/>
              <p:cNvSpPr/>
              <p:nvPr/>
            </p:nvSpPr>
            <p:spPr>
              <a:xfrm>
                <a:off x="3627681" y="4100114"/>
                <a:ext cx="774056" cy="53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2506" name="Encre 1052505"/>
              <p14:cNvContentPartPr/>
              <p14:nvPr/>
            </p14:nvContentPartPr>
            <p14:xfrm>
              <a:off x="3729981" y="4182100"/>
              <a:ext cx="321281" cy="300109"/>
            </p14:xfrm>
          </p:contentPart>
        </mc:Choice>
        <mc:Fallback xmlns="">
          <p:sp>
            <p:nvSpPr>
              <p:cNvPr id="1052506" name=""/>
              <p:cNvSpPr/>
              <p:nvPr/>
            </p:nvSpPr>
            <p:spPr>
              <a:xfrm>
                <a:off x="3729981" y="4182100"/>
                <a:ext cx="321281" cy="300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2507" name="Encre 1052506"/>
              <p14:cNvContentPartPr/>
              <p14:nvPr/>
            </p14:nvContentPartPr>
            <p14:xfrm>
              <a:off x="4073348" y="4356336"/>
              <a:ext cx="106444" cy="137254"/>
            </p14:xfrm>
          </p:contentPart>
        </mc:Choice>
        <mc:Fallback xmlns="">
          <p:sp>
            <p:nvSpPr>
              <p:cNvPr id="1052507" name=""/>
              <p:cNvSpPr/>
              <p:nvPr/>
            </p:nvSpPr>
            <p:spPr>
              <a:xfrm>
                <a:off x="4073348" y="4356336"/>
                <a:ext cx="106444" cy="137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2508" name="Encre 1052507"/>
              <p14:cNvContentPartPr/>
              <p14:nvPr/>
            </p14:nvContentPartPr>
            <p14:xfrm>
              <a:off x="4566323" y="3989095"/>
              <a:ext cx="167901" cy="213252"/>
            </p14:xfrm>
          </p:contentPart>
        </mc:Choice>
        <mc:Fallback xmlns="">
          <p:sp>
            <p:nvSpPr>
              <p:cNvPr id="1052508" name=""/>
              <p:cNvSpPr/>
              <p:nvPr/>
            </p:nvSpPr>
            <p:spPr>
              <a:xfrm>
                <a:off x="4566323" y="3989095"/>
                <a:ext cx="167901" cy="213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2509" name="Encre 1052508"/>
              <p14:cNvContentPartPr/>
              <p14:nvPr/>
            </p14:nvContentPartPr>
            <p14:xfrm>
              <a:off x="4745962" y="4138664"/>
              <a:ext cx="120406" cy="136825"/>
            </p14:xfrm>
          </p:contentPart>
        </mc:Choice>
        <mc:Fallback xmlns="">
          <p:sp>
            <p:nvSpPr>
              <p:cNvPr id="1052509" name=""/>
              <p:cNvSpPr/>
              <p:nvPr/>
            </p:nvSpPr>
            <p:spPr>
              <a:xfrm>
                <a:off x="4745962" y="4138664"/>
                <a:ext cx="120406" cy="1368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2510" name="Encre 1052509"/>
              <p14:cNvContentPartPr/>
              <p14:nvPr/>
            </p14:nvContentPartPr>
            <p14:xfrm>
              <a:off x="4737967" y="4117319"/>
              <a:ext cx="126887" cy="149586"/>
            </p14:xfrm>
          </p:contentPart>
        </mc:Choice>
        <mc:Fallback xmlns="">
          <p:sp>
            <p:nvSpPr>
              <p:cNvPr id="1052510" name=""/>
              <p:cNvSpPr/>
              <p:nvPr/>
            </p:nvSpPr>
            <p:spPr>
              <a:xfrm>
                <a:off x="4737967" y="4117319"/>
                <a:ext cx="126887" cy="149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2511" name="Encre 1052510"/>
              <p14:cNvContentPartPr/>
              <p14:nvPr/>
            </p14:nvContentPartPr>
            <p14:xfrm>
              <a:off x="4544702" y="3896037"/>
              <a:ext cx="240517" cy="18006"/>
            </p14:xfrm>
          </p:contentPart>
        </mc:Choice>
        <mc:Fallback xmlns="">
          <p:sp>
            <p:nvSpPr>
              <p:cNvPr id="1052511" name=""/>
              <p:cNvSpPr/>
              <p:nvPr/>
            </p:nvSpPr>
            <p:spPr>
              <a:xfrm>
                <a:off x="4544702" y="3896037"/>
                <a:ext cx="240517" cy="180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2512" name="Encre 1052511"/>
              <p14:cNvContentPartPr/>
              <p14:nvPr/>
            </p14:nvContentPartPr>
            <p14:xfrm>
              <a:off x="4637804" y="3805828"/>
              <a:ext cx="181504" cy="161206"/>
            </p14:xfrm>
          </p:contentPart>
        </mc:Choice>
        <mc:Fallback xmlns="">
          <p:sp>
            <p:nvSpPr>
              <p:cNvPr id="1052512" name=""/>
              <p:cNvSpPr/>
              <p:nvPr/>
            </p:nvSpPr>
            <p:spPr>
              <a:xfrm>
                <a:off x="4637804" y="3805828"/>
                <a:ext cx="181504" cy="1612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2513" name="Encre 1052512"/>
              <p14:cNvContentPartPr/>
              <p14:nvPr/>
            </p14:nvContentPartPr>
            <p14:xfrm>
              <a:off x="915049" y="2725053"/>
              <a:ext cx="1292053" cy="644448"/>
            </p14:xfrm>
          </p:contentPart>
        </mc:Choice>
        <mc:Fallback xmlns="">
          <p:sp>
            <p:nvSpPr>
              <p:cNvPr id="1052513" name=""/>
              <p:cNvSpPr/>
              <p:nvPr/>
            </p:nvSpPr>
            <p:spPr>
              <a:xfrm>
                <a:off x="915049" y="2725053"/>
                <a:ext cx="1292053" cy="644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2514" name="Encre 1052513"/>
              <p14:cNvContentPartPr/>
              <p14:nvPr/>
            </p14:nvContentPartPr>
            <p14:xfrm>
              <a:off x="771254" y="4450404"/>
              <a:ext cx="819755" cy="275254"/>
            </p14:xfrm>
          </p:contentPart>
        </mc:Choice>
        <mc:Fallback xmlns="">
          <p:sp>
            <p:nvSpPr>
              <p:cNvPr id="1052514" name=""/>
              <p:cNvSpPr/>
              <p:nvPr/>
            </p:nvSpPr>
            <p:spPr>
              <a:xfrm>
                <a:off x="771254" y="4450404"/>
                <a:ext cx="819755" cy="275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2515" name="Encre 1052514"/>
              <p14:cNvContentPartPr/>
              <p14:nvPr/>
            </p14:nvContentPartPr>
            <p14:xfrm>
              <a:off x="1776774" y="4515432"/>
              <a:ext cx="190094" cy="425260"/>
            </p14:xfrm>
          </p:contentPart>
        </mc:Choice>
        <mc:Fallback xmlns="">
          <p:sp>
            <p:nvSpPr>
              <p:cNvPr id="1052515" name=""/>
              <p:cNvSpPr/>
              <p:nvPr/>
            </p:nvSpPr>
            <p:spPr>
              <a:xfrm>
                <a:off x="1776774" y="4515432"/>
                <a:ext cx="190094" cy="425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2516" name="Encre 1052515"/>
              <p14:cNvContentPartPr/>
              <p14:nvPr/>
            </p14:nvContentPartPr>
            <p14:xfrm>
              <a:off x="2075569" y="4572548"/>
              <a:ext cx="88945" cy="157361"/>
            </p14:xfrm>
          </p:contentPart>
        </mc:Choice>
        <mc:Fallback xmlns="">
          <p:sp>
            <p:nvSpPr>
              <p:cNvPr id="1052516" name=""/>
              <p:cNvSpPr/>
              <p:nvPr/>
            </p:nvSpPr>
            <p:spPr>
              <a:xfrm>
                <a:off x="2075569" y="4572548"/>
                <a:ext cx="88945" cy="157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2517" name="Encre 1052516"/>
              <p14:cNvContentPartPr/>
              <p14:nvPr/>
            </p14:nvContentPartPr>
            <p14:xfrm>
              <a:off x="2204002" y="4515432"/>
              <a:ext cx="130946" cy="188288"/>
            </p14:xfrm>
          </p:contentPart>
        </mc:Choice>
        <mc:Fallback xmlns="">
          <p:sp>
            <p:nvSpPr>
              <p:cNvPr id="1052517" name=""/>
              <p:cNvSpPr/>
              <p:nvPr/>
            </p:nvSpPr>
            <p:spPr>
              <a:xfrm>
                <a:off x="2204002" y="4515432"/>
                <a:ext cx="130946" cy="188288"/>
              </a:xfrm>
            </p:spPr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Forme libre 3"/>
          <p:cNvSpPr/>
          <p:nvPr/>
        </p:nvSpPr>
        <p:spPr>
          <a:xfrm rot="21396132">
            <a:off x="2353327" y="642774"/>
            <a:ext cx="2034862" cy="2099270"/>
          </a:xfrm>
          <a:custGeom>
            <a:avLst/>
            <a:gdLst>
              <a:gd name="connsiteX0" fmla="*/ 0 w 2034862"/>
              <a:gd name="connsiteY0" fmla="*/ 0 h 2099270"/>
              <a:gd name="connsiteX1" fmla="*/ 978795 w 2034862"/>
              <a:gd name="connsiteY1" fmla="*/ 2099257 h 2099270"/>
              <a:gd name="connsiteX2" fmla="*/ 2034862 w 2034862"/>
              <a:gd name="connsiteY2" fmla="*/ 25758 h 209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4862" h="2099270">
                <a:moveTo>
                  <a:pt x="0" y="0"/>
                </a:moveTo>
                <a:cubicBezTo>
                  <a:pt x="319825" y="1047482"/>
                  <a:pt x="639651" y="2094964"/>
                  <a:pt x="978795" y="2099257"/>
                </a:cubicBezTo>
                <a:cubicBezTo>
                  <a:pt x="1317939" y="2103550"/>
                  <a:pt x="1676400" y="1064654"/>
                  <a:pt x="2034862" y="25758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28" name="Connecteur droit avec flèche 4"/>
          <p:cNvCxnSpPr>
            <a:cxnSpLocks/>
          </p:cNvCxnSpPr>
          <p:nvPr/>
        </p:nvCxnSpPr>
        <p:spPr>
          <a:xfrm flipV="1">
            <a:off x="2487618" y="1094261"/>
            <a:ext cx="0" cy="27380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eur droit avec flèche 5"/>
          <p:cNvCxnSpPr>
            <a:cxnSpLocks/>
          </p:cNvCxnSpPr>
          <p:nvPr/>
        </p:nvCxnSpPr>
        <p:spPr>
          <a:xfrm>
            <a:off x="1356459" y="3621017"/>
            <a:ext cx="28569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38118" y="785130"/>
            <a:ext cx="827406" cy="394210"/>
          </a:xfrm>
          <a:prstGeom prst="rect">
            <a:avLst/>
          </a:prstGeom>
          <a:blipFill rotWithShape="0">
            <a:blip r:embed="rId2"/>
            <a:stretch>
              <a:fillRect b="-781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5" name="ZoneTexte 7"/>
          <p:cNvSpPr txBox="1"/>
          <p:nvPr/>
        </p:nvSpPr>
        <p:spPr>
          <a:xfrm>
            <a:off x="4071361" y="318729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x</a:t>
            </a:r>
          </a:p>
        </p:txBody>
      </p:sp>
      <p:sp>
        <p:nvSpPr>
          <p:cNvPr id="1048606" name="ZoneTexte 8"/>
          <p:cNvSpPr txBox="1"/>
          <p:nvPr/>
        </p:nvSpPr>
        <p:spPr>
          <a:xfrm>
            <a:off x="5628068" y="1107634"/>
            <a:ext cx="729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3200" b="1" dirty="0"/>
              <a:t>OU</a:t>
            </a:r>
          </a:p>
        </p:txBody>
      </p:sp>
      <p:sp>
        <p:nvSpPr>
          <p:cNvPr id="1048607" name="Forme libre 9"/>
          <p:cNvSpPr/>
          <p:nvPr/>
        </p:nvSpPr>
        <p:spPr>
          <a:xfrm rot="10548546">
            <a:off x="8345190" y="1904313"/>
            <a:ext cx="2034862" cy="2099270"/>
          </a:xfrm>
          <a:custGeom>
            <a:avLst/>
            <a:gdLst>
              <a:gd name="connsiteX0" fmla="*/ 0 w 2034862"/>
              <a:gd name="connsiteY0" fmla="*/ 0 h 2099270"/>
              <a:gd name="connsiteX1" fmla="*/ 978795 w 2034862"/>
              <a:gd name="connsiteY1" fmla="*/ 2099257 h 2099270"/>
              <a:gd name="connsiteX2" fmla="*/ 2034862 w 2034862"/>
              <a:gd name="connsiteY2" fmla="*/ 25758 h 209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4862" h="2099270">
                <a:moveTo>
                  <a:pt x="0" y="0"/>
                </a:moveTo>
                <a:cubicBezTo>
                  <a:pt x="319825" y="1047482"/>
                  <a:pt x="639651" y="2094964"/>
                  <a:pt x="978795" y="2099257"/>
                </a:cubicBezTo>
                <a:cubicBezTo>
                  <a:pt x="1317939" y="2103550"/>
                  <a:pt x="1676400" y="1064654"/>
                  <a:pt x="2034862" y="25758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0" name="Connecteur droit avec flèche 10"/>
          <p:cNvCxnSpPr>
            <a:cxnSpLocks/>
          </p:cNvCxnSpPr>
          <p:nvPr/>
        </p:nvCxnSpPr>
        <p:spPr>
          <a:xfrm flipV="1">
            <a:off x="8768013" y="947360"/>
            <a:ext cx="0" cy="27380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eur droit avec flèche 11"/>
          <p:cNvCxnSpPr>
            <a:cxnSpLocks/>
          </p:cNvCxnSpPr>
          <p:nvPr/>
        </p:nvCxnSpPr>
        <p:spPr>
          <a:xfrm>
            <a:off x="7636854" y="3474116"/>
            <a:ext cx="28569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8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37397" y="1180513"/>
            <a:ext cx="827406" cy="394210"/>
          </a:xfrm>
          <a:prstGeom prst="rect">
            <a:avLst/>
          </a:prstGeom>
          <a:blipFill rotWithShape="0">
            <a:blip r:embed="rId3"/>
            <a:stretch>
              <a:fillRect b="-781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9" name="ZoneTexte 13"/>
          <p:cNvSpPr txBox="1"/>
          <p:nvPr/>
        </p:nvSpPr>
        <p:spPr>
          <a:xfrm>
            <a:off x="10351756" y="304038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x</a:t>
            </a:r>
          </a:p>
        </p:txBody>
      </p:sp>
      <p:sp>
        <p:nvSpPr>
          <p:cNvPr id="1048610" name="ZoneTexte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73716" y="3331757"/>
            <a:ext cx="555472" cy="461665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32" name="Connecteur droit 20"/>
          <p:cNvCxnSpPr>
            <a:cxnSpLocks/>
            <a:stCxn id="1048603" idx="1"/>
          </p:cNvCxnSpPr>
          <p:nvPr/>
        </p:nvCxnSpPr>
        <p:spPr>
          <a:xfrm>
            <a:off x="3394399" y="2742476"/>
            <a:ext cx="5460" cy="87854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eur droit 25"/>
          <p:cNvCxnSpPr>
            <a:cxnSpLocks/>
          </p:cNvCxnSpPr>
          <p:nvPr/>
        </p:nvCxnSpPr>
        <p:spPr>
          <a:xfrm>
            <a:off x="9319955" y="1877115"/>
            <a:ext cx="0" cy="159700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1" name="ZoneTexte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59121" y="3527684"/>
            <a:ext cx="555472" cy="461665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2" name="Ellipse 28"/>
          <p:cNvSpPr/>
          <p:nvPr/>
        </p:nvSpPr>
        <p:spPr>
          <a:xfrm>
            <a:off x="3259903" y="2513051"/>
            <a:ext cx="240855" cy="211296"/>
          </a:xfrm>
          <a:prstGeom prst="ellipse">
            <a:avLst/>
          </a:prstGeom>
          <a:pattFill prst="pct30">
            <a:fgClr>
              <a:schemeClr val="tx1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3" name="Ellipse 29"/>
          <p:cNvSpPr/>
          <p:nvPr/>
        </p:nvSpPr>
        <p:spPr>
          <a:xfrm>
            <a:off x="3823693" y="1337716"/>
            <a:ext cx="240855" cy="2112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4" name="Ellipse 30"/>
          <p:cNvSpPr/>
          <p:nvPr/>
        </p:nvSpPr>
        <p:spPr>
          <a:xfrm>
            <a:off x="9199527" y="1676467"/>
            <a:ext cx="240855" cy="211296"/>
          </a:xfrm>
          <a:prstGeom prst="ellipse">
            <a:avLst/>
          </a:prstGeom>
          <a:pattFill prst="pct30">
            <a:fgClr>
              <a:schemeClr val="tx1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5" name="Ellipse 31"/>
          <p:cNvSpPr/>
          <p:nvPr/>
        </p:nvSpPr>
        <p:spPr>
          <a:xfrm>
            <a:off x="2603962" y="1329681"/>
            <a:ext cx="240855" cy="2112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6" name="Arc 33"/>
          <p:cNvSpPr/>
          <p:nvPr/>
        </p:nvSpPr>
        <p:spPr>
          <a:xfrm rot="2195559">
            <a:off x="2776555" y="1270513"/>
            <a:ext cx="815927" cy="1625951"/>
          </a:xfrm>
          <a:prstGeom prst="arc">
            <a:avLst>
              <a:gd name="adj1" fmla="val 17102323"/>
              <a:gd name="adj2" fmla="val 21396629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7" name="Arc 35"/>
          <p:cNvSpPr/>
          <p:nvPr/>
        </p:nvSpPr>
        <p:spPr>
          <a:xfrm rot="10800000">
            <a:off x="2927310" y="706934"/>
            <a:ext cx="766280" cy="1609452"/>
          </a:xfrm>
          <a:prstGeom prst="arc">
            <a:avLst>
              <a:gd name="adj1" fmla="val 16501809"/>
              <a:gd name="adj2" fmla="val 20317912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8" name="Arc 37"/>
          <p:cNvSpPr/>
          <p:nvPr/>
        </p:nvSpPr>
        <p:spPr>
          <a:xfrm rot="10800000" flipV="1">
            <a:off x="8552529" y="1574723"/>
            <a:ext cx="1642631" cy="2764115"/>
          </a:xfrm>
          <a:prstGeom prst="arc">
            <a:avLst>
              <a:gd name="adj1" fmla="val 12855594"/>
              <a:gd name="adj2" fmla="val 19560509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9" name="Ellipse 38"/>
          <p:cNvSpPr/>
          <p:nvPr/>
        </p:nvSpPr>
        <p:spPr>
          <a:xfrm>
            <a:off x="9954305" y="2469808"/>
            <a:ext cx="240855" cy="2112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20" name="Ellipse 39"/>
          <p:cNvSpPr/>
          <p:nvPr/>
        </p:nvSpPr>
        <p:spPr>
          <a:xfrm>
            <a:off x="8525518" y="2519657"/>
            <a:ext cx="240855" cy="2112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4" name="Connecteur droit avec flèche 41"/>
          <p:cNvCxnSpPr>
            <a:cxnSpLocks/>
          </p:cNvCxnSpPr>
          <p:nvPr/>
        </p:nvCxnSpPr>
        <p:spPr>
          <a:xfrm>
            <a:off x="10289361" y="2520687"/>
            <a:ext cx="181769" cy="4216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eur droit avec flèche 42"/>
          <p:cNvCxnSpPr>
            <a:cxnSpLocks/>
          </p:cNvCxnSpPr>
          <p:nvPr/>
        </p:nvCxnSpPr>
        <p:spPr>
          <a:xfrm flipH="1">
            <a:off x="8320982" y="2644476"/>
            <a:ext cx="179966" cy="4897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1" name="ZoneTexte 44"/>
          <p:cNvSpPr txBox="1"/>
          <p:nvPr/>
        </p:nvSpPr>
        <p:spPr>
          <a:xfrm>
            <a:off x="690470" y="4266425"/>
            <a:ext cx="5245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2000" dirty="0"/>
              <a:t>Le point est rappelé vers la position d’équilibre. La position d’équilibre est stable.</a:t>
            </a:r>
          </a:p>
        </p:txBody>
      </p:sp>
      <p:sp>
        <p:nvSpPr>
          <p:cNvPr id="1048622" name="ZoneTexte 4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14239" y="5086942"/>
            <a:ext cx="1947200" cy="1036117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3" name="ZoneTexte 46"/>
          <p:cNvSpPr txBox="1"/>
          <p:nvPr/>
        </p:nvSpPr>
        <p:spPr>
          <a:xfrm>
            <a:off x="6628690" y="4281166"/>
            <a:ext cx="5245524" cy="100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2000" dirty="0"/>
              <a:t>Le point est repoussé loin de la position d’équilibre. La position d’équilibre est instable.</a:t>
            </a:r>
          </a:p>
        </p:txBody>
      </p:sp>
      <p:sp>
        <p:nvSpPr>
          <p:cNvPr id="1048624" name="ZoneTexte 4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48102" y="5076828"/>
            <a:ext cx="1947200" cy="1036117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625" name="Encre 1048624"/>
              <p14:cNvContentPartPr/>
              <p14:nvPr/>
            </p14:nvContentPartPr>
            <p14:xfrm>
              <a:off x="8320716" y="6104226"/>
              <a:ext cx="33681" cy="13800"/>
            </p14:xfrm>
          </p:contentPart>
        </mc:Choice>
        <mc:Fallback xmlns="">
          <p:sp>
            <p:nvSpPr>
              <p:cNvPr id="1048625" name=""/>
              <p:cNvSpPr/>
              <p:nvPr/>
            </p:nvSpPr>
            <p:spPr>
              <a:xfrm>
                <a:off x="8320716" y="6104226"/>
                <a:ext cx="33681" cy="13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626" name="Encre 1048625"/>
              <p14:cNvContentPartPr/>
              <p14:nvPr/>
            </p14:nvContentPartPr>
            <p14:xfrm>
              <a:off x="4482927" y="4959959"/>
              <a:ext cx="4412" cy="33507"/>
            </p14:xfrm>
          </p:contentPart>
        </mc:Choice>
        <mc:Fallback xmlns="">
          <p:sp>
            <p:nvSpPr>
              <p:cNvPr id="1048626" name=""/>
              <p:cNvSpPr/>
              <p:nvPr/>
            </p:nvSpPr>
            <p:spPr>
              <a:xfrm>
                <a:off x="4482927" y="4959959"/>
                <a:ext cx="4412" cy="33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627" name="Encre 1048626"/>
              <p14:cNvContentPartPr/>
              <p14:nvPr/>
            </p14:nvContentPartPr>
            <p14:xfrm>
              <a:off x="10480766" y="4412433"/>
              <a:ext cx="38050" cy="16129"/>
            </p14:xfrm>
          </p:contentPart>
        </mc:Choice>
        <mc:Fallback xmlns="">
          <p:sp>
            <p:nvSpPr>
              <p:cNvPr id="1048627" name=""/>
              <p:cNvSpPr/>
              <p:nvPr/>
            </p:nvSpPr>
            <p:spPr>
              <a:xfrm>
                <a:off x="10480766" y="4412433"/>
                <a:ext cx="38050" cy="16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628" name="Encre 1048627"/>
              <p14:cNvContentPartPr/>
              <p14:nvPr/>
            </p14:nvContentPartPr>
            <p14:xfrm>
              <a:off x="3376594" y="2635652"/>
              <a:ext cx="30880" cy="10385"/>
            </p14:xfrm>
          </p:contentPart>
        </mc:Choice>
        <mc:Fallback xmlns="">
          <p:sp>
            <p:nvSpPr>
              <p:cNvPr id="1048628" name=""/>
              <p:cNvSpPr/>
              <p:nvPr/>
            </p:nvSpPr>
            <p:spPr>
              <a:xfrm>
                <a:off x="3376594" y="2635652"/>
                <a:ext cx="30880" cy="10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629" name="Encre 1048628"/>
              <p14:cNvContentPartPr/>
              <p14:nvPr/>
            </p14:nvContentPartPr>
            <p14:xfrm>
              <a:off x="3348188" y="2716893"/>
              <a:ext cx="37528" cy="32633"/>
            </p14:xfrm>
          </p:contentPart>
        </mc:Choice>
        <mc:Fallback xmlns="">
          <p:sp>
            <p:nvSpPr>
              <p:cNvPr id="1048629" name=""/>
              <p:cNvSpPr/>
              <p:nvPr/>
            </p:nvSpPr>
            <p:spPr>
              <a:xfrm>
                <a:off x="3348188" y="2716893"/>
                <a:ext cx="37528" cy="32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518" name="Encre 1052517"/>
              <p14:cNvContentPartPr/>
              <p14:nvPr/>
            </p14:nvContentPartPr>
            <p14:xfrm>
              <a:off x="3008929" y="5749219"/>
              <a:ext cx="361951" cy="449759"/>
            </p14:xfrm>
          </p:contentPart>
        </mc:Choice>
        <mc:Fallback xmlns="">
          <p:sp>
            <p:nvSpPr>
              <p:cNvPr id="1052518" name=""/>
              <p:cNvSpPr/>
              <p:nvPr/>
            </p:nvSpPr>
            <p:spPr>
              <a:xfrm>
                <a:off x="3008929" y="5749219"/>
                <a:ext cx="361951" cy="449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519" name="Encre 1052518"/>
              <p14:cNvContentPartPr/>
              <p14:nvPr/>
            </p14:nvContentPartPr>
            <p14:xfrm>
              <a:off x="417416" y="770341"/>
              <a:ext cx="14885" cy="311000"/>
            </p14:xfrm>
          </p:contentPart>
        </mc:Choice>
        <mc:Fallback xmlns="">
          <p:sp>
            <p:nvSpPr>
              <p:cNvPr id="1052519" name=""/>
              <p:cNvSpPr/>
              <p:nvPr/>
            </p:nvSpPr>
            <p:spPr>
              <a:xfrm>
                <a:off x="417416" y="770341"/>
                <a:ext cx="14885" cy="3110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520" name="Encre 1052519"/>
              <p14:cNvContentPartPr/>
              <p14:nvPr/>
            </p14:nvContentPartPr>
            <p14:xfrm>
              <a:off x="268159" y="719956"/>
              <a:ext cx="294717" cy="25113"/>
            </p14:xfrm>
          </p:contentPart>
        </mc:Choice>
        <mc:Fallback xmlns="">
          <p:sp>
            <p:nvSpPr>
              <p:cNvPr id="1052520" name=""/>
              <p:cNvSpPr/>
              <p:nvPr/>
            </p:nvSpPr>
            <p:spPr>
              <a:xfrm>
                <a:off x="268159" y="719956"/>
                <a:ext cx="294717" cy="25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521" name="Encre 1052520"/>
              <p14:cNvContentPartPr/>
              <p14:nvPr/>
            </p14:nvContentPartPr>
            <p14:xfrm>
              <a:off x="353760" y="552917"/>
              <a:ext cx="221504" cy="15870"/>
            </p14:xfrm>
          </p:contentPart>
        </mc:Choice>
        <mc:Fallback xmlns="">
          <p:sp>
            <p:nvSpPr>
              <p:cNvPr id="1052521" name=""/>
              <p:cNvSpPr/>
              <p:nvPr/>
            </p:nvSpPr>
            <p:spPr>
              <a:xfrm>
                <a:off x="353760" y="552917"/>
                <a:ext cx="221504" cy="15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522" name="Encre 1052521"/>
              <p14:cNvContentPartPr/>
              <p14:nvPr/>
            </p14:nvContentPartPr>
            <p14:xfrm>
              <a:off x="539524" y="506256"/>
              <a:ext cx="131005" cy="136261"/>
            </p14:xfrm>
          </p:contentPart>
        </mc:Choice>
        <mc:Fallback xmlns="">
          <p:sp>
            <p:nvSpPr>
              <p:cNvPr id="1052522" name=""/>
              <p:cNvSpPr/>
              <p:nvPr/>
            </p:nvSpPr>
            <p:spPr>
              <a:xfrm>
                <a:off x="539524" y="506256"/>
                <a:ext cx="131005" cy="136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523" name="Encre 1052522"/>
              <p14:cNvContentPartPr/>
              <p14:nvPr/>
            </p14:nvContentPartPr>
            <p14:xfrm>
              <a:off x="554085" y="901016"/>
              <a:ext cx="157416" cy="21471"/>
            </p14:xfrm>
          </p:contentPart>
        </mc:Choice>
        <mc:Fallback xmlns="">
          <p:sp>
            <p:nvSpPr>
              <p:cNvPr id="1052523" name=""/>
              <p:cNvSpPr/>
              <p:nvPr/>
            </p:nvSpPr>
            <p:spPr>
              <a:xfrm>
                <a:off x="554085" y="901016"/>
                <a:ext cx="157416" cy="21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524" name="Encre 1052523"/>
              <p14:cNvContentPartPr/>
              <p14:nvPr/>
            </p14:nvContentPartPr>
            <p14:xfrm>
              <a:off x="554085" y="997229"/>
              <a:ext cx="190677" cy="41167"/>
            </p14:xfrm>
          </p:contentPart>
        </mc:Choice>
        <mc:Fallback xmlns="">
          <p:sp>
            <p:nvSpPr>
              <p:cNvPr id="1052524" name=""/>
              <p:cNvSpPr/>
              <p:nvPr/>
            </p:nvSpPr>
            <p:spPr>
              <a:xfrm>
                <a:off x="554085" y="997229"/>
                <a:ext cx="190677" cy="411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525" name="Encre 1052524"/>
              <p14:cNvContentPartPr/>
              <p14:nvPr/>
            </p14:nvContentPartPr>
            <p14:xfrm>
              <a:off x="782650" y="921542"/>
              <a:ext cx="114968" cy="22538"/>
            </p14:xfrm>
          </p:contentPart>
        </mc:Choice>
        <mc:Fallback xmlns="">
          <p:sp>
            <p:nvSpPr>
              <p:cNvPr id="1052525" name=""/>
              <p:cNvSpPr/>
              <p:nvPr/>
            </p:nvSpPr>
            <p:spPr>
              <a:xfrm>
                <a:off x="782650" y="921542"/>
                <a:ext cx="114968" cy="22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526" name="Encre 1052525"/>
              <p14:cNvContentPartPr/>
              <p14:nvPr/>
            </p14:nvContentPartPr>
            <p14:xfrm>
              <a:off x="970130" y="611180"/>
              <a:ext cx="139439" cy="308312"/>
            </p14:xfrm>
          </p:contentPart>
        </mc:Choice>
        <mc:Fallback xmlns="">
          <p:sp>
            <p:nvSpPr>
              <p:cNvPr id="1052526" name=""/>
              <p:cNvSpPr/>
              <p:nvPr/>
            </p:nvSpPr>
            <p:spPr>
              <a:xfrm>
                <a:off x="970130" y="611180"/>
                <a:ext cx="139439" cy="308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527" name="Encre 1052526"/>
              <p14:cNvContentPartPr/>
              <p14:nvPr/>
            </p14:nvContentPartPr>
            <p14:xfrm>
              <a:off x="1183149" y="604047"/>
              <a:ext cx="164735" cy="268134"/>
            </p14:xfrm>
          </p:contentPart>
        </mc:Choice>
        <mc:Fallback xmlns="">
          <p:sp>
            <p:nvSpPr>
              <p:cNvPr id="1052527" name=""/>
              <p:cNvSpPr/>
              <p:nvPr/>
            </p:nvSpPr>
            <p:spPr>
              <a:xfrm>
                <a:off x="1183149" y="604047"/>
                <a:ext cx="164735" cy="268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528" name="Encre 1052527"/>
              <p14:cNvContentPartPr/>
              <p14:nvPr/>
            </p14:nvContentPartPr>
            <p14:xfrm>
              <a:off x="1176240" y="754191"/>
              <a:ext cx="112077" cy="30545"/>
            </p14:xfrm>
          </p:contentPart>
        </mc:Choice>
        <mc:Fallback xmlns="">
          <p:sp>
            <p:nvSpPr>
              <p:cNvPr id="1052528" name=""/>
              <p:cNvSpPr/>
              <p:nvPr/>
            </p:nvSpPr>
            <p:spPr>
              <a:xfrm>
                <a:off x="1176240" y="754191"/>
                <a:ext cx="112077" cy="30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529" name="Encre 1052528"/>
              <p14:cNvContentPartPr/>
              <p14:nvPr/>
            </p14:nvContentPartPr>
            <p14:xfrm>
              <a:off x="1316903" y="748724"/>
              <a:ext cx="120105" cy="266150"/>
            </p14:xfrm>
          </p:contentPart>
        </mc:Choice>
        <mc:Fallback xmlns="">
          <p:sp>
            <p:nvSpPr>
              <p:cNvPr id="1052529" name=""/>
              <p:cNvSpPr/>
              <p:nvPr/>
            </p:nvSpPr>
            <p:spPr>
              <a:xfrm>
                <a:off x="1316903" y="748724"/>
                <a:ext cx="120105" cy="266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530" name="Encre 1052529"/>
              <p14:cNvContentPartPr/>
              <p14:nvPr/>
            </p14:nvContentPartPr>
            <p14:xfrm>
              <a:off x="968855" y="1000203"/>
              <a:ext cx="292986" cy="23550"/>
            </p14:xfrm>
          </p:contentPart>
        </mc:Choice>
        <mc:Fallback xmlns="">
          <p:sp>
            <p:nvSpPr>
              <p:cNvPr id="1052530" name=""/>
              <p:cNvSpPr/>
              <p:nvPr/>
            </p:nvSpPr>
            <p:spPr>
              <a:xfrm>
                <a:off x="968855" y="1000203"/>
                <a:ext cx="292986" cy="235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531" name="Encre 1052530"/>
              <p14:cNvContentPartPr/>
              <p14:nvPr/>
            </p14:nvContentPartPr>
            <p14:xfrm>
              <a:off x="940960" y="1103425"/>
              <a:ext cx="206324" cy="287956"/>
            </p14:xfrm>
          </p:contentPart>
        </mc:Choice>
        <mc:Fallback xmlns="">
          <p:sp>
            <p:nvSpPr>
              <p:cNvPr id="1052531" name=""/>
              <p:cNvSpPr/>
              <p:nvPr/>
            </p:nvSpPr>
            <p:spPr>
              <a:xfrm>
                <a:off x="940960" y="1103425"/>
                <a:ext cx="206324" cy="2879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532" name="Encre 1052531"/>
              <p14:cNvContentPartPr/>
              <p14:nvPr/>
            </p14:nvContentPartPr>
            <p14:xfrm>
              <a:off x="1147459" y="1263018"/>
              <a:ext cx="114777" cy="110179"/>
            </p14:xfrm>
          </p:contentPart>
        </mc:Choice>
        <mc:Fallback xmlns="">
          <p:sp>
            <p:nvSpPr>
              <p:cNvPr id="1052532" name=""/>
              <p:cNvSpPr/>
              <p:nvPr/>
            </p:nvSpPr>
            <p:spPr>
              <a:xfrm>
                <a:off x="1147459" y="1263018"/>
                <a:ext cx="114777" cy="110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533" name="Encre 1052532"/>
              <p14:cNvContentPartPr/>
              <p14:nvPr/>
            </p14:nvContentPartPr>
            <p14:xfrm>
              <a:off x="1434632" y="647233"/>
              <a:ext cx="70776" cy="213965"/>
            </p14:xfrm>
          </p:contentPart>
        </mc:Choice>
        <mc:Fallback xmlns="">
          <p:sp>
            <p:nvSpPr>
              <p:cNvPr id="1052533" name=""/>
              <p:cNvSpPr/>
              <p:nvPr/>
            </p:nvSpPr>
            <p:spPr>
              <a:xfrm>
                <a:off x="1434632" y="647233"/>
                <a:ext cx="70776" cy="213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534" name="Encre 1052533"/>
              <p14:cNvContentPartPr/>
              <p14:nvPr/>
            </p14:nvContentPartPr>
            <p14:xfrm>
              <a:off x="1497907" y="726906"/>
              <a:ext cx="100162" cy="114828"/>
            </p14:xfrm>
          </p:contentPart>
        </mc:Choice>
        <mc:Fallback xmlns="">
          <p:sp>
            <p:nvSpPr>
              <p:cNvPr id="1052534" name=""/>
              <p:cNvSpPr/>
              <p:nvPr/>
            </p:nvSpPr>
            <p:spPr>
              <a:xfrm>
                <a:off x="1497907" y="726906"/>
                <a:ext cx="100162" cy="114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535" name="Encre 1052534"/>
              <p14:cNvContentPartPr/>
              <p14:nvPr/>
            </p14:nvContentPartPr>
            <p14:xfrm>
              <a:off x="1575170" y="712262"/>
              <a:ext cx="81847" cy="121452"/>
            </p14:xfrm>
          </p:contentPart>
        </mc:Choice>
        <mc:Fallback xmlns="">
          <p:sp>
            <p:nvSpPr>
              <p:cNvPr id="1052535" name=""/>
              <p:cNvSpPr/>
              <p:nvPr/>
            </p:nvSpPr>
            <p:spPr>
              <a:xfrm>
                <a:off x="1575170" y="712262"/>
                <a:ext cx="81847" cy="121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536" name="Encre 1052535"/>
              <p14:cNvContentPartPr/>
              <p14:nvPr/>
            </p14:nvContentPartPr>
            <p14:xfrm>
              <a:off x="1660354" y="640284"/>
              <a:ext cx="66014" cy="245258"/>
            </p14:xfrm>
          </p:contentPart>
        </mc:Choice>
        <mc:Fallback xmlns="">
          <p:sp>
            <p:nvSpPr>
              <p:cNvPr id="1052536" name=""/>
              <p:cNvSpPr/>
              <p:nvPr/>
            </p:nvSpPr>
            <p:spPr>
              <a:xfrm>
                <a:off x="1660354" y="640284"/>
                <a:ext cx="66014" cy="2452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537" name="Encre 1052536"/>
              <p14:cNvContentPartPr/>
              <p14:nvPr/>
            </p14:nvContentPartPr>
            <p14:xfrm>
              <a:off x="1741279" y="839746"/>
              <a:ext cx="71631" cy="134937"/>
            </p14:xfrm>
          </p:contentPart>
        </mc:Choice>
        <mc:Fallback xmlns="">
          <p:sp>
            <p:nvSpPr>
              <p:cNvPr id="1052537" name=""/>
              <p:cNvSpPr/>
              <p:nvPr/>
            </p:nvSpPr>
            <p:spPr>
              <a:xfrm>
                <a:off x="1741279" y="839746"/>
                <a:ext cx="71631" cy="1349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538" name="Encre 1052537"/>
              <p14:cNvContentPartPr/>
              <p14:nvPr/>
            </p14:nvContentPartPr>
            <p14:xfrm>
              <a:off x="1823757" y="893448"/>
              <a:ext cx="96421" cy="140751"/>
            </p14:xfrm>
          </p:contentPart>
        </mc:Choice>
        <mc:Fallback xmlns="">
          <p:sp>
            <p:nvSpPr>
              <p:cNvPr id="1052538" name=""/>
              <p:cNvSpPr/>
              <p:nvPr/>
            </p:nvSpPr>
            <p:spPr>
              <a:xfrm>
                <a:off x="1823757" y="893448"/>
                <a:ext cx="96421" cy="140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539" name="Encre 1052538"/>
              <p14:cNvContentPartPr/>
              <p14:nvPr/>
            </p14:nvContentPartPr>
            <p14:xfrm>
              <a:off x="1841196" y="936883"/>
              <a:ext cx="114806" cy="73713"/>
            </p14:xfrm>
          </p:contentPart>
        </mc:Choice>
        <mc:Fallback xmlns="">
          <p:sp>
            <p:nvSpPr>
              <p:cNvPr id="1052539" name=""/>
              <p:cNvSpPr/>
              <p:nvPr/>
            </p:nvSpPr>
            <p:spPr>
              <a:xfrm>
                <a:off x="1841196" y="936883"/>
                <a:ext cx="114806" cy="73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540" name="Encre 1052539"/>
              <p14:cNvContentPartPr/>
              <p14:nvPr/>
            </p14:nvContentPartPr>
            <p14:xfrm>
              <a:off x="1755594" y="775526"/>
              <a:ext cx="135825" cy="45447"/>
            </p14:xfrm>
          </p:contentPart>
        </mc:Choice>
        <mc:Fallback xmlns="">
          <p:sp>
            <p:nvSpPr>
              <p:cNvPr id="1052540" name=""/>
              <p:cNvSpPr/>
              <p:nvPr/>
            </p:nvSpPr>
            <p:spPr>
              <a:xfrm>
                <a:off x="1755594" y="775526"/>
                <a:ext cx="135825" cy="45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541" name="Encre 1052540"/>
              <p14:cNvContentPartPr/>
              <p14:nvPr/>
            </p14:nvContentPartPr>
            <p14:xfrm>
              <a:off x="1820016" y="726906"/>
              <a:ext cx="67299" cy="114173"/>
            </p14:xfrm>
          </p:contentPart>
        </mc:Choice>
        <mc:Fallback xmlns="">
          <p:sp>
            <p:nvSpPr>
              <p:cNvPr id="1052541" name=""/>
              <p:cNvSpPr/>
              <p:nvPr/>
            </p:nvSpPr>
            <p:spPr>
              <a:xfrm>
                <a:off x="1820016" y="726906"/>
                <a:ext cx="67299" cy="114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542" name="Encre 1052541"/>
              <p14:cNvContentPartPr/>
              <p14:nvPr/>
            </p14:nvContentPartPr>
            <p14:xfrm>
              <a:off x="2477912" y="3612986"/>
              <a:ext cx="473654" cy="11407"/>
            </p14:xfrm>
          </p:contentPart>
        </mc:Choice>
        <mc:Fallback xmlns="">
          <p:sp>
            <p:nvSpPr>
              <p:cNvPr id="1052542" name=""/>
              <p:cNvSpPr/>
              <p:nvPr/>
            </p:nvSpPr>
            <p:spPr>
              <a:xfrm>
                <a:off x="2477912" y="3612986"/>
                <a:ext cx="473654" cy="114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543" name="Encre 1052542"/>
              <p14:cNvContentPartPr/>
              <p14:nvPr/>
            </p14:nvContentPartPr>
            <p14:xfrm>
              <a:off x="2829719" y="3551919"/>
              <a:ext cx="115297" cy="174307"/>
            </p14:xfrm>
          </p:contentPart>
        </mc:Choice>
        <mc:Fallback xmlns="">
          <p:sp>
            <p:nvSpPr>
              <p:cNvPr id="1052543" name=""/>
              <p:cNvSpPr/>
              <p:nvPr/>
            </p:nvSpPr>
            <p:spPr>
              <a:xfrm>
                <a:off x="2829719" y="3551919"/>
                <a:ext cx="115297" cy="174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544" name="Encre 1052543"/>
              <p14:cNvContentPartPr/>
              <p14:nvPr/>
            </p14:nvContentPartPr>
            <p14:xfrm>
              <a:off x="2680867" y="3893007"/>
              <a:ext cx="135026" cy="147498"/>
            </p14:xfrm>
          </p:contentPart>
        </mc:Choice>
        <mc:Fallback xmlns="">
          <p:sp>
            <p:nvSpPr>
              <p:cNvPr id="1052544" name=""/>
              <p:cNvSpPr/>
              <p:nvPr/>
            </p:nvSpPr>
            <p:spPr>
              <a:xfrm>
                <a:off x="2680867" y="3893007"/>
                <a:ext cx="135026" cy="147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545" name="Encre 1052544"/>
              <p14:cNvContentPartPr/>
              <p14:nvPr/>
            </p14:nvContentPartPr>
            <p14:xfrm>
              <a:off x="2820222" y="4015557"/>
              <a:ext cx="93639" cy="99052"/>
            </p14:xfrm>
          </p:contentPart>
        </mc:Choice>
        <mc:Fallback xmlns="">
          <p:sp>
            <p:nvSpPr>
              <p:cNvPr id="1052545" name=""/>
              <p:cNvSpPr/>
              <p:nvPr/>
            </p:nvSpPr>
            <p:spPr>
              <a:xfrm>
                <a:off x="2820222" y="4015557"/>
                <a:ext cx="93639" cy="990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546" name="Encre 1052545"/>
              <p14:cNvContentPartPr/>
              <p14:nvPr/>
            </p14:nvContentPartPr>
            <p14:xfrm>
              <a:off x="2814140" y="4015557"/>
              <a:ext cx="110216" cy="87542"/>
            </p14:xfrm>
          </p:contentPart>
        </mc:Choice>
        <mc:Fallback xmlns="">
          <p:sp>
            <p:nvSpPr>
              <p:cNvPr id="1052546" name=""/>
              <p:cNvSpPr/>
              <p:nvPr/>
            </p:nvSpPr>
            <p:spPr>
              <a:xfrm>
                <a:off x="2814140" y="4015557"/>
                <a:ext cx="110216" cy="87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547" name="Encre 1052546"/>
              <p14:cNvContentPartPr/>
              <p14:nvPr/>
            </p14:nvContentPartPr>
            <p14:xfrm>
              <a:off x="2670736" y="3849015"/>
              <a:ext cx="154307" cy="28541"/>
            </p14:xfrm>
          </p:contentPart>
        </mc:Choice>
        <mc:Fallback xmlns="">
          <p:sp>
            <p:nvSpPr>
              <p:cNvPr id="1052547" name=""/>
              <p:cNvSpPr/>
              <p:nvPr/>
            </p:nvSpPr>
            <p:spPr>
              <a:xfrm>
                <a:off x="2670736" y="3849015"/>
                <a:ext cx="154307" cy="28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548" name="Encre 1052547"/>
              <p14:cNvContentPartPr/>
              <p14:nvPr/>
            </p14:nvContentPartPr>
            <p14:xfrm>
              <a:off x="2770898" y="3813026"/>
              <a:ext cx="47141" cy="115661"/>
            </p14:xfrm>
          </p:contentPart>
        </mc:Choice>
        <mc:Fallback xmlns="">
          <p:sp>
            <p:nvSpPr>
              <p:cNvPr id="1052548" name=""/>
              <p:cNvSpPr/>
              <p:nvPr/>
            </p:nvSpPr>
            <p:spPr>
              <a:xfrm>
                <a:off x="2770898" y="3813026"/>
                <a:ext cx="47141" cy="115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549" name="Encre 1052548"/>
              <p14:cNvContentPartPr/>
              <p14:nvPr/>
            </p14:nvContentPartPr>
            <p14:xfrm>
              <a:off x="3767920" y="2624644"/>
              <a:ext cx="390692" cy="40113"/>
            </p14:xfrm>
          </p:contentPart>
        </mc:Choice>
        <mc:Fallback xmlns="">
          <p:sp>
            <p:nvSpPr>
              <p:cNvPr id="1052549" name=""/>
              <p:cNvSpPr/>
              <p:nvPr/>
            </p:nvSpPr>
            <p:spPr>
              <a:xfrm>
                <a:off x="3767920" y="2624644"/>
                <a:ext cx="390692" cy="40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550" name="Encre 1052549"/>
              <p14:cNvContentPartPr/>
              <p14:nvPr/>
            </p14:nvContentPartPr>
            <p14:xfrm>
              <a:off x="3750306" y="2588158"/>
              <a:ext cx="171278" cy="170152"/>
            </p14:xfrm>
          </p:contentPart>
        </mc:Choice>
        <mc:Fallback xmlns="">
          <p:sp>
            <p:nvSpPr>
              <p:cNvPr id="1052550" name=""/>
              <p:cNvSpPr/>
              <p:nvPr/>
            </p:nvSpPr>
            <p:spPr>
              <a:xfrm>
                <a:off x="3750306" y="2588158"/>
                <a:ext cx="171278" cy="1701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551" name="Encre 1052550"/>
              <p14:cNvContentPartPr/>
              <p14:nvPr/>
            </p14:nvContentPartPr>
            <p14:xfrm>
              <a:off x="2613815" y="2687983"/>
              <a:ext cx="406673" cy="9135"/>
            </p14:xfrm>
          </p:contentPart>
        </mc:Choice>
        <mc:Fallback xmlns="">
          <p:sp>
            <p:nvSpPr>
              <p:cNvPr id="1052551" name=""/>
              <p:cNvSpPr/>
              <p:nvPr/>
            </p:nvSpPr>
            <p:spPr>
              <a:xfrm>
                <a:off x="2613815" y="2687983"/>
                <a:ext cx="406673" cy="9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552" name="Encre 1052551"/>
              <p14:cNvContentPartPr/>
              <p14:nvPr/>
            </p14:nvContentPartPr>
            <p14:xfrm>
              <a:off x="2899742" y="2617446"/>
              <a:ext cx="115170" cy="163707"/>
            </p14:xfrm>
          </p:contentPart>
        </mc:Choice>
        <mc:Fallback xmlns="">
          <p:sp>
            <p:nvSpPr>
              <p:cNvPr id="1052552" name=""/>
              <p:cNvSpPr/>
              <p:nvPr/>
            </p:nvSpPr>
            <p:spPr>
              <a:xfrm>
                <a:off x="2899742" y="2617446"/>
                <a:ext cx="115170" cy="1637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553" name="Encre 1052552"/>
              <p14:cNvContentPartPr/>
              <p14:nvPr/>
            </p14:nvContentPartPr>
            <p14:xfrm>
              <a:off x="9758448" y="2199621"/>
              <a:ext cx="779821" cy="41553"/>
            </p14:xfrm>
          </p:contentPart>
        </mc:Choice>
        <mc:Fallback xmlns="">
          <p:sp>
            <p:nvSpPr>
              <p:cNvPr id="1052553" name=""/>
              <p:cNvSpPr/>
              <p:nvPr/>
            </p:nvSpPr>
            <p:spPr>
              <a:xfrm>
                <a:off x="9758448" y="2199621"/>
                <a:ext cx="779821" cy="41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554" name="Encre 1052553"/>
              <p14:cNvContentPartPr/>
              <p14:nvPr/>
            </p14:nvContentPartPr>
            <p14:xfrm>
              <a:off x="10366042" y="2110373"/>
              <a:ext cx="228696" cy="215336"/>
            </p14:xfrm>
          </p:contentPart>
        </mc:Choice>
        <mc:Fallback xmlns="">
          <p:sp>
            <p:nvSpPr>
              <p:cNvPr id="1052554" name=""/>
              <p:cNvSpPr/>
              <p:nvPr/>
            </p:nvSpPr>
            <p:spPr>
              <a:xfrm>
                <a:off x="10366042" y="2110373"/>
                <a:ext cx="228696" cy="215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555" name="Encre 1052554"/>
              <p14:cNvContentPartPr/>
              <p14:nvPr/>
            </p14:nvContentPartPr>
            <p14:xfrm>
              <a:off x="10630787" y="1907594"/>
              <a:ext cx="18839" cy="273717"/>
            </p14:xfrm>
          </p:contentPart>
        </mc:Choice>
        <mc:Fallback xmlns="">
          <p:sp>
            <p:nvSpPr>
              <p:cNvPr id="1052555" name=""/>
              <p:cNvSpPr/>
              <p:nvPr/>
            </p:nvSpPr>
            <p:spPr>
              <a:xfrm>
                <a:off x="10630787" y="1907594"/>
                <a:ext cx="18839" cy="2737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556" name="Encre 1052555"/>
              <p14:cNvContentPartPr/>
              <p14:nvPr/>
            </p14:nvContentPartPr>
            <p14:xfrm>
              <a:off x="10473265" y="1909061"/>
              <a:ext cx="306691" cy="16958"/>
            </p14:xfrm>
          </p:contentPart>
        </mc:Choice>
        <mc:Fallback xmlns="">
          <p:sp>
            <p:nvSpPr>
              <p:cNvPr id="1052556" name=""/>
              <p:cNvSpPr/>
              <p:nvPr/>
            </p:nvSpPr>
            <p:spPr>
              <a:xfrm>
                <a:off x="10473265" y="1909061"/>
                <a:ext cx="306691" cy="16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557" name="Encre 1052556"/>
              <p14:cNvContentPartPr/>
              <p14:nvPr/>
            </p14:nvContentPartPr>
            <p14:xfrm>
              <a:off x="10430464" y="1748497"/>
              <a:ext cx="321667" cy="8776"/>
            </p14:xfrm>
          </p:contentPart>
        </mc:Choice>
        <mc:Fallback xmlns="">
          <p:sp>
            <p:nvSpPr>
              <p:cNvPr id="1052557" name=""/>
              <p:cNvSpPr/>
              <p:nvPr/>
            </p:nvSpPr>
            <p:spPr>
              <a:xfrm>
                <a:off x="10430464" y="1748497"/>
                <a:ext cx="321667" cy="8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558" name="Encre 1052557"/>
              <p14:cNvContentPartPr/>
              <p14:nvPr/>
            </p14:nvContentPartPr>
            <p14:xfrm>
              <a:off x="10680649" y="1690170"/>
              <a:ext cx="150047" cy="149532"/>
            </p14:xfrm>
          </p:contentPart>
        </mc:Choice>
        <mc:Fallback xmlns="">
          <p:sp>
            <p:nvSpPr>
              <p:cNvPr id="1052558" name=""/>
              <p:cNvSpPr/>
              <p:nvPr/>
            </p:nvSpPr>
            <p:spPr>
              <a:xfrm>
                <a:off x="10680649" y="1690170"/>
                <a:ext cx="150047" cy="149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559" name="Encre 1052558"/>
              <p14:cNvContentPartPr/>
              <p14:nvPr/>
            </p14:nvContentPartPr>
            <p14:xfrm>
              <a:off x="8492517" y="3255320"/>
              <a:ext cx="7060" cy="71977"/>
            </p14:xfrm>
          </p:contentPart>
        </mc:Choice>
        <mc:Fallback xmlns="">
          <p:sp>
            <p:nvSpPr>
              <p:cNvPr id="1052559" name=""/>
              <p:cNvSpPr/>
              <p:nvPr/>
            </p:nvSpPr>
            <p:spPr>
              <a:xfrm>
                <a:off x="8492517" y="3255320"/>
                <a:ext cx="7060" cy="71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560" name="Encre 1052559"/>
              <p14:cNvContentPartPr/>
              <p14:nvPr/>
            </p14:nvContentPartPr>
            <p14:xfrm>
              <a:off x="8143922" y="2211887"/>
              <a:ext cx="756304" cy="61537"/>
            </p14:xfrm>
          </p:contentPart>
        </mc:Choice>
        <mc:Fallback xmlns="">
          <p:sp>
            <p:nvSpPr>
              <p:cNvPr id="1052560" name=""/>
              <p:cNvSpPr/>
              <p:nvPr/>
            </p:nvSpPr>
            <p:spPr>
              <a:xfrm>
                <a:off x="8143922" y="2211887"/>
                <a:ext cx="756304" cy="61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561" name="Encre 1052560"/>
              <p14:cNvContentPartPr/>
              <p14:nvPr/>
            </p14:nvContentPartPr>
            <p14:xfrm>
              <a:off x="8089982" y="2132463"/>
              <a:ext cx="245011" cy="246911"/>
            </p14:xfrm>
          </p:contentPart>
        </mc:Choice>
        <mc:Fallback xmlns="">
          <p:sp>
            <p:nvSpPr>
              <p:cNvPr id="1052561" name=""/>
              <p:cNvSpPr/>
              <p:nvPr/>
            </p:nvSpPr>
            <p:spPr>
              <a:xfrm>
                <a:off x="8089982" y="2132463"/>
                <a:ext cx="245011" cy="246911"/>
              </a:xfrm>
            </p:spPr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2562" name="Encre 1052561"/>
              <p14:cNvContentPartPr/>
              <p14:nvPr/>
            </p14:nvContentPartPr>
            <p14:xfrm>
              <a:off x="409824" y="350138"/>
              <a:ext cx="58218" cy="473551"/>
            </p14:xfrm>
          </p:contentPart>
        </mc:Choice>
        <mc:Fallback xmlns="">
          <p:sp>
            <p:nvSpPr>
              <p:cNvPr id="1052562" name=""/>
              <p:cNvSpPr/>
              <p:nvPr/>
            </p:nvSpPr>
            <p:spPr>
              <a:xfrm>
                <a:off x="409824" y="350138"/>
                <a:ext cx="58218" cy="473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2563" name="Encre 1052562"/>
              <p14:cNvContentPartPr/>
              <p14:nvPr/>
            </p14:nvContentPartPr>
            <p14:xfrm>
              <a:off x="418182" y="287345"/>
              <a:ext cx="301309" cy="479485"/>
            </p14:xfrm>
          </p:contentPart>
        </mc:Choice>
        <mc:Fallback xmlns="">
          <p:sp>
            <p:nvSpPr>
              <p:cNvPr id="1052563" name=""/>
              <p:cNvSpPr/>
              <p:nvPr/>
            </p:nvSpPr>
            <p:spPr>
              <a:xfrm>
                <a:off x="418182" y="287345"/>
                <a:ext cx="301309" cy="479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2564" name="Encre 1052563"/>
              <p14:cNvContentPartPr/>
              <p14:nvPr/>
            </p14:nvContentPartPr>
            <p14:xfrm>
              <a:off x="732789" y="534865"/>
              <a:ext cx="145764" cy="463843"/>
            </p14:xfrm>
          </p:contentPart>
        </mc:Choice>
        <mc:Fallback xmlns="">
          <p:sp>
            <p:nvSpPr>
              <p:cNvPr id="1052564" name=""/>
              <p:cNvSpPr/>
              <p:nvPr/>
            </p:nvSpPr>
            <p:spPr>
              <a:xfrm>
                <a:off x="732789" y="534865"/>
                <a:ext cx="145764" cy="463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2565" name="Encre 1052564"/>
              <p14:cNvContentPartPr/>
              <p14:nvPr/>
            </p14:nvContentPartPr>
            <p14:xfrm>
              <a:off x="918553" y="571630"/>
              <a:ext cx="365707" cy="161334"/>
            </p14:xfrm>
          </p:contentPart>
        </mc:Choice>
        <mc:Fallback xmlns="">
          <p:sp>
            <p:nvSpPr>
              <p:cNvPr id="1052565" name=""/>
              <p:cNvSpPr/>
              <p:nvPr/>
            </p:nvSpPr>
            <p:spPr>
              <a:xfrm>
                <a:off x="918553" y="571630"/>
                <a:ext cx="365707" cy="161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566" name="Encre 1052565"/>
              <p14:cNvContentPartPr/>
              <p14:nvPr/>
            </p14:nvContentPartPr>
            <p14:xfrm>
              <a:off x="1540013" y="422612"/>
              <a:ext cx="100857" cy="292679"/>
            </p14:xfrm>
          </p:contentPart>
        </mc:Choice>
        <mc:Fallback xmlns="">
          <p:sp>
            <p:nvSpPr>
              <p:cNvPr id="1052566" name=""/>
              <p:cNvSpPr/>
              <p:nvPr/>
            </p:nvSpPr>
            <p:spPr>
              <a:xfrm>
                <a:off x="1540013" y="422612"/>
                <a:ext cx="100857" cy="292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567" name="Encre 1052566"/>
              <p14:cNvContentPartPr/>
              <p14:nvPr/>
            </p14:nvContentPartPr>
            <p14:xfrm>
              <a:off x="1716513" y="501752"/>
              <a:ext cx="398996" cy="206237"/>
            </p14:xfrm>
          </p:contentPart>
        </mc:Choice>
        <mc:Fallback xmlns="">
          <p:sp>
            <p:nvSpPr>
              <p:cNvPr id="1052567" name=""/>
              <p:cNvSpPr/>
              <p:nvPr/>
            </p:nvSpPr>
            <p:spPr>
              <a:xfrm>
                <a:off x="1716513" y="501752"/>
                <a:ext cx="398996" cy="20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568" name="Encre 1052567"/>
              <p14:cNvContentPartPr/>
              <p14:nvPr/>
            </p14:nvContentPartPr>
            <p14:xfrm>
              <a:off x="2417947" y="241426"/>
              <a:ext cx="373337" cy="452011"/>
            </p14:xfrm>
          </p:contentPart>
        </mc:Choice>
        <mc:Fallback xmlns="">
          <p:sp>
            <p:nvSpPr>
              <p:cNvPr id="1052568" name=""/>
              <p:cNvSpPr/>
              <p:nvPr/>
            </p:nvSpPr>
            <p:spPr>
              <a:xfrm>
                <a:off x="2417947" y="241426"/>
                <a:ext cx="373337" cy="4520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569" name="Encre 1052568"/>
              <p14:cNvContentPartPr/>
              <p14:nvPr/>
            </p14:nvContentPartPr>
            <p14:xfrm>
              <a:off x="2998898" y="444702"/>
              <a:ext cx="481751" cy="238283"/>
            </p14:xfrm>
          </p:contentPart>
        </mc:Choice>
        <mc:Fallback xmlns="">
          <p:sp>
            <p:nvSpPr>
              <p:cNvPr id="1052569" name=""/>
              <p:cNvSpPr/>
              <p:nvPr/>
            </p:nvSpPr>
            <p:spPr>
              <a:xfrm>
                <a:off x="2998898" y="444702"/>
                <a:ext cx="481751" cy="238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570" name="Encre 1052569"/>
              <p14:cNvContentPartPr/>
              <p14:nvPr/>
            </p14:nvContentPartPr>
            <p14:xfrm>
              <a:off x="3371873" y="349020"/>
              <a:ext cx="160661" cy="44552"/>
            </p14:xfrm>
          </p:contentPart>
        </mc:Choice>
        <mc:Fallback xmlns="">
          <p:sp>
            <p:nvSpPr>
              <p:cNvPr id="1052570" name=""/>
              <p:cNvSpPr/>
              <p:nvPr/>
            </p:nvSpPr>
            <p:spPr>
              <a:xfrm>
                <a:off x="3371873" y="349020"/>
                <a:ext cx="160661" cy="44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571" name="Encre 1052570"/>
              <p14:cNvContentPartPr/>
              <p14:nvPr/>
            </p14:nvContentPartPr>
            <p14:xfrm>
              <a:off x="3555771" y="284861"/>
              <a:ext cx="44667" cy="375021"/>
            </p14:xfrm>
          </p:contentPart>
        </mc:Choice>
        <mc:Fallback xmlns="">
          <p:sp>
            <p:nvSpPr>
              <p:cNvPr id="1052571" name=""/>
              <p:cNvSpPr/>
              <p:nvPr/>
            </p:nvSpPr>
            <p:spPr>
              <a:xfrm>
                <a:off x="3555771" y="284861"/>
                <a:ext cx="44667" cy="3750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572" name="Encre 1052571"/>
              <p14:cNvContentPartPr/>
              <p14:nvPr/>
            </p14:nvContentPartPr>
            <p14:xfrm>
              <a:off x="3536458" y="444702"/>
              <a:ext cx="192823" cy="57830"/>
            </p14:xfrm>
          </p:contentPart>
        </mc:Choice>
        <mc:Fallback xmlns="">
          <p:sp>
            <p:nvSpPr>
              <p:cNvPr id="1052572" name=""/>
              <p:cNvSpPr/>
              <p:nvPr/>
            </p:nvSpPr>
            <p:spPr>
              <a:xfrm>
                <a:off x="3536458" y="444702"/>
                <a:ext cx="192823" cy="57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573" name="Encre 1052572"/>
              <p14:cNvContentPartPr/>
              <p14:nvPr/>
            </p14:nvContentPartPr>
            <p14:xfrm>
              <a:off x="3693912" y="422612"/>
              <a:ext cx="150870" cy="209780"/>
            </p14:xfrm>
          </p:contentPart>
        </mc:Choice>
        <mc:Fallback xmlns="">
          <p:sp>
            <p:nvSpPr>
              <p:cNvPr id="1052573" name=""/>
              <p:cNvSpPr/>
              <p:nvPr/>
            </p:nvSpPr>
            <p:spPr>
              <a:xfrm>
                <a:off x="3693912" y="422612"/>
                <a:ext cx="150870" cy="209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574" name="Encre 1052573"/>
              <p14:cNvContentPartPr/>
              <p14:nvPr/>
            </p14:nvContentPartPr>
            <p14:xfrm>
              <a:off x="3915487" y="393573"/>
              <a:ext cx="107222" cy="239016"/>
            </p14:xfrm>
          </p:contentPart>
        </mc:Choice>
        <mc:Fallback xmlns="">
          <p:sp>
            <p:nvSpPr>
              <p:cNvPr id="1052574" name=""/>
              <p:cNvSpPr/>
              <p:nvPr/>
            </p:nvSpPr>
            <p:spPr>
              <a:xfrm>
                <a:off x="3915487" y="393573"/>
                <a:ext cx="107222" cy="239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575" name="Encre 1052574"/>
              <p14:cNvContentPartPr/>
              <p14:nvPr/>
            </p14:nvContentPartPr>
            <p14:xfrm>
              <a:off x="4137975" y="241426"/>
              <a:ext cx="24245" cy="361083"/>
            </p14:xfrm>
          </p:contentPart>
        </mc:Choice>
        <mc:Fallback xmlns="">
          <p:sp>
            <p:nvSpPr>
              <p:cNvPr id="1052575" name=""/>
              <p:cNvSpPr/>
              <p:nvPr/>
            </p:nvSpPr>
            <p:spPr>
              <a:xfrm>
                <a:off x="4137975" y="241426"/>
                <a:ext cx="24245" cy="3610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576" name="Encre 1052575"/>
              <p14:cNvContentPartPr/>
              <p14:nvPr/>
            </p14:nvContentPartPr>
            <p14:xfrm>
              <a:off x="4072570" y="422612"/>
              <a:ext cx="207384" cy="43435"/>
            </p14:xfrm>
          </p:contentPart>
        </mc:Choice>
        <mc:Fallback xmlns="">
          <p:sp>
            <p:nvSpPr>
              <p:cNvPr id="1052576" name=""/>
              <p:cNvSpPr/>
              <p:nvPr/>
            </p:nvSpPr>
            <p:spPr>
              <a:xfrm>
                <a:off x="4072570" y="422612"/>
                <a:ext cx="207384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577" name="Encre 1052576"/>
              <p14:cNvContentPartPr/>
              <p14:nvPr/>
            </p14:nvContentPartPr>
            <p14:xfrm>
              <a:off x="4264880" y="437008"/>
              <a:ext cx="190276" cy="144985"/>
            </p14:xfrm>
          </p:contentPart>
        </mc:Choice>
        <mc:Fallback xmlns="">
          <p:sp>
            <p:nvSpPr>
              <p:cNvPr id="1052577" name=""/>
              <p:cNvSpPr/>
              <p:nvPr/>
            </p:nvSpPr>
            <p:spPr>
              <a:xfrm>
                <a:off x="4264880" y="437008"/>
                <a:ext cx="190276" cy="144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578" name="Encre 1052577"/>
              <p14:cNvContentPartPr/>
              <p14:nvPr/>
            </p14:nvContentPartPr>
            <p14:xfrm>
              <a:off x="4563790" y="227031"/>
              <a:ext cx="52393" cy="318617"/>
            </p14:xfrm>
          </p:contentPart>
        </mc:Choice>
        <mc:Fallback xmlns="">
          <p:sp>
            <p:nvSpPr>
              <p:cNvPr id="1052578" name=""/>
              <p:cNvSpPr/>
              <p:nvPr/>
            </p:nvSpPr>
            <p:spPr>
              <a:xfrm>
                <a:off x="4563790" y="227031"/>
                <a:ext cx="52393" cy="3186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579" name="Encre 1052578"/>
              <p14:cNvContentPartPr/>
              <p14:nvPr/>
            </p14:nvContentPartPr>
            <p14:xfrm>
              <a:off x="4523081" y="444885"/>
              <a:ext cx="331629" cy="163048"/>
            </p14:xfrm>
          </p:contentPart>
        </mc:Choice>
        <mc:Fallback xmlns="">
          <p:sp>
            <p:nvSpPr>
              <p:cNvPr id="1052579" name=""/>
              <p:cNvSpPr/>
              <p:nvPr/>
            </p:nvSpPr>
            <p:spPr>
              <a:xfrm>
                <a:off x="4523081" y="444885"/>
                <a:ext cx="331629" cy="16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580" name="Encre 1052579"/>
              <p14:cNvContentPartPr/>
              <p14:nvPr/>
            </p14:nvContentPartPr>
            <p14:xfrm>
              <a:off x="4952834" y="190793"/>
              <a:ext cx="56498" cy="358260"/>
            </p14:xfrm>
          </p:contentPart>
        </mc:Choice>
        <mc:Fallback xmlns="">
          <p:sp>
            <p:nvSpPr>
              <p:cNvPr id="1052580" name=""/>
              <p:cNvSpPr/>
              <p:nvPr/>
            </p:nvSpPr>
            <p:spPr>
              <a:xfrm>
                <a:off x="4952834" y="190793"/>
                <a:ext cx="56498" cy="358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581" name="Encre 1052580"/>
              <p14:cNvContentPartPr/>
              <p14:nvPr/>
            </p14:nvContentPartPr>
            <p14:xfrm>
              <a:off x="5070018" y="408465"/>
              <a:ext cx="18297" cy="110669"/>
            </p14:xfrm>
          </p:contentPart>
        </mc:Choice>
        <mc:Fallback xmlns="">
          <p:sp>
            <p:nvSpPr>
              <p:cNvPr id="1052581" name=""/>
              <p:cNvSpPr/>
              <p:nvPr/>
            </p:nvSpPr>
            <p:spPr>
              <a:xfrm>
                <a:off x="5070018" y="408465"/>
                <a:ext cx="18297" cy="1106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582" name="Encre 1052581"/>
              <p14:cNvContentPartPr/>
              <p14:nvPr/>
            </p14:nvContentPartPr>
            <p14:xfrm>
              <a:off x="5133044" y="249120"/>
              <a:ext cx="12192" cy="71960"/>
            </p14:xfrm>
          </p:contentPart>
        </mc:Choice>
        <mc:Fallback xmlns="">
          <p:sp>
            <p:nvSpPr>
              <p:cNvPr id="1052582" name=""/>
              <p:cNvSpPr/>
              <p:nvPr/>
            </p:nvSpPr>
            <p:spPr>
              <a:xfrm>
                <a:off x="5133044" y="249120"/>
                <a:ext cx="12192" cy="71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583" name="Encre 1052582"/>
              <p14:cNvContentPartPr/>
              <p14:nvPr/>
            </p14:nvContentPartPr>
            <p14:xfrm>
              <a:off x="4829138" y="306951"/>
              <a:ext cx="8550" cy="62948"/>
            </p14:xfrm>
          </p:contentPart>
        </mc:Choice>
        <mc:Fallback xmlns="">
          <p:sp>
            <p:nvSpPr>
              <p:cNvPr id="1052583" name=""/>
              <p:cNvSpPr/>
              <p:nvPr/>
            </p:nvSpPr>
            <p:spPr>
              <a:xfrm>
                <a:off x="4829138" y="306951"/>
                <a:ext cx="8550" cy="62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584" name="Encre 1052583"/>
              <p14:cNvContentPartPr/>
              <p14:nvPr/>
            </p14:nvContentPartPr>
            <p14:xfrm>
              <a:off x="5243600" y="140409"/>
              <a:ext cx="264755" cy="373670"/>
            </p14:xfrm>
          </p:contentPart>
        </mc:Choice>
        <mc:Fallback xmlns="">
          <p:sp>
            <p:nvSpPr>
              <p:cNvPr id="1052584" name=""/>
              <p:cNvSpPr/>
              <p:nvPr/>
            </p:nvSpPr>
            <p:spPr>
              <a:xfrm>
                <a:off x="5243600" y="140409"/>
                <a:ext cx="264755" cy="373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585" name="Encre 1052584"/>
              <p14:cNvContentPartPr/>
              <p14:nvPr/>
            </p14:nvContentPartPr>
            <p14:xfrm>
              <a:off x="5454588" y="197991"/>
              <a:ext cx="134098" cy="94773"/>
            </p14:xfrm>
          </p:contentPart>
        </mc:Choice>
        <mc:Fallback xmlns="">
          <p:sp>
            <p:nvSpPr>
              <p:cNvPr id="1052585" name=""/>
              <p:cNvSpPr/>
              <p:nvPr/>
            </p:nvSpPr>
            <p:spPr>
              <a:xfrm>
                <a:off x="5454588" y="197991"/>
                <a:ext cx="134098" cy="94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586" name="Encre 1052585"/>
              <p14:cNvContentPartPr/>
              <p14:nvPr/>
            </p14:nvContentPartPr>
            <p14:xfrm>
              <a:off x="5238338" y="284861"/>
              <a:ext cx="157114" cy="4013"/>
            </p14:xfrm>
          </p:contentPart>
        </mc:Choice>
        <mc:Fallback xmlns="">
          <p:sp>
            <p:nvSpPr>
              <p:cNvPr id="1052586" name=""/>
              <p:cNvSpPr/>
              <p:nvPr/>
            </p:nvSpPr>
            <p:spPr>
              <a:xfrm>
                <a:off x="5238338" y="284861"/>
                <a:ext cx="157114" cy="4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587" name="Encre 1052586"/>
              <p14:cNvContentPartPr/>
              <p14:nvPr/>
            </p14:nvContentPartPr>
            <p14:xfrm>
              <a:off x="633419" y="719956"/>
              <a:ext cx="4862605" cy="239227"/>
            </p14:xfrm>
          </p:contentPart>
        </mc:Choice>
        <mc:Fallback xmlns="">
          <p:sp>
            <p:nvSpPr>
              <p:cNvPr id="1052587" name=""/>
              <p:cNvSpPr/>
              <p:nvPr/>
            </p:nvSpPr>
            <p:spPr>
              <a:xfrm>
                <a:off x="633419" y="719956"/>
                <a:ext cx="4862605" cy="239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588" name="Encre 1052587"/>
              <p14:cNvContentPartPr/>
              <p14:nvPr/>
            </p14:nvContentPartPr>
            <p14:xfrm>
              <a:off x="4440231" y="1650149"/>
              <a:ext cx="2255030" cy="2179581"/>
            </p14:xfrm>
          </p:contentPart>
        </mc:Choice>
        <mc:Fallback xmlns="">
          <p:sp>
            <p:nvSpPr>
              <p:cNvPr id="1052588" name=""/>
              <p:cNvSpPr/>
              <p:nvPr/>
            </p:nvSpPr>
            <p:spPr>
              <a:xfrm>
                <a:off x="4440231" y="1650149"/>
                <a:ext cx="2255030" cy="2179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589" name="Encre 1052588"/>
              <p14:cNvContentPartPr/>
              <p14:nvPr/>
            </p14:nvContentPartPr>
            <p14:xfrm>
              <a:off x="5502677" y="1096227"/>
              <a:ext cx="42458" cy="3616519"/>
            </p14:xfrm>
          </p:contentPart>
        </mc:Choice>
        <mc:Fallback xmlns="">
          <p:sp>
            <p:nvSpPr>
              <p:cNvPr id="1052589" name=""/>
              <p:cNvSpPr/>
              <p:nvPr/>
            </p:nvSpPr>
            <p:spPr>
              <a:xfrm>
                <a:off x="5502677" y="1096227"/>
                <a:ext cx="42458" cy="3616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590" name="Encre 1052589"/>
              <p14:cNvContentPartPr/>
              <p14:nvPr/>
            </p14:nvContentPartPr>
            <p14:xfrm>
              <a:off x="5450342" y="1551381"/>
              <a:ext cx="109966" cy="113730"/>
            </p14:xfrm>
          </p:contentPart>
        </mc:Choice>
        <mc:Fallback xmlns="">
          <p:sp>
            <p:nvSpPr>
              <p:cNvPr id="1052590" name=""/>
              <p:cNvSpPr/>
              <p:nvPr/>
            </p:nvSpPr>
            <p:spPr>
              <a:xfrm>
                <a:off x="5450342" y="1551381"/>
                <a:ext cx="109966" cy="113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591" name="Encre 1052590"/>
              <p14:cNvContentPartPr/>
              <p14:nvPr/>
            </p14:nvContentPartPr>
            <p14:xfrm>
              <a:off x="5491236" y="1610498"/>
              <a:ext cx="18908" cy="33516"/>
            </p14:xfrm>
          </p:contentPart>
        </mc:Choice>
        <mc:Fallback xmlns="">
          <p:sp>
            <p:nvSpPr>
              <p:cNvPr id="1052591" name=""/>
              <p:cNvSpPr/>
              <p:nvPr/>
            </p:nvSpPr>
            <p:spPr>
              <a:xfrm>
                <a:off x="5491236" y="1610498"/>
                <a:ext cx="18908" cy="335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592" name="Encre 1052591"/>
              <p14:cNvContentPartPr/>
              <p14:nvPr/>
            </p14:nvContentPartPr>
            <p14:xfrm>
              <a:off x="5488524" y="1610498"/>
              <a:ext cx="32211" cy="36485"/>
            </p14:xfrm>
          </p:contentPart>
        </mc:Choice>
        <mc:Fallback xmlns="">
          <p:sp>
            <p:nvSpPr>
              <p:cNvPr id="1052592" name=""/>
              <p:cNvSpPr/>
              <p:nvPr/>
            </p:nvSpPr>
            <p:spPr>
              <a:xfrm>
                <a:off x="5488524" y="1610498"/>
                <a:ext cx="32211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593" name="Encre 1052592"/>
              <p14:cNvContentPartPr/>
              <p14:nvPr/>
            </p14:nvContentPartPr>
            <p14:xfrm>
              <a:off x="511284" y="1494589"/>
              <a:ext cx="531988" cy="318734"/>
            </p14:xfrm>
          </p:contentPart>
        </mc:Choice>
        <mc:Fallback xmlns="">
          <p:sp>
            <p:nvSpPr>
              <p:cNvPr id="1052593" name=""/>
              <p:cNvSpPr/>
              <p:nvPr/>
            </p:nvSpPr>
            <p:spPr>
              <a:xfrm>
                <a:off x="511284" y="1494589"/>
                <a:ext cx="531988" cy="318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594" name="Encre 1052593"/>
              <p14:cNvContentPartPr/>
              <p14:nvPr/>
            </p14:nvContentPartPr>
            <p14:xfrm>
              <a:off x="882957" y="1400521"/>
              <a:ext cx="100017" cy="99639"/>
            </p14:xfrm>
          </p:contentPart>
        </mc:Choice>
        <mc:Fallback xmlns="">
          <p:sp>
            <p:nvSpPr>
              <p:cNvPr id="1052594" name=""/>
              <p:cNvSpPr/>
              <p:nvPr/>
            </p:nvSpPr>
            <p:spPr>
              <a:xfrm>
                <a:off x="882957" y="1400521"/>
                <a:ext cx="100017" cy="99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595" name="Encre 1052594"/>
              <p14:cNvContentPartPr/>
              <p14:nvPr/>
            </p14:nvContentPartPr>
            <p14:xfrm>
              <a:off x="1083137" y="1299007"/>
              <a:ext cx="27221" cy="427263"/>
            </p14:xfrm>
          </p:contentPart>
        </mc:Choice>
        <mc:Fallback xmlns="">
          <p:sp>
            <p:nvSpPr>
              <p:cNvPr id="1052595" name=""/>
              <p:cNvSpPr/>
              <p:nvPr/>
            </p:nvSpPr>
            <p:spPr>
              <a:xfrm>
                <a:off x="1083137" y="1299007"/>
                <a:ext cx="27221" cy="427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596" name="Encre 1052595"/>
              <p14:cNvContentPartPr/>
              <p14:nvPr/>
            </p14:nvContentPartPr>
            <p14:xfrm>
              <a:off x="1061958" y="1516310"/>
              <a:ext cx="175041" cy="29159"/>
            </p14:xfrm>
          </p:contentPart>
        </mc:Choice>
        <mc:Fallback xmlns="">
          <p:sp>
            <p:nvSpPr>
              <p:cNvPr id="1052596" name=""/>
              <p:cNvSpPr/>
              <p:nvPr/>
            </p:nvSpPr>
            <p:spPr>
              <a:xfrm>
                <a:off x="1061958" y="1516310"/>
                <a:ext cx="175041" cy="29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597" name="Encre 1052596"/>
              <p14:cNvContentPartPr/>
              <p14:nvPr/>
            </p14:nvContentPartPr>
            <p14:xfrm>
              <a:off x="1197545" y="1518653"/>
              <a:ext cx="203729" cy="212679"/>
            </p14:xfrm>
          </p:contentPart>
        </mc:Choice>
        <mc:Fallback xmlns="">
          <p:sp>
            <p:nvSpPr>
              <p:cNvPr id="1052597" name=""/>
              <p:cNvSpPr/>
              <p:nvPr/>
            </p:nvSpPr>
            <p:spPr>
              <a:xfrm>
                <a:off x="1197545" y="1518653"/>
                <a:ext cx="203729" cy="212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598" name="Encre 1052597"/>
              <p14:cNvContentPartPr/>
              <p14:nvPr/>
            </p14:nvContentPartPr>
            <p14:xfrm>
              <a:off x="1451577" y="1494589"/>
              <a:ext cx="116050" cy="220898"/>
            </p14:xfrm>
          </p:contentPart>
        </mc:Choice>
        <mc:Fallback xmlns="">
          <p:sp>
            <p:nvSpPr>
              <p:cNvPr id="1052598" name=""/>
              <p:cNvSpPr/>
              <p:nvPr/>
            </p:nvSpPr>
            <p:spPr>
              <a:xfrm>
                <a:off x="1451577" y="1494589"/>
                <a:ext cx="116050" cy="220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599" name="Encre 1052598"/>
              <p14:cNvContentPartPr/>
              <p14:nvPr/>
            </p14:nvContentPartPr>
            <p14:xfrm>
              <a:off x="1653712" y="1291809"/>
              <a:ext cx="37460" cy="389136"/>
            </p14:xfrm>
          </p:contentPart>
        </mc:Choice>
        <mc:Fallback xmlns="">
          <p:sp>
            <p:nvSpPr>
              <p:cNvPr id="1052599" name=""/>
              <p:cNvSpPr/>
              <p:nvPr/>
            </p:nvSpPr>
            <p:spPr>
              <a:xfrm>
                <a:off x="1653712" y="1291809"/>
                <a:ext cx="37460" cy="389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600" name="Encre 1052599"/>
              <p14:cNvContentPartPr/>
              <p14:nvPr/>
            </p14:nvContentPartPr>
            <p14:xfrm>
              <a:off x="1598070" y="1494467"/>
              <a:ext cx="197869" cy="29161"/>
            </p14:xfrm>
          </p:contentPart>
        </mc:Choice>
        <mc:Fallback xmlns="">
          <p:sp>
            <p:nvSpPr>
              <p:cNvPr id="1052600" name=""/>
              <p:cNvSpPr/>
              <p:nvPr/>
            </p:nvSpPr>
            <p:spPr>
              <a:xfrm>
                <a:off x="1598070" y="1494467"/>
                <a:ext cx="197869" cy="291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601" name="Encre 1052600"/>
              <p14:cNvContentPartPr/>
              <p14:nvPr/>
            </p14:nvContentPartPr>
            <p14:xfrm>
              <a:off x="1750719" y="1574261"/>
              <a:ext cx="192088" cy="106251"/>
            </p14:xfrm>
          </p:contentPart>
        </mc:Choice>
        <mc:Fallback xmlns="">
          <p:sp>
            <p:nvSpPr>
              <p:cNvPr id="1052601" name=""/>
              <p:cNvSpPr/>
              <p:nvPr/>
            </p:nvSpPr>
            <p:spPr>
              <a:xfrm>
                <a:off x="1750719" y="1574261"/>
                <a:ext cx="192088" cy="106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602" name="Encre 1052601"/>
              <p14:cNvContentPartPr/>
              <p14:nvPr/>
            </p14:nvContentPartPr>
            <p14:xfrm>
              <a:off x="1971809" y="1277662"/>
              <a:ext cx="217928" cy="399220"/>
            </p14:xfrm>
          </p:contentPart>
        </mc:Choice>
        <mc:Fallback xmlns="">
          <p:sp>
            <p:nvSpPr>
              <p:cNvPr id="1052602" name=""/>
              <p:cNvSpPr/>
              <p:nvPr/>
            </p:nvSpPr>
            <p:spPr>
              <a:xfrm>
                <a:off x="1971809" y="1277662"/>
                <a:ext cx="217928" cy="399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603" name="Encre 1052602"/>
              <p14:cNvContentPartPr/>
              <p14:nvPr/>
            </p14:nvContentPartPr>
            <p14:xfrm>
              <a:off x="2234786" y="1248374"/>
              <a:ext cx="33996" cy="434598"/>
            </p14:xfrm>
          </p:contentPart>
        </mc:Choice>
        <mc:Fallback xmlns="">
          <p:sp>
            <p:nvSpPr>
              <p:cNvPr id="1052603" name=""/>
              <p:cNvSpPr/>
              <p:nvPr/>
            </p:nvSpPr>
            <p:spPr>
              <a:xfrm>
                <a:off x="2234786" y="1248374"/>
                <a:ext cx="33996" cy="434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604" name="Encre 1052603"/>
              <p14:cNvContentPartPr/>
              <p14:nvPr/>
            </p14:nvContentPartPr>
            <p14:xfrm>
              <a:off x="2277587" y="1538473"/>
              <a:ext cx="178704" cy="158666"/>
            </p14:xfrm>
          </p:contentPart>
        </mc:Choice>
        <mc:Fallback xmlns="">
          <p:sp>
            <p:nvSpPr>
              <p:cNvPr id="1052604" name=""/>
              <p:cNvSpPr/>
              <p:nvPr/>
            </p:nvSpPr>
            <p:spPr>
              <a:xfrm>
                <a:off x="2277587" y="1538473"/>
                <a:ext cx="178704" cy="1586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605" name="Encre 1052604"/>
              <p14:cNvContentPartPr/>
              <p14:nvPr/>
            </p14:nvContentPartPr>
            <p14:xfrm>
              <a:off x="243472" y="1016555"/>
              <a:ext cx="226703" cy="398197"/>
            </p14:xfrm>
          </p:contentPart>
        </mc:Choice>
        <mc:Fallback xmlns="">
          <p:sp>
            <p:nvSpPr>
              <p:cNvPr id="1052605" name=""/>
              <p:cNvSpPr/>
              <p:nvPr/>
            </p:nvSpPr>
            <p:spPr>
              <a:xfrm>
                <a:off x="243472" y="1016555"/>
                <a:ext cx="226703" cy="398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606" name="Encre 1052605"/>
              <p14:cNvContentPartPr/>
              <p14:nvPr/>
            </p14:nvContentPartPr>
            <p14:xfrm>
              <a:off x="453923" y="1067188"/>
              <a:ext cx="28680" cy="326134"/>
            </p14:xfrm>
          </p:contentPart>
        </mc:Choice>
        <mc:Fallback xmlns="">
          <p:sp>
            <p:nvSpPr>
              <p:cNvPr id="1052606" name=""/>
              <p:cNvSpPr/>
              <p:nvPr/>
            </p:nvSpPr>
            <p:spPr>
              <a:xfrm>
                <a:off x="453923" y="1067188"/>
                <a:ext cx="28680" cy="326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607" name="Encre 1052606"/>
              <p14:cNvContentPartPr/>
              <p14:nvPr/>
            </p14:nvContentPartPr>
            <p14:xfrm>
              <a:off x="418182" y="1247833"/>
              <a:ext cx="173334" cy="80213"/>
            </p14:xfrm>
          </p:contentPart>
        </mc:Choice>
        <mc:Fallback xmlns="">
          <p:sp>
            <p:nvSpPr>
              <p:cNvPr id="1052607" name=""/>
              <p:cNvSpPr/>
              <p:nvPr/>
            </p:nvSpPr>
            <p:spPr>
              <a:xfrm>
                <a:off x="418182" y="1247833"/>
                <a:ext cx="173334" cy="80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608" name="Encre 1052607"/>
              <p14:cNvContentPartPr/>
              <p14:nvPr/>
            </p14:nvContentPartPr>
            <p14:xfrm>
              <a:off x="546686" y="1147108"/>
              <a:ext cx="200223" cy="227880"/>
            </p14:xfrm>
          </p:contentPart>
        </mc:Choice>
        <mc:Fallback xmlns="">
          <p:sp>
            <p:nvSpPr>
              <p:cNvPr id="1052608" name=""/>
              <p:cNvSpPr/>
              <p:nvPr/>
            </p:nvSpPr>
            <p:spPr>
              <a:xfrm>
                <a:off x="546686" y="1147108"/>
                <a:ext cx="200223" cy="227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609" name="Encre 1052608"/>
              <p14:cNvContentPartPr/>
              <p14:nvPr/>
            </p14:nvContentPartPr>
            <p14:xfrm>
              <a:off x="741270" y="1082080"/>
              <a:ext cx="13550" cy="262770"/>
            </p14:xfrm>
          </p:contentPart>
        </mc:Choice>
        <mc:Fallback xmlns="">
          <p:sp>
            <p:nvSpPr>
              <p:cNvPr id="1052609" name=""/>
              <p:cNvSpPr/>
              <p:nvPr/>
            </p:nvSpPr>
            <p:spPr>
              <a:xfrm>
                <a:off x="741270" y="1082080"/>
                <a:ext cx="13550" cy="262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610" name="Encre 1052609"/>
              <p14:cNvContentPartPr/>
              <p14:nvPr/>
            </p14:nvContentPartPr>
            <p14:xfrm>
              <a:off x="711168" y="1211972"/>
              <a:ext cx="221752" cy="51046"/>
            </p14:xfrm>
          </p:contentPart>
        </mc:Choice>
        <mc:Fallback xmlns="">
          <p:sp>
            <p:nvSpPr>
              <p:cNvPr id="1052610" name=""/>
              <p:cNvSpPr/>
              <p:nvPr/>
            </p:nvSpPr>
            <p:spPr>
              <a:xfrm>
                <a:off x="711168" y="1211972"/>
                <a:ext cx="221752" cy="510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611" name="Encre 1052610"/>
              <p14:cNvContentPartPr/>
              <p14:nvPr/>
            </p14:nvContentPartPr>
            <p14:xfrm>
              <a:off x="2534832" y="1509232"/>
              <a:ext cx="160782" cy="6564"/>
            </p14:xfrm>
          </p:contentPart>
        </mc:Choice>
        <mc:Fallback xmlns="">
          <p:sp>
            <p:nvSpPr>
              <p:cNvPr id="1052611" name=""/>
              <p:cNvSpPr/>
              <p:nvPr/>
            </p:nvSpPr>
            <p:spPr>
              <a:xfrm>
                <a:off x="2534832" y="1509232"/>
                <a:ext cx="160782" cy="6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612" name="Encre 1052611"/>
              <p14:cNvContentPartPr/>
              <p14:nvPr/>
            </p14:nvContentPartPr>
            <p14:xfrm>
              <a:off x="2563513" y="1604514"/>
              <a:ext cx="118858" cy="5983"/>
            </p14:xfrm>
          </p:contentPart>
        </mc:Choice>
        <mc:Fallback xmlns="">
          <p:sp>
            <p:nvSpPr>
              <p:cNvPr id="1052612" name=""/>
              <p:cNvSpPr/>
              <p:nvPr/>
            </p:nvSpPr>
            <p:spPr>
              <a:xfrm>
                <a:off x="2563513" y="1604514"/>
                <a:ext cx="118858" cy="5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613" name="Encre 1052612"/>
              <p14:cNvContentPartPr/>
              <p14:nvPr/>
            </p14:nvContentPartPr>
            <p14:xfrm>
              <a:off x="2570573" y="1705693"/>
              <a:ext cx="137222" cy="6319"/>
            </p14:xfrm>
          </p:contentPart>
        </mc:Choice>
        <mc:Fallback xmlns="">
          <p:sp>
            <p:nvSpPr>
              <p:cNvPr id="1052613" name=""/>
              <p:cNvSpPr/>
              <p:nvPr/>
            </p:nvSpPr>
            <p:spPr>
              <a:xfrm>
                <a:off x="2570573" y="1705693"/>
                <a:ext cx="137222" cy="6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614" name="Encre 1052613"/>
              <p14:cNvContentPartPr/>
              <p14:nvPr/>
            </p14:nvContentPartPr>
            <p14:xfrm>
              <a:off x="2925392" y="1263018"/>
              <a:ext cx="246156" cy="399020"/>
            </p14:xfrm>
          </p:contentPart>
        </mc:Choice>
        <mc:Fallback xmlns="">
          <p:sp>
            <p:nvSpPr>
              <p:cNvPr id="1052614" name=""/>
              <p:cNvSpPr/>
              <p:nvPr/>
            </p:nvSpPr>
            <p:spPr>
              <a:xfrm>
                <a:off x="2925392" y="1263018"/>
                <a:ext cx="246156" cy="399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615" name="Encre 1052614"/>
              <p14:cNvContentPartPr/>
              <p14:nvPr/>
            </p14:nvContentPartPr>
            <p14:xfrm>
              <a:off x="3124836" y="1263018"/>
              <a:ext cx="46712" cy="396737"/>
            </p14:xfrm>
          </p:contentPart>
        </mc:Choice>
        <mc:Fallback xmlns="">
          <p:sp>
            <p:nvSpPr>
              <p:cNvPr id="1052615" name=""/>
              <p:cNvSpPr/>
              <p:nvPr/>
            </p:nvSpPr>
            <p:spPr>
              <a:xfrm>
                <a:off x="3124836" y="1263018"/>
                <a:ext cx="46712" cy="396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616" name="Encre 1052615"/>
              <p14:cNvContentPartPr/>
              <p14:nvPr/>
            </p14:nvContentPartPr>
            <p14:xfrm>
              <a:off x="3071386" y="1473243"/>
              <a:ext cx="243125" cy="35989"/>
            </p14:xfrm>
          </p:contentPart>
        </mc:Choice>
        <mc:Fallback xmlns="">
          <p:sp>
            <p:nvSpPr>
              <p:cNvPr id="1052616" name=""/>
              <p:cNvSpPr/>
              <p:nvPr/>
            </p:nvSpPr>
            <p:spPr>
              <a:xfrm>
                <a:off x="3071386" y="1473243"/>
                <a:ext cx="243125" cy="3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2617" name="Encre 1052616"/>
              <p14:cNvContentPartPr/>
              <p14:nvPr/>
            </p14:nvContentPartPr>
            <p14:xfrm>
              <a:off x="3262013" y="1494589"/>
              <a:ext cx="217083" cy="85548"/>
            </p14:xfrm>
          </p:contentPart>
        </mc:Choice>
        <mc:Fallback xmlns="">
          <p:sp>
            <p:nvSpPr>
              <p:cNvPr id="1052617" name=""/>
              <p:cNvSpPr/>
              <p:nvPr/>
            </p:nvSpPr>
            <p:spPr>
              <a:xfrm>
                <a:off x="3262013" y="1494589"/>
                <a:ext cx="217083" cy="85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2618" name="Encre 1052617"/>
              <p14:cNvContentPartPr/>
              <p14:nvPr/>
            </p14:nvContentPartPr>
            <p14:xfrm>
              <a:off x="3515335" y="1241176"/>
              <a:ext cx="42302" cy="388755"/>
            </p14:xfrm>
          </p:contentPart>
        </mc:Choice>
        <mc:Fallback xmlns="">
          <p:sp>
            <p:nvSpPr>
              <p:cNvPr id="1052618" name=""/>
              <p:cNvSpPr/>
              <p:nvPr/>
            </p:nvSpPr>
            <p:spPr>
              <a:xfrm>
                <a:off x="3515335" y="1241176"/>
                <a:ext cx="42302" cy="388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2619" name="Encre 1052618"/>
              <p14:cNvContentPartPr/>
              <p14:nvPr/>
            </p14:nvContentPartPr>
            <p14:xfrm>
              <a:off x="3443355" y="1429560"/>
              <a:ext cx="207384" cy="57830"/>
            </p14:xfrm>
          </p:contentPart>
        </mc:Choice>
        <mc:Fallback xmlns="">
          <p:sp>
            <p:nvSpPr>
              <p:cNvPr id="1052619" name=""/>
              <p:cNvSpPr/>
              <p:nvPr/>
            </p:nvSpPr>
            <p:spPr>
              <a:xfrm>
                <a:off x="3443355" y="1429560"/>
                <a:ext cx="207384" cy="57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2620" name="Encre 1052619"/>
              <p14:cNvContentPartPr/>
              <p14:nvPr/>
            </p14:nvContentPartPr>
            <p14:xfrm>
              <a:off x="3773900" y="1436758"/>
              <a:ext cx="408286" cy="137412"/>
            </p14:xfrm>
          </p:contentPart>
        </mc:Choice>
        <mc:Fallback xmlns="">
          <p:sp>
            <p:nvSpPr>
              <p:cNvPr id="1052620" name=""/>
              <p:cNvSpPr/>
              <p:nvPr/>
            </p:nvSpPr>
            <p:spPr>
              <a:xfrm>
                <a:off x="3773900" y="1436758"/>
                <a:ext cx="408286" cy="137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2621" name="Encre 1052620"/>
              <p14:cNvContentPartPr/>
              <p14:nvPr/>
            </p14:nvContentPartPr>
            <p14:xfrm>
              <a:off x="483812" y="2030949"/>
              <a:ext cx="27472" cy="488407"/>
            </p14:xfrm>
          </p:contentPart>
        </mc:Choice>
        <mc:Fallback xmlns="">
          <p:sp>
            <p:nvSpPr>
              <p:cNvPr id="1052621" name=""/>
              <p:cNvSpPr/>
              <p:nvPr/>
            </p:nvSpPr>
            <p:spPr>
              <a:xfrm>
                <a:off x="483812" y="2030949"/>
                <a:ext cx="27472" cy="4884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622" name="Encre 1052621"/>
              <p14:cNvContentPartPr/>
              <p14:nvPr/>
            </p14:nvContentPartPr>
            <p14:xfrm>
              <a:off x="533754" y="2315767"/>
              <a:ext cx="106286" cy="163691"/>
            </p14:xfrm>
          </p:contentPart>
        </mc:Choice>
        <mc:Fallback xmlns="">
          <p:sp>
            <p:nvSpPr>
              <p:cNvPr id="1052622" name=""/>
              <p:cNvSpPr/>
              <p:nvPr/>
            </p:nvSpPr>
            <p:spPr>
              <a:xfrm>
                <a:off x="533754" y="2315767"/>
                <a:ext cx="106286" cy="163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2623" name="Encre 1052622"/>
              <p14:cNvContentPartPr/>
              <p14:nvPr/>
            </p14:nvContentPartPr>
            <p14:xfrm>
              <a:off x="823559" y="2269718"/>
              <a:ext cx="228453" cy="402508"/>
            </p14:xfrm>
          </p:contentPart>
        </mc:Choice>
        <mc:Fallback xmlns="">
          <p:sp>
            <p:nvSpPr>
              <p:cNvPr id="1052623" name=""/>
              <p:cNvSpPr/>
              <p:nvPr/>
            </p:nvSpPr>
            <p:spPr>
              <a:xfrm>
                <a:off x="823559" y="2269718"/>
                <a:ext cx="228453" cy="402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2624" name="Encre 1052623"/>
              <p14:cNvContentPartPr/>
              <p14:nvPr/>
            </p14:nvContentPartPr>
            <p14:xfrm>
              <a:off x="1149944" y="2277412"/>
              <a:ext cx="65453" cy="231575"/>
            </p14:xfrm>
          </p:contentPart>
        </mc:Choice>
        <mc:Fallback xmlns="">
          <p:sp>
            <p:nvSpPr>
              <p:cNvPr id="1052624" name=""/>
              <p:cNvSpPr/>
              <p:nvPr/>
            </p:nvSpPr>
            <p:spPr>
              <a:xfrm>
                <a:off x="1149944" y="2277412"/>
                <a:ext cx="65453" cy="2315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2625" name="Encre 1052624"/>
              <p14:cNvContentPartPr/>
              <p14:nvPr/>
            </p14:nvContentPartPr>
            <p14:xfrm>
              <a:off x="1271143" y="2066938"/>
              <a:ext cx="793520" cy="390761"/>
            </p14:xfrm>
          </p:contentPart>
        </mc:Choice>
        <mc:Fallback xmlns="">
          <p:sp>
            <p:nvSpPr>
              <p:cNvPr id="1052625" name=""/>
              <p:cNvSpPr/>
              <p:nvPr/>
            </p:nvSpPr>
            <p:spPr>
              <a:xfrm>
                <a:off x="1271143" y="2066938"/>
                <a:ext cx="793520" cy="390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2626" name="Encre 1052625"/>
              <p14:cNvContentPartPr/>
              <p14:nvPr/>
            </p14:nvContentPartPr>
            <p14:xfrm>
              <a:off x="1512468" y="2168700"/>
              <a:ext cx="171644" cy="43186"/>
            </p14:xfrm>
          </p:contentPart>
        </mc:Choice>
        <mc:Fallback xmlns="">
          <p:sp>
            <p:nvSpPr>
              <p:cNvPr id="1052626" name=""/>
              <p:cNvSpPr/>
              <p:nvPr/>
            </p:nvSpPr>
            <p:spPr>
              <a:xfrm>
                <a:off x="1512468" y="2168700"/>
                <a:ext cx="171644" cy="43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2627" name="Encre 1052626"/>
              <p14:cNvContentPartPr/>
              <p14:nvPr/>
            </p14:nvContentPartPr>
            <p14:xfrm>
              <a:off x="2206105" y="2247809"/>
              <a:ext cx="205633" cy="123422"/>
            </p14:xfrm>
          </p:contentPart>
        </mc:Choice>
        <mc:Fallback xmlns="">
          <p:sp>
            <p:nvSpPr>
              <p:cNvPr id="1052627" name=""/>
              <p:cNvSpPr/>
              <p:nvPr/>
            </p:nvSpPr>
            <p:spPr>
              <a:xfrm>
                <a:off x="2206105" y="2247809"/>
                <a:ext cx="205633" cy="123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2628" name="Encre 1052627"/>
              <p14:cNvContentPartPr/>
              <p14:nvPr/>
            </p14:nvContentPartPr>
            <p14:xfrm>
              <a:off x="2460360" y="2052791"/>
              <a:ext cx="14679" cy="310548"/>
            </p14:xfrm>
          </p:contentPart>
        </mc:Choice>
        <mc:Fallback xmlns="">
          <p:sp>
            <p:nvSpPr>
              <p:cNvPr id="1052628" name=""/>
              <p:cNvSpPr/>
              <p:nvPr/>
            </p:nvSpPr>
            <p:spPr>
              <a:xfrm>
                <a:off x="2460360" y="2052791"/>
                <a:ext cx="14679" cy="310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2629" name="Encre 1052628"/>
              <p14:cNvContentPartPr/>
              <p14:nvPr/>
            </p14:nvContentPartPr>
            <p14:xfrm>
              <a:off x="2456291" y="2153808"/>
              <a:ext cx="171644" cy="58078"/>
            </p14:xfrm>
          </p:contentPart>
        </mc:Choice>
        <mc:Fallback xmlns="">
          <p:sp>
            <p:nvSpPr>
              <p:cNvPr id="1052629" name=""/>
              <p:cNvSpPr/>
              <p:nvPr/>
            </p:nvSpPr>
            <p:spPr>
              <a:xfrm>
                <a:off x="2456291" y="2153808"/>
                <a:ext cx="171644" cy="58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2630" name="Encre 1052629"/>
              <p14:cNvContentPartPr/>
              <p14:nvPr/>
            </p14:nvContentPartPr>
            <p14:xfrm>
              <a:off x="2799859" y="2190045"/>
              <a:ext cx="21340" cy="138118"/>
            </p14:xfrm>
          </p:contentPart>
        </mc:Choice>
        <mc:Fallback xmlns="">
          <p:sp>
            <p:nvSpPr>
              <p:cNvPr id="1052630" name=""/>
              <p:cNvSpPr/>
              <p:nvPr/>
            </p:nvSpPr>
            <p:spPr>
              <a:xfrm>
                <a:off x="2799859" y="2190045"/>
                <a:ext cx="21340" cy="138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2631" name="Encre 1052630"/>
              <p14:cNvContentPartPr/>
              <p14:nvPr/>
            </p14:nvContentPartPr>
            <p14:xfrm>
              <a:off x="2814140" y="2066938"/>
              <a:ext cx="15842" cy="32454"/>
            </p14:xfrm>
          </p:contentPart>
        </mc:Choice>
        <mc:Fallback xmlns="">
          <p:sp>
            <p:nvSpPr>
              <p:cNvPr id="1052631" name=""/>
              <p:cNvSpPr/>
              <p:nvPr/>
            </p:nvSpPr>
            <p:spPr>
              <a:xfrm>
                <a:off x="2814140" y="2066938"/>
                <a:ext cx="15842" cy="32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2632" name="Encre 1052631"/>
              <p14:cNvContentPartPr/>
              <p14:nvPr/>
            </p14:nvContentPartPr>
            <p14:xfrm>
              <a:off x="2926608" y="2209420"/>
              <a:ext cx="117816" cy="83797"/>
            </p14:xfrm>
          </p:contentPart>
        </mc:Choice>
        <mc:Fallback xmlns="">
          <p:sp>
            <p:nvSpPr>
              <p:cNvPr id="1052632" name=""/>
              <p:cNvSpPr/>
              <p:nvPr/>
            </p:nvSpPr>
            <p:spPr>
              <a:xfrm>
                <a:off x="2926608" y="2209420"/>
                <a:ext cx="117816" cy="83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2633" name="Encre 1052632"/>
              <p14:cNvContentPartPr/>
              <p14:nvPr/>
            </p14:nvContentPartPr>
            <p14:xfrm>
              <a:off x="3109924" y="2132463"/>
              <a:ext cx="97365" cy="186729"/>
            </p14:xfrm>
          </p:contentPart>
        </mc:Choice>
        <mc:Fallback xmlns="">
          <p:sp>
            <p:nvSpPr>
              <p:cNvPr id="1052633" name=""/>
              <p:cNvSpPr/>
              <p:nvPr/>
            </p:nvSpPr>
            <p:spPr>
              <a:xfrm>
                <a:off x="3109924" y="2132463"/>
                <a:ext cx="97365" cy="186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2634" name="Encre 1052633"/>
              <p14:cNvContentPartPr/>
              <p14:nvPr/>
            </p14:nvContentPartPr>
            <p14:xfrm>
              <a:off x="3285711" y="1965921"/>
              <a:ext cx="386649" cy="340949"/>
            </p14:xfrm>
          </p:contentPart>
        </mc:Choice>
        <mc:Fallback xmlns="">
          <p:sp>
            <p:nvSpPr>
              <p:cNvPr id="1052634" name=""/>
              <p:cNvSpPr/>
              <p:nvPr/>
            </p:nvSpPr>
            <p:spPr>
              <a:xfrm>
                <a:off x="3285711" y="1965921"/>
                <a:ext cx="386649" cy="340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2635" name="Encre 1052634"/>
              <p14:cNvContentPartPr/>
              <p14:nvPr/>
            </p14:nvContentPartPr>
            <p14:xfrm>
              <a:off x="3699213" y="1914791"/>
              <a:ext cx="137734" cy="343144"/>
            </p14:xfrm>
          </p:contentPart>
        </mc:Choice>
        <mc:Fallback xmlns="">
          <p:sp>
            <p:nvSpPr>
              <p:cNvPr id="1052635" name=""/>
              <p:cNvSpPr/>
              <p:nvPr/>
            </p:nvSpPr>
            <p:spPr>
              <a:xfrm>
                <a:off x="3699213" y="1914791"/>
                <a:ext cx="137734" cy="343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2636" name="Encre 1052635"/>
              <p14:cNvContentPartPr/>
              <p14:nvPr/>
            </p14:nvContentPartPr>
            <p14:xfrm>
              <a:off x="3898813" y="1900396"/>
              <a:ext cx="197388" cy="343392"/>
            </p14:xfrm>
          </p:contentPart>
        </mc:Choice>
        <mc:Fallback xmlns="">
          <p:sp>
            <p:nvSpPr>
              <p:cNvPr id="1052636" name=""/>
              <p:cNvSpPr/>
              <p:nvPr/>
            </p:nvSpPr>
            <p:spPr>
              <a:xfrm>
                <a:off x="3898813" y="1900396"/>
                <a:ext cx="197388" cy="343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2637" name="Encre 1052636"/>
              <p14:cNvContentPartPr/>
              <p14:nvPr/>
            </p14:nvContentPartPr>
            <p14:xfrm>
              <a:off x="3437629" y="2190045"/>
              <a:ext cx="155748" cy="15366"/>
            </p14:xfrm>
          </p:contentPart>
        </mc:Choice>
        <mc:Fallback xmlns="">
          <p:sp>
            <p:nvSpPr>
              <p:cNvPr id="1052637" name=""/>
              <p:cNvSpPr/>
              <p:nvPr/>
            </p:nvSpPr>
            <p:spPr>
              <a:xfrm>
                <a:off x="3437629" y="2190045"/>
                <a:ext cx="155748" cy="15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2638" name="Encre 1052637"/>
              <p14:cNvContentPartPr/>
              <p14:nvPr/>
            </p14:nvContentPartPr>
            <p14:xfrm>
              <a:off x="618904" y="2796646"/>
              <a:ext cx="326783" cy="331408"/>
            </p14:xfrm>
          </p:contentPart>
        </mc:Choice>
        <mc:Fallback xmlns="">
          <p:sp>
            <p:nvSpPr>
              <p:cNvPr id="1052638" name=""/>
              <p:cNvSpPr/>
              <p:nvPr/>
            </p:nvSpPr>
            <p:spPr>
              <a:xfrm>
                <a:off x="618904" y="2796646"/>
                <a:ext cx="326783" cy="331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2639" name="Encre 1052638"/>
              <p14:cNvContentPartPr/>
              <p14:nvPr/>
            </p14:nvContentPartPr>
            <p14:xfrm>
              <a:off x="1020112" y="2914790"/>
              <a:ext cx="498811" cy="173535"/>
            </p14:xfrm>
          </p:contentPart>
        </mc:Choice>
        <mc:Fallback xmlns="">
          <p:sp>
            <p:nvSpPr>
              <p:cNvPr id="1052639" name=""/>
              <p:cNvSpPr/>
              <p:nvPr/>
            </p:nvSpPr>
            <p:spPr>
              <a:xfrm>
                <a:off x="1020112" y="2914790"/>
                <a:ext cx="498811" cy="173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2640" name="Encre 1052639"/>
              <p14:cNvContentPartPr/>
              <p14:nvPr/>
            </p14:nvContentPartPr>
            <p14:xfrm>
              <a:off x="1364845" y="2806078"/>
              <a:ext cx="18779" cy="30571"/>
            </p14:xfrm>
          </p:contentPart>
        </mc:Choice>
        <mc:Fallback xmlns="">
          <p:sp>
            <p:nvSpPr>
              <p:cNvPr id="1052640" name=""/>
              <p:cNvSpPr/>
              <p:nvPr/>
            </p:nvSpPr>
            <p:spPr>
              <a:xfrm>
                <a:off x="1364845" y="2806078"/>
                <a:ext cx="18779" cy="30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2641" name="Encre 1052640"/>
              <p14:cNvContentPartPr/>
              <p14:nvPr/>
            </p14:nvContentPartPr>
            <p14:xfrm>
              <a:off x="1116475" y="2921987"/>
              <a:ext cx="59764" cy="110628"/>
            </p14:xfrm>
          </p:contentPart>
        </mc:Choice>
        <mc:Fallback xmlns="">
          <p:sp>
            <p:nvSpPr>
              <p:cNvPr id="1052641" name=""/>
              <p:cNvSpPr/>
              <p:nvPr/>
            </p:nvSpPr>
            <p:spPr>
              <a:xfrm>
                <a:off x="1116475" y="2921987"/>
                <a:ext cx="59764" cy="110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2642" name="Encre 1052641"/>
              <p14:cNvContentPartPr/>
              <p14:nvPr/>
            </p14:nvContentPartPr>
            <p14:xfrm>
              <a:off x="1798000" y="2683843"/>
              <a:ext cx="251935" cy="415581"/>
            </p14:xfrm>
          </p:contentPart>
        </mc:Choice>
        <mc:Fallback xmlns="">
          <p:sp>
            <p:nvSpPr>
              <p:cNvPr id="1052642" name=""/>
              <p:cNvSpPr/>
              <p:nvPr/>
            </p:nvSpPr>
            <p:spPr>
              <a:xfrm>
                <a:off x="1798000" y="2683843"/>
                <a:ext cx="251935" cy="41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2643" name="Encre 1052642"/>
              <p14:cNvContentPartPr/>
              <p14:nvPr/>
            </p14:nvContentPartPr>
            <p14:xfrm>
              <a:off x="1733973" y="2864157"/>
              <a:ext cx="5280" cy="32455"/>
            </p14:xfrm>
          </p:contentPart>
        </mc:Choice>
        <mc:Fallback xmlns="">
          <p:sp>
            <p:nvSpPr>
              <p:cNvPr id="1052643" name=""/>
              <p:cNvSpPr/>
              <p:nvPr/>
            </p:nvSpPr>
            <p:spPr>
              <a:xfrm>
                <a:off x="1733973" y="2864157"/>
                <a:ext cx="5280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2644" name="Encre 1052643"/>
              <p14:cNvContentPartPr/>
              <p14:nvPr/>
            </p14:nvContentPartPr>
            <p14:xfrm>
              <a:off x="2222310" y="2885502"/>
              <a:ext cx="54031" cy="427412"/>
            </p14:xfrm>
          </p:contentPart>
        </mc:Choice>
        <mc:Fallback xmlns="">
          <p:sp>
            <p:nvSpPr>
              <p:cNvPr id="1052644" name=""/>
              <p:cNvSpPr/>
              <p:nvPr/>
            </p:nvSpPr>
            <p:spPr>
              <a:xfrm>
                <a:off x="2222310" y="2885502"/>
                <a:ext cx="54031" cy="427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2645" name="Encre 1052644"/>
              <p14:cNvContentPartPr/>
              <p14:nvPr/>
            </p14:nvContentPartPr>
            <p14:xfrm>
              <a:off x="2232886" y="2928937"/>
              <a:ext cx="127296" cy="177098"/>
            </p14:xfrm>
          </p:contentPart>
        </mc:Choice>
        <mc:Fallback xmlns="">
          <p:sp>
            <p:nvSpPr>
              <p:cNvPr id="1052645" name=""/>
              <p:cNvSpPr/>
              <p:nvPr/>
            </p:nvSpPr>
            <p:spPr>
              <a:xfrm>
                <a:off x="2232886" y="2928937"/>
                <a:ext cx="127296" cy="177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2646" name="Encre 1052645"/>
              <p14:cNvContentPartPr/>
              <p14:nvPr/>
            </p14:nvContentPartPr>
            <p14:xfrm>
              <a:off x="2453320" y="2894759"/>
              <a:ext cx="141207" cy="169094"/>
            </p14:xfrm>
          </p:contentPart>
        </mc:Choice>
        <mc:Fallback xmlns="">
          <p:sp>
            <p:nvSpPr>
              <p:cNvPr id="1052646" name=""/>
              <p:cNvSpPr/>
              <p:nvPr/>
            </p:nvSpPr>
            <p:spPr>
              <a:xfrm>
                <a:off x="2453320" y="2894759"/>
                <a:ext cx="141207" cy="169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2647" name="Encre 1052646"/>
              <p14:cNvContentPartPr/>
              <p14:nvPr/>
            </p14:nvContentPartPr>
            <p14:xfrm>
              <a:off x="2632882" y="2784236"/>
              <a:ext cx="116836" cy="251045"/>
            </p14:xfrm>
          </p:contentPart>
        </mc:Choice>
        <mc:Fallback xmlns="">
          <p:sp>
            <p:nvSpPr>
              <p:cNvPr id="1052647" name=""/>
              <p:cNvSpPr/>
              <p:nvPr/>
            </p:nvSpPr>
            <p:spPr>
              <a:xfrm>
                <a:off x="2632882" y="2784236"/>
                <a:ext cx="116836" cy="2510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2648" name="Encre 1052647"/>
              <p14:cNvContentPartPr/>
              <p14:nvPr/>
            </p14:nvContentPartPr>
            <p14:xfrm>
              <a:off x="2768294" y="2813028"/>
              <a:ext cx="311051" cy="220882"/>
            </p14:xfrm>
          </p:contentPart>
        </mc:Choice>
        <mc:Fallback xmlns="">
          <p:sp>
            <p:nvSpPr>
              <p:cNvPr id="1052648" name=""/>
              <p:cNvSpPr/>
              <p:nvPr/>
            </p:nvSpPr>
            <p:spPr>
              <a:xfrm>
                <a:off x="2768294" y="2813028"/>
                <a:ext cx="311051" cy="2208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2649" name="Encre 1052648"/>
              <p14:cNvContentPartPr/>
              <p14:nvPr/>
            </p14:nvContentPartPr>
            <p14:xfrm>
              <a:off x="2913861" y="2748247"/>
              <a:ext cx="200324" cy="28543"/>
            </p14:xfrm>
          </p:contentPart>
        </mc:Choice>
        <mc:Fallback xmlns="">
          <p:sp>
            <p:nvSpPr>
              <p:cNvPr id="1052649" name=""/>
              <p:cNvSpPr/>
              <p:nvPr/>
            </p:nvSpPr>
            <p:spPr>
              <a:xfrm>
                <a:off x="2913861" y="2748247"/>
                <a:ext cx="200324" cy="28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2650" name="Encre 1052649"/>
              <p14:cNvContentPartPr/>
              <p14:nvPr/>
            </p14:nvContentPartPr>
            <p14:xfrm>
              <a:off x="3112350" y="2769593"/>
              <a:ext cx="152301" cy="174881"/>
            </p14:xfrm>
          </p:contentPart>
        </mc:Choice>
        <mc:Fallback xmlns="">
          <p:sp>
            <p:nvSpPr>
              <p:cNvPr id="1052650" name=""/>
              <p:cNvSpPr/>
              <p:nvPr/>
            </p:nvSpPr>
            <p:spPr>
              <a:xfrm>
                <a:off x="3112350" y="2769593"/>
                <a:ext cx="152301" cy="174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2651" name="Encre 1052650"/>
              <p14:cNvContentPartPr/>
              <p14:nvPr/>
            </p14:nvContentPartPr>
            <p14:xfrm>
              <a:off x="3248161" y="2610496"/>
              <a:ext cx="304145" cy="398465"/>
            </p14:xfrm>
          </p:contentPart>
        </mc:Choice>
        <mc:Fallback xmlns="">
          <p:sp>
            <p:nvSpPr>
              <p:cNvPr id="1052651" name=""/>
              <p:cNvSpPr/>
              <p:nvPr/>
            </p:nvSpPr>
            <p:spPr>
              <a:xfrm>
                <a:off x="3248161" y="2610496"/>
                <a:ext cx="304145" cy="398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2652" name="Encre 1052651"/>
              <p14:cNvContentPartPr/>
              <p14:nvPr/>
            </p14:nvContentPartPr>
            <p14:xfrm>
              <a:off x="3650740" y="2821886"/>
              <a:ext cx="605713" cy="194820"/>
            </p14:xfrm>
          </p:contentPart>
        </mc:Choice>
        <mc:Fallback xmlns="">
          <p:sp>
            <p:nvSpPr>
              <p:cNvPr id="1052652" name=""/>
              <p:cNvSpPr/>
              <p:nvPr/>
            </p:nvSpPr>
            <p:spPr>
              <a:xfrm>
                <a:off x="3650740" y="2821886"/>
                <a:ext cx="605713" cy="194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2653" name="Encre 1052652"/>
              <p14:cNvContentPartPr/>
              <p14:nvPr/>
            </p14:nvContentPartPr>
            <p14:xfrm>
              <a:off x="743442" y="3406970"/>
              <a:ext cx="97362" cy="376652"/>
            </p14:xfrm>
          </p:contentPart>
        </mc:Choice>
        <mc:Fallback xmlns="">
          <p:sp>
            <p:nvSpPr>
              <p:cNvPr id="1052653" name=""/>
              <p:cNvSpPr/>
              <p:nvPr/>
            </p:nvSpPr>
            <p:spPr>
              <a:xfrm>
                <a:off x="743442" y="3406970"/>
                <a:ext cx="97362" cy="376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2654" name="Encre 1052653"/>
              <p14:cNvContentPartPr/>
              <p14:nvPr/>
            </p14:nvContentPartPr>
            <p14:xfrm>
              <a:off x="918551" y="3341942"/>
              <a:ext cx="21623" cy="423290"/>
            </p14:xfrm>
          </p:contentPart>
        </mc:Choice>
        <mc:Fallback xmlns="">
          <p:sp>
            <p:nvSpPr>
              <p:cNvPr id="1052654" name=""/>
              <p:cNvSpPr/>
              <p:nvPr/>
            </p:nvSpPr>
            <p:spPr>
              <a:xfrm>
                <a:off x="918551" y="3341942"/>
                <a:ext cx="21623" cy="423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2655" name="Encre 1052654"/>
              <p14:cNvContentPartPr/>
              <p14:nvPr/>
            </p14:nvContentPartPr>
            <p14:xfrm>
              <a:off x="897373" y="3632414"/>
              <a:ext cx="162426" cy="6376"/>
            </p14:xfrm>
          </p:contentPart>
        </mc:Choice>
        <mc:Fallback xmlns="">
          <p:sp>
            <p:nvSpPr>
              <p:cNvPr id="1052655" name=""/>
              <p:cNvSpPr/>
              <p:nvPr/>
            </p:nvSpPr>
            <p:spPr>
              <a:xfrm>
                <a:off x="897373" y="3632414"/>
                <a:ext cx="162426" cy="6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2656" name="Encre 1052655"/>
              <p14:cNvContentPartPr/>
              <p14:nvPr/>
            </p14:nvContentPartPr>
            <p14:xfrm>
              <a:off x="1038592" y="3617444"/>
              <a:ext cx="144269" cy="119994"/>
            </p14:xfrm>
          </p:contentPart>
        </mc:Choice>
        <mc:Fallback xmlns="">
          <p:sp>
            <p:nvSpPr>
              <p:cNvPr id="1052656" name=""/>
              <p:cNvSpPr/>
              <p:nvPr/>
            </p:nvSpPr>
            <p:spPr>
              <a:xfrm>
                <a:off x="1038592" y="3617444"/>
                <a:ext cx="144269" cy="1199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2657" name="Encre 1052656"/>
              <p14:cNvContentPartPr/>
              <p14:nvPr/>
            </p14:nvContentPartPr>
            <p14:xfrm>
              <a:off x="1259059" y="3363535"/>
              <a:ext cx="10283" cy="354926"/>
            </p14:xfrm>
          </p:contentPart>
        </mc:Choice>
        <mc:Fallback xmlns="">
          <p:sp>
            <p:nvSpPr>
              <p:cNvPr id="1052657" name=""/>
              <p:cNvSpPr/>
              <p:nvPr/>
            </p:nvSpPr>
            <p:spPr>
              <a:xfrm>
                <a:off x="1259059" y="3363535"/>
                <a:ext cx="10283" cy="3549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2658" name="Encre 1052657"/>
              <p14:cNvContentPartPr/>
              <p14:nvPr/>
            </p14:nvContentPartPr>
            <p14:xfrm>
              <a:off x="1219041" y="3634268"/>
              <a:ext cx="288184" cy="144971"/>
            </p14:xfrm>
          </p:contentPart>
        </mc:Choice>
        <mc:Fallback xmlns="">
          <p:sp>
            <p:nvSpPr>
              <p:cNvPr id="1052658" name=""/>
              <p:cNvSpPr/>
              <p:nvPr/>
            </p:nvSpPr>
            <p:spPr>
              <a:xfrm>
                <a:off x="1219041" y="3634268"/>
                <a:ext cx="288184" cy="1449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2659" name="Encre 1052658"/>
              <p14:cNvContentPartPr/>
              <p14:nvPr/>
            </p14:nvContentPartPr>
            <p14:xfrm>
              <a:off x="1402078" y="3501535"/>
              <a:ext cx="31407" cy="62321"/>
            </p14:xfrm>
          </p:contentPart>
        </mc:Choice>
        <mc:Fallback xmlns="">
          <p:sp>
            <p:nvSpPr>
              <p:cNvPr id="1052659" name=""/>
              <p:cNvSpPr/>
              <p:nvPr/>
            </p:nvSpPr>
            <p:spPr>
              <a:xfrm>
                <a:off x="1402078" y="3501535"/>
                <a:ext cx="31407" cy="62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2660" name="Encre 1052659"/>
              <p14:cNvContentPartPr/>
              <p14:nvPr/>
            </p14:nvContentPartPr>
            <p14:xfrm>
              <a:off x="1571904" y="3370981"/>
              <a:ext cx="27357" cy="404846"/>
            </p14:xfrm>
          </p:contentPart>
        </mc:Choice>
        <mc:Fallback xmlns="">
          <p:sp>
            <p:nvSpPr>
              <p:cNvPr id="1052660" name=""/>
              <p:cNvSpPr/>
              <p:nvPr/>
            </p:nvSpPr>
            <p:spPr>
              <a:xfrm>
                <a:off x="1571904" y="3370981"/>
                <a:ext cx="27357" cy="4048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2661" name="Encre 1052660"/>
              <p14:cNvContentPartPr/>
              <p14:nvPr/>
            </p14:nvContentPartPr>
            <p14:xfrm>
              <a:off x="1693851" y="3588405"/>
              <a:ext cx="45562" cy="173965"/>
            </p14:xfrm>
          </p:contentPart>
        </mc:Choice>
        <mc:Fallback xmlns="">
          <p:sp>
            <p:nvSpPr>
              <p:cNvPr id="1052661" name=""/>
              <p:cNvSpPr/>
              <p:nvPr/>
            </p:nvSpPr>
            <p:spPr>
              <a:xfrm>
                <a:off x="1693851" y="3588405"/>
                <a:ext cx="45562" cy="173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2662" name="Encre 1052661"/>
              <p14:cNvContentPartPr/>
              <p14:nvPr/>
            </p14:nvContentPartPr>
            <p14:xfrm>
              <a:off x="1780710" y="3406970"/>
              <a:ext cx="267870" cy="353896"/>
            </p14:xfrm>
          </p:contentPart>
        </mc:Choice>
        <mc:Fallback xmlns="">
          <p:sp>
            <p:nvSpPr>
              <p:cNvPr id="1052662" name=""/>
              <p:cNvSpPr/>
              <p:nvPr/>
            </p:nvSpPr>
            <p:spPr>
              <a:xfrm>
                <a:off x="1780710" y="3406970"/>
                <a:ext cx="267870" cy="353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2663" name="Encre 1052662"/>
              <p14:cNvContentPartPr/>
              <p14:nvPr/>
            </p14:nvContentPartPr>
            <p14:xfrm>
              <a:off x="2012840" y="3486891"/>
              <a:ext cx="86042" cy="72226"/>
            </p14:xfrm>
          </p:contentPart>
        </mc:Choice>
        <mc:Fallback xmlns="">
          <p:sp>
            <p:nvSpPr>
              <p:cNvPr id="1052663" name=""/>
              <p:cNvSpPr/>
              <p:nvPr/>
            </p:nvSpPr>
            <p:spPr>
              <a:xfrm>
                <a:off x="2012840" y="3486891"/>
                <a:ext cx="86042" cy="72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2664" name="Encre 1052663"/>
              <p14:cNvContentPartPr/>
              <p14:nvPr/>
            </p14:nvContentPartPr>
            <p14:xfrm>
              <a:off x="1776774" y="3550995"/>
              <a:ext cx="119938" cy="59251"/>
            </p14:xfrm>
          </p:contentPart>
        </mc:Choice>
        <mc:Fallback xmlns="">
          <p:sp>
            <p:nvSpPr>
              <p:cNvPr id="1052664" name=""/>
              <p:cNvSpPr/>
              <p:nvPr/>
            </p:nvSpPr>
            <p:spPr>
              <a:xfrm>
                <a:off x="1776774" y="3550995"/>
                <a:ext cx="119938" cy="59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2665" name="Encre 1052664"/>
              <p14:cNvContentPartPr/>
              <p14:nvPr/>
            </p14:nvContentPartPr>
            <p14:xfrm>
              <a:off x="1701490" y="3443208"/>
              <a:ext cx="3801" cy="31359"/>
            </p14:xfrm>
          </p:contentPart>
        </mc:Choice>
        <mc:Fallback xmlns="">
          <p:sp>
            <p:nvSpPr>
              <p:cNvPr id="1052665" name=""/>
              <p:cNvSpPr/>
              <p:nvPr/>
            </p:nvSpPr>
            <p:spPr>
              <a:xfrm>
                <a:off x="1701490" y="3443208"/>
                <a:ext cx="3801" cy="31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2666" name="Encre 1052665"/>
              <p14:cNvContentPartPr/>
              <p14:nvPr/>
            </p14:nvContentPartPr>
            <p14:xfrm>
              <a:off x="2353009" y="3565114"/>
              <a:ext cx="307061" cy="491915"/>
            </p14:xfrm>
          </p:contentPart>
        </mc:Choice>
        <mc:Fallback xmlns="">
          <p:sp>
            <p:nvSpPr>
              <p:cNvPr id="1052666" name=""/>
              <p:cNvSpPr/>
              <p:nvPr/>
            </p:nvSpPr>
            <p:spPr>
              <a:xfrm>
                <a:off x="2353009" y="3565114"/>
                <a:ext cx="307061" cy="491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2667" name="Encre 1052666"/>
              <p14:cNvContentPartPr/>
              <p14:nvPr/>
            </p14:nvContentPartPr>
            <p14:xfrm>
              <a:off x="2687306" y="3559117"/>
              <a:ext cx="62412" cy="384493"/>
            </p14:xfrm>
          </p:contentPart>
        </mc:Choice>
        <mc:Fallback xmlns="">
          <p:sp>
            <p:nvSpPr>
              <p:cNvPr id="1052667" name=""/>
              <p:cNvSpPr/>
              <p:nvPr/>
            </p:nvSpPr>
            <p:spPr>
              <a:xfrm>
                <a:off x="2687306" y="3559117"/>
                <a:ext cx="62412" cy="384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2668" name="Encre 1052667"/>
              <p14:cNvContentPartPr/>
              <p14:nvPr/>
            </p14:nvContentPartPr>
            <p14:xfrm>
              <a:off x="2599254" y="3704066"/>
              <a:ext cx="257687" cy="20664"/>
            </p14:xfrm>
          </p:contentPart>
        </mc:Choice>
        <mc:Fallback xmlns="">
          <p:sp>
            <p:nvSpPr>
              <p:cNvPr id="1052668" name=""/>
              <p:cNvSpPr/>
              <p:nvPr/>
            </p:nvSpPr>
            <p:spPr>
              <a:xfrm>
                <a:off x="2599254" y="3704066"/>
                <a:ext cx="257687" cy="20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2669" name="Encre 1052668"/>
              <p14:cNvContentPartPr/>
              <p14:nvPr/>
            </p14:nvContentPartPr>
            <p14:xfrm>
              <a:off x="2899016" y="3418862"/>
              <a:ext cx="1048619" cy="372364"/>
            </p14:xfrm>
          </p:contentPart>
        </mc:Choice>
        <mc:Fallback xmlns="">
          <p:sp>
            <p:nvSpPr>
              <p:cNvPr id="1052669" name=""/>
              <p:cNvSpPr/>
              <p:nvPr/>
            </p:nvSpPr>
            <p:spPr>
              <a:xfrm>
                <a:off x="2899016" y="3418862"/>
                <a:ext cx="1048619" cy="372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2670" name="Encre 1052669"/>
              <p14:cNvContentPartPr/>
              <p14:nvPr/>
            </p14:nvContentPartPr>
            <p14:xfrm>
              <a:off x="3679421" y="3543947"/>
              <a:ext cx="165946" cy="12503"/>
            </p14:xfrm>
          </p:contentPart>
        </mc:Choice>
        <mc:Fallback xmlns="">
          <p:sp>
            <p:nvSpPr>
              <p:cNvPr id="1052670" name=""/>
              <p:cNvSpPr/>
              <p:nvPr/>
            </p:nvSpPr>
            <p:spPr>
              <a:xfrm>
                <a:off x="3679421" y="3543947"/>
                <a:ext cx="165946" cy="12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2671" name="Encre 1052670"/>
              <p14:cNvContentPartPr/>
              <p14:nvPr/>
            </p14:nvContentPartPr>
            <p14:xfrm>
              <a:off x="3960222" y="3341942"/>
              <a:ext cx="69547" cy="91852"/>
            </p14:xfrm>
          </p:contentPart>
        </mc:Choice>
        <mc:Fallback xmlns="">
          <p:sp>
            <p:nvSpPr>
              <p:cNvPr id="1052671" name=""/>
              <p:cNvSpPr/>
              <p:nvPr/>
            </p:nvSpPr>
            <p:spPr>
              <a:xfrm>
                <a:off x="3960222" y="3341942"/>
                <a:ext cx="69547" cy="918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2672" name="Encre 1052671"/>
              <p14:cNvContentPartPr/>
              <p14:nvPr/>
            </p14:nvContentPartPr>
            <p14:xfrm>
              <a:off x="4108310" y="3370981"/>
              <a:ext cx="42801" cy="86870"/>
            </p14:xfrm>
          </p:contentPart>
        </mc:Choice>
        <mc:Fallback xmlns="">
          <p:sp>
            <p:nvSpPr>
              <p:cNvPr id="1052672" name=""/>
              <p:cNvSpPr/>
              <p:nvPr/>
            </p:nvSpPr>
            <p:spPr>
              <a:xfrm>
                <a:off x="4108310" y="3370981"/>
                <a:ext cx="42801" cy="86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2673" name="Encre 1052672"/>
              <p14:cNvContentPartPr/>
              <p14:nvPr/>
            </p14:nvContentPartPr>
            <p14:xfrm>
              <a:off x="2255966" y="3414664"/>
              <a:ext cx="66603" cy="67870"/>
            </p14:xfrm>
          </p:contentPart>
        </mc:Choice>
        <mc:Fallback xmlns="">
          <p:sp>
            <p:nvSpPr>
              <p:cNvPr id="1052673" name=""/>
              <p:cNvSpPr/>
              <p:nvPr/>
            </p:nvSpPr>
            <p:spPr>
              <a:xfrm>
                <a:off x="2255966" y="3414664"/>
                <a:ext cx="66603" cy="67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2674" name="Encre 1052673"/>
              <p14:cNvContentPartPr/>
              <p14:nvPr/>
            </p14:nvContentPartPr>
            <p14:xfrm>
              <a:off x="2199045" y="3465049"/>
              <a:ext cx="106701" cy="69053"/>
            </p14:xfrm>
          </p:contentPart>
        </mc:Choice>
        <mc:Fallback xmlns="">
          <p:sp>
            <p:nvSpPr>
              <p:cNvPr id="1052674" name=""/>
              <p:cNvSpPr/>
              <p:nvPr/>
            </p:nvSpPr>
            <p:spPr>
              <a:xfrm>
                <a:off x="2199045" y="3465049"/>
                <a:ext cx="106701" cy="69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2675" name="Encre 1052674"/>
              <p14:cNvContentPartPr/>
              <p14:nvPr/>
            </p14:nvContentPartPr>
            <p14:xfrm>
              <a:off x="4170447" y="3733105"/>
              <a:ext cx="9344" cy="30938"/>
            </p14:xfrm>
          </p:contentPart>
        </mc:Choice>
        <mc:Fallback xmlns="">
          <p:sp>
            <p:nvSpPr>
              <p:cNvPr id="1052675" name=""/>
              <p:cNvSpPr/>
              <p:nvPr/>
            </p:nvSpPr>
            <p:spPr>
              <a:xfrm>
                <a:off x="4170447" y="3733105"/>
                <a:ext cx="9344" cy="30938"/>
              </a:xfrm>
            </p:spPr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80" name="ZoneTexte 3"/>
          <p:cNvSpPr txBox="1"/>
          <p:nvPr/>
        </p:nvSpPr>
        <p:spPr>
          <a:xfrm>
            <a:off x="693029" y="191864"/>
            <a:ext cx="4831080" cy="574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3200" dirty="0">
                <a:latin typeface="AR BLANCA" panose="02000000000000000000" pitchFamily="2" charset="0"/>
              </a:rPr>
              <a:t>Exemple : Pendule simple</a:t>
            </a:r>
          </a:p>
        </p:txBody>
      </p:sp>
      <p:sp>
        <p:nvSpPr>
          <p:cNvPr id="1051481" name="ZoneTexte 5"/>
          <p:cNvSpPr txBox="1"/>
          <p:nvPr/>
        </p:nvSpPr>
        <p:spPr>
          <a:xfrm>
            <a:off x="609637" y="1262128"/>
            <a:ext cx="7917180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Déterminer l’équation du mouvement en utilisant le théorème de l’énergie.</a:t>
            </a:r>
          </a:p>
        </p:txBody>
      </p:sp>
      <p:grpSp>
        <p:nvGrpSpPr>
          <p:cNvPr id="97" name="Groupe 7"/>
          <p:cNvGrpSpPr/>
          <p:nvPr/>
        </p:nvGrpSpPr>
        <p:grpSpPr>
          <a:xfrm>
            <a:off x="6229078" y="-1356439"/>
            <a:ext cx="5628068" cy="5975797"/>
            <a:chOff x="6061652" y="-1236371"/>
            <a:chExt cx="5628068" cy="5975797"/>
          </a:xfrm>
        </p:grpSpPr>
        <p:pic>
          <p:nvPicPr>
            <p:cNvPr id="2097159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8483" y="604320"/>
              <a:ext cx="3197998" cy="4135106"/>
            </a:xfrm>
            <a:prstGeom prst="rect">
              <a:avLst/>
            </a:prstGeom>
          </p:spPr>
        </p:pic>
        <p:sp>
          <p:nvSpPr>
            <p:cNvPr id="1051482" name="Arc 6"/>
            <p:cNvSpPr/>
            <p:nvPr/>
          </p:nvSpPr>
          <p:spPr>
            <a:xfrm rot="10800000">
              <a:off x="6061652" y="-1236371"/>
              <a:ext cx="5628068" cy="5041090"/>
            </a:xfrm>
            <a:prstGeom prst="arc">
              <a:avLst>
                <a:gd name="adj1" fmla="val 12602789"/>
                <a:gd name="adj2" fmla="val 19283612"/>
              </a:avLst>
            </a:prstGeom>
            <a:ln w="28575">
              <a:solidFill>
                <a:srgbClr val="CC006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483" name="Encre 1051482"/>
              <p14:cNvContentPartPr/>
              <p14:nvPr/>
            </p14:nvContentPartPr>
            <p14:xfrm>
              <a:off x="9057221" y="1194610"/>
              <a:ext cx="2757017" cy="35491"/>
            </p14:xfrm>
          </p:contentPart>
        </mc:Choice>
        <mc:Fallback xmlns="">
          <p:sp>
            <p:nvSpPr>
              <p:cNvPr id="1051483" name=""/>
              <p:cNvSpPr/>
              <p:nvPr/>
            </p:nvSpPr>
            <p:spPr>
              <a:xfrm>
                <a:off x="9057221" y="1194610"/>
                <a:ext cx="2757017" cy="35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484" name="Encre 1051483"/>
              <p14:cNvContentPartPr/>
              <p14:nvPr/>
            </p14:nvContentPartPr>
            <p14:xfrm>
              <a:off x="11599062" y="1132963"/>
              <a:ext cx="164753" cy="216922"/>
            </p14:xfrm>
          </p:contentPart>
        </mc:Choice>
        <mc:Fallback xmlns="">
          <p:sp>
            <p:nvSpPr>
              <p:cNvPr id="1051484" name=""/>
              <p:cNvSpPr/>
              <p:nvPr/>
            </p:nvSpPr>
            <p:spPr>
              <a:xfrm>
                <a:off x="11599062" y="1132963"/>
                <a:ext cx="164753" cy="216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485" name="Encre 1051484"/>
              <p14:cNvContentPartPr/>
              <p14:nvPr/>
            </p14:nvContentPartPr>
            <p14:xfrm>
              <a:off x="11855455" y="1095740"/>
              <a:ext cx="149880" cy="421452"/>
            </p14:xfrm>
          </p:contentPart>
        </mc:Choice>
        <mc:Fallback xmlns="">
          <p:sp>
            <p:nvSpPr>
              <p:cNvPr id="1051485" name=""/>
              <p:cNvSpPr/>
              <p:nvPr/>
            </p:nvSpPr>
            <p:spPr>
              <a:xfrm>
                <a:off x="11855455" y="1095740"/>
                <a:ext cx="149880" cy="421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676" name="Encre 1052675"/>
              <p14:cNvContentPartPr/>
              <p14:nvPr/>
            </p14:nvContentPartPr>
            <p14:xfrm>
              <a:off x="1226101" y="1944079"/>
              <a:ext cx="77737" cy="366063"/>
            </p14:xfrm>
          </p:contentPart>
        </mc:Choice>
        <mc:Fallback xmlns="">
          <p:sp>
            <p:nvSpPr>
              <p:cNvPr id="1052676" name=""/>
              <p:cNvSpPr/>
              <p:nvPr/>
            </p:nvSpPr>
            <p:spPr>
              <a:xfrm>
                <a:off x="1226101" y="1944079"/>
                <a:ext cx="77737" cy="366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677" name="Encre 1052676"/>
              <p14:cNvContentPartPr/>
              <p14:nvPr/>
            </p14:nvContentPartPr>
            <p14:xfrm>
              <a:off x="1226101" y="1856562"/>
              <a:ext cx="336932" cy="446521"/>
            </p14:xfrm>
          </p:contentPart>
        </mc:Choice>
        <mc:Fallback xmlns="">
          <p:sp>
            <p:nvSpPr>
              <p:cNvPr id="1052677" name=""/>
              <p:cNvSpPr/>
              <p:nvPr/>
            </p:nvSpPr>
            <p:spPr>
              <a:xfrm>
                <a:off x="1226101" y="1856562"/>
                <a:ext cx="336932" cy="446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678" name="Encre 1052677"/>
              <p14:cNvContentPartPr/>
              <p14:nvPr/>
            </p14:nvContentPartPr>
            <p14:xfrm>
              <a:off x="1359242" y="1726159"/>
              <a:ext cx="217648" cy="50722"/>
            </p14:xfrm>
          </p:contentPart>
        </mc:Choice>
        <mc:Fallback xmlns="">
          <p:sp>
            <p:nvSpPr>
              <p:cNvPr id="1052678" name=""/>
              <p:cNvSpPr/>
              <p:nvPr/>
            </p:nvSpPr>
            <p:spPr>
              <a:xfrm>
                <a:off x="1359242" y="1726159"/>
                <a:ext cx="217648" cy="50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679" name="Encre 1052678"/>
              <p14:cNvContentPartPr/>
              <p14:nvPr/>
            </p14:nvContentPartPr>
            <p14:xfrm>
              <a:off x="1526588" y="1661627"/>
              <a:ext cx="121556" cy="181969"/>
            </p14:xfrm>
          </p:contentPart>
        </mc:Choice>
        <mc:Fallback xmlns="">
          <p:sp>
            <p:nvSpPr>
              <p:cNvPr id="1052679" name=""/>
              <p:cNvSpPr/>
              <p:nvPr/>
            </p:nvSpPr>
            <p:spPr>
              <a:xfrm>
                <a:off x="1526588" y="1661627"/>
                <a:ext cx="121556" cy="181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680" name="Encre 1052679"/>
              <p14:cNvContentPartPr/>
              <p14:nvPr/>
            </p14:nvContentPartPr>
            <p14:xfrm>
              <a:off x="1784275" y="2132463"/>
              <a:ext cx="142963" cy="7197"/>
            </p14:xfrm>
          </p:contentPart>
        </mc:Choice>
        <mc:Fallback xmlns="">
          <p:sp>
            <p:nvSpPr>
              <p:cNvPr id="1052680" name=""/>
              <p:cNvSpPr/>
              <p:nvPr/>
            </p:nvSpPr>
            <p:spPr>
              <a:xfrm>
                <a:off x="1784275" y="2132463"/>
                <a:ext cx="142963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681" name="Encre 1052680"/>
              <p14:cNvContentPartPr/>
              <p14:nvPr/>
            </p14:nvContentPartPr>
            <p14:xfrm>
              <a:off x="1776774" y="2219085"/>
              <a:ext cx="135903" cy="14395"/>
            </p14:xfrm>
          </p:contentPart>
        </mc:Choice>
        <mc:Fallback xmlns="">
          <p:sp>
            <p:nvSpPr>
              <p:cNvPr id="1052681" name=""/>
              <p:cNvSpPr/>
              <p:nvPr/>
            </p:nvSpPr>
            <p:spPr>
              <a:xfrm>
                <a:off x="1776774" y="2219085"/>
                <a:ext cx="135903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682" name="Encre 1052681"/>
              <p14:cNvContentPartPr/>
              <p14:nvPr/>
            </p14:nvContentPartPr>
            <p14:xfrm>
              <a:off x="2241846" y="2074833"/>
              <a:ext cx="489531" cy="160725"/>
            </p14:xfrm>
          </p:contentPart>
        </mc:Choice>
        <mc:Fallback xmlns="">
          <p:sp>
            <p:nvSpPr>
              <p:cNvPr id="1052682" name=""/>
              <p:cNvSpPr/>
              <p:nvPr/>
            </p:nvSpPr>
            <p:spPr>
              <a:xfrm>
                <a:off x="2241846" y="2074833"/>
                <a:ext cx="489531" cy="160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683" name="Encre 1052682"/>
              <p14:cNvContentPartPr/>
              <p14:nvPr/>
            </p14:nvContentPartPr>
            <p14:xfrm>
              <a:off x="2904512" y="1857209"/>
              <a:ext cx="59651" cy="377288"/>
            </p14:xfrm>
          </p:contentPart>
        </mc:Choice>
        <mc:Fallback xmlns="">
          <p:sp>
            <p:nvSpPr>
              <p:cNvPr id="1052683" name=""/>
              <p:cNvSpPr/>
              <p:nvPr/>
            </p:nvSpPr>
            <p:spPr>
              <a:xfrm>
                <a:off x="2904512" y="1857209"/>
                <a:ext cx="59651" cy="377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684" name="Encre 1052683"/>
              <p14:cNvContentPartPr/>
              <p14:nvPr/>
            </p14:nvContentPartPr>
            <p14:xfrm>
              <a:off x="2921363" y="2028127"/>
              <a:ext cx="312445" cy="177479"/>
            </p14:xfrm>
          </p:contentPart>
        </mc:Choice>
        <mc:Fallback xmlns="">
          <p:sp>
            <p:nvSpPr>
              <p:cNvPr id="1052684" name=""/>
              <p:cNvSpPr/>
              <p:nvPr/>
            </p:nvSpPr>
            <p:spPr>
              <a:xfrm>
                <a:off x="2921363" y="2028127"/>
                <a:ext cx="312445" cy="177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685" name="Encre 1052684"/>
              <p14:cNvContentPartPr/>
              <p14:nvPr/>
            </p14:nvContentPartPr>
            <p14:xfrm>
              <a:off x="3198586" y="2028528"/>
              <a:ext cx="516575" cy="168635"/>
            </p14:xfrm>
          </p:contentPart>
        </mc:Choice>
        <mc:Fallback xmlns="">
          <p:sp>
            <p:nvSpPr>
              <p:cNvPr id="1052685" name=""/>
              <p:cNvSpPr/>
              <p:nvPr/>
            </p:nvSpPr>
            <p:spPr>
              <a:xfrm>
                <a:off x="3198586" y="2028528"/>
                <a:ext cx="516575" cy="168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686" name="Encre 1052685"/>
              <p14:cNvContentPartPr/>
              <p14:nvPr/>
            </p14:nvContentPartPr>
            <p14:xfrm>
              <a:off x="3672070" y="2052791"/>
              <a:ext cx="373877" cy="140199"/>
            </p14:xfrm>
          </p:contentPart>
        </mc:Choice>
        <mc:Fallback xmlns="">
          <p:sp>
            <p:nvSpPr>
              <p:cNvPr id="1052686" name=""/>
              <p:cNvSpPr/>
              <p:nvPr/>
            </p:nvSpPr>
            <p:spPr>
              <a:xfrm>
                <a:off x="3672070" y="2052791"/>
                <a:ext cx="373877" cy="1401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687" name="Encre 1052686"/>
              <p14:cNvContentPartPr/>
              <p14:nvPr/>
            </p14:nvContentPartPr>
            <p14:xfrm>
              <a:off x="3900925" y="1921741"/>
              <a:ext cx="21621" cy="72722"/>
            </p14:xfrm>
          </p:contentPart>
        </mc:Choice>
        <mc:Fallback xmlns="">
          <p:sp>
            <p:nvSpPr>
              <p:cNvPr id="1052687" name=""/>
              <p:cNvSpPr/>
              <p:nvPr/>
            </p:nvSpPr>
            <p:spPr>
              <a:xfrm>
                <a:off x="3900925" y="1921741"/>
                <a:ext cx="21621" cy="7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688" name="Encre 1052687"/>
              <p14:cNvContentPartPr/>
              <p14:nvPr/>
            </p14:nvContentPartPr>
            <p14:xfrm>
              <a:off x="4081484" y="1798882"/>
              <a:ext cx="37052" cy="364417"/>
            </p14:xfrm>
          </p:contentPart>
        </mc:Choice>
        <mc:Fallback xmlns="">
          <p:sp>
            <p:nvSpPr>
              <p:cNvPr id="1052688" name=""/>
              <p:cNvSpPr/>
              <p:nvPr/>
            </p:nvSpPr>
            <p:spPr>
              <a:xfrm>
                <a:off x="4081484" y="1798882"/>
                <a:ext cx="37052" cy="364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689" name="Encre 1052688"/>
              <p14:cNvContentPartPr/>
              <p14:nvPr/>
            </p14:nvContentPartPr>
            <p14:xfrm>
              <a:off x="4194312" y="1835367"/>
              <a:ext cx="191589" cy="352479"/>
            </p14:xfrm>
          </p:contentPart>
        </mc:Choice>
        <mc:Fallback xmlns="">
          <p:sp>
            <p:nvSpPr>
              <p:cNvPr id="1052689" name=""/>
              <p:cNvSpPr/>
              <p:nvPr/>
            </p:nvSpPr>
            <p:spPr>
              <a:xfrm>
                <a:off x="4194312" y="1835367"/>
                <a:ext cx="191589" cy="352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690" name="Encre 1052689"/>
              <p14:cNvContentPartPr/>
              <p14:nvPr/>
            </p14:nvContentPartPr>
            <p14:xfrm>
              <a:off x="4537505" y="2053535"/>
              <a:ext cx="187898" cy="341462"/>
            </p14:xfrm>
          </p:contentPart>
        </mc:Choice>
        <mc:Fallback xmlns="">
          <p:sp>
            <p:nvSpPr>
              <p:cNvPr id="1052690" name=""/>
              <p:cNvSpPr/>
              <p:nvPr/>
            </p:nvSpPr>
            <p:spPr>
              <a:xfrm>
                <a:off x="4537505" y="2053535"/>
                <a:ext cx="187898" cy="341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691" name="Encre 1052690"/>
              <p14:cNvContentPartPr/>
              <p14:nvPr/>
            </p14:nvContentPartPr>
            <p14:xfrm>
              <a:off x="4800087" y="2028480"/>
              <a:ext cx="369382" cy="146208"/>
            </p14:xfrm>
          </p:contentPart>
        </mc:Choice>
        <mc:Fallback xmlns="">
          <p:sp>
            <p:nvSpPr>
              <p:cNvPr id="1052691" name=""/>
              <p:cNvSpPr/>
              <p:nvPr/>
            </p:nvSpPr>
            <p:spPr>
              <a:xfrm>
                <a:off x="4800087" y="2028480"/>
                <a:ext cx="369382" cy="1462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692" name="Encre 1052691"/>
              <p14:cNvContentPartPr/>
              <p14:nvPr/>
            </p14:nvContentPartPr>
            <p14:xfrm>
              <a:off x="2611892" y="2092647"/>
              <a:ext cx="72534" cy="68855"/>
            </p14:xfrm>
          </p:contentPart>
        </mc:Choice>
        <mc:Fallback xmlns="">
          <p:sp>
            <p:nvSpPr>
              <p:cNvPr id="1052692" name=""/>
              <p:cNvSpPr/>
              <p:nvPr/>
            </p:nvSpPr>
            <p:spPr>
              <a:xfrm>
                <a:off x="2611892" y="2092647"/>
                <a:ext cx="72534" cy="68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693" name="Encre 1052692"/>
              <p14:cNvContentPartPr/>
              <p14:nvPr/>
            </p14:nvContentPartPr>
            <p14:xfrm>
              <a:off x="5622578" y="1893446"/>
              <a:ext cx="252476" cy="351527"/>
            </p14:xfrm>
          </p:contentPart>
        </mc:Choice>
        <mc:Fallback xmlns="">
          <p:sp>
            <p:nvSpPr>
              <p:cNvPr id="1052693" name=""/>
              <p:cNvSpPr/>
              <p:nvPr/>
            </p:nvSpPr>
            <p:spPr>
              <a:xfrm>
                <a:off x="5622578" y="1893446"/>
                <a:ext cx="252476" cy="3515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694" name="Encre 1052693"/>
              <p14:cNvContentPartPr/>
              <p14:nvPr/>
            </p14:nvContentPartPr>
            <p14:xfrm>
              <a:off x="5717969" y="1813931"/>
              <a:ext cx="198336" cy="235812"/>
            </p14:xfrm>
          </p:contentPart>
        </mc:Choice>
        <mc:Fallback xmlns="">
          <p:sp>
            <p:nvSpPr>
              <p:cNvPr id="1052694" name=""/>
              <p:cNvSpPr/>
              <p:nvPr/>
            </p:nvSpPr>
            <p:spPr>
              <a:xfrm>
                <a:off x="5717969" y="1813931"/>
                <a:ext cx="198336" cy="235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695" name="Encre 1052694"/>
              <p14:cNvContentPartPr/>
              <p14:nvPr/>
            </p14:nvContentPartPr>
            <p14:xfrm>
              <a:off x="5926470" y="1864407"/>
              <a:ext cx="234511" cy="436516"/>
            </p14:xfrm>
          </p:contentPart>
        </mc:Choice>
        <mc:Fallback xmlns="">
          <p:sp>
            <p:nvSpPr>
              <p:cNvPr id="1052695" name=""/>
              <p:cNvSpPr/>
              <p:nvPr/>
            </p:nvSpPr>
            <p:spPr>
              <a:xfrm>
                <a:off x="5926470" y="1864407"/>
                <a:ext cx="234511" cy="4365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696" name="Encre 1052695"/>
              <p14:cNvContentPartPr/>
              <p14:nvPr/>
            </p14:nvContentPartPr>
            <p14:xfrm>
              <a:off x="6064426" y="2066938"/>
              <a:ext cx="89494" cy="259671"/>
            </p14:xfrm>
          </p:contentPart>
        </mc:Choice>
        <mc:Fallback xmlns="">
          <p:sp>
            <p:nvSpPr>
              <p:cNvPr id="1052696" name=""/>
              <p:cNvSpPr/>
              <p:nvPr/>
            </p:nvSpPr>
            <p:spPr>
              <a:xfrm>
                <a:off x="6064426" y="2066938"/>
                <a:ext cx="89494" cy="259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697" name="Encre 1052696"/>
              <p14:cNvContentPartPr/>
              <p14:nvPr/>
            </p14:nvContentPartPr>
            <p14:xfrm>
              <a:off x="6082439" y="2057881"/>
              <a:ext cx="209470" cy="252426"/>
            </p14:xfrm>
          </p:contentPart>
        </mc:Choice>
        <mc:Fallback xmlns="">
          <p:sp>
            <p:nvSpPr>
              <p:cNvPr id="1052697" name=""/>
              <p:cNvSpPr/>
              <p:nvPr/>
            </p:nvSpPr>
            <p:spPr>
              <a:xfrm>
                <a:off x="6082439" y="2057881"/>
                <a:ext cx="209470" cy="252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698" name="Encre 1052697"/>
              <p14:cNvContentPartPr/>
              <p14:nvPr/>
            </p14:nvContentPartPr>
            <p14:xfrm>
              <a:off x="6132300" y="1973118"/>
              <a:ext cx="203735" cy="7631"/>
            </p14:xfrm>
          </p:contentPart>
        </mc:Choice>
        <mc:Fallback xmlns="">
          <p:sp>
            <p:nvSpPr>
              <p:cNvPr id="1052698" name=""/>
              <p:cNvSpPr/>
              <p:nvPr/>
            </p:nvSpPr>
            <p:spPr>
              <a:xfrm>
                <a:off x="6132300" y="1973118"/>
                <a:ext cx="203735" cy="7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699" name="Encre 1052698"/>
              <p14:cNvContentPartPr/>
              <p14:nvPr/>
            </p14:nvContentPartPr>
            <p14:xfrm>
              <a:off x="6275263" y="1900396"/>
              <a:ext cx="75006" cy="115909"/>
            </p14:xfrm>
          </p:contentPart>
        </mc:Choice>
        <mc:Fallback xmlns="">
          <p:sp>
            <p:nvSpPr>
              <p:cNvPr id="1052699" name=""/>
              <p:cNvSpPr/>
              <p:nvPr/>
            </p:nvSpPr>
            <p:spPr>
              <a:xfrm>
                <a:off x="6275263" y="1900396"/>
                <a:ext cx="75006" cy="115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700" name="Encre 1052699"/>
              <p14:cNvContentPartPr/>
              <p14:nvPr/>
            </p14:nvContentPartPr>
            <p14:xfrm>
              <a:off x="6387296" y="1864407"/>
              <a:ext cx="130387" cy="524226"/>
            </p14:xfrm>
          </p:contentPart>
        </mc:Choice>
        <mc:Fallback xmlns="">
          <p:sp>
            <p:nvSpPr>
              <p:cNvPr id="1052700" name=""/>
              <p:cNvSpPr/>
              <p:nvPr/>
            </p:nvSpPr>
            <p:spPr>
              <a:xfrm>
                <a:off x="6387296" y="1864407"/>
                <a:ext cx="130387" cy="524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701" name="Encre 1052700"/>
              <p14:cNvContentPartPr/>
              <p14:nvPr/>
            </p14:nvContentPartPr>
            <p14:xfrm>
              <a:off x="6625612" y="2175650"/>
              <a:ext cx="152281" cy="9187"/>
            </p14:xfrm>
          </p:contentPart>
        </mc:Choice>
        <mc:Fallback xmlns="">
          <p:sp>
            <p:nvSpPr>
              <p:cNvPr id="1052701" name=""/>
              <p:cNvSpPr/>
              <p:nvPr/>
            </p:nvSpPr>
            <p:spPr>
              <a:xfrm>
                <a:off x="6625612" y="2175650"/>
                <a:ext cx="152281" cy="9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702" name="Encre 1052701"/>
              <p14:cNvContentPartPr/>
              <p14:nvPr/>
            </p14:nvContentPartPr>
            <p14:xfrm>
              <a:off x="6618552" y="2260893"/>
              <a:ext cx="179709" cy="20077"/>
            </p14:xfrm>
          </p:contentPart>
        </mc:Choice>
        <mc:Fallback xmlns="">
          <p:sp>
            <p:nvSpPr>
              <p:cNvPr id="1052702" name=""/>
              <p:cNvSpPr/>
              <p:nvPr/>
            </p:nvSpPr>
            <p:spPr>
              <a:xfrm>
                <a:off x="6618552" y="2260893"/>
                <a:ext cx="179709" cy="20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703" name="Encre 1052702"/>
              <p14:cNvContentPartPr/>
              <p14:nvPr/>
            </p14:nvContentPartPr>
            <p14:xfrm>
              <a:off x="6870449" y="2117571"/>
              <a:ext cx="62709" cy="262845"/>
            </p14:xfrm>
          </p:contentPart>
        </mc:Choice>
        <mc:Fallback xmlns="">
          <p:sp>
            <p:nvSpPr>
              <p:cNvPr id="1052703" name=""/>
              <p:cNvSpPr/>
              <p:nvPr/>
            </p:nvSpPr>
            <p:spPr>
              <a:xfrm>
                <a:off x="6870449" y="2117571"/>
                <a:ext cx="62709" cy="2628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704" name="Encre 1052703"/>
              <p14:cNvContentPartPr/>
              <p14:nvPr/>
            </p14:nvContentPartPr>
            <p14:xfrm>
              <a:off x="6915068" y="1993236"/>
              <a:ext cx="240037" cy="300452"/>
            </p14:xfrm>
          </p:contentPart>
        </mc:Choice>
        <mc:Fallback xmlns="">
          <p:sp>
            <p:nvSpPr>
              <p:cNvPr id="1052704" name=""/>
              <p:cNvSpPr/>
              <p:nvPr/>
            </p:nvSpPr>
            <p:spPr>
              <a:xfrm>
                <a:off x="6915068" y="1993236"/>
                <a:ext cx="240037" cy="300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705" name="Encre 1052704"/>
              <p14:cNvContentPartPr/>
              <p14:nvPr/>
            </p14:nvContentPartPr>
            <p14:xfrm>
              <a:off x="6911580" y="1899190"/>
              <a:ext cx="293385" cy="8403"/>
            </p14:xfrm>
          </p:contentPart>
        </mc:Choice>
        <mc:Fallback xmlns="">
          <p:sp>
            <p:nvSpPr>
              <p:cNvPr id="1052705" name=""/>
              <p:cNvSpPr/>
              <p:nvPr/>
            </p:nvSpPr>
            <p:spPr>
              <a:xfrm>
                <a:off x="6911580" y="1899190"/>
                <a:ext cx="293385" cy="84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706" name="Encre 1052705"/>
              <p14:cNvContentPartPr/>
              <p14:nvPr/>
            </p14:nvContentPartPr>
            <p14:xfrm>
              <a:off x="7083623" y="1835367"/>
              <a:ext cx="184523" cy="217788"/>
            </p14:xfrm>
          </p:contentPart>
        </mc:Choice>
        <mc:Fallback xmlns="">
          <p:sp>
            <p:nvSpPr>
              <p:cNvPr id="1052706" name=""/>
              <p:cNvSpPr/>
              <p:nvPr/>
            </p:nvSpPr>
            <p:spPr>
              <a:xfrm>
                <a:off x="7083623" y="1835367"/>
                <a:ext cx="184523" cy="217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707" name="Encre 1052706"/>
              <p14:cNvContentPartPr/>
              <p14:nvPr/>
            </p14:nvContentPartPr>
            <p14:xfrm>
              <a:off x="7298068" y="2219085"/>
              <a:ext cx="2103" cy="74310"/>
            </p14:xfrm>
          </p:contentPart>
        </mc:Choice>
        <mc:Fallback xmlns="">
          <p:sp>
            <p:nvSpPr>
              <p:cNvPr id="1052707" name=""/>
              <p:cNvSpPr/>
              <p:nvPr/>
            </p:nvSpPr>
            <p:spPr>
              <a:xfrm>
                <a:off x="7298068" y="2219085"/>
                <a:ext cx="2103" cy="74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708" name="Encre 1052707"/>
              <p14:cNvContentPartPr/>
              <p14:nvPr/>
            </p14:nvContentPartPr>
            <p14:xfrm>
              <a:off x="7391171" y="2102453"/>
              <a:ext cx="216517" cy="190955"/>
            </p14:xfrm>
          </p:contentPart>
        </mc:Choice>
        <mc:Fallback xmlns="">
          <p:sp>
            <p:nvSpPr>
              <p:cNvPr id="1052708" name=""/>
              <p:cNvSpPr/>
              <p:nvPr/>
            </p:nvSpPr>
            <p:spPr>
              <a:xfrm>
                <a:off x="7391171" y="2102453"/>
                <a:ext cx="216517" cy="190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709" name="Encre 1052708"/>
              <p14:cNvContentPartPr/>
              <p14:nvPr/>
            </p14:nvContentPartPr>
            <p14:xfrm>
              <a:off x="7419852" y="1995716"/>
              <a:ext cx="256461" cy="13955"/>
            </p14:xfrm>
          </p:contentPart>
        </mc:Choice>
        <mc:Fallback xmlns="">
          <p:sp>
            <p:nvSpPr>
              <p:cNvPr id="1052709" name=""/>
              <p:cNvSpPr/>
              <p:nvPr/>
            </p:nvSpPr>
            <p:spPr>
              <a:xfrm>
                <a:off x="7419852" y="1995716"/>
                <a:ext cx="256461" cy="13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710" name="Encre 1052709"/>
              <p14:cNvContentPartPr/>
              <p14:nvPr/>
            </p14:nvContentPartPr>
            <p14:xfrm>
              <a:off x="7576935" y="1958226"/>
              <a:ext cx="102176" cy="136697"/>
            </p14:xfrm>
          </p:contentPart>
        </mc:Choice>
        <mc:Fallback xmlns="">
          <p:sp>
            <p:nvSpPr>
              <p:cNvPr id="1052710" name=""/>
              <p:cNvSpPr/>
              <p:nvPr/>
            </p:nvSpPr>
            <p:spPr>
              <a:xfrm>
                <a:off x="7576935" y="1958226"/>
                <a:ext cx="102176" cy="136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711" name="Encre 1052710"/>
              <p14:cNvContentPartPr/>
              <p14:nvPr/>
            </p14:nvContentPartPr>
            <p14:xfrm>
              <a:off x="7719898" y="2197243"/>
              <a:ext cx="163061" cy="14860"/>
            </p14:xfrm>
          </p:contentPart>
        </mc:Choice>
        <mc:Fallback xmlns="">
          <p:sp>
            <p:nvSpPr>
              <p:cNvPr id="1052711" name=""/>
              <p:cNvSpPr/>
              <p:nvPr/>
            </p:nvSpPr>
            <p:spPr>
              <a:xfrm>
                <a:off x="7719898" y="2197243"/>
                <a:ext cx="163061" cy="14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712" name="Encre 1052711"/>
              <p14:cNvContentPartPr/>
              <p14:nvPr/>
            </p14:nvContentPartPr>
            <p14:xfrm>
              <a:off x="7705778" y="2291559"/>
              <a:ext cx="214444" cy="21862"/>
            </p14:xfrm>
          </p:contentPart>
        </mc:Choice>
        <mc:Fallback xmlns="">
          <p:sp>
            <p:nvSpPr>
              <p:cNvPr id="1052712" name=""/>
              <p:cNvSpPr/>
              <p:nvPr/>
            </p:nvSpPr>
            <p:spPr>
              <a:xfrm>
                <a:off x="7705778" y="2291559"/>
                <a:ext cx="214444" cy="21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713" name="Encre 1052712"/>
              <p14:cNvContentPartPr/>
              <p14:nvPr/>
            </p14:nvContentPartPr>
            <p14:xfrm>
              <a:off x="7961214" y="2176400"/>
              <a:ext cx="191926" cy="147645"/>
            </p14:xfrm>
          </p:contentPart>
        </mc:Choice>
        <mc:Fallback xmlns="">
          <p:sp>
            <p:nvSpPr>
              <p:cNvPr id="1052713" name=""/>
              <p:cNvSpPr/>
              <p:nvPr/>
            </p:nvSpPr>
            <p:spPr>
              <a:xfrm>
                <a:off x="7961214" y="2176400"/>
                <a:ext cx="191926" cy="147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714" name="Encre 1052713"/>
              <p14:cNvContentPartPr/>
              <p14:nvPr/>
            </p14:nvContentPartPr>
            <p14:xfrm>
              <a:off x="5929055" y="2410865"/>
              <a:ext cx="2141191" cy="67661"/>
            </p14:xfrm>
          </p:contentPart>
        </mc:Choice>
        <mc:Fallback xmlns="">
          <p:sp>
            <p:nvSpPr>
              <p:cNvPr id="1052714" name=""/>
              <p:cNvSpPr/>
              <p:nvPr/>
            </p:nvSpPr>
            <p:spPr>
              <a:xfrm>
                <a:off x="5929055" y="2410865"/>
                <a:ext cx="2141191" cy="67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715" name="Encre 1052714"/>
              <p14:cNvContentPartPr/>
              <p14:nvPr/>
            </p14:nvContentPartPr>
            <p14:xfrm>
              <a:off x="1243750" y="2812766"/>
              <a:ext cx="475992" cy="465814"/>
            </p14:xfrm>
          </p:contentPart>
        </mc:Choice>
        <mc:Fallback xmlns="">
          <p:sp>
            <p:nvSpPr>
              <p:cNvPr id="1052715" name=""/>
              <p:cNvSpPr/>
              <p:nvPr/>
            </p:nvSpPr>
            <p:spPr>
              <a:xfrm>
                <a:off x="1243750" y="2812766"/>
                <a:ext cx="475992" cy="465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716" name="Encre 1052715"/>
              <p14:cNvContentPartPr/>
              <p14:nvPr/>
            </p14:nvContentPartPr>
            <p14:xfrm>
              <a:off x="1583950" y="2675525"/>
              <a:ext cx="228564" cy="65028"/>
            </p14:xfrm>
          </p:contentPart>
        </mc:Choice>
        <mc:Fallback xmlns="">
          <p:sp>
            <p:nvSpPr>
              <p:cNvPr id="1052716" name=""/>
              <p:cNvSpPr/>
              <p:nvPr/>
            </p:nvSpPr>
            <p:spPr>
              <a:xfrm>
                <a:off x="1583950" y="2675525"/>
                <a:ext cx="228564" cy="65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717" name="Encre 1052716"/>
              <p14:cNvContentPartPr/>
              <p14:nvPr/>
            </p14:nvContentPartPr>
            <p14:xfrm>
              <a:off x="1733973" y="2620652"/>
              <a:ext cx="141361" cy="195192"/>
            </p14:xfrm>
          </p:contentPart>
        </mc:Choice>
        <mc:Fallback xmlns="">
          <p:sp>
            <p:nvSpPr>
              <p:cNvPr id="1052717" name=""/>
              <p:cNvSpPr/>
              <p:nvPr/>
            </p:nvSpPr>
            <p:spPr>
              <a:xfrm>
                <a:off x="1733973" y="2620652"/>
                <a:ext cx="141361" cy="195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718" name="Encre 1052717"/>
              <p14:cNvContentPartPr/>
              <p14:nvPr/>
            </p14:nvContentPartPr>
            <p14:xfrm>
              <a:off x="1984159" y="2887815"/>
              <a:ext cx="282361" cy="107252"/>
            </p14:xfrm>
          </p:contentPart>
        </mc:Choice>
        <mc:Fallback xmlns="">
          <p:sp>
            <p:nvSpPr>
              <p:cNvPr id="1052718" name=""/>
              <p:cNvSpPr/>
              <p:nvPr/>
            </p:nvSpPr>
            <p:spPr>
              <a:xfrm>
                <a:off x="1984159" y="2887815"/>
                <a:ext cx="282361" cy="107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719" name="Encre 1052718"/>
              <p14:cNvContentPartPr/>
              <p14:nvPr/>
            </p14:nvContentPartPr>
            <p14:xfrm>
              <a:off x="2329245" y="2653683"/>
              <a:ext cx="152406" cy="270801"/>
            </p14:xfrm>
          </p:contentPart>
        </mc:Choice>
        <mc:Fallback xmlns="">
          <p:sp>
            <p:nvSpPr>
              <p:cNvPr id="1052719" name=""/>
              <p:cNvSpPr/>
              <p:nvPr/>
            </p:nvSpPr>
            <p:spPr>
              <a:xfrm>
                <a:off x="2329245" y="2653683"/>
                <a:ext cx="152406" cy="270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720" name="Encre 1052719"/>
              <p14:cNvContentPartPr/>
              <p14:nvPr/>
            </p14:nvContentPartPr>
            <p14:xfrm>
              <a:off x="2618276" y="2748247"/>
              <a:ext cx="517531" cy="224124"/>
            </p14:xfrm>
          </p:contentPart>
        </mc:Choice>
        <mc:Fallback xmlns="">
          <p:sp>
            <p:nvSpPr>
              <p:cNvPr id="1052720" name=""/>
              <p:cNvSpPr/>
              <p:nvPr/>
            </p:nvSpPr>
            <p:spPr>
              <a:xfrm>
                <a:off x="2618276" y="2748247"/>
                <a:ext cx="517531" cy="224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721" name="Encre 1052720"/>
              <p14:cNvContentPartPr/>
              <p14:nvPr/>
            </p14:nvContentPartPr>
            <p14:xfrm>
              <a:off x="3208559" y="2755445"/>
              <a:ext cx="561366" cy="208990"/>
            </p14:xfrm>
          </p:contentPart>
        </mc:Choice>
        <mc:Fallback xmlns="">
          <p:sp>
            <p:nvSpPr>
              <p:cNvPr id="1052721" name=""/>
              <p:cNvSpPr/>
              <p:nvPr/>
            </p:nvSpPr>
            <p:spPr>
              <a:xfrm>
                <a:off x="3208559" y="2755445"/>
                <a:ext cx="561366" cy="2089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722" name="Encre 1052721"/>
              <p14:cNvContentPartPr/>
              <p14:nvPr/>
            </p14:nvContentPartPr>
            <p14:xfrm>
              <a:off x="3781727" y="2652974"/>
              <a:ext cx="561426" cy="521036"/>
            </p14:xfrm>
          </p:contentPart>
        </mc:Choice>
        <mc:Fallback xmlns="">
          <p:sp>
            <p:nvSpPr>
              <p:cNvPr id="1052722" name=""/>
              <p:cNvSpPr/>
              <p:nvPr/>
            </p:nvSpPr>
            <p:spPr>
              <a:xfrm>
                <a:off x="3781727" y="2652974"/>
                <a:ext cx="561426" cy="521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723" name="Encre 1052722"/>
              <p14:cNvContentPartPr/>
              <p14:nvPr/>
            </p14:nvContentPartPr>
            <p14:xfrm>
              <a:off x="4280896" y="2649188"/>
              <a:ext cx="200306" cy="402773"/>
            </p14:xfrm>
          </p:contentPart>
        </mc:Choice>
        <mc:Fallback xmlns="">
          <p:sp>
            <p:nvSpPr>
              <p:cNvPr id="1052723" name=""/>
              <p:cNvSpPr/>
              <p:nvPr/>
            </p:nvSpPr>
            <p:spPr>
              <a:xfrm>
                <a:off x="4280896" y="2649188"/>
                <a:ext cx="200306" cy="402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724" name="Encre 1052723"/>
              <p14:cNvContentPartPr/>
              <p14:nvPr/>
            </p14:nvContentPartPr>
            <p14:xfrm>
              <a:off x="4421513" y="2764685"/>
              <a:ext cx="116482" cy="211076"/>
            </p14:xfrm>
          </p:contentPart>
        </mc:Choice>
        <mc:Fallback xmlns="">
          <p:sp>
            <p:nvSpPr>
              <p:cNvPr id="1052724" name=""/>
              <p:cNvSpPr/>
              <p:nvPr/>
            </p:nvSpPr>
            <p:spPr>
              <a:xfrm>
                <a:off x="4421513" y="2764685"/>
                <a:ext cx="116482" cy="211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725" name="Encre 1052724"/>
              <p14:cNvContentPartPr/>
              <p14:nvPr/>
            </p14:nvContentPartPr>
            <p14:xfrm>
              <a:off x="4251274" y="2574011"/>
              <a:ext cx="43242" cy="86870"/>
            </p14:xfrm>
          </p:contentPart>
        </mc:Choice>
        <mc:Fallback xmlns="">
          <p:sp>
            <p:nvSpPr>
              <p:cNvPr id="1052725" name=""/>
              <p:cNvSpPr/>
              <p:nvPr/>
            </p:nvSpPr>
            <p:spPr>
              <a:xfrm>
                <a:off x="4251274" y="2574011"/>
                <a:ext cx="43242" cy="868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726" name="Encre 1052725"/>
              <p14:cNvContentPartPr/>
              <p14:nvPr/>
            </p14:nvContentPartPr>
            <p14:xfrm>
              <a:off x="3986968" y="2748247"/>
              <a:ext cx="170593" cy="45979"/>
            </p14:xfrm>
          </p:contentPart>
        </mc:Choice>
        <mc:Fallback xmlns="">
          <p:sp>
            <p:nvSpPr>
              <p:cNvPr id="1052726" name=""/>
              <p:cNvSpPr/>
              <p:nvPr/>
            </p:nvSpPr>
            <p:spPr>
              <a:xfrm>
                <a:off x="3986968" y="2748247"/>
                <a:ext cx="170593" cy="45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2727" name="Encre 1052726"/>
              <p14:cNvContentPartPr/>
              <p14:nvPr/>
            </p14:nvContentPartPr>
            <p14:xfrm>
              <a:off x="1962803" y="2735093"/>
              <a:ext cx="144756" cy="213353"/>
            </p14:xfrm>
          </p:contentPart>
        </mc:Choice>
        <mc:Fallback xmlns="">
          <p:sp>
            <p:nvSpPr>
              <p:cNvPr id="1052727" name=""/>
              <p:cNvSpPr/>
              <p:nvPr/>
            </p:nvSpPr>
            <p:spPr>
              <a:xfrm>
                <a:off x="1962803" y="2735093"/>
                <a:ext cx="144756" cy="213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2728" name="Encre 1052727"/>
              <p14:cNvContentPartPr/>
              <p14:nvPr/>
            </p14:nvContentPartPr>
            <p14:xfrm>
              <a:off x="2000671" y="3068531"/>
              <a:ext cx="2358707" cy="99183"/>
            </p14:xfrm>
          </p:contentPart>
        </mc:Choice>
        <mc:Fallback xmlns="">
          <p:sp>
            <p:nvSpPr>
              <p:cNvPr id="1052728" name=""/>
              <p:cNvSpPr/>
              <p:nvPr/>
            </p:nvSpPr>
            <p:spPr>
              <a:xfrm>
                <a:off x="2000671" y="3068531"/>
                <a:ext cx="2358707" cy="99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2729" name="Encre 1052728"/>
              <p14:cNvContentPartPr/>
              <p14:nvPr/>
            </p14:nvContentPartPr>
            <p14:xfrm>
              <a:off x="4527739" y="2966912"/>
              <a:ext cx="19169" cy="30252"/>
            </p14:xfrm>
          </p:contentPart>
        </mc:Choice>
        <mc:Fallback xmlns="">
          <p:sp>
            <p:nvSpPr>
              <p:cNvPr id="1052729" name=""/>
              <p:cNvSpPr/>
              <p:nvPr/>
            </p:nvSpPr>
            <p:spPr>
              <a:xfrm>
                <a:off x="4527739" y="2966912"/>
                <a:ext cx="19169" cy="30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2730" name="Encre 1052729"/>
              <p14:cNvContentPartPr/>
              <p14:nvPr/>
            </p14:nvContentPartPr>
            <p14:xfrm>
              <a:off x="922608" y="3697116"/>
              <a:ext cx="296432" cy="425901"/>
            </p14:xfrm>
          </p:contentPart>
        </mc:Choice>
        <mc:Fallback xmlns="">
          <p:sp>
            <p:nvSpPr>
              <p:cNvPr id="1052730" name=""/>
              <p:cNvSpPr/>
              <p:nvPr/>
            </p:nvSpPr>
            <p:spPr>
              <a:xfrm>
                <a:off x="922608" y="3697116"/>
                <a:ext cx="296432" cy="425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2731" name="Encre 1052730"/>
              <p14:cNvContentPartPr/>
              <p14:nvPr/>
            </p14:nvContentPartPr>
            <p14:xfrm>
              <a:off x="911493" y="3914042"/>
              <a:ext cx="243125" cy="1"/>
            </p14:xfrm>
          </p:contentPart>
        </mc:Choice>
        <mc:Fallback xmlns="">
          <p:sp>
            <p:nvSpPr>
              <p:cNvPr id="1052731" name=""/>
              <p:cNvSpPr/>
              <p:nvPr/>
            </p:nvSpPr>
            <p:spPr>
              <a:xfrm>
                <a:off x="911493" y="3914042"/>
                <a:ext cx="243125" cy="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732" name="Encre 1052731"/>
              <p14:cNvContentPartPr/>
              <p14:nvPr/>
            </p14:nvContentPartPr>
            <p14:xfrm>
              <a:off x="1192125" y="4051547"/>
              <a:ext cx="167882" cy="396360"/>
            </p14:xfrm>
          </p:contentPart>
        </mc:Choice>
        <mc:Fallback xmlns="">
          <p:sp>
            <p:nvSpPr>
              <p:cNvPr id="1052732" name=""/>
              <p:cNvSpPr/>
              <p:nvPr/>
            </p:nvSpPr>
            <p:spPr>
              <a:xfrm>
                <a:off x="1192125" y="4051547"/>
                <a:ext cx="167882" cy="396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2733" name="Encre 1052732"/>
              <p14:cNvContentPartPr/>
              <p14:nvPr/>
            </p14:nvContentPartPr>
            <p14:xfrm>
              <a:off x="1513353" y="3963452"/>
              <a:ext cx="206500" cy="16116"/>
            </p14:xfrm>
          </p:contentPart>
        </mc:Choice>
        <mc:Fallback xmlns="">
          <p:sp>
            <p:nvSpPr>
              <p:cNvPr id="1052733" name=""/>
              <p:cNvSpPr/>
              <p:nvPr/>
            </p:nvSpPr>
            <p:spPr>
              <a:xfrm>
                <a:off x="1513353" y="3963452"/>
                <a:ext cx="206500" cy="161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2734" name="Encre 1052733"/>
              <p14:cNvContentPartPr/>
              <p14:nvPr/>
            </p14:nvContentPartPr>
            <p14:xfrm>
              <a:off x="1511958" y="4071459"/>
              <a:ext cx="172154" cy="9623"/>
            </p14:xfrm>
          </p:contentPart>
        </mc:Choice>
        <mc:Fallback xmlns="">
          <p:sp>
            <p:nvSpPr>
              <p:cNvPr id="1052734" name=""/>
              <p:cNvSpPr/>
              <p:nvPr/>
            </p:nvSpPr>
            <p:spPr>
              <a:xfrm>
                <a:off x="1511958" y="4071459"/>
                <a:ext cx="172154" cy="9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2735" name="Encre 1052734"/>
              <p14:cNvContentPartPr/>
              <p14:nvPr/>
            </p14:nvContentPartPr>
            <p14:xfrm>
              <a:off x="1798395" y="4005691"/>
              <a:ext cx="180971" cy="38905"/>
            </p14:xfrm>
          </p:contentPart>
        </mc:Choice>
        <mc:Fallback xmlns="">
          <p:sp>
            <p:nvSpPr>
              <p:cNvPr id="1052735" name=""/>
              <p:cNvSpPr/>
              <p:nvPr/>
            </p:nvSpPr>
            <p:spPr>
              <a:xfrm>
                <a:off x="1798395" y="4005691"/>
                <a:ext cx="180971" cy="389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2736" name="Encre 1052735"/>
              <p14:cNvContentPartPr/>
              <p14:nvPr/>
            </p14:nvContentPartPr>
            <p14:xfrm>
              <a:off x="2068557" y="3928687"/>
              <a:ext cx="269313" cy="131035"/>
            </p14:xfrm>
          </p:contentPart>
        </mc:Choice>
        <mc:Fallback xmlns="">
          <p:sp>
            <p:nvSpPr>
              <p:cNvPr id="1052736" name=""/>
              <p:cNvSpPr/>
              <p:nvPr/>
            </p:nvSpPr>
            <p:spPr>
              <a:xfrm>
                <a:off x="2068557" y="3928687"/>
                <a:ext cx="269313" cy="131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2737" name="Encre 1052736"/>
              <p14:cNvContentPartPr/>
              <p14:nvPr/>
            </p14:nvContentPartPr>
            <p14:xfrm>
              <a:off x="2420550" y="3906802"/>
              <a:ext cx="172746" cy="430699"/>
            </p14:xfrm>
          </p:contentPart>
        </mc:Choice>
        <mc:Fallback xmlns="">
          <p:sp>
            <p:nvSpPr>
              <p:cNvPr id="1052737" name=""/>
              <p:cNvSpPr/>
              <p:nvPr/>
            </p:nvSpPr>
            <p:spPr>
              <a:xfrm>
                <a:off x="2420550" y="3906802"/>
                <a:ext cx="172746" cy="430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2738" name="Encre 1052737"/>
              <p14:cNvContentPartPr/>
              <p14:nvPr/>
            </p14:nvContentPartPr>
            <p14:xfrm>
              <a:off x="2420550" y="3806553"/>
              <a:ext cx="238394" cy="13422"/>
            </p14:xfrm>
          </p:contentPart>
        </mc:Choice>
        <mc:Fallback xmlns="">
          <p:sp>
            <p:nvSpPr>
              <p:cNvPr id="1052738" name=""/>
              <p:cNvSpPr/>
              <p:nvPr/>
            </p:nvSpPr>
            <p:spPr>
              <a:xfrm>
                <a:off x="2420550" y="3806553"/>
                <a:ext cx="238394" cy="13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2739" name="Encre 1052738"/>
              <p14:cNvContentPartPr/>
              <p14:nvPr/>
            </p14:nvContentPartPr>
            <p14:xfrm>
              <a:off x="2534832" y="3726156"/>
              <a:ext cx="137071" cy="154847"/>
            </p14:xfrm>
          </p:contentPart>
        </mc:Choice>
        <mc:Fallback xmlns="">
          <p:sp>
            <p:nvSpPr>
              <p:cNvPr id="1052739" name=""/>
              <p:cNvSpPr/>
              <p:nvPr/>
            </p:nvSpPr>
            <p:spPr>
              <a:xfrm>
                <a:off x="2534832" y="3726156"/>
                <a:ext cx="137071" cy="154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2740" name="Encre 1052739"/>
              <p14:cNvContentPartPr/>
              <p14:nvPr/>
            </p14:nvContentPartPr>
            <p14:xfrm>
              <a:off x="2727840" y="4022755"/>
              <a:ext cx="257" cy="30969"/>
            </p14:xfrm>
          </p:contentPart>
        </mc:Choice>
        <mc:Fallback xmlns="">
          <p:sp>
            <p:nvSpPr>
              <p:cNvPr id="1052740" name=""/>
              <p:cNvSpPr/>
              <p:nvPr/>
            </p:nvSpPr>
            <p:spPr>
              <a:xfrm>
                <a:off x="2727840" y="4022755"/>
                <a:ext cx="257" cy="30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2741" name="Encre 1052740"/>
              <p14:cNvContentPartPr/>
              <p14:nvPr/>
            </p14:nvContentPartPr>
            <p14:xfrm>
              <a:off x="2856236" y="4006572"/>
              <a:ext cx="114986" cy="74516"/>
            </p14:xfrm>
          </p:contentPart>
        </mc:Choice>
        <mc:Fallback xmlns="">
          <p:sp>
            <p:nvSpPr>
              <p:cNvPr id="1052741" name=""/>
              <p:cNvSpPr/>
              <p:nvPr/>
            </p:nvSpPr>
            <p:spPr>
              <a:xfrm>
                <a:off x="2856236" y="4006572"/>
                <a:ext cx="114986" cy="745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2742" name="Encre 1052741"/>
              <p14:cNvContentPartPr/>
              <p14:nvPr/>
            </p14:nvContentPartPr>
            <p14:xfrm>
              <a:off x="2861492" y="3861331"/>
              <a:ext cx="178705" cy="249782"/>
            </p14:xfrm>
          </p:contentPart>
        </mc:Choice>
        <mc:Fallback xmlns="">
          <p:sp>
            <p:nvSpPr>
              <p:cNvPr id="1052742" name=""/>
              <p:cNvSpPr/>
              <p:nvPr/>
            </p:nvSpPr>
            <p:spPr>
              <a:xfrm>
                <a:off x="2861492" y="3861331"/>
                <a:ext cx="178705" cy="249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2743" name="Encre 1052742"/>
              <p14:cNvContentPartPr/>
              <p14:nvPr/>
            </p14:nvContentPartPr>
            <p14:xfrm>
              <a:off x="3078445" y="3883687"/>
              <a:ext cx="247450" cy="248875"/>
            </p14:xfrm>
          </p:contentPart>
        </mc:Choice>
        <mc:Fallback xmlns="">
          <p:sp>
            <p:nvSpPr>
              <p:cNvPr id="1052743" name=""/>
              <p:cNvSpPr/>
              <p:nvPr/>
            </p:nvSpPr>
            <p:spPr>
              <a:xfrm>
                <a:off x="3078445" y="3883687"/>
                <a:ext cx="247450" cy="248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2744" name="Encre 1052743"/>
              <p14:cNvContentPartPr/>
              <p14:nvPr/>
            </p14:nvContentPartPr>
            <p14:xfrm>
              <a:off x="2956070" y="3720232"/>
              <a:ext cx="351381" cy="20071"/>
            </p14:xfrm>
          </p:contentPart>
        </mc:Choice>
        <mc:Fallback xmlns="">
          <p:sp>
            <p:nvSpPr>
              <p:cNvPr id="1052744" name=""/>
              <p:cNvSpPr/>
              <p:nvPr/>
            </p:nvSpPr>
            <p:spPr>
              <a:xfrm>
                <a:off x="2956070" y="3720232"/>
                <a:ext cx="351381" cy="200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2745" name="Encre 1052744"/>
              <p14:cNvContentPartPr/>
              <p14:nvPr/>
            </p14:nvContentPartPr>
            <p14:xfrm>
              <a:off x="3157428" y="3660631"/>
              <a:ext cx="144458" cy="178896"/>
            </p14:xfrm>
          </p:contentPart>
        </mc:Choice>
        <mc:Fallback xmlns="">
          <p:sp>
            <p:nvSpPr>
              <p:cNvPr id="1052745" name=""/>
              <p:cNvSpPr/>
              <p:nvPr/>
            </p:nvSpPr>
            <p:spPr>
              <a:xfrm>
                <a:off x="3157428" y="3660631"/>
                <a:ext cx="144458" cy="178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2746" name="Encre 1052745"/>
              <p14:cNvContentPartPr/>
              <p14:nvPr/>
            </p14:nvContentPartPr>
            <p14:xfrm>
              <a:off x="3528956" y="4021697"/>
              <a:ext cx="196398" cy="22899"/>
            </p14:xfrm>
          </p:contentPart>
        </mc:Choice>
        <mc:Fallback xmlns="">
          <p:sp>
            <p:nvSpPr>
              <p:cNvPr id="1052746" name=""/>
              <p:cNvSpPr/>
              <p:nvPr/>
            </p:nvSpPr>
            <p:spPr>
              <a:xfrm>
                <a:off x="3528956" y="4021697"/>
                <a:ext cx="196398" cy="22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2747" name="Encre 1052746"/>
              <p14:cNvContentPartPr/>
              <p14:nvPr/>
            </p14:nvContentPartPr>
            <p14:xfrm>
              <a:off x="3585668" y="3972370"/>
              <a:ext cx="5442" cy="162224"/>
            </p14:xfrm>
          </p:contentPart>
        </mc:Choice>
        <mc:Fallback xmlns="">
          <p:sp>
            <p:nvSpPr>
              <p:cNvPr id="1052747" name=""/>
              <p:cNvSpPr/>
              <p:nvPr/>
            </p:nvSpPr>
            <p:spPr>
              <a:xfrm>
                <a:off x="3585668" y="3972370"/>
                <a:ext cx="5442" cy="162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2748" name="Encre 1052747"/>
              <p14:cNvContentPartPr/>
              <p14:nvPr/>
            </p14:nvContentPartPr>
            <p14:xfrm>
              <a:off x="3828870" y="3899648"/>
              <a:ext cx="278380" cy="207069"/>
            </p14:xfrm>
          </p:contentPart>
        </mc:Choice>
        <mc:Fallback xmlns="">
          <p:sp>
            <p:nvSpPr>
              <p:cNvPr id="1052748" name=""/>
              <p:cNvSpPr/>
              <p:nvPr/>
            </p:nvSpPr>
            <p:spPr>
              <a:xfrm>
                <a:off x="3828870" y="3899648"/>
                <a:ext cx="278380" cy="207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2749" name="Encre 1052748"/>
              <p14:cNvContentPartPr/>
              <p14:nvPr/>
            </p14:nvContentPartPr>
            <p14:xfrm>
              <a:off x="911493" y="4285723"/>
              <a:ext cx="3346559" cy="111574"/>
            </p14:xfrm>
          </p:contentPart>
        </mc:Choice>
        <mc:Fallback xmlns="">
          <p:sp>
            <p:nvSpPr>
              <p:cNvPr id="1052749" name=""/>
              <p:cNvSpPr/>
              <p:nvPr/>
            </p:nvSpPr>
            <p:spPr>
              <a:xfrm>
                <a:off x="911493" y="4285723"/>
                <a:ext cx="3346559" cy="111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2750" name="Encre 1052749"/>
              <p14:cNvContentPartPr/>
              <p14:nvPr/>
            </p14:nvContentPartPr>
            <p14:xfrm>
              <a:off x="1526588" y="4790685"/>
              <a:ext cx="200325" cy="14396"/>
            </p14:xfrm>
          </p:contentPart>
        </mc:Choice>
        <mc:Fallback xmlns="">
          <p:sp>
            <p:nvSpPr>
              <p:cNvPr id="1052750" name=""/>
              <p:cNvSpPr/>
              <p:nvPr/>
            </p:nvSpPr>
            <p:spPr>
              <a:xfrm>
                <a:off x="1526588" y="4790685"/>
                <a:ext cx="200325" cy="14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2751" name="Encre 1052750"/>
              <p14:cNvContentPartPr/>
              <p14:nvPr/>
            </p14:nvContentPartPr>
            <p14:xfrm>
              <a:off x="1591010" y="4948137"/>
              <a:ext cx="209502" cy="38130"/>
            </p14:xfrm>
          </p:contentPart>
        </mc:Choice>
        <mc:Fallback xmlns="">
          <p:sp>
            <p:nvSpPr>
              <p:cNvPr id="1052751" name=""/>
              <p:cNvSpPr/>
              <p:nvPr/>
            </p:nvSpPr>
            <p:spPr>
              <a:xfrm>
                <a:off x="1591010" y="4948137"/>
                <a:ext cx="209502" cy="38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2752" name="Encre 1052751"/>
              <p14:cNvContentPartPr/>
              <p14:nvPr/>
            </p14:nvContentPartPr>
            <p14:xfrm>
              <a:off x="1934298" y="4877555"/>
              <a:ext cx="203807" cy="466"/>
            </p14:xfrm>
          </p:contentPart>
        </mc:Choice>
        <mc:Fallback xmlns="">
          <p:sp>
            <p:nvSpPr>
              <p:cNvPr id="1052752" name=""/>
              <p:cNvSpPr/>
              <p:nvPr/>
            </p:nvSpPr>
            <p:spPr>
              <a:xfrm>
                <a:off x="1934298" y="4877555"/>
                <a:ext cx="203807" cy="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2753" name="Encre 1052752"/>
              <p14:cNvContentPartPr/>
              <p14:nvPr/>
            </p14:nvContentPartPr>
            <p14:xfrm>
              <a:off x="2463351" y="4761647"/>
              <a:ext cx="337562" cy="205419"/>
            </p14:xfrm>
          </p:contentPart>
        </mc:Choice>
        <mc:Fallback xmlns="">
          <p:sp>
            <p:nvSpPr>
              <p:cNvPr id="1052753" name=""/>
              <p:cNvSpPr/>
              <p:nvPr/>
            </p:nvSpPr>
            <p:spPr>
              <a:xfrm>
                <a:off x="2463351" y="4761647"/>
                <a:ext cx="337562" cy="205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2754" name="Encre 1052753"/>
              <p14:cNvContentPartPr/>
              <p14:nvPr/>
            </p14:nvContentPartPr>
            <p14:xfrm>
              <a:off x="2908716" y="4788426"/>
              <a:ext cx="191958" cy="429929"/>
            </p14:xfrm>
          </p:contentPart>
        </mc:Choice>
        <mc:Fallback xmlns="">
          <p:sp>
            <p:nvSpPr>
              <p:cNvPr id="1052754" name=""/>
              <p:cNvSpPr/>
              <p:nvPr/>
            </p:nvSpPr>
            <p:spPr>
              <a:xfrm>
                <a:off x="2908716" y="4788426"/>
                <a:ext cx="191958" cy="429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2755" name="Encre 1052754"/>
              <p14:cNvContentPartPr/>
              <p14:nvPr/>
            </p14:nvContentPartPr>
            <p14:xfrm>
              <a:off x="8999949" y="4435760"/>
              <a:ext cx="158295" cy="145381"/>
            </p14:xfrm>
          </p:contentPart>
        </mc:Choice>
        <mc:Fallback xmlns="">
          <p:sp>
            <p:nvSpPr>
              <p:cNvPr id="1052755" name=""/>
              <p:cNvSpPr/>
              <p:nvPr/>
            </p:nvSpPr>
            <p:spPr>
              <a:xfrm>
                <a:off x="8999949" y="4435760"/>
                <a:ext cx="158295" cy="145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2756" name="Encre 1052755"/>
              <p14:cNvContentPartPr/>
              <p14:nvPr/>
            </p14:nvContentPartPr>
            <p14:xfrm>
              <a:off x="9024677" y="4732607"/>
              <a:ext cx="132973" cy="203529"/>
            </p14:xfrm>
          </p:contentPart>
        </mc:Choice>
        <mc:Fallback xmlns="">
          <p:sp>
            <p:nvSpPr>
              <p:cNvPr id="1052756" name=""/>
              <p:cNvSpPr/>
              <p:nvPr/>
            </p:nvSpPr>
            <p:spPr>
              <a:xfrm>
                <a:off x="9024677" y="4732607"/>
                <a:ext cx="132973" cy="203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2757" name="Encre 1052756"/>
              <p14:cNvContentPartPr/>
              <p14:nvPr/>
            </p14:nvContentPartPr>
            <p14:xfrm>
              <a:off x="9104207" y="4776539"/>
              <a:ext cx="146369" cy="173740"/>
            </p14:xfrm>
          </p:contentPart>
        </mc:Choice>
        <mc:Fallback xmlns="">
          <p:sp>
            <p:nvSpPr>
              <p:cNvPr id="1052757" name=""/>
              <p:cNvSpPr/>
              <p:nvPr/>
            </p:nvSpPr>
            <p:spPr>
              <a:xfrm>
                <a:off x="9104207" y="4776539"/>
                <a:ext cx="146369" cy="173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2758" name="Encre 1052757"/>
              <p14:cNvContentPartPr/>
              <p14:nvPr/>
            </p14:nvContentPartPr>
            <p14:xfrm>
              <a:off x="3222445" y="4826924"/>
              <a:ext cx="182474" cy="238817"/>
            </p14:xfrm>
          </p:contentPart>
        </mc:Choice>
        <mc:Fallback xmlns="">
          <p:sp>
            <p:nvSpPr>
              <p:cNvPr id="1052758" name=""/>
              <p:cNvSpPr/>
              <p:nvPr/>
            </p:nvSpPr>
            <p:spPr>
              <a:xfrm>
                <a:off x="3222445" y="4826924"/>
                <a:ext cx="182474" cy="238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2759" name="Encre 1052758"/>
              <p14:cNvContentPartPr/>
              <p14:nvPr/>
            </p14:nvContentPartPr>
            <p14:xfrm>
              <a:off x="3452955" y="5044099"/>
              <a:ext cx="119243" cy="138893"/>
            </p14:xfrm>
          </p:contentPart>
        </mc:Choice>
        <mc:Fallback xmlns="">
          <p:sp>
            <p:nvSpPr>
              <p:cNvPr id="1052759" name=""/>
              <p:cNvSpPr/>
              <p:nvPr/>
            </p:nvSpPr>
            <p:spPr>
              <a:xfrm>
                <a:off x="3452955" y="5044099"/>
                <a:ext cx="119243" cy="138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2760" name="Encre 1052759"/>
              <p14:cNvContentPartPr/>
              <p14:nvPr/>
            </p14:nvContentPartPr>
            <p14:xfrm>
              <a:off x="3472036" y="5058991"/>
              <a:ext cx="130738" cy="147656"/>
            </p14:xfrm>
          </p:contentPart>
        </mc:Choice>
        <mc:Fallback xmlns="">
          <p:sp>
            <p:nvSpPr>
              <p:cNvPr id="1052760" name=""/>
              <p:cNvSpPr/>
              <p:nvPr/>
            </p:nvSpPr>
            <p:spPr>
              <a:xfrm>
                <a:off x="3472036" y="5058991"/>
                <a:ext cx="130738" cy="1476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2761" name="Encre 1052760"/>
              <p14:cNvContentPartPr/>
              <p14:nvPr/>
            </p14:nvContentPartPr>
            <p14:xfrm>
              <a:off x="3221409" y="4740302"/>
              <a:ext cx="234235" cy="36335"/>
            </p14:xfrm>
          </p:contentPart>
        </mc:Choice>
        <mc:Fallback xmlns="">
          <p:sp>
            <p:nvSpPr>
              <p:cNvPr id="1052761" name=""/>
              <p:cNvSpPr/>
              <p:nvPr/>
            </p:nvSpPr>
            <p:spPr>
              <a:xfrm>
                <a:off x="3221409" y="4740302"/>
                <a:ext cx="234235" cy="36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2762" name="Encre 1052761"/>
              <p14:cNvContentPartPr/>
              <p14:nvPr/>
            </p14:nvContentPartPr>
            <p14:xfrm>
              <a:off x="3385993" y="4660629"/>
              <a:ext cx="89363" cy="154106"/>
            </p14:xfrm>
          </p:contentPart>
        </mc:Choice>
        <mc:Fallback xmlns="">
          <p:sp>
            <p:nvSpPr>
              <p:cNvPr id="1052762" name=""/>
              <p:cNvSpPr/>
              <p:nvPr/>
            </p:nvSpPr>
            <p:spPr>
              <a:xfrm>
                <a:off x="3385993" y="4660629"/>
                <a:ext cx="89363" cy="154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2763" name="Encre 1052762"/>
              <p14:cNvContentPartPr/>
              <p14:nvPr/>
            </p14:nvContentPartPr>
            <p14:xfrm>
              <a:off x="3614999" y="4660629"/>
              <a:ext cx="225617" cy="745841"/>
            </p14:xfrm>
          </p:contentPart>
        </mc:Choice>
        <mc:Fallback xmlns="">
          <p:sp>
            <p:nvSpPr>
              <p:cNvPr id="1052763" name=""/>
              <p:cNvSpPr/>
              <p:nvPr/>
            </p:nvSpPr>
            <p:spPr>
              <a:xfrm>
                <a:off x="3614999" y="4660629"/>
                <a:ext cx="225617" cy="745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2764" name="Encre 1052763"/>
              <p14:cNvContentPartPr/>
              <p14:nvPr/>
            </p14:nvContentPartPr>
            <p14:xfrm>
              <a:off x="2286460" y="4537026"/>
              <a:ext cx="270264" cy="635604"/>
            </p14:xfrm>
          </p:contentPart>
        </mc:Choice>
        <mc:Fallback xmlns="">
          <p:sp>
            <p:nvSpPr>
              <p:cNvPr id="1052764" name=""/>
              <p:cNvSpPr/>
              <p:nvPr/>
            </p:nvSpPr>
            <p:spPr>
              <a:xfrm>
                <a:off x="2286460" y="4537026"/>
                <a:ext cx="270264" cy="635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2765" name="Encre 1052764"/>
              <p14:cNvContentPartPr/>
              <p14:nvPr/>
            </p14:nvContentPartPr>
            <p14:xfrm>
              <a:off x="3922547" y="5029951"/>
              <a:ext cx="28680" cy="79423"/>
            </p14:xfrm>
          </p:contentPart>
        </mc:Choice>
        <mc:Fallback xmlns="">
          <p:sp>
            <p:nvSpPr>
              <p:cNvPr id="1052765" name=""/>
              <p:cNvSpPr/>
              <p:nvPr/>
            </p:nvSpPr>
            <p:spPr>
              <a:xfrm>
                <a:off x="3922547" y="5029951"/>
                <a:ext cx="28680" cy="79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2766" name="Encre 1052765"/>
              <p14:cNvContentPartPr/>
              <p14:nvPr/>
            </p14:nvContentPartPr>
            <p14:xfrm>
              <a:off x="4065510" y="4616475"/>
              <a:ext cx="141703" cy="529706"/>
            </p14:xfrm>
          </p:contentPart>
        </mc:Choice>
        <mc:Fallback xmlns="">
          <p:sp>
            <p:nvSpPr>
              <p:cNvPr id="1052766" name=""/>
              <p:cNvSpPr/>
              <p:nvPr/>
            </p:nvSpPr>
            <p:spPr>
              <a:xfrm>
                <a:off x="4065510" y="4616475"/>
                <a:ext cx="141703" cy="5297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2767" name="Encre 1052766"/>
              <p14:cNvContentPartPr/>
              <p14:nvPr/>
            </p14:nvContentPartPr>
            <p14:xfrm>
              <a:off x="4279955" y="4939514"/>
              <a:ext cx="414779" cy="262217"/>
            </p14:xfrm>
          </p:contentPart>
        </mc:Choice>
        <mc:Fallback xmlns="">
          <p:sp>
            <p:nvSpPr>
              <p:cNvPr id="1052767" name=""/>
              <p:cNvSpPr/>
              <p:nvPr/>
            </p:nvSpPr>
            <p:spPr>
              <a:xfrm>
                <a:off x="4279955" y="4939514"/>
                <a:ext cx="414779" cy="262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2768" name="Encre 1052767"/>
              <p14:cNvContentPartPr/>
              <p14:nvPr/>
            </p14:nvContentPartPr>
            <p14:xfrm>
              <a:off x="4265835" y="4761647"/>
              <a:ext cx="258128" cy="18863"/>
            </p14:xfrm>
          </p:contentPart>
        </mc:Choice>
        <mc:Fallback xmlns="">
          <p:sp>
            <p:nvSpPr>
              <p:cNvPr id="1052768" name=""/>
              <p:cNvSpPr/>
              <p:nvPr/>
            </p:nvSpPr>
            <p:spPr>
              <a:xfrm>
                <a:off x="4265835" y="4761647"/>
                <a:ext cx="258128" cy="18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2769" name="Encre 1052768"/>
              <p14:cNvContentPartPr/>
              <p14:nvPr/>
            </p14:nvContentPartPr>
            <p14:xfrm>
              <a:off x="4401738" y="4681975"/>
              <a:ext cx="130364" cy="176691"/>
            </p14:xfrm>
          </p:contentPart>
        </mc:Choice>
        <mc:Fallback xmlns="">
          <p:sp>
            <p:nvSpPr>
              <p:cNvPr id="1052769" name=""/>
              <p:cNvSpPr/>
              <p:nvPr/>
            </p:nvSpPr>
            <p:spPr>
              <a:xfrm>
                <a:off x="4401738" y="4681975"/>
                <a:ext cx="130364" cy="176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2770" name="Encre 1052769"/>
              <p14:cNvContentPartPr/>
              <p14:nvPr/>
            </p14:nvContentPartPr>
            <p14:xfrm>
              <a:off x="4830628" y="4919574"/>
              <a:ext cx="191109" cy="7505"/>
            </p14:xfrm>
          </p:contentPart>
        </mc:Choice>
        <mc:Fallback xmlns="">
          <p:sp>
            <p:nvSpPr>
              <p:cNvPr id="1052770" name=""/>
              <p:cNvSpPr/>
              <p:nvPr/>
            </p:nvSpPr>
            <p:spPr>
              <a:xfrm>
                <a:off x="4830628" y="4919574"/>
                <a:ext cx="191109" cy="7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2771" name="Encre 1052770"/>
              <p14:cNvContentPartPr/>
              <p14:nvPr/>
            </p14:nvContentPartPr>
            <p14:xfrm>
              <a:off x="4845189" y="5044099"/>
              <a:ext cx="167553" cy="8277"/>
            </p14:xfrm>
          </p:contentPart>
        </mc:Choice>
        <mc:Fallback xmlns="">
          <p:sp>
            <p:nvSpPr>
              <p:cNvPr id="1052771" name=""/>
              <p:cNvSpPr/>
              <p:nvPr/>
            </p:nvSpPr>
            <p:spPr>
              <a:xfrm>
                <a:off x="4845189" y="5044099"/>
                <a:ext cx="167553" cy="8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2772" name="Encre 1052771"/>
              <p14:cNvContentPartPr/>
              <p14:nvPr/>
            </p14:nvContentPartPr>
            <p14:xfrm>
              <a:off x="10515463" y="3769343"/>
              <a:ext cx="222548" cy="114205"/>
            </p14:xfrm>
          </p:contentPart>
        </mc:Choice>
        <mc:Fallback xmlns="">
          <p:sp>
            <p:nvSpPr>
              <p:cNvPr id="1052772" name=""/>
              <p:cNvSpPr/>
              <p:nvPr/>
            </p:nvSpPr>
            <p:spPr>
              <a:xfrm>
                <a:off x="10515463" y="3769343"/>
                <a:ext cx="222548" cy="114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2773" name="Encre 1052772"/>
              <p14:cNvContentPartPr/>
              <p14:nvPr/>
            </p14:nvContentPartPr>
            <p14:xfrm>
              <a:off x="10586871" y="3956509"/>
              <a:ext cx="154836" cy="247358"/>
            </p14:xfrm>
          </p:contentPart>
        </mc:Choice>
        <mc:Fallback xmlns="">
          <p:sp>
            <p:nvSpPr>
              <p:cNvPr id="1052773" name=""/>
              <p:cNvSpPr/>
              <p:nvPr/>
            </p:nvSpPr>
            <p:spPr>
              <a:xfrm>
                <a:off x="10586871" y="3956509"/>
                <a:ext cx="154836" cy="247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2774" name="Encre 1052773"/>
              <p14:cNvContentPartPr/>
              <p14:nvPr/>
            </p14:nvContentPartPr>
            <p14:xfrm>
              <a:off x="5159797" y="5007731"/>
              <a:ext cx="175448" cy="22220"/>
            </p14:xfrm>
          </p:contentPart>
        </mc:Choice>
        <mc:Fallback xmlns="">
          <p:sp>
            <p:nvSpPr>
              <p:cNvPr id="1052774" name=""/>
              <p:cNvSpPr/>
              <p:nvPr/>
            </p:nvSpPr>
            <p:spPr>
              <a:xfrm>
                <a:off x="5159797" y="5007731"/>
                <a:ext cx="175448" cy="22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2775" name="Encre 1052774"/>
              <p14:cNvContentPartPr/>
              <p14:nvPr/>
            </p14:nvContentPartPr>
            <p14:xfrm>
              <a:off x="5402922" y="4882816"/>
              <a:ext cx="268631" cy="171018"/>
            </p14:xfrm>
          </p:contentPart>
        </mc:Choice>
        <mc:Fallback xmlns="">
          <p:sp>
            <p:nvSpPr>
              <p:cNvPr id="1052775" name=""/>
              <p:cNvSpPr/>
              <p:nvPr/>
            </p:nvSpPr>
            <p:spPr>
              <a:xfrm>
                <a:off x="5402922" y="4882816"/>
                <a:ext cx="268631" cy="171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2776" name="Encre 1052775"/>
              <p14:cNvContentPartPr/>
              <p14:nvPr/>
            </p14:nvContentPartPr>
            <p14:xfrm>
              <a:off x="5795944" y="4852296"/>
              <a:ext cx="195330" cy="360813"/>
            </p14:xfrm>
          </p:contentPart>
        </mc:Choice>
        <mc:Fallback xmlns="">
          <p:sp>
            <p:nvSpPr>
              <p:cNvPr id="1052776" name=""/>
              <p:cNvSpPr/>
              <p:nvPr/>
            </p:nvSpPr>
            <p:spPr>
              <a:xfrm>
                <a:off x="5795944" y="4852296"/>
                <a:ext cx="195330" cy="360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2777" name="Encre 1052776"/>
              <p14:cNvContentPartPr/>
              <p14:nvPr/>
            </p14:nvContentPartPr>
            <p14:xfrm>
              <a:off x="6065288" y="4614656"/>
              <a:ext cx="100194" cy="473859"/>
            </p14:xfrm>
          </p:contentPart>
        </mc:Choice>
        <mc:Fallback xmlns="">
          <p:sp>
            <p:nvSpPr>
              <p:cNvPr id="1052777" name=""/>
              <p:cNvSpPr/>
              <p:nvPr/>
            </p:nvSpPr>
            <p:spPr>
              <a:xfrm>
                <a:off x="6065288" y="4614656"/>
                <a:ext cx="100194" cy="473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2778" name="Encre 1052777"/>
              <p14:cNvContentPartPr/>
              <p14:nvPr/>
            </p14:nvContentPartPr>
            <p14:xfrm>
              <a:off x="6245428" y="4856211"/>
              <a:ext cx="424213" cy="238768"/>
            </p14:xfrm>
          </p:contentPart>
        </mc:Choice>
        <mc:Fallback xmlns="">
          <p:sp>
            <p:nvSpPr>
              <p:cNvPr id="1052778" name=""/>
              <p:cNvSpPr/>
              <p:nvPr/>
            </p:nvSpPr>
            <p:spPr>
              <a:xfrm>
                <a:off x="6245428" y="4856211"/>
                <a:ext cx="424213" cy="238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2779" name="Encre 1052778"/>
              <p14:cNvContentPartPr/>
              <p14:nvPr/>
            </p14:nvContentPartPr>
            <p14:xfrm>
              <a:off x="6687895" y="4762311"/>
              <a:ext cx="193818" cy="285519"/>
            </p14:xfrm>
          </p:contentPart>
        </mc:Choice>
        <mc:Fallback xmlns="">
          <p:sp>
            <p:nvSpPr>
              <p:cNvPr id="1052779" name=""/>
              <p:cNvSpPr/>
              <p:nvPr/>
            </p:nvSpPr>
            <p:spPr>
              <a:xfrm>
                <a:off x="6687895" y="4762311"/>
                <a:ext cx="193818" cy="285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2780" name="Encre 1052779"/>
              <p14:cNvContentPartPr/>
              <p14:nvPr/>
            </p14:nvContentPartPr>
            <p14:xfrm>
              <a:off x="7148045" y="4988662"/>
              <a:ext cx="205897" cy="15634"/>
            </p14:xfrm>
          </p:contentPart>
        </mc:Choice>
        <mc:Fallback xmlns="">
          <p:sp>
            <p:nvSpPr>
              <p:cNvPr id="1052780" name=""/>
              <p:cNvSpPr/>
              <p:nvPr/>
            </p:nvSpPr>
            <p:spPr>
              <a:xfrm>
                <a:off x="7148045" y="4988662"/>
                <a:ext cx="205897" cy="156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2781" name="Encre 1052780"/>
              <p14:cNvContentPartPr/>
              <p14:nvPr/>
            </p14:nvContentPartPr>
            <p14:xfrm>
              <a:off x="7262327" y="4943081"/>
              <a:ext cx="14120" cy="130057"/>
            </p14:xfrm>
          </p:contentPart>
        </mc:Choice>
        <mc:Fallback xmlns="">
          <p:sp>
            <p:nvSpPr>
              <p:cNvPr id="1052781" name=""/>
              <p:cNvSpPr/>
              <p:nvPr/>
            </p:nvSpPr>
            <p:spPr>
              <a:xfrm>
                <a:off x="7262327" y="4943081"/>
                <a:ext cx="14120" cy="130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2782" name="Encre 1052781"/>
              <p14:cNvContentPartPr/>
              <p14:nvPr/>
            </p14:nvContentPartPr>
            <p14:xfrm>
              <a:off x="7472718" y="4882700"/>
              <a:ext cx="197319" cy="263161"/>
            </p14:xfrm>
          </p:contentPart>
        </mc:Choice>
        <mc:Fallback xmlns="">
          <p:sp>
            <p:nvSpPr>
              <p:cNvPr id="1052782" name=""/>
              <p:cNvSpPr/>
              <p:nvPr/>
            </p:nvSpPr>
            <p:spPr>
              <a:xfrm>
                <a:off x="7472718" y="4882700"/>
                <a:ext cx="197319" cy="2631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2783" name="Encre 1052782"/>
              <p14:cNvContentPartPr/>
              <p14:nvPr/>
            </p14:nvContentPartPr>
            <p14:xfrm>
              <a:off x="6146420" y="4298009"/>
              <a:ext cx="1881928" cy="1191028"/>
            </p14:xfrm>
          </p:contentPart>
        </mc:Choice>
        <mc:Fallback xmlns="">
          <p:sp>
            <p:nvSpPr>
              <p:cNvPr id="1052783" name=""/>
              <p:cNvSpPr/>
              <p:nvPr/>
            </p:nvSpPr>
            <p:spPr>
              <a:xfrm>
                <a:off x="6146420" y="4298009"/>
                <a:ext cx="1881928" cy="1191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2784" name="Encre 1052783"/>
              <p14:cNvContentPartPr/>
              <p14:nvPr/>
            </p14:nvContentPartPr>
            <p14:xfrm>
              <a:off x="965547" y="4645986"/>
              <a:ext cx="196969" cy="420427"/>
            </p14:xfrm>
          </p:contentPart>
        </mc:Choice>
        <mc:Fallback xmlns="">
          <p:sp>
            <p:nvSpPr>
              <p:cNvPr id="1052784" name=""/>
              <p:cNvSpPr/>
              <p:nvPr/>
            </p:nvSpPr>
            <p:spPr>
              <a:xfrm>
                <a:off x="965547" y="4645986"/>
                <a:ext cx="196969" cy="420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2785" name="Encre 1052784"/>
              <p14:cNvContentPartPr/>
              <p14:nvPr/>
            </p14:nvContentPartPr>
            <p14:xfrm>
              <a:off x="954294" y="4649106"/>
              <a:ext cx="240688" cy="69106"/>
            </p14:xfrm>
          </p:contentPart>
        </mc:Choice>
        <mc:Fallback xmlns="">
          <p:sp>
            <p:nvSpPr>
              <p:cNvPr id="1052785" name=""/>
              <p:cNvSpPr/>
              <p:nvPr/>
            </p:nvSpPr>
            <p:spPr>
              <a:xfrm>
                <a:off x="954294" y="4649106"/>
                <a:ext cx="240688" cy="69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2786" name="Encre 1052785"/>
              <p14:cNvContentPartPr/>
              <p14:nvPr/>
            </p14:nvContentPartPr>
            <p14:xfrm>
              <a:off x="982975" y="4776539"/>
              <a:ext cx="196764" cy="1740"/>
            </p14:xfrm>
          </p:contentPart>
        </mc:Choice>
        <mc:Fallback xmlns="">
          <p:sp>
            <p:nvSpPr>
              <p:cNvPr id="1052786" name=""/>
              <p:cNvSpPr/>
              <p:nvPr/>
            </p:nvSpPr>
            <p:spPr>
              <a:xfrm>
                <a:off x="982975" y="4776539"/>
                <a:ext cx="196764" cy="1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2787" name="Encre 1052786"/>
              <p14:cNvContentPartPr/>
              <p14:nvPr/>
            </p14:nvContentPartPr>
            <p14:xfrm>
              <a:off x="1134936" y="4931754"/>
              <a:ext cx="152897" cy="320644"/>
            </p14:xfrm>
          </p:contentPart>
        </mc:Choice>
        <mc:Fallback xmlns="">
          <p:sp>
            <p:nvSpPr>
              <p:cNvPr id="1052787" name=""/>
              <p:cNvSpPr/>
              <p:nvPr/>
            </p:nvSpPr>
            <p:spPr>
              <a:xfrm>
                <a:off x="1134936" y="4931754"/>
                <a:ext cx="152897" cy="320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2788" name="Encre 1052787"/>
              <p14:cNvContentPartPr/>
              <p14:nvPr/>
            </p14:nvContentPartPr>
            <p14:xfrm>
              <a:off x="1315229" y="4652935"/>
              <a:ext cx="82515" cy="375945"/>
            </p14:xfrm>
          </p:contentPart>
        </mc:Choice>
        <mc:Fallback xmlns="">
          <p:sp>
            <p:nvSpPr>
              <p:cNvPr id="1052788" name=""/>
              <p:cNvSpPr/>
              <p:nvPr/>
            </p:nvSpPr>
            <p:spPr>
              <a:xfrm>
                <a:off x="1315229" y="4652935"/>
                <a:ext cx="82515" cy="375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2789" name="Encre 1052788"/>
              <p14:cNvContentPartPr/>
              <p14:nvPr/>
            </p14:nvContentPartPr>
            <p14:xfrm>
              <a:off x="1366708" y="4799530"/>
              <a:ext cx="122294" cy="217011"/>
            </p14:xfrm>
          </p:contentPart>
        </mc:Choice>
        <mc:Fallback xmlns="">
          <p:sp>
            <p:nvSpPr>
              <p:cNvPr id="1052789" name=""/>
              <p:cNvSpPr/>
              <p:nvPr/>
            </p:nvSpPr>
            <p:spPr>
              <a:xfrm>
                <a:off x="1366708" y="4799530"/>
                <a:ext cx="122294" cy="2170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2790" name="Encre 1052789"/>
              <p14:cNvContentPartPr/>
              <p14:nvPr/>
            </p14:nvContentPartPr>
            <p14:xfrm>
              <a:off x="1407912" y="4681975"/>
              <a:ext cx="132318" cy="415365"/>
            </p14:xfrm>
          </p:contentPart>
        </mc:Choice>
        <mc:Fallback xmlns="">
          <p:sp>
            <p:nvSpPr>
              <p:cNvPr id="1052790" name=""/>
              <p:cNvSpPr/>
              <p:nvPr/>
            </p:nvSpPr>
            <p:spPr>
              <a:xfrm>
                <a:off x="1407912" y="4681975"/>
                <a:ext cx="132318" cy="4153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2791" name="Encre 1052790"/>
              <p14:cNvContentPartPr/>
              <p14:nvPr/>
            </p14:nvContentPartPr>
            <p14:xfrm>
              <a:off x="717704" y="4472246"/>
              <a:ext cx="665921" cy="926988"/>
            </p14:xfrm>
          </p:contentPart>
        </mc:Choice>
        <mc:Fallback xmlns="">
          <p:sp>
            <p:nvSpPr>
              <p:cNvPr id="1052791" name=""/>
              <p:cNvSpPr/>
              <p:nvPr/>
            </p:nvSpPr>
            <p:spPr>
              <a:xfrm>
                <a:off x="717704" y="4472246"/>
                <a:ext cx="665921" cy="926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2792" name="Encre 1052791"/>
              <p14:cNvContentPartPr/>
              <p14:nvPr/>
            </p14:nvContentPartPr>
            <p14:xfrm>
              <a:off x="4832156" y="5256763"/>
              <a:ext cx="69953" cy="7364"/>
            </p14:xfrm>
          </p:contentPart>
        </mc:Choice>
        <mc:Fallback xmlns="">
          <p:sp>
            <p:nvSpPr>
              <p:cNvPr id="1052792" name=""/>
              <p:cNvSpPr/>
              <p:nvPr/>
            </p:nvSpPr>
            <p:spPr>
              <a:xfrm>
                <a:off x="4832156" y="5256763"/>
                <a:ext cx="69953" cy="7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2982" name="Encre 1052981"/>
              <p14:cNvContentPartPr/>
              <p14:nvPr/>
            </p14:nvContentPartPr>
            <p14:xfrm>
              <a:off x="582695" y="5674775"/>
              <a:ext cx="158919" cy="367368"/>
            </p14:xfrm>
          </p:contentPart>
        </mc:Choice>
        <mc:Fallback xmlns="">
          <p:sp>
            <p:nvSpPr>
              <p:cNvPr id="1052982" name=""/>
              <p:cNvSpPr/>
              <p:nvPr/>
            </p:nvSpPr>
            <p:spPr>
              <a:xfrm>
                <a:off x="582695" y="5674775"/>
                <a:ext cx="158919" cy="3673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2983" name="Encre 1052982"/>
              <p14:cNvContentPartPr/>
              <p14:nvPr/>
            </p14:nvContentPartPr>
            <p14:xfrm>
              <a:off x="817772" y="5848267"/>
              <a:ext cx="165202" cy="21985"/>
            </p14:xfrm>
          </p:contentPart>
        </mc:Choice>
        <mc:Fallback xmlns="">
          <p:sp>
            <p:nvSpPr>
              <p:cNvPr id="1052983" name=""/>
              <p:cNvSpPr/>
              <p:nvPr/>
            </p:nvSpPr>
            <p:spPr>
              <a:xfrm>
                <a:off x="817772" y="5848267"/>
                <a:ext cx="165202" cy="21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2984" name="Encre 1052983"/>
              <p14:cNvContentPartPr/>
              <p14:nvPr/>
            </p14:nvContentPartPr>
            <p14:xfrm>
              <a:off x="829099" y="5956979"/>
              <a:ext cx="161377" cy="43504"/>
            </p14:xfrm>
          </p:contentPart>
        </mc:Choice>
        <mc:Fallback xmlns="">
          <p:sp>
            <p:nvSpPr>
              <p:cNvPr id="1052984" name=""/>
              <p:cNvSpPr/>
              <p:nvPr/>
            </p:nvSpPr>
            <p:spPr>
              <a:xfrm>
                <a:off x="829099" y="5956979"/>
                <a:ext cx="161377" cy="43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2985" name="Encre 1052984"/>
              <p14:cNvContentPartPr/>
              <p14:nvPr/>
            </p14:nvContentPartPr>
            <p14:xfrm>
              <a:off x="1076148" y="5777453"/>
              <a:ext cx="122685" cy="237445"/>
            </p14:xfrm>
          </p:contentPart>
        </mc:Choice>
        <mc:Fallback xmlns="">
          <p:sp>
            <p:nvSpPr>
              <p:cNvPr id="1052985" name=""/>
              <p:cNvSpPr/>
              <p:nvPr/>
            </p:nvSpPr>
            <p:spPr>
              <a:xfrm>
                <a:off x="1076148" y="5777453"/>
                <a:ext cx="122685" cy="237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2986" name="Encre 1052985"/>
              <p14:cNvContentPartPr/>
              <p14:nvPr/>
            </p14:nvContentPartPr>
            <p14:xfrm>
              <a:off x="1319203" y="5522628"/>
              <a:ext cx="193265" cy="716802"/>
            </p14:xfrm>
          </p:contentPart>
        </mc:Choice>
        <mc:Fallback xmlns="">
          <p:sp>
            <p:nvSpPr>
              <p:cNvPr id="1052986" name=""/>
              <p:cNvSpPr/>
              <p:nvPr/>
            </p:nvSpPr>
            <p:spPr>
              <a:xfrm>
                <a:off x="1319203" y="5522628"/>
                <a:ext cx="193265" cy="716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2987" name="Encre 1052986"/>
              <p14:cNvContentPartPr/>
              <p14:nvPr/>
            </p14:nvContentPartPr>
            <p14:xfrm>
              <a:off x="1569478" y="5698651"/>
              <a:ext cx="193176" cy="287080"/>
            </p14:xfrm>
          </p:contentPart>
        </mc:Choice>
        <mc:Fallback xmlns="">
          <p:sp>
            <p:nvSpPr>
              <p:cNvPr id="1052987" name=""/>
              <p:cNvSpPr/>
              <p:nvPr/>
            </p:nvSpPr>
            <p:spPr>
              <a:xfrm>
                <a:off x="1569478" y="5698651"/>
                <a:ext cx="193176" cy="2870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2988" name="Encre 1052987"/>
              <p14:cNvContentPartPr/>
              <p14:nvPr/>
            </p14:nvContentPartPr>
            <p14:xfrm>
              <a:off x="1576890" y="5805080"/>
              <a:ext cx="202374" cy="68784"/>
            </p14:xfrm>
          </p:contentPart>
        </mc:Choice>
        <mc:Fallback xmlns="">
          <p:sp>
            <p:nvSpPr>
              <p:cNvPr id="1052988" name=""/>
              <p:cNvSpPr/>
              <p:nvPr/>
            </p:nvSpPr>
            <p:spPr>
              <a:xfrm>
                <a:off x="1576890" y="5805080"/>
                <a:ext cx="202374" cy="68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2989" name="Encre 1052988"/>
              <p14:cNvContentPartPr/>
              <p14:nvPr/>
            </p14:nvContentPartPr>
            <p14:xfrm>
              <a:off x="1709863" y="5983097"/>
              <a:ext cx="88772" cy="304438"/>
            </p14:xfrm>
          </p:contentPart>
        </mc:Choice>
        <mc:Fallback xmlns="">
          <p:sp>
            <p:nvSpPr>
              <p:cNvPr id="1052989" name=""/>
              <p:cNvSpPr/>
              <p:nvPr/>
            </p:nvSpPr>
            <p:spPr>
              <a:xfrm>
                <a:off x="1709863" y="5983097"/>
                <a:ext cx="88772" cy="304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2990" name="Encre 1052989"/>
              <p14:cNvContentPartPr/>
              <p14:nvPr/>
            </p14:nvContentPartPr>
            <p14:xfrm>
              <a:off x="1901706" y="5688922"/>
              <a:ext cx="111133" cy="457889"/>
            </p14:xfrm>
          </p:contentPart>
        </mc:Choice>
        <mc:Fallback xmlns="">
          <p:sp>
            <p:nvSpPr>
              <p:cNvPr id="1052990" name=""/>
              <p:cNvSpPr/>
              <p:nvPr/>
            </p:nvSpPr>
            <p:spPr>
              <a:xfrm>
                <a:off x="1901706" y="5688922"/>
                <a:ext cx="111133" cy="457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2991" name="Encre 1052990"/>
              <p14:cNvContentPartPr/>
              <p14:nvPr/>
            </p14:nvContentPartPr>
            <p14:xfrm>
              <a:off x="2003257" y="5913708"/>
              <a:ext cx="88620" cy="152707"/>
            </p14:xfrm>
          </p:contentPart>
        </mc:Choice>
        <mc:Fallback xmlns="">
          <p:sp>
            <p:nvSpPr>
              <p:cNvPr id="1052991" name=""/>
              <p:cNvSpPr/>
              <p:nvPr/>
            </p:nvSpPr>
            <p:spPr>
              <a:xfrm>
                <a:off x="2003257" y="5913708"/>
                <a:ext cx="88620" cy="1527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2992" name="Encre 1052991"/>
              <p14:cNvContentPartPr/>
              <p14:nvPr/>
            </p14:nvContentPartPr>
            <p14:xfrm>
              <a:off x="2098883" y="5754447"/>
              <a:ext cx="80876" cy="398214"/>
            </p14:xfrm>
          </p:contentPart>
        </mc:Choice>
        <mc:Fallback xmlns="">
          <p:sp>
            <p:nvSpPr>
              <p:cNvPr id="1052992" name=""/>
              <p:cNvSpPr/>
              <p:nvPr/>
            </p:nvSpPr>
            <p:spPr>
              <a:xfrm>
                <a:off x="2098883" y="5754447"/>
                <a:ext cx="80876" cy="398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2993" name="Encre 1052992"/>
              <p14:cNvContentPartPr/>
              <p14:nvPr/>
            </p14:nvContentPartPr>
            <p14:xfrm>
              <a:off x="2220225" y="5927939"/>
              <a:ext cx="125199" cy="6034"/>
            </p14:xfrm>
          </p:contentPart>
        </mc:Choice>
        <mc:Fallback xmlns="">
          <p:sp>
            <p:nvSpPr>
              <p:cNvPr id="1052993" name=""/>
              <p:cNvSpPr/>
              <p:nvPr/>
            </p:nvSpPr>
            <p:spPr>
              <a:xfrm>
                <a:off x="2220225" y="5927939"/>
                <a:ext cx="125199" cy="6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2994" name="Encre 1052993"/>
              <p14:cNvContentPartPr/>
              <p14:nvPr/>
            </p14:nvContentPartPr>
            <p14:xfrm>
              <a:off x="2234786" y="6007860"/>
              <a:ext cx="196888" cy="11413"/>
            </p14:xfrm>
          </p:contentPart>
        </mc:Choice>
        <mc:Fallback xmlns="">
          <p:sp>
            <p:nvSpPr>
              <p:cNvPr id="1052994" name=""/>
              <p:cNvSpPr/>
              <p:nvPr/>
            </p:nvSpPr>
            <p:spPr>
              <a:xfrm>
                <a:off x="2234786" y="6007860"/>
                <a:ext cx="196888" cy="11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2995" name="Encre 1052994"/>
              <p14:cNvContentPartPr/>
              <p14:nvPr/>
            </p14:nvContentPartPr>
            <p14:xfrm>
              <a:off x="2484026" y="5870357"/>
              <a:ext cx="153926" cy="182105"/>
            </p14:xfrm>
          </p:contentPart>
        </mc:Choice>
        <mc:Fallback xmlns="">
          <p:sp>
            <p:nvSpPr>
              <p:cNvPr id="1052995" name=""/>
              <p:cNvSpPr/>
              <p:nvPr/>
            </p:nvSpPr>
            <p:spPr>
              <a:xfrm>
                <a:off x="2484026" y="5870357"/>
                <a:ext cx="153926" cy="182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2996" name="Encre 1052995"/>
              <p14:cNvContentPartPr/>
              <p14:nvPr/>
            </p14:nvContentPartPr>
            <p14:xfrm>
              <a:off x="3121688" y="5950029"/>
              <a:ext cx="264305" cy="14146"/>
            </p14:xfrm>
          </p:contentPart>
        </mc:Choice>
        <mc:Fallback xmlns="">
          <p:sp>
            <p:nvSpPr>
              <p:cNvPr id="1052996" name=""/>
              <p:cNvSpPr/>
              <p:nvPr/>
            </p:nvSpPr>
            <p:spPr>
              <a:xfrm>
                <a:off x="3121688" y="5950029"/>
                <a:ext cx="264305" cy="14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2997" name="Encre 1052996"/>
              <p14:cNvContentPartPr/>
              <p14:nvPr/>
            </p14:nvContentPartPr>
            <p14:xfrm>
              <a:off x="3171548" y="6051046"/>
              <a:ext cx="243125" cy="21841"/>
            </p14:xfrm>
          </p:contentPart>
        </mc:Choice>
        <mc:Fallback xmlns="">
          <p:sp>
            <p:nvSpPr>
              <p:cNvPr id="1052997" name=""/>
              <p:cNvSpPr/>
              <p:nvPr/>
            </p:nvSpPr>
            <p:spPr>
              <a:xfrm>
                <a:off x="3171548" y="6051046"/>
                <a:ext cx="243125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2998" name="Encre 1052997"/>
              <p14:cNvContentPartPr/>
              <p14:nvPr/>
            </p14:nvContentPartPr>
            <p14:xfrm>
              <a:off x="3371873" y="5862663"/>
              <a:ext cx="103192" cy="221853"/>
            </p14:xfrm>
          </p:contentPart>
        </mc:Choice>
        <mc:Fallback xmlns="">
          <p:sp>
            <p:nvSpPr>
              <p:cNvPr id="1052998" name=""/>
              <p:cNvSpPr/>
              <p:nvPr/>
            </p:nvSpPr>
            <p:spPr>
              <a:xfrm>
                <a:off x="3371873" y="5862663"/>
                <a:ext cx="103192" cy="221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2999" name="Encre 1052998"/>
              <p14:cNvContentPartPr/>
              <p14:nvPr/>
            </p14:nvContentPartPr>
            <p14:xfrm>
              <a:off x="3724171" y="5691327"/>
              <a:ext cx="202663" cy="393447"/>
            </p14:xfrm>
          </p:contentPart>
        </mc:Choice>
        <mc:Fallback xmlns="">
          <p:sp>
            <p:nvSpPr>
              <p:cNvPr id="1052999" name=""/>
              <p:cNvSpPr/>
              <p:nvPr/>
            </p:nvSpPr>
            <p:spPr>
              <a:xfrm>
                <a:off x="3724171" y="5691327"/>
                <a:ext cx="202663" cy="393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3000" name="Encre 1052999"/>
              <p14:cNvContentPartPr/>
              <p14:nvPr/>
            </p14:nvContentPartPr>
            <p14:xfrm>
              <a:off x="3715162" y="5855465"/>
              <a:ext cx="243125" cy="79672"/>
            </p14:xfrm>
          </p:contentPart>
        </mc:Choice>
        <mc:Fallback xmlns="">
          <p:sp>
            <p:nvSpPr>
              <p:cNvPr id="1053000" name=""/>
              <p:cNvSpPr/>
              <p:nvPr/>
            </p:nvSpPr>
            <p:spPr>
              <a:xfrm>
                <a:off x="3715162" y="5855465"/>
                <a:ext cx="243125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3001" name="Encre 1053000"/>
              <p14:cNvContentPartPr/>
              <p14:nvPr/>
            </p14:nvContentPartPr>
            <p14:xfrm>
              <a:off x="3976446" y="6017445"/>
              <a:ext cx="120323" cy="335468"/>
            </p14:xfrm>
          </p:contentPart>
        </mc:Choice>
        <mc:Fallback xmlns="">
          <p:sp>
            <p:nvSpPr>
              <p:cNvPr id="1053001" name=""/>
              <p:cNvSpPr/>
              <p:nvPr/>
            </p:nvSpPr>
            <p:spPr>
              <a:xfrm>
                <a:off x="3976446" y="6017445"/>
                <a:ext cx="120323" cy="335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3002" name="Encre 1053001"/>
              <p14:cNvContentPartPr/>
              <p14:nvPr/>
            </p14:nvContentPartPr>
            <p14:xfrm>
              <a:off x="4212915" y="5739555"/>
              <a:ext cx="81600" cy="432769"/>
            </p14:xfrm>
          </p:contentPart>
        </mc:Choice>
        <mc:Fallback xmlns="">
          <p:sp>
            <p:nvSpPr>
              <p:cNvPr id="1053002" name=""/>
              <p:cNvSpPr/>
              <p:nvPr/>
            </p:nvSpPr>
            <p:spPr>
              <a:xfrm>
                <a:off x="4212915" y="5739555"/>
                <a:ext cx="81600" cy="432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3003" name="Encre 1053002"/>
              <p14:cNvContentPartPr/>
              <p14:nvPr/>
            </p14:nvContentPartPr>
            <p14:xfrm>
              <a:off x="4324566" y="5904287"/>
              <a:ext cx="130017" cy="256683"/>
            </p14:xfrm>
          </p:contentPart>
        </mc:Choice>
        <mc:Fallback xmlns="">
          <p:sp>
            <p:nvSpPr>
              <p:cNvPr id="1053003" name=""/>
              <p:cNvSpPr/>
              <p:nvPr/>
            </p:nvSpPr>
            <p:spPr>
              <a:xfrm>
                <a:off x="4324566" y="5904287"/>
                <a:ext cx="130017" cy="256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3004" name="Encre 1053003"/>
              <p14:cNvContentPartPr/>
              <p14:nvPr/>
            </p14:nvContentPartPr>
            <p14:xfrm>
              <a:off x="4444539" y="5754447"/>
              <a:ext cx="122200" cy="527350"/>
            </p14:xfrm>
          </p:contentPart>
        </mc:Choice>
        <mc:Fallback xmlns="">
          <p:sp>
            <p:nvSpPr>
              <p:cNvPr id="1053004" name=""/>
              <p:cNvSpPr/>
              <p:nvPr/>
            </p:nvSpPr>
            <p:spPr>
              <a:xfrm>
                <a:off x="4444539" y="5754447"/>
                <a:ext cx="122200" cy="5273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3005" name="Encre 1053004"/>
              <p14:cNvContentPartPr/>
              <p14:nvPr/>
            </p14:nvContentPartPr>
            <p14:xfrm>
              <a:off x="4687665" y="5986018"/>
              <a:ext cx="116228" cy="12973"/>
            </p14:xfrm>
          </p:contentPart>
        </mc:Choice>
        <mc:Fallback xmlns="">
          <p:sp>
            <p:nvSpPr>
              <p:cNvPr id="1053005" name=""/>
              <p:cNvSpPr/>
              <p:nvPr/>
            </p:nvSpPr>
            <p:spPr>
              <a:xfrm>
                <a:off x="4687665" y="5986018"/>
                <a:ext cx="116228" cy="12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3006" name="Encre 1053005"/>
              <p14:cNvContentPartPr/>
              <p14:nvPr/>
            </p14:nvContentPartPr>
            <p14:xfrm>
              <a:off x="4701785" y="6116571"/>
              <a:ext cx="139301" cy="25041"/>
            </p14:xfrm>
          </p:contentPart>
        </mc:Choice>
        <mc:Fallback xmlns="">
          <p:sp>
            <p:nvSpPr>
              <p:cNvPr id="1053006" name=""/>
              <p:cNvSpPr/>
              <p:nvPr/>
            </p:nvSpPr>
            <p:spPr>
              <a:xfrm>
                <a:off x="4701785" y="6116571"/>
                <a:ext cx="139301" cy="25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3007" name="Encre 1053006"/>
              <p14:cNvContentPartPr/>
              <p14:nvPr/>
            </p14:nvContentPartPr>
            <p14:xfrm>
              <a:off x="5015353" y="5995549"/>
              <a:ext cx="244606" cy="177845"/>
            </p14:xfrm>
          </p:contentPart>
        </mc:Choice>
        <mc:Fallback xmlns="">
          <p:sp>
            <p:nvSpPr>
              <p:cNvPr id="1053007" name=""/>
              <p:cNvSpPr/>
              <p:nvPr/>
            </p:nvSpPr>
            <p:spPr>
              <a:xfrm>
                <a:off x="5015353" y="5995549"/>
                <a:ext cx="244606" cy="1778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3008" name="Encre 1053007"/>
              <p14:cNvContentPartPr/>
              <p14:nvPr/>
            </p14:nvContentPartPr>
            <p14:xfrm>
              <a:off x="5315311" y="5986676"/>
              <a:ext cx="125558" cy="344704"/>
            </p14:xfrm>
          </p:contentPart>
        </mc:Choice>
        <mc:Fallback xmlns="">
          <p:sp>
            <p:nvSpPr>
              <p:cNvPr id="1053008" name=""/>
              <p:cNvSpPr/>
              <p:nvPr/>
            </p:nvSpPr>
            <p:spPr>
              <a:xfrm>
                <a:off x="5315311" y="5986676"/>
                <a:ext cx="125558" cy="344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3009" name="Encre 1053008"/>
              <p14:cNvContentPartPr/>
              <p14:nvPr/>
            </p14:nvContentPartPr>
            <p14:xfrm>
              <a:off x="5481464" y="5732606"/>
              <a:ext cx="37534" cy="414591"/>
            </p14:xfrm>
          </p:contentPart>
        </mc:Choice>
        <mc:Fallback xmlns="">
          <p:sp>
            <p:nvSpPr>
              <p:cNvPr id="1053009" name=""/>
              <p:cNvSpPr/>
              <p:nvPr/>
            </p:nvSpPr>
            <p:spPr>
              <a:xfrm>
                <a:off x="5481464" y="5732606"/>
                <a:ext cx="37534" cy="414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3010" name="Encre 1053009"/>
              <p14:cNvContentPartPr/>
              <p14:nvPr/>
            </p14:nvContentPartPr>
            <p14:xfrm>
              <a:off x="5655437" y="5652685"/>
              <a:ext cx="83714" cy="753286"/>
            </p14:xfrm>
          </p:contentPart>
        </mc:Choice>
        <mc:Fallback xmlns="">
          <p:sp>
            <p:nvSpPr>
              <p:cNvPr id="1053010" name=""/>
              <p:cNvSpPr/>
              <p:nvPr/>
            </p:nvSpPr>
            <p:spPr>
              <a:xfrm>
                <a:off x="5655437" y="5652685"/>
                <a:ext cx="83714" cy="753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3011" name="Encre 1053010"/>
              <p14:cNvContentPartPr/>
              <p14:nvPr/>
            </p14:nvContentPartPr>
            <p14:xfrm>
              <a:off x="5789011" y="5952534"/>
              <a:ext cx="163359" cy="289276"/>
            </p14:xfrm>
          </p:contentPart>
        </mc:Choice>
        <mc:Fallback xmlns="">
          <p:sp>
            <p:nvSpPr>
              <p:cNvPr id="1053011" name=""/>
              <p:cNvSpPr/>
              <p:nvPr/>
            </p:nvSpPr>
            <p:spPr>
              <a:xfrm>
                <a:off x="5789011" y="5952534"/>
                <a:ext cx="163359" cy="289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3012" name="Encre 1053011"/>
              <p14:cNvContentPartPr/>
              <p14:nvPr/>
            </p14:nvContentPartPr>
            <p14:xfrm>
              <a:off x="6039197" y="6103010"/>
              <a:ext cx="165511" cy="34906"/>
            </p14:xfrm>
          </p:contentPart>
        </mc:Choice>
        <mc:Fallback xmlns="">
          <p:sp>
            <p:nvSpPr>
              <p:cNvPr id="1053012" name=""/>
              <p:cNvSpPr/>
              <p:nvPr/>
            </p:nvSpPr>
            <p:spPr>
              <a:xfrm>
                <a:off x="6039197" y="6103010"/>
                <a:ext cx="165511" cy="34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3013" name="Encre 1053012"/>
              <p14:cNvContentPartPr/>
              <p14:nvPr/>
            </p14:nvContentPartPr>
            <p14:xfrm>
              <a:off x="6266500" y="5942335"/>
              <a:ext cx="390371" cy="312041"/>
            </p14:xfrm>
          </p:contentPart>
        </mc:Choice>
        <mc:Fallback xmlns="">
          <p:sp>
            <p:nvSpPr>
              <p:cNvPr id="1053013" name=""/>
              <p:cNvSpPr/>
              <p:nvPr/>
            </p:nvSpPr>
            <p:spPr>
              <a:xfrm>
                <a:off x="6266500" y="5942335"/>
                <a:ext cx="390371" cy="312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3014" name="Encre 1053013"/>
              <p14:cNvContentPartPr/>
              <p14:nvPr/>
            </p14:nvContentPartPr>
            <p14:xfrm>
              <a:off x="6724023" y="6013422"/>
              <a:ext cx="128646" cy="256405"/>
            </p14:xfrm>
          </p:contentPart>
        </mc:Choice>
        <mc:Fallback xmlns="">
          <p:sp>
            <p:nvSpPr>
              <p:cNvPr id="1053014" name=""/>
              <p:cNvSpPr/>
              <p:nvPr/>
            </p:nvSpPr>
            <p:spPr>
              <a:xfrm>
                <a:off x="6724023" y="6013422"/>
                <a:ext cx="128646" cy="2564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3015" name="Encre 1053014"/>
              <p14:cNvContentPartPr/>
              <p14:nvPr/>
            </p14:nvContentPartPr>
            <p14:xfrm>
              <a:off x="6876238" y="5855465"/>
              <a:ext cx="90850" cy="433233"/>
            </p14:xfrm>
          </p:contentPart>
        </mc:Choice>
        <mc:Fallback xmlns="">
          <p:sp>
            <p:nvSpPr>
              <p:cNvPr id="1053015" name=""/>
              <p:cNvSpPr/>
              <p:nvPr/>
            </p:nvSpPr>
            <p:spPr>
              <a:xfrm>
                <a:off x="6876238" y="5855465"/>
                <a:ext cx="90850" cy="433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3016" name="Encre 1053015"/>
              <p14:cNvContentPartPr/>
              <p14:nvPr/>
            </p14:nvContentPartPr>
            <p14:xfrm>
              <a:off x="3602899" y="5453816"/>
              <a:ext cx="3215978" cy="1257187"/>
            </p14:xfrm>
          </p:contentPart>
        </mc:Choice>
        <mc:Fallback xmlns="">
          <p:sp>
            <p:nvSpPr>
              <p:cNvPr id="1053016" name=""/>
              <p:cNvSpPr/>
              <p:nvPr/>
            </p:nvSpPr>
            <p:spPr>
              <a:xfrm>
                <a:off x="3602899" y="5453816"/>
                <a:ext cx="3215978" cy="1257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3017" name="Encre 1053016"/>
              <p14:cNvContentPartPr/>
              <p14:nvPr/>
            </p14:nvContentPartPr>
            <p14:xfrm>
              <a:off x="6640172" y="5667081"/>
              <a:ext cx="501059" cy="1036235"/>
            </p14:xfrm>
          </p:contentPart>
        </mc:Choice>
        <mc:Fallback xmlns="">
          <p:sp>
            <p:nvSpPr>
              <p:cNvPr id="1053017" name=""/>
              <p:cNvSpPr/>
              <p:nvPr/>
            </p:nvSpPr>
            <p:spPr>
              <a:xfrm>
                <a:off x="6640172" y="5667081"/>
                <a:ext cx="501059" cy="1036235"/>
              </a:xfrm>
            </p:spPr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2793" name="Encre 1052792"/>
              <p14:cNvContentPartPr/>
              <p14:nvPr/>
            </p14:nvContentPartPr>
            <p14:xfrm>
              <a:off x="493179" y="256070"/>
              <a:ext cx="15865" cy="588856"/>
            </p14:xfrm>
          </p:contentPart>
        </mc:Choice>
        <mc:Fallback xmlns="">
          <p:sp>
            <p:nvSpPr>
              <p:cNvPr id="1052793" name=""/>
              <p:cNvSpPr/>
              <p:nvPr/>
            </p:nvSpPr>
            <p:spPr>
              <a:xfrm>
                <a:off x="493179" y="256070"/>
                <a:ext cx="15865" cy="5888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2794" name="Encre 1052793"/>
              <p14:cNvContentPartPr/>
              <p14:nvPr/>
            </p14:nvContentPartPr>
            <p14:xfrm>
              <a:off x="396561" y="185068"/>
              <a:ext cx="205907" cy="302821"/>
            </p14:xfrm>
          </p:contentPart>
        </mc:Choice>
        <mc:Fallback xmlns="">
          <p:sp>
            <p:nvSpPr>
              <p:cNvPr id="1052794" name=""/>
              <p:cNvSpPr/>
              <p:nvPr/>
            </p:nvSpPr>
            <p:spPr>
              <a:xfrm>
                <a:off x="396561" y="185068"/>
                <a:ext cx="205907" cy="302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2795" name="Encre 1052794"/>
              <p14:cNvContentPartPr/>
              <p14:nvPr/>
            </p14:nvContentPartPr>
            <p14:xfrm>
              <a:off x="551619" y="642762"/>
              <a:ext cx="128508" cy="139599"/>
            </p14:xfrm>
          </p:contentPart>
        </mc:Choice>
        <mc:Fallback xmlns="">
          <p:sp>
            <p:nvSpPr>
              <p:cNvPr id="1052795" name=""/>
              <p:cNvSpPr/>
              <p:nvPr/>
            </p:nvSpPr>
            <p:spPr>
              <a:xfrm>
                <a:off x="551619" y="642762"/>
                <a:ext cx="128508" cy="1395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2796" name="Encre 1052795"/>
              <p14:cNvContentPartPr/>
              <p14:nvPr/>
            </p14:nvContentPartPr>
            <p14:xfrm>
              <a:off x="670105" y="495335"/>
              <a:ext cx="95777" cy="292194"/>
            </p14:xfrm>
          </p:contentPart>
        </mc:Choice>
        <mc:Fallback xmlns="">
          <p:sp>
            <p:nvSpPr>
              <p:cNvPr id="1052796" name=""/>
              <p:cNvSpPr/>
              <p:nvPr/>
            </p:nvSpPr>
            <p:spPr>
              <a:xfrm>
                <a:off x="670105" y="495335"/>
                <a:ext cx="95777" cy="292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2797" name="Encre 1052796"/>
              <p14:cNvContentPartPr/>
              <p14:nvPr/>
            </p14:nvContentPartPr>
            <p14:xfrm>
              <a:off x="831640" y="589155"/>
              <a:ext cx="44112" cy="199725"/>
            </p14:xfrm>
          </p:contentPart>
        </mc:Choice>
        <mc:Fallback xmlns="">
          <p:sp>
            <p:nvSpPr>
              <p:cNvPr id="1052797" name=""/>
              <p:cNvSpPr/>
              <p:nvPr/>
            </p:nvSpPr>
            <p:spPr>
              <a:xfrm>
                <a:off x="831640" y="589155"/>
                <a:ext cx="44112" cy="199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2798" name="Encre 1052797"/>
              <p14:cNvContentPartPr/>
              <p14:nvPr/>
            </p14:nvContentPartPr>
            <p14:xfrm>
              <a:off x="863491" y="466047"/>
              <a:ext cx="5201" cy="32455"/>
            </p14:xfrm>
          </p:contentPart>
        </mc:Choice>
        <mc:Fallback xmlns="">
          <p:sp>
            <p:nvSpPr>
              <p:cNvPr id="1052798" name=""/>
              <p:cNvSpPr/>
              <p:nvPr/>
            </p:nvSpPr>
            <p:spPr>
              <a:xfrm>
                <a:off x="863491" y="466047"/>
                <a:ext cx="5201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2799" name="Encre 1052798"/>
              <p14:cNvContentPartPr/>
              <p14:nvPr/>
            </p14:nvContentPartPr>
            <p14:xfrm>
              <a:off x="976229" y="315142"/>
              <a:ext cx="62783" cy="414086"/>
            </p14:xfrm>
          </p:contentPart>
        </mc:Choice>
        <mc:Fallback xmlns="">
          <p:sp>
            <p:nvSpPr>
              <p:cNvPr id="1052799" name=""/>
              <p:cNvSpPr/>
              <p:nvPr/>
            </p:nvSpPr>
            <p:spPr>
              <a:xfrm>
                <a:off x="976229" y="315142"/>
                <a:ext cx="62783" cy="414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2800" name="Encre 1052799"/>
              <p14:cNvContentPartPr/>
              <p14:nvPr/>
            </p14:nvContentPartPr>
            <p14:xfrm>
              <a:off x="968855" y="584902"/>
              <a:ext cx="185326" cy="129743"/>
            </p14:xfrm>
          </p:contentPart>
        </mc:Choice>
        <mc:Fallback xmlns="">
          <p:sp>
            <p:nvSpPr>
              <p:cNvPr id="1052800" name=""/>
              <p:cNvSpPr/>
              <p:nvPr/>
            </p:nvSpPr>
            <p:spPr>
              <a:xfrm>
                <a:off x="968855" y="584902"/>
                <a:ext cx="185326" cy="129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2801" name="Encre 1052800"/>
              <p14:cNvContentPartPr/>
              <p14:nvPr/>
            </p14:nvContentPartPr>
            <p14:xfrm>
              <a:off x="1154154" y="458850"/>
              <a:ext cx="7966" cy="67365"/>
            </p14:xfrm>
          </p:contentPart>
        </mc:Choice>
        <mc:Fallback xmlns="">
          <p:sp>
            <p:nvSpPr>
              <p:cNvPr id="1052801" name=""/>
              <p:cNvSpPr/>
              <p:nvPr/>
            </p:nvSpPr>
            <p:spPr>
              <a:xfrm>
                <a:off x="1154154" y="458850"/>
                <a:ext cx="7966" cy="673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2802" name="Encre 1052801"/>
              <p14:cNvContentPartPr/>
              <p14:nvPr/>
            </p14:nvContentPartPr>
            <p14:xfrm>
              <a:off x="1219041" y="537340"/>
              <a:ext cx="348478" cy="183561"/>
            </p14:xfrm>
          </p:contentPart>
        </mc:Choice>
        <mc:Fallback xmlns="">
          <p:sp>
            <p:nvSpPr>
              <p:cNvPr id="1052802" name=""/>
              <p:cNvSpPr/>
              <p:nvPr/>
            </p:nvSpPr>
            <p:spPr>
              <a:xfrm>
                <a:off x="1219041" y="537340"/>
                <a:ext cx="348478" cy="183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2803" name="Encre 1052802"/>
              <p14:cNvContentPartPr/>
              <p14:nvPr/>
            </p14:nvContentPartPr>
            <p14:xfrm>
              <a:off x="1640871" y="429810"/>
              <a:ext cx="105568" cy="250185"/>
            </p14:xfrm>
          </p:contentPart>
        </mc:Choice>
        <mc:Fallback xmlns="">
          <p:sp>
            <p:nvSpPr>
              <p:cNvPr id="1052803" name=""/>
              <p:cNvSpPr/>
              <p:nvPr/>
            </p:nvSpPr>
            <p:spPr>
              <a:xfrm>
                <a:off x="1640871" y="429810"/>
                <a:ext cx="105568" cy="250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2804" name="Encre 1052803"/>
              <p14:cNvContentPartPr/>
              <p14:nvPr/>
            </p14:nvContentPartPr>
            <p14:xfrm>
              <a:off x="1965394" y="400087"/>
              <a:ext cx="216392" cy="213157"/>
            </p14:xfrm>
          </p:contentPart>
        </mc:Choice>
        <mc:Fallback xmlns="">
          <p:sp>
            <p:nvSpPr>
              <p:cNvPr id="1052804" name=""/>
              <p:cNvSpPr/>
              <p:nvPr/>
            </p:nvSpPr>
            <p:spPr>
              <a:xfrm>
                <a:off x="1965394" y="400087"/>
                <a:ext cx="216392" cy="213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2805" name="Encre 1052804"/>
              <p14:cNvContentPartPr/>
              <p14:nvPr/>
            </p14:nvContentPartPr>
            <p14:xfrm>
              <a:off x="2111921" y="220081"/>
              <a:ext cx="72563" cy="340929"/>
            </p14:xfrm>
          </p:contentPart>
        </mc:Choice>
        <mc:Fallback xmlns="">
          <p:sp>
            <p:nvSpPr>
              <p:cNvPr id="1052805" name=""/>
              <p:cNvSpPr/>
              <p:nvPr/>
            </p:nvSpPr>
            <p:spPr>
              <a:xfrm>
                <a:off x="2111921" y="220081"/>
                <a:ext cx="72563" cy="340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2806" name="Encre 1052805"/>
              <p14:cNvContentPartPr/>
              <p14:nvPr/>
            </p14:nvContentPartPr>
            <p14:xfrm>
              <a:off x="2278281" y="220081"/>
              <a:ext cx="63727" cy="209787"/>
            </p14:xfrm>
          </p:contentPart>
        </mc:Choice>
        <mc:Fallback xmlns="">
          <p:sp>
            <p:nvSpPr>
              <p:cNvPr id="1052806" name=""/>
              <p:cNvSpPr/>
              <p:nvPr/>
            </p:nvSpPr>
            <p:spPr>
              <a:xfrm>
                <a:off x="2278281" y="220081"/>
                <a:ext cx="63727" cy="209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2807" name="Encre 1052806"/>
              <p14:cNvContentPartPr/>
              <p14:nvPr/>
            </p14:nvContentPartPr>
            <p14:xfrm>
              <a:off x="2363188" y="310153"/>
              <a:ext cx="353256" cy="206527"/>
            </p14:xfrm>
          </p:contentPart>
        </mc:Choice>
        <mc:Fallback xmlns="">
          <p:sp>
            <p:nvSpPr>
              <p:cNvPr id="1052807" name=""/>
              <p:cNvSpPr/>
              <p:nvPr/>
            </p:nvSpPr>
            <p:spPr>
              <a:xfrm>
                <a:off x="2363188" y="310153"/>
                <a:ext cx="353256" cy="2065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2808" name="Encre 1052807"/>
              <p14:cNvContentPartPr/>
              <p14:nvPr/>
            </p14:nvContentPartPr>
            <p14:xfrm>
              <a:off x="2623977" y="429810"/>
              <a:ext cx="54259" cy="180163"/>
            </p14:xfrm>
          </p:contentPart>
        </mc:Choice>
        <mc:Fallback xmlns="">
          <p:sp>
            <p:nvSpPr>
              <p:cNvPr id="1052808" name=""/>
              <p:cNvSpPr/>
              <p:nvPr/>
            </p:nvSpPr>
            <p:spPr>
              <a:xfrm>
                <a:off x="2623977" y="429810"/>
                <a:ext cx="54259" cy="180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2809" name="Encre 1052808"/>
              <p14:cNvContentPartPr/>
              <p14:nvPr/>
            </p14:nvContentPartPr>
            <p14:xfrm>
              <a:off x="2263467" y="669108"/>
              <a:ext cx="338319" cy="28757"/>
            </p14:xfrm>
          </p:contentPart>
        </mc:Choice>
        <mc:Fallback xmlns="">
          <p:sp>
            <p:nvSpPr>
              <p:cNvPr id="1052809" name=""/>
              <p:cNvSpPr/>
              <p:nvPr/>
            </p:nvSpPr>
            <p:spPr>
              <a:xfrm>
                <a:off x="2263467" y="669108"/>
                <a:ext cx="338319" cy="28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2810" name="Encre 1052809"/>
              <p14:cNvContentPartPr/>
              <p14:nvPr/>
            </p14:nvContentPartPr>
            <p14:xfrm>
              <a:off x="2204797" y="596352"/>
              <a:ext cx="215753" cy="165113"/>
            </p14:xfrm>
          </p:contentPart>
        </mc:Choice>
        <mc:Fallback xmlns="">
          <p:sp>
            <p:nvSpPr>
              <p:cNvPr id="1052810" name=""/>
              <p:cNvSpPr/>
              <p:nvPr/>
            </p:nvSpPr>
            <p:spPr>
              <a:xfrm>
                <a:off x="2204797" y="596352"/>
                <a:ext cx="215753" cy="165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2811" name="Encre 1052810"/>
              <p14:cNvContentPartPr/>
              <p14:nvPr/>
            </p14:nvContentPartPr>
            <p14:xfrm>
              <a:off x="2827368" y="480443"/>
              <a:ext cx="22512" cy="74152"/>
            </p14:xfrm>
          </p:contentPart>
        </mc:Choice>
        <mc:Fallback xmlns="">
          <p:sp>
            <p:nvSpPr>
              <p:cNvPr id="1052811" name=""/>
              <p:cNvSpPr/>
              <p:nvPr/>
            </p:nvSpPr>
            <p:spPr>
              <a:xfrm>
                <a:off x="2827368" y="480443"/>
                <a:ext cx="22512" cy="741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2812" name="Encre 1052811"/>
              <p14:cNvContentPartPr/>
              <p14:nvPr/>
            </p14:nvContentPartPr>
            <p14:xfrm>
              <a:off x="2847928" y="654431"/>
              <a:ext cx="16073" cy="32455"/>
            </p14:xfrm>
          </p:contentPart>
        </mc:Choice>
        <mc:Fallback xmlns="">
          <p:sp>
            <p:nvSpPr>
              <p:cNvPr id="1052812" name=""/>
              <p:cNvSpPr/>
              <p:nvPr/>
            </p:nvSpPr>
            <p:spPr>
              <a:xfrm>
                <a:off x="2847928" y="654431"/>
                <a:ext cx="16073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2813" name="Encre 1052812"/>
              <p14:cNvContentPartPr/>
              <p14:nvPr/>
            </p14:nvContentPartPr>
            <p14:xfrm>
              <a:off x="568205" y="876894"/>
              <a:ext cx="2386045" cy="132463"/>
            </p14:xfrm>
          </p:contentPart>
        </mc:Choice>
        <mc:Fallback xmlns="">
          <p:sp>
            <p:nvSpPr>
              <p:cNvPr id="1052813" name=""/>
              <p:cNvSpPr/>
              <p:nvPr/>
            </p:nvSpPr>
            <p:spPr>
              <a:xfrm>
                <a:off x="568205" y="876894"/>
                <a:ext cx="2386045" cy="132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2814" name="Encre 1052813"/>
              <p14:cNvContentPartPr/>
              <p14:nvPr/>
            </p14:nvContentPartPr>
            <p14:xfrm>
              <a:off x="1199156" y="1257377"/>
              <a:ext cx="282125" cy="402938"/>
            </p14:xfrm>
          </p:contentPart>
        </mc:Choice>
        <mc:Fallback xmlns="">
          <p:sp>
            <p:nvSpPr>
              <p:cNvPr id="1052814" name=""/>
              <p:cNvSpPr/>
              <p:nvPr/>
            </p:nvSpPr>
            <p:spPr>
              <a:xfrm>
                <a:off x="1199156" y="1257377"/>
                <a:ext cx="282125" cy="402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2815" name="Encre 1052814"/>
              <p14:cNvContentPartPr/>
              <p14:nvPr/>
            </p14:nvContentPartPr>
            <p14:xfrm>
              <a:off x="1577059" y="1284611"/>
              <a:ext cx="171475" cy="313737"/>
            </p14:xfrm>
          </p:contentPart>
        </mc:Choice>
        <mc:Fallback xmlns="">
          <p:sp>
            <p:nvSpPr>
              <p:cNvPr id="1052815" name=""/>
              <p:cNvSpPr/>
              <p:nvPr/>
            </p:nvSpPr>
            <p:spPr>
              <a:xfrm>
                <a:off x="1577059" y="1284611"/>
                <a:ext cx="171475" cy="313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2816" name="Encre 1052815"/>
              <p14:cNvContentPartPr/>
              <p14:nvPr/>
            </p14:nvContentPartPr>
            <p14:xfrm>
              <a:off x="1512468" y="1270829"/>
              <a:ext cx="230059" cy="57217"/>
            </p14:xfrm>
          </p:contentPart>
        </mc:Choice>
        <mc:Fallback xmlns="">
          <p:sp>
            <p:nvSpPr>
              <p:cNvPr id="1052816" name=""/>
              <p:cNvSpPr/>
              <p:nvPr/>
            </p:nvSpPr>
            <p:spPr>
              <a:xfrm>
                <a:off x="1512468" y="1270829"/>
                <a:ext cx="230059" cy="57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2817" name="Encre 1052816"/>
              <p14:cNvContentPartPr/>
              <p14:nvPr/>
            </p14:nvContentPartPr>
            <p14:xfrm>
              <a:off x="1583950" y="1407492"/>
              <a:ext cx="158923" cy="51107"/>
            </p14:xfrm>
          </p:contentPart>
        </mc:Choice>
        <mc:Fallback xmlns="">
          <p:sp>
            <p:nvSpPr>
              <p:cNvPr id="1052817" name=""/>
              <p:cNvSpPr/>
              <p:nvPr/>
            </p:nvSpPr>
            <p:spPr>
              <a:xfrm>
                <a:off x="1583950" y="1407492"/>
                <a:ext cx="158923" cy="51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2818" name="Encre 1052817"/>
              <p14:cNvContentPartPr/>
              <p14:nvPr/>
            </p14:nvContentPartPr>
            <p14:xfrm>
              <a:off x="1734896" y="1436537"/>
              <a:ext cx="172405" cy="279223"/>
            </p14:xfrm>
          </p:contentPart>
        </mc:Choice>
        <mc:Fallback xmlns="">
          <p:sp>
            <p:nvSpPr>
              <p:cNvPr id="1052818" name=""/>
              <p:cNvSpPr/>
              <p:nvPr/>
            </p:nvSpPr>
            <p:spPr>
              <a:xfrm>
                <a:off x="1734896" y="1436537"/>
                <a:ext cx="172405" cy="279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2819" name="Encre 1052818"/>
              <p14:cNvContentPartPr/>
              <p14:nvPr/>
            </p14:nvContentPartPr>
            <p14:xfrm>
              <a:off x="1957378" y="1221072"/>
              <a:ext cx="94061" cy="311359"/>
            </p14:xfrm>
          </p:contentPart>
        </mc:Choice>
        <mc:Fallback xmlns="">
          <p:sp>
            <p:nvSpPr>
              <p:cNvPr id="1052819" name=""/>
              <p:cNvSpPr/>
              <p:nvPr/>
            </p:nvSpPr>
            <p:spPr>
              <a:xfrm>
                <a:off x="1957378" y="1221072"/>
                <a:ext cx="94061" cy="311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2820" name="Encre 1052819"/>
              <p14:cNvContentPartPr/>
              <p14:nvPr/>
            </p14:nvContentPartPr>
            <p14:xfrm>
              <a:off x="2102521" y="1304602"/>
              <a:ext cx="166632" cy="203473"/>
            </p14:xfrm>
          </p:contentPart>
        </mc:Choice>
        <mc:Fallback xmlns="">
          <p:sp>
            <p:nvSpPr>
              <p:cNvPr id="1052820" name=""/>
              <p:cNvSpPr/>
              <p:nvPr/>
            </p:nvSpPr>
            <p:spPr>
              <a:xfrm>
                <a:off x="2102521" y="1304602"/>
                <a:ext cx="166632" cy="203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2821" name="Encre 1052820"/>
              <p14:cNvContentPartPr/>
              <p14:nvPr/>
            </p14:nvContentPartPr>
            <p14:xfrm>
              <a:off x="2224422" y="1219335"/>
              <a:ext cx="120497" cy="356271"/>
            </p14:xfrm>
          </p:contentPart>
        </mc:Choice>
        <mc:Fallback xmlns="">
          <p:sp>
            <p:nvSpPr>
              <p:cNvPr id="1052821" name=""/>
              <p:cNvSpPr/>
              <p:nvPr/>
            </p:nvSpPr>
            <p:spPr>
              <a:xfrm>
                <a:off x="2224422" y="1219335"/>
                <a:ext cx="120497" cy="356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2822" name="Encre 1052821"/>
              <p14:cNvContentPartPr/>
              <p14:nvPr/>
            </p14:nvContentPartPr>
            <p14:xfrm>
              <a:off x="1204921" y="1729446"/>
              <a:ext cx="890662" cy="33198"/>
            </p14:xfrm>
          </p:contentPart>
        </mc:Choice>
        <mc:Fallback xmlns="">
          <p:sp>
            <p:nvSpPr>
              <p:cNvPr id="1052822" name=""/>
              <p:cNvSpPr/>
              <p:nvPr/>
            </p:nvSpPr>
            <p:spPr>
              <a:xfrm>
                <a:off x="1204921" y="1729446"/>
                <a:ext cx="890662" cy="33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2823" name="Encre 1052822"/>
              <p14:cNvContentPartPr/>
              <p14:nvPr/>
            </p14:nvContentPartPr>
            <p14:xfrm>
              <a:off x="1500122" y="1838842"/>
              <a:ext cx="548458" cy="343523"/>
            </p14:xfrm>
          </p:contentPart>
        </mc:Choice>
        <mc:Fallback xmlns="">
          <p:sp>
            <p:nvSpPr>
              <p:cNvPr id="1052823" name=""/>
              <p:cNvSpPr/>
              <p:nvPr/>
            </p:nvSpPr>
            <p:spPr>
              <a:xfrm>
                <a:off x="1500122" y="1838842"/>
                <a:ext cx="548458" cy="3435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2824" name="Encre 1052823"/>
              <p14:cNvContentPartPr/>
              <p14:nvPr/>
            </p14:nvContentPartPr>
            <p14:xfrm>
              <a:off x="2435111" y="1660106"/>
              <a:ext cx="178255" cy="12933"/>
            </p14:xfrm>
          </p:contentPart>
        </mc:Choice>
        <mc:Fallback xmlns="">
          <p:sp>
            <p:nvSpPr>
              <p:cNvPr id="1052824" name=""/>
              <p:cNvSpPr/>
              <p:nvPr/>
            </p:nvSpPr>
            <p:spPr>
              <a:xfrm>
                <a:off x="2435111" y="1660106"/>
                <a:ext cx="178255" cy="12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2825" name="Encre 1052824"/>
              <p14:cNvContentPartPr/>
              <p14:nvPr/>
            </p14:nvContentPartPr>
            <p14:xfrm>
              <a:off x="2442171" y="1777537"/>
              <a:ext cx="192824" cy="14147"/>
            </p14:xfrm>
          </p:contentPart>
        </mc:Choice>
        <mc:Fallback xmlns="">
          <p:sp>
            <p:nvSpPr>
              <p:cNvPr id="1052825" name=""/>
              <p:cNvSpPr/>
              <p:nvPr/>
            </p:nvSpPr>
            <p:spPr>
              <a:xfrm>
                <a:off x="2442171" y="1777537"/>
                <a:ext cx="192824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2826" name="Encre 1052825"/>
              <p14:cNvContentPartPr/>
              <p14:nvPr/>
            </p14:nvContentPartPr>
            <p14:xfrm>
              <a:off x="2785459" y="1543325"/>
              <a:ext cx="308326" cy="212121"/>
            </p14:xfrm>
          </p:contentPart>
        </mc:Choice>
        <mc:Fallback xmlns="">
          <p:sp>
            <p:nvSpPr>
              <p:cNvPr id="1052826" name=""/>
              <p:cNvSpPr/>
              <p:nvPr/>
            </p:nvSpPr>
            <p:spPr>
              <a:xfrm>
                <a:off x="2785459" y="1543325"/>
                <a:ext cx="308326" cy="2121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2827" name="Encre 1052826"/>
              <p14:cNvContentPartPr/>
              <p14:nvPr/>
            </p14:nvContentPartPr>
            <p14:xfrm>
              <a:off x="3149927" y="1487391"/>
              <a:ext cx="214886" cy="388892"/>
            </p14:xfrm>
          </p:contentPart>
        </mc:Choice>
        <mc:Fallback xmlns="">
          <p:sp>
            <p:nvSpPr>
              <p:cNvPr id="1052827" name=""/>
              <p:cNvSpPr/>
              <p:nvPr/>
            </p:nvSpPr>
            <p:spPr>
              <a:xfrm>
                <a:off x="3149927" y="1487391"/>
                <a:ext cx="214886" cy="388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2828" name="Encre 1052827"/>
              <p14:cNvContentPartPr/>
              <p14:nvPr/>
            </p14:nvContentPartPr>
            <p14:xfrm>
              <a:off x="3428794" y="1266875"/>
              <a:ext cx="149059" cy="439486"/>
            </p14:xfrm>
          </p:contentPart>
        </mc:Choice>
        <mc:Fallback xmlns="">
          <p:sp>
            <p:nvSpPr>
              <p:cNvPr id="1052828" name=""/>
              <p:cNvSpPr/>
              <p:nvPr/>
            </p:nvSpPr>
            <p:spPr>
              <a:xfrm>
                <a:off x="3428794" y="1266875"/>
                <a:ext cx="149059" cy="439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2829" name="Encre 1052828"/>
              <p14:cNvContentPartPr/>
              <p14:nvPr/>
            </p14:nvContentPartPr>
            <p14:xfrm>
              <a:off x="3634661" y="1422362"/>
              <a:ext cx="123301" cy="246077"/>
            </p14:xfrm>
          </p:contentPart>
        </mc:Choice>
        <mc:Fallback xmlns="">
          <p:sp>
            <p:nvSpPr>
              <p:cNvPr id="1052829" name=""/>
              <p:cNvSpPr/>
              <p:nvPr/>
            </p:nvSpPr>
            <p:spPr>
              <a:xfrm>
                <a:off x="3634661" y="1422362"/>
                <a:ext cx="123301" cy="246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2830" name="Encre 1052829"/>
              <p14:cNvContentPartPr/>
              <p14:nvPr/>
            </p14:nvContentPartPr>
            <p14:xfrm>
              <a:off x="3815462" y="1429560"/>
              <a:ext cx="49723" cy="169608"/>
            </p14:xfrm>
          </p:contentPart>
        </mc:Choice>
        <mc:Fallback xmlns="">
          <p:sp>
            <p:nvSpPr>
              <p:cNvPr id="1052830" name=""/>
              <p:cNvSpPr/>
              <p:nvPr/>
            </p:nvSpPr>
            <p:spPr>
              <a:xfrm>
                <a:off x="3815462" y="1429560"/>
                <a:ext cx="49723" cy="169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2831" name="Encre 1052830"/>
              <p14:cNvContentPartPr/>
              <p14:nvPr/>
            </p14:nvContentPartPr>
            <p14:xfrm>
              <a:off x="3905222" y="1435275"/>
              <a:ext cx="144534" cy="175719"/>
            </p14:xfrm>
          </p:contentPart>
        </mc:Choice>
        <mc:Fallback xmlns="">
          <p:sp>
            <p:nvSpPr>
              <p:cNvPr id="1052831" name=""/>
              <p:cNvSpPr/>
              <p:nvPr/>
            </p:nvSpPr>
            <p:spPr>
              <a:xfrm>
                <a:off x="3905222" y="1435275"/>
                <a:ext cx="144534" cy="175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2832" name="Encre 1052831"/>
              <p14:cNvContentPartPr/>
              <p14:nvPr/>
            </p14:nvContentPartPr>
            <p14:xfrm>
              <a:off x="3863395" y="1306701"/>
              <a:ext cx="16351" cy="66728"/>
            </p14:xfrm>
          </p:contentPart>
        </mc:Choice>
        <mc:Fallback xmlns="">
          <p:sp>
            <p:nvSpPr>
              <p:cNvPr id="1052832" name=""/>
              <p:cNvSpPr/>
              <p:nvPr/>
            </p:nvSpPr>
            <p:spPr>
              <a:xfrm>
                <a:off x="3863395" y="1306701"/>
                <a:ext cx="16351" cy="667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2833" name="Encre 1052832"/>
              <p14:cNvContentPartPr/>
              <p14:nvPr/>
            </p14:nvContentPartPr>
            <p14:xfrm>
              <a:off x="4107096" y="1314780"/>
              <a:ext cx="180479" cy="294893"/>
            </p14:xfrm>
          </p:contentPart>
        </mc:Choice>
        <mc:Fallback xmlns="">
          <p:sp>
            <p:nvSpPr>
              <p:cNvPr id="1052833" name=""/>
              <p:cNvSpPr/>
              <p:nvPr/>
            </p:nvSpPr>
            <p:spPr>
              <a:xfrm>
                <a:off x="4107096" y="1314780"/>
                <a:ext cx="180479" cy="294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2834" name="Encre 1052833"/>
              <p14:cNvContentPartPr/>
              <p14:nvPr/>
            </p14:nvContentPartPr>
            <p14:xfrm>
              <a:off x="4422918" y="1440729"/>
              <a:ext cx="152172" cy="5372"/>
            </p14:xfrm>
          </p:contentPart>
        </mc:Choice>
        <mc:Fallback xmlns="">
          <p:sp>
            <p:nvSpPr>
              <p:cNvPr id="1052834" name=""/>
              <p:cNvSpPr/>
              <p:nvPr/>
            </p:nvSpPr>
            <p:spPr>
              <a:xfrm>
                <a:off x="4422918" y="1440729"/>
                <a:ext cx="152172" cy="5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2835" name="Encre 1052834"/>
              <p14:cNvContentPartPr/>
              <p14:nvPr/>
            </p14:nvContentPartPr>
            <p14:xfrm>
              <a:off x="4415858" y="1521692"/>
              <a:ext cx="187777" cy="38172"/>
            </p14:xfrm>
          </p:contentPart>
        </mc:Choice>
        <mc:Fallback xmlns="">
          <p:sp>
            <p:nvSpPr>
              <p:cNvPr id="1052835" name=""/>
              <p:cNvSpPr/>
              <p:nvPr/>
            </p:nvSpPr>
            <p:spPr>
              <a:xfrm>
                <a:off x="4415858" y="1521692"/>
                <a:ext cx="187777" cy="381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2836" name="Encre 1052835"/>
              <p14:cNvContentPartPr/>
              <p14:nvPr/>
            </p14:nvContentPartPr>
            <p14:xfrm>
              <a:off x="4739166" y="1371481"/>
              <a:ext cx="206076" cy="184612"/>
            </p14:xfrm>
          </p:contentPart>
        </mc:Choice>
        <mc:Fallback xmlns="">
          <p:sp>
            <p:nvSpPr>
              <p:cNvPr id="1052836" name=""/>
              <p:cNvSpPr/>
              <p:nvPr/>
            </p:nvSpPr>
            <p:spPr>
              <a:xfrm>
                <a:off x="4739166" y="1371481"/>
                <a:ext cx="206076" cy="184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2837" name="Encre 1052836"/>
              <p14:cNvContentPartPr/>
              <p14:nvPr/>
            </p14:nvContentPartPr>
            <p14:xfrm>
              <a:off x="6063514" y="1218281"/>
              <a:ext cx="195987" cy="288898"/>
            </p14:xfrm>
          </p:contentPart>
        </mc:Choice>
        <mc:Fallback xmlns="">
          <p:sp>
            <p:nvSpPr>
              <p:cNvPr id="1052837" name=""/>
              <p:cNvSpPr/>
              <p:nvPr/>
            </p:nvSpPr>
            <p:spPr>
              <a:xfrm>
                <a:off x="6063514" y="1218281"/>
                <a:ext cx="195987" cy="288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2838" name="Encre 1052837"/>
              <p14:cNvContentPartPr/>
              <p14:nvPr/>
            </p14:nvContentPartPr>
            <p14:xfrm>
              <a:off x="6418226" y="1341979"/>
              <a:ext cx="184702" cy="11337"/>
            </p14:xfrm>
          </p:contentPart>
        </mc:Choice>
        <mc:Fallback xmlns="">
          <p:sp>
            <p:nvSpPr>
              <p:cNvPr id="1052838" name=""/>
              <p:cNvSpPr/>
              <p:nvPr/>
            </p:nvSpPr>
            <p:spPr>
              <a:xfrm>
                <a:off x="6418226" y="1341979"/>
                <a:ext cx="184702" cy="11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2839" name="Encre 1052838"/>
              <p14:cNvContentPartPr/>
              <p14:nvPr/>
            </p14:nvContentPartPr>
            <p14:xfrm>
              <a:off x="6404106" y="1429027"/>
              <a:ext cx="180414" cy="39473"/>
            </p14:xfrm>
          </p:contentPart>
        </mc:Choice>
        <mc:Fallback xmlns="">
          <p:sp>
            <p:nvSpPr>
              <p:cNvPr id="1052839" name=""/>
              <p:cNvSpPr/>
              <p:nvPr/>
            </p:nvSpPr>
            <p:spPr>
              <a:xfrm>
                <a:off x="6404106" y="1429027"/>
                <a:ext cx="180414" cy="39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2840" name="Encre 1052839"/>
              <p14:cNvContentPartPr/>
              <p14:nvPr/>
            </p14:nvContentPartPr>
            <p14:xfrm>
              <a:off x="6690032" y="1248158"/>
              <a:ext cx="203715" cy="200550"/>
            </p14:xfrm>
          </p:contentPart>
        </mc:Choice>
        <mc:Fallback xmlns="">
          <p:sp>
            <p:nvSpPr>
              <p:cNvPr id="1052840" name=""/>
              <p:cNvSpPr/>
              <p:nvPr/>
            </p:nvSpPr>
            <p:spPr>
              <a:xfrm>
                <a:off x="6690032" y="1248158"/>
                <a:ext cx="203715" cy="2005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2841" name="Encre 1052840"/>
              <p14:cNvContentPartPr/>
              <p14:nvPr/>
            </p14:nvContentPartPr>
            <p14:xfrm>
              <a:off x="7226612" y="1230226"/>
              <a:ext cx="408417" cy="195335"/>
            </p14:xfrm>
          </p:contentPart>
        </mc:Choice>
        <mc:Fallback xmlns="">
          <p:sp>
            <p:nvSpPr>
              <p:cNvPr id="1052841" name=""/>
              <p:cNvSpPr/>
              <p:nvPr/>
            </p:nvSpPr>
            <p:spPr>
              <a:xfrm>
                <a:off x="7226612" y="1230226"/>
                <a:ext cx="408417" cy="195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2842" name="Encre 1052841"/>
              <p14:cNvContentPartPr/>
              <p14:nvPr/>
            </p14:nvContentPartPr>
            <p14:xfrm>
              <a:off x="7862861" y="1154306"/>
              <a:ext cx="86043" cy="142458"/>
            </p14:xfrm>
          </p:contentPart>
        </mc:Choice>
        <mc:Fallback xmlns="">
          <p:sp>
            <p:nvSpPr>
              <p:cNvPr id="1052842" name=""/>
              <p:cNvSpPr/>
              <p:nvPr/>
            </p:nvSpPr>
            <p:spPr>
              <a:xfrm>
                <a:off x="7862861" y="1154306"/>
                <a:ext cx="86043" cy="142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2843" name="Encre 1052842"/>
              <p14:cNvContentPartPr/>
              <p14:nvPr/>
            </p14:nvContentPartPr>
            <p14:xfrm>
              <a:off x="7970102" y="1147108"/>
              <a:ext cx="12704" cy="244960"/>
            </p14:xfrm>
          </p:contentPart>
        </mc:Choice>
        <mc:Fallback xmlns="">
          <p:sp>
            <p:nvSpPr>
              <p:cNvPr id="1052843" name=""/>
              <p:cNvSpPr/>
              <p:nvPr/>
            </p:nvSpPr>
            <p:spPr>
              <a:xfrm>
                <a:off x="7970102" y="1147108"/>
                <a:ext cx="12704" cy="244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2844" name="Encre 1052843"/>
              <p14:cNvContentPartPr/>
              <p14:nvPr/>
            </p14:nvContentPartPr>
            <p14:xfrm>
              <a:off x="7841682" y="1143829"/>
              <a:ext cx="301221" cy="25434"/>
            </p14:xfrm>
          </p:contentPart>
        </mc:Choice>
        <mc:Fallback xmlns="">
          <p:sp>
            <p:nvSpPr>
              <p:cNvPr id="1052844" name=""/>
              <p:cNvSpPr/>
              <p:nvPr/>
            </p:nvSpPr>
            <p:spPr>
              <a:xfrm>
                <a:off x="7841682" y="1143829"/>
                <a:ext cx="301221" cy="25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2845" name="Encre 1052844"/>
              <p14:cNvContentPartPr/>
              <p14:nvPr/>
            </p14:nvContentPartPr>
            <p14:xfrm>
              <a:off x="7882919" y="1096809"/>
              <a:ext cx="294259" cy="326180"/>
            </p14:xfrm>
          </p:contentPart>
        </mc:Choice>
        <mc:Fallback xmlns="">
          <p:sp>
            <p:nvSpPr>
              <p:cNvPr id="1052845" name=""/>
              <p:cNvSpPr/>
              <p:nvPr/>
            </p:nvSpPr>
            <p:spPr>
              <a:xfrm>
                <a:off x="7882919" y="1096809"/>
                <a:ext cx="294259" cy="326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2846" name="Encre 1052845"/>
              <p14:cNvContentPartPr/>
              <p14:nvPr/>
            </p14:nvContentPartPr>
            <p14:xfrm>
              <a:off x="8306312" y="1277662"/>
              <a:ext cx="161090" cy="8923"/>
            </p14:xfrm>
          </p:contentPart>
        </mc:Choice>
        <mc:Fallback xmlns="">
          <p:sp>
            <p:nvSpPr>
              <p:cNvPr id="1052846" name=""/>
              <p:cNvSpPr/>
              <p:nvPr/>
            </p:nvSpPr>
            <p:spPr>
              <a:xfrm>
                <a:off x="8306312" y="1277662"/>
                <a:ext cx="161090" cy="8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2847" name="Encre 1052846"/>
              <p14:cNvContentPartPr/>
              <p14:nvPr/>
            </p14:nvContentPartPr>
            <p14:xfrm>
              <a:off x="8313813" y="1341508"/>
              <a:ext cx="155158" cy="37171"/>
            </p14:xfrm>
          </p:contentPart>
        </mc:Choice>
        <mc:Fallback xmlns="">
          <p:sp>
            <p:nvSpPr>
              <p:cNvPr id="1052847" name=""/>
              <p:cNvSpPr/>
              <p:nvPr/>
            </p:nvSpPr>
            <p:spPr>
              <a:xfrm>
                <a:off x="8313813" y="1341508"/>
                <a:ext cx="155158" cy="37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2848" name="Encre 1052847"/>
              <p14:cNvContentPartPr/>
              <p14:nvPr/>
            </p14:nvContentPartPr>
            <p14:xfrm>
              <a:off x="8587043" y="1161504"/>
              <a:ext cx="170776" cy="202709"/>
            </p14:xfrm>
          </p:contentPart>
        </mc:Choice>
        <mc:Fallback xmlns="">
          <p:sp>
            <p:nvSpPr>
              <p:cNvPr id="1052848" name=""/>
              <p:cNvSpPr/>
              <p:nvPr/>
            </p:nvSpPr>
            <p:spPr>
              <a:xfrm>
                <a:off x="8587043" y="1161504"/>
                <a:ext cx="170776" cy="202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2849" name="Encre 1052848"/>
              <p14:cNvContentPartPr/>
              <p14:nvPr/>
            </p14:nvContentPartPr>
            <p14:xfrm>
              <a:off x="8542378" y="1156138"/>
              <a:ext cx="317715" cy="20739"/>
            </p14:xfrm>
          </p:contentPart>
        </mc:Choice>
        <mc:Fallback xmlns="">
          <p:sp>
            <p:nvSpPr>
              <p:cNvPr id="1052849" name=""/>
              <p:cNvSpPr/>
              <p:nvPr/>
            </p:nvSpPr>
            <p:spPr>
              <a:xfrm>
                <a:off x="8542378" y="1156138"/>
                <a:ext cx="317715" cy="20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2850" name="Encre 1052849"/>
              <p14:cNvContentPartPr/>
              <p14:nvPr/>
            </p14:nvContentPartPr>
            <p14:xfrm>
              <a:off x="6067878" y="1589107"/>
              <a:ext cx="654305" cy="14193"/>
            </p14:xfrm>
          </p:contentPart>
        </mc:Choice>
        <mc:Fallback xmlns="">
          <p:sp>
            <p:nvSpPr>
              <p:cNvPr id="1052850" name=""/>
              <p:cNvSpPr/>
              <p:nvPr/>
            </p:nvSpPr>
            <p:spPr>
              <a:xfrm>
                <a:off x="6067878" y="1589107"/>
                <a:ext cx="654305" cy="14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2851" name="Encre 1052850"/>
              <p14:cNvContentPartPr/>
              <p14:nvPr/>
            </p14:nvContentPartPr>
            <p14:xfrm>
              <a:off x="7626795" y="1555600"/>
              <a:ext cx="981202" cy="13009"/>
            </p14:xfrm>
          </p:contentPart>
        </mc:Choice>
        <mc:Fallback xmlns="">
          <p:sp>
            <p:nvSpPr>
              <p:cNvPr id="1052851" name=""/>
              <p:cNvSpPr/>
              <p:nvPr/>
            </p:nvSpPr>
            <p:spPr>
              <a:xfrm>
                <a:off x="7626795" y="1555600"/>
                <a:ext cx="981202" cy="13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2852" name="Encre 1052851"/>
              <p14:cNvContentPartPr/>
              <p14:nvPr/>
            </p14:nvContentPartPr>
            <p14:xfrm>
              <a:off x="768175" y="2602516"/>
              <a:ext cx="141338" cy="337774"/>
            </p14:xfrm>
          </p:contentPart>
        </mc:Choice>
        <mc:Fallback xmlns="">
          <p:sp>
            <p:nvSpPr>
              <p:cNvPr id="1052852" name=""/>
              <p:cNvSpPr/>
              <p:nvPr/>
            </p:nvSpPr>
            <p:spPr>
              <a:xfrm>
                <a:off x="768175" y="2602516"/>
                <a:ext cx="141338" cy="337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853" name="Encre 1052852"/>
              <p14:cNvContentPartPr/>
              <p14:nvPr/>
            </p14:nvContentPartPr>
            <p14:xfrm>
              <a:off x="995076" y="2465299"/>
              <a:ext cx="171736" cy="466651"/>
            </p14:xfrm>
          </p:contentPart>
        </mc:Choice>
        <mc:Fallback xmlns="">
          <p:sp>
            <p:nvSpPr>
              <p:cNvPr id="1052853" name=""/>
              <p:cNvSpPr/>
              <p:nvPr/>
            </p:nvSpPr>
            <p:spPr>
              <a:xfrm>
                <a:off x="995076" y="2465299"/>
                <a:ext cx="171736" cy="466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2854" name="Encre 1052853"/>
              <p14:cNvContentPartPr/>
              <p14:nvPr/>
            </p14:nvContentPartPr>
            <p14:xfrm>
              <a:off x="1172986" y="2626126"/>
              <a:ext cx="258228" cy="240118"/>
            </p14:xfrm>
          </p:contentPart>
        </mc:Choice>
        <mc:Fallback xmlns="">
          <p:sp>
            <p:nvSpPr>
              <p:cNvPr id="1052854" name=""/>
              <p:cNvSpPr/>
              <p:nvPr/>
            </p:nvSpPr>
            <p:spPr>
              <a:xfrm>
                <a:off x="1172986" y="2626126"/>
                <a:ext cx="258228" cy="240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2855" name="Encre 1052854"/>
              <p14:cNvContentPartPr/>
              <p14:nvPr/>
            </p14:nvContentPartPr>
            <p14:xfrm>
              <a:off x="1459946" y="2465299"/>
              <a:ext cx="247957" cy="409355"/>
            </p14:xfrm>
          </p:contentPart>
        </mc:Choice>
        <mc:Fallback xmlns="">
          <p:sp>
            <p:nvSpPr>
              <p:cNvPr id="1052855" name=""/>
              <p:cNvSpPr/>
              <p:nvPr/>
            </p:nvSpPr>
            <p:spPr>
              <a:xfrm>
                <a:off x="1459946" y="2465299"/>
                <a:ext cx="247957" cy="409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2856" name="Encre 1052855"/>
              <p14:cNvContentPartPr/>
              <p14:nvPr/>
            </p14:nvContentPartPr>
            <p14:xfrm>
              <a:off x="1652931" y="2559863"/>
              <a:ext cx="45301" cy="67615"/>
            </p14:xfrm>
          </p:contentPart>
        </mc:Choice>
        <mc:Fallback xmlns="">
          <p:sp>
            <p:nvSpPr>
              <p:cNvPr id="1052856" name=""/>
              <p:cNvSpPr/>
              <p:nvPr/>
            </p:nvSpPr>
            <p:spPr>
              <a:xfrm>
                <a:off x="1652931" y="2559863"/>
                <a:ext cx="45301" cy="67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2857" name="Encre 1052856"/>
              <p14:cNvContentPartPr/>
              <p14:nvPr/>
            </p14:nvContentPartPr>
            <p14:xfrm>
              <a:off x="1818767" y="2422112"/>
              <a:ext cx="51109" cy="456417"/>
            </p14:xfrm>
          </p:contentPart>
        </mc:Choice>
        <mc:Fallback xmlns="">
          <p:sp>
            <p:nvSpPr>
              <p:cNvPr id="1052857" name=""/>
              <p:cNvSpPr/>
              <p:nvPr/>
            </p:nvSpPr>
            <p:spPr>
              <a:xfrm>
                <a:off x="1818767" y="2422112"/>
                <a:ext cx="51109" cy="456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2858" name="Encre 1052857"/>
              <p14:cNvContentPartPr/>
              <p14:nvPr/>
            </p14:nvContentPartPr>
            <p14:xfrm>
              <a:off x="1952614" y="2675525"/>
              <a:ext cx="24484" cy="221008"/>
            </p14:xfrm>
          </p:contentPart>
        </mc:Choice>
        <mc:Fallback xmlns="">
          <p:sp>
            <p:nvSpPr>
              <p:cNvPr id="1052858" name=""/>
              <p:cNvSpPr/>
              <p:nvPr/>
            </p:nvSpPr>
            <p:spPr>
              <a:xfrm>
                <a:off x="1952614" y="2675525"/>
                <a:ext cx="24484" cy="221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2859" name="Encre 1052858"/>
              <p14:cNvContentPartPr/>
              <p14:nvPr/>
            </p14:nvContentPartPr>
            <p14:xfrm>
              <a:off x="2099421" y="2400271"/>
              <a:ext cx="227071" cy="450107"/>
            </p14:xfrm>
          </p:contentPart>
        </mc:Choice>
        <mc:Fallback xmlns="">
          <p:sp>
            <p:nvSpPr>
              <p:cNvPr id="1052859" name=""/>
              <p:cNvSpPr/>
              <p:nvPr/>
            </p:nvSpPr>
            <p:spPr>
              <a:xfrm>
                <a:off x="2099421" y="2400271"/>
                <a:ext cx="227071" cy="450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2860" name="Encre 1052859"/>
              <p14:cNvContentPartPr/>
              <p14:nvPr/>
            </p14:nvContentPartPr>
            <p14:xfrm>
              <a:off x="2370384" y="2443954"/>
              <a:ext cx="121647" cy="111659"/>
            </p14:xfrm>
          </p:contentPart>
        </mc:Choice>
        <mc:Fallback xmlns="">
          <p:sp>
            <p:nvSpPr>
              <p:cNvPr id="1052860" name=""/>
              <p:cNvSpPr/>
              <p:nvPr/>
            </p:nvSpPr>
            <p:spPr>
              <a:xfrm>
                <a:off x="2370384" y="2443954"/>
                <a:ext cx="121647" cy="1116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2861" name="Encre 1052860"/>
              <p14:cNvContentPartPr/>
              <p14:nvPr/>
            </p14:nvContentPartPr>
            <p14:xfrm>
              <a:off x="2120062" y="2574011"/>
              <a:ext cx="93102" cy="14147"/>
            </p14:xfrm>
          </p:contentPart>
        </mc:Choice>
        <mc:Fallback xmlns="">
          <p:sp>
            <p:nvSpPr>
              <p:cNvPr id="1052861" name=""/>
              <p:cNvSpPr/>
              <p:nvPr/>
            </p:nvSpPr>
            <p:spPr>
              <a:xfrm>
                <a:off x="2120062" y="2574011"/>
                <a:ext cx="93102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2862" name="Encre 1052861"/>
              <p14:cNvContentPartPr/>
              <p14:nvPr/>
            </p14:nvContentPartPr>
            <p14:xfrm>
              <a:off x="2005096" y="2516180"/>
              <a:ext cx="22305" cy="68074"/>
            </p14:xfrm>
          </p:contentPart>
        </mc:Choice>
        <mc:Fallback xmlns="">
          <p:sp>
            <p:nvSpPr>
              <p:cNvPr id="1052862" name=""/>
              <p:cNvSpPr/>
              <p:nvPr/>
            </p:nvSpPr>
            <p:spPr>
              <a:xfrm>
                <a:off x="2005096" y="2516180"/>
                <a:ext cx="22305" cy="68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2863" name="Encre 1052862"/>
              <p14:cNvContentPartPr/>
              <p14:nvPr/>
            </p14:nvContentPartPr>
            <p14:xfrm>
              <a:off x="832952" y="2966603"/>
              <a:ext cx="1465576" cy="49204"/>
            </p14:xfrm>
          </p:contentPart>
        </mc:Choice>
        <mc:Fallback xmlns="">
          <p:sp>
            <p:nvSpPr>
              <p:cNvPr id="1052863" name=""/>
              <p:cNvSpPr/>
              <p:nvPr/>
            </p:nvSpPr>
            <p:spPr>
              <a:xfrm>
                <a:off x="832952" y="2966603"/>
                <a:ext cx="1465576" cy="492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2864" name="Encre 1052863"/>
              <p14:cNvContentPartPr/>
              <p14:nvPr/>
            </p14:nvContentPartPr>
            <p14:xfrm>
              <a:off x="1104736" y="3167954"/>
              <a:ext cx="259190" cy="554715"/>
            </p14:xfrm>
          </p:contentPart>
        </mc:Choice>
        <mc:Fallback xmlns="">
          <p:sp>
            <p:nvSpPr>
              <p:cNvPr id="1052864" name=""/>
              <p:cNvSpPr/>
              <p:nvPr/>
            </p:nvSpPr>
            <p:spPr>
              <a:xfrm>
                <a:off x="1104736" y="3167954"/>
                <a:ext cx="259190" cy="554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2865" name="Encre 1052864"/>
              <p14:cNvContentPartPr/>
              <p14:nvPr/>
            </p14:nvContentPartPr>
            <p14:xfrm>
              <a:off x="1397745" y="3058468"/>
              <a:ext cx="200325" cy="218198"/>
            </p14:xfrm>
          </p:contentPart>
        </mc:Choice>
        <mc:Fallback xmlns="">
          <p:sp>
            <p:nvSpPr>
              <p:cNvPr id="1052865" name=""/>
              <p:cNvSpPr/>
              <p:nvPr/>
            </p:nvSpPr>
            <p:spPr>
              <a:xfrm>
                <a:off x="1397745" y="3058468"/>
                <a:ext cx="200325" cy="218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2866" name="Encre 1052865"/>
              <p14:cNvContentPartPr/>
              <p14:nvPr/>
            </p14:nvContentPartPr>
            <p14:xfrm>
              <a:off x="1638338" y="3211389"/>
              <a:ext cx="213967" cy="370713"/>
            </p14:xfrm>
          </p:contentPart>
        </mc:Choice>
        <mc:Fallback xmlns="">
          <p:sp>
            <p:nvSpPr>
              <p:cNvPr id="1052866" name=""/>
              <p:cNvSpPr/>
              <p:nvPr/>
            </p:nvSpPr>
            <p:spPr>
              <a:xfrm>
                <a:off x="1638338" y="3211389"/>
                <a:ext cx="213967" cy="370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2867" name="Encre 1052866"/>
              <p14:cNvContentPartPr/>
              <p14:nvPr/>
            </p14:nvContentPartPr>
            <p14:xfrm>
              <a:off x="1619691" y="3439912"/>
              <a:ext cx="202046" cy="3612"/>
            </p14:xfrm>
          </p:contentPart>
        </mc:Choice>
        <mc:Fallback xmlns="">
          <p:sp>
            <p:nvSpPr>
              <p:cNvPr id="1052867" name=""/>
              <p:cNvSpPr/>
              <p:nvPr/>
            </p:nvSpPr>
            <p:spPr>
              <a:xfrm>
                <a:off x="1619691" y="3439912"/>
                <a:ext cx="202046" cy="3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2868" name="Encre 1052867"/>
              <p14:cNvContentPartPr/>
              <p14:nvPr/>
            </p14:nvContentPartPr>
            <p14:xfrm>
              <a:off x="1837092" y="3514423"/>
              <a:ext cx="119674" cy="231514"/>
            </p14:xfrm>
          </p:contentPart>
        </mc:Choice>
        <mc:Fallback xmlns="">
          <p:sp>
            <p:nvSpPr>
              <p:cNvPr id="1052868" name=""/>
              <p:cNvSpPr/>
              <p:nvPr/>
            </p:nvSpPr>
            <p:spPr>
              <a:xfrm>
                <a:off x="1837092" y="3514423"/>
                <a:ext cx="119674" cy="231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2869" name="Encre 1052868"/>
              <p14:cNvContentPartPr/>
              <p14:nvPr/>
            </p14:nvContentPartPr>
            <p14:xfrm>
              <a:off x="2011021" y="3269468"/>
              <a:ext cx="105340" cy="319575"/>
            </p14:xfrm>
          </p:contentPart>
        </mc:Choice>
        <mc:Fallback xmlns="">
          <p:sp>
            <p:nvSpPr>
              <p:cNvPr id="1052869" name=""/>
              <p:cNvSpPr/>
              <p:nvPr/>
            </p:nvSpPr>
            <p:spPr>
              <a:xfrm>
                <a:off x="2011021" y="3269468"/>
                <a:ext cx="105340" cy="3195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2870" name="Encre 1052869"/>
              <p14:cNvContentPartPr/>
              <p14:nvPr/>
            </p14:nvContentPartPr>
            <p14:xfrm>
              <a:off x="2116950" y="3356747"/>
              <a:ext cx="147204" cy="212767"/>
            </p14:xfrm>
          </p:contentPart>
        </mc:Choice>
        <mc:Fallback xmlns="">
          <p:sp>
            <p:nvSpPr>
              <p:cNvPr id="1052870" name=""/>
              <p:cNvSpPr/>
              <p:nvPr/>
            </p:nvSpPr>
            <p:spPr>
              <a:xfrm>
                <a:off x="2116950" y="3356747"/>
                <a:ext cx="147204" cy="212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2871" name="Encre 1052870"/>
              <p14:cNvContentPartPr/>
              <p14:nvPr/>
            </p14:nvContentPartPr>
            <p14:xfrm>
              <a:off x="2284647" y="3284111"/>
              <a:ext cx="56051" cy="351762"/>
            </p14:xfrm>
          </p:contentPart>
        </mc:Choice>
        <mc:Fallback xmlns="">
          <p:sp>
            <p:nvSpPr>
              <p:cNvPr id="1052871" name=""/>
              <p:cNvSpPr/>
              <p:nvPr/>
            </p:nvSpPr>
            <p:spPr>
              <a:xfrm>
                <a:off x="2284647" y="3284111"/>
                <a:ext cx="56051" cy="351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2872" name="Encre 1052871"/>
              <p14:cNvContentPartPr/>
              <p14:nvPr/>
            </p14:nvContentPartPr>
            <p14:xfrm>
              <a:off x="1320800" y="3802105"/>
              <a:ext cx="971789" cy="45829"/>
            </p14:xfrm>
          </p:contentPart>
        </mc:Choice>
        <mc:Fallback xmlns="">
          <p:sp>
            <p:nvSpPr>
              <p:cNvPr id="1052872" name=""/>
              <p:cNvSpPr/>
              <p:nvPr/>
            </p:nvSpPr>
            <p:spPr>
              <a:xfrm>
                <a:off x="1320800" y="3802105"/>
                <a:ext cx="971789" cy="458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2873" name="Encre 1052872"/>
              <p14:cNvContentPartPr/>
              <p14:nvPr/>
            </p14:nvContentPartPr>
            <p14:xfrm>
              <a:off x="1428879" y="3986021"/>
              <a:ext cx="459519" cy="422812"/>
            </p14:xfrm>
          </p:contentPart>
        </mc:Choice>
        <mc:Fallback xmlns="">
          <p:sp>
            <p:nvSpPr>
              <p:cNvPr id="1052873" name=""/>
              <p:cNvSpPr/>
              <p:nvPr/>
            </p:nvSpPr>
            <p:spPr>
              <a:xfrm>
                <a:off x="1428879" y="3986021"/>
                <a:ext cx="459519" cy="422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2874" name="Encre 1052873"/>
              <p14:cNvContentPartPr/>
              <p14:nvPr/>
            </p14:nvContentPartPr>
            <p14:xfrm>
              <a:off x="1905617" y="4073884"/>
              <a:ext cx="285926" cy="199431"/>
            </p14:xfrm>
          </p:contentPart>
        </mc:Choice>
        <mc:Fallback xmlns="">
          <p:sp>
            <p:nvSpPr>
              <p:cNvPr id="1052874" name=""/>
              <p:cNvSpPr/>
              <p:nvPr/>
            </p:nvSpPr>
            <p:spPr>
              <a:xfrm>
                <a:off x="1905617" y="4073884"/>
                <a:ext cx="285926" cy="199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2875" name="Encre 1052874"/>
              <p14:cNvContentPartPr/>
              <p14:nvPr/>
            </p14:nvContentPartPr>
            <p14:xfrm>
              <a:off x="2406430" y="3798630"/>
              <a:ext cx="148454" cy="9723"/>
            </p14:xfrm>
          </p:contentPart>
        </mc:Choice>
        <mc:Fallback xmlns="">
          <p:sp>
            <p:nvSpPr>
              <p:cNvPr id="1052875" name=""/>
              <p:cNvSpPr/>
              <p:nvPr/>
            </p:nvSpPr>
            <p:spPr>
              <a:xfrm>
                <a:off x="2406430" y="3798630"/>
                <a:ext cx="148454" cy="9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2876" name="Encre 1052875"/>
              <p14:cNvContentPartPr/>
              <p14:nvPr/>
            </p14:nvContentPartPr>
            <p14:xfrm>
              <a:off x="2435111" y="3935885"/>
              <a:ext cx="189398" cy="3839"/>
            </p14:xfrm>
          </p:contentPart>
        </mc:Choice>
        <mc:Fallback xmlns="">
          <p:sp>
            <p:nvSpPr>
              <p:cNvPr id="1052876" name=""/>
              <p:cNvSpPr/>
              <p:nvPr/>
            </p:nvSpPr>
            <p:spPr>
              <a:xfrm>
                <a:off x="2435111" y="3935885"/>
                <a:ext cx="189398" cy="3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2877" name="Encre 1052876"/>
              <p14:cNvContentPartPr/>
              <p14:nvPr/>
            </p14:nvContentPartPr>
            <p14:xfrm>
              <a:off x="2889152" y="3760330"/>
              <a:ext cx="225578" cy="205736"/>
            </p14:xfrm>
          </p:contentPart>
        </mc:Choice>
        <mc:Fallback xmlns="">
          <p:sp>
            <p:nvSpPr>
              <p:cNvPr id="1052877" name=""/>
              <p:cNvSpPr/>
              <p:nvPr/>
            </p:nvSpPr>
            <p:spPr>
              <a:xfrm>
                <a:off x="2889152" y="3760330"/>
                <a:ext cx="225578" cy="205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2878" name="Encre 1052877"/>
              <p14:cNvContentPartPr/>
              <p14:nvPr/>
            </p14:nvContentPartPr>
            <p14:xfrm>
              <a:off x="3203653" y="3767551"/>
              <a:ext cx="158321" cy="316130"/>
            </p14:xfrm>
          </p:contentPart>
        </mc:Choice>
        <mc:Fallback xmlns="">
          <p:sp>
            <p:nvSpPr>
              <p:cNvPr id="1052878" name=""/>
              <p:cNvSpPr/>
              <p:nvPr/>
            </p:nvSpPr>
            <p:spPr>
              <a:xfrm>
                <a:off x="3203653" y="3767551"/>
                <a:ext cx="158321" cy="316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2879" name="Encre 1052878"/>
              <p14:cNvContentPartPr/>
              <p14:nvPr/>
            </p14:nvContentPartPr>
            <p14:xfrm>
              <a:off x="3482220" y="3479445"/>
              <a:ext cx="3935" cy="442293"/>
            </p14:xfrm>
          </p:contentPart>
        </mc:Choice>
        <mc:Fallback xmlns="">
          <p:sp>
            <p:nvSpPr>
              <p:cNvPr id="1052879" name=""/>
              <p:cNvSpPr/>
              <p:nvPr/>
            </p:nvSpPr>
            <p:spPr>
              <a:xfrm>
                <a:off x="3482220" y="3479445"/>
                <a:ext cx="3935" cy="442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2880" name="Encre 1052879"/>
              <p14:cNvContentPartPr/>
              <p14:nvPr/>
            </p14:nvContentPartPr>
            <p14:xfrm>
              <a:off x="3590353" y="3682721"/>
              <a:ext cx="349099" cy="263876"/>
            </p14:xfrm>
          </p:contentPart>
        </mc:Choice>
        <mc:Fallback xmlns="">
          <p:sp>
            <p:nvSpPr>
              <p:cNvPr id="1052880" name=""/>
              <p:cNvSpPr/>
              <p:nvPr/>
            </p:nvSpPr>
            <p:spPr>
              <a:xfrm>
                <a:off x="3590353" y="3682721"/>
                <a:ext cx="349099" cy="263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2881" name="Encre 1052880"/>
              <p14:cNvContentPartPr/>
              <p14:nvPr/>
            </p14:nvContentPartPr>
            <p14:xfrm>
              <a:off x="4021169" y="3674194"/>
              <a:ext cx="137930" cy="260715"/>
            </p14:xfrm>
          </p:contentPart>
        </mc:Choice>
        <mc:Fallback xmlns="">
          <p:sp>
            <p:nvSpPr>
              <p:cNvPr id="1052881" name=""/>
              <p:cNvSpPr/>
              <p:nvPr/>
            </p:nvSpPr>
            <p:spPr>
              <a:xfrm>
                <a:off x="4021169" y="3674194"/>
                <a:ext cx="137930" cy="260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2882" name="Encre 1052881"/>
              <p14:cNvContentPartPr/>
              <p14:nvPr/>
            </p14:nvContentPartPr>
            <p14:xfrm>
              <a:off x="4279955" y="2829969"/>
              <a:ext cx="811645" cy="1026243"/>
            </p14:xfrm>
          </p:contentPart>
        </mc:Choice>
        <mc:Fallback xmlns="">
          <p:sp>
            <p:nvSpPr>
              <p:cNvPr id="1052882" name=""/>
              <p:cNvSpPr/>
              <p:nvPr/>
            </p:nvSpPr>
            <p:spPr>
              <a:xfrm>
                <a:off x="4279955" y="2829969"/>
                <a:ext cx="811645" cy="1026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2883" name="Encre 1052882"/>
              <p14:cNvContentPartPr/>
              <p14:nvPr/>
            </p14:nvContentPartPr>
            <p14:xfrm>
              <a:off x="5038013" y="2736006"/>
              <a:ext cx="200533" cy="179454"/>
            </p14:xfrm>
          </p:contentPart>
        </mc:Choice>
        <mc:Fallback xmlns="">
          <p:sp>
            <p:nvSpPr>
              <p:cNvPr id="1052883" name=""/>
              <p:cNvSpPr/>
              <p:nvPr/>
            </p:nvSpPr>
            <p:spPr>
              <a:xfrm>
                <a:off x="5038013" y="2736006"/>
                <a:ext cx="200533" cy="179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2884" name="Encre 1052883"/>
              <p14:cNvContentPartPr/>
              <p14:nvPr/>
            </p14:nvContentPartPr>
            <p14:xfrm>
              <a:off x="5350758" y="2574778"/>
              <a:ext cx="166447" cy="231267"/>
            </p14:xfrm>
          </p:contentPart>
        </mc:Choice>
        <mc:Fallback xmlns="">
          <p:sp>
            <p:nvSpPr>
              <p:cNvPr id="1052884" name=""/>
              <p:cNvSpPr/>
              <p:nvPr/>
            </p:nvSpPr>
            <p:spPr>
              <a:xfrm>
                <a:off x="5350758" y="2574778"/>
                <a:ext cx="166447" cy="231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2885" name="Encre 1052884"/>
              <p14:cNvContentPartPr/>
              <p14:nvPr/>
            </p14:nvContentPartPr>
            <p14:xfrm>
              <a:off x="5603247" y="2675525"/>
              <a:ext cx="92661" cy="3723"/>
            </p14:xfrm>
          </p:contentPart>
        </mc:Choice>
        <mc:Fallback xmlns="">
          <p:sp>
            <p:nvSpPr>
              <p:cNvPr id="1052885" name=""/>
              <p:cNvSpPr/>
              <p:nvPr/>
            </p:nvSpPr>
            <p:spPr>
              <a:xfrm>
                <a:off x="5603247" y="2675525"/>
                <a:ext cx="92661" cy="3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2886" name="Encre 1052885"/>
              <p14:cNvContentPartPr/>
              <p14:nvPr/>
            </p14:nvContentPartPr>
            <p14:xfrm>
              <a:off x="5595746" y="2728588"/>
              <a:ext cx="157178" cy="41005"/>
            </p14:xfrm>
          </p:contentPart>
        </mc:Choice>
        <mc:Fallback xmlns="">
          <p:sp>
            <p:nvSpPr>
              <p:cNvPr id="1052886" name=""/>
              <p:cNvSpPr/>
              <p:nvPr/>
            </p:nvSpPr>
            <p:spPr>
              <a:xfrm>
                <a:off x="5595746" y="2728588"/>
                <a:ext cx="157178" cy="41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2887" name="Encre 1052886"/>
              <p14:cNvContentPartPr/>
              <p14:nvPr/>
            </p14:nvContentPartPr>
            <p14:xfrm>
              <a:off x="5841848" y="2624244"/>
              <a:ext cx="133213" cy="121050"/>
            </p14:xfrm>
          </p:contentPart>
        </mc:Choice>
        <mc:Fallback xmlns="">
          <p:sp>
            <p:nvSpPr>
              <p:cNvPr id="1052887" name=""/>
              <p:cNvSpPr/>
              <p:nvPr/>
            </p:nvSpPr>
            <p:spPr>
              <a:xfrm>
                <a:off x="5841848" y="2624244"/>
                <a:ext cx="133213" cy="121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2888" name="Encre 1052887"/>
              <p14:cNvContentPartPr/>
              <p14:nvPr/>
            </p14:nvContentPartPr>
            <p14:xfrm>
              <a:off x="6619732" y="2338862"/>
              <a:ext cx="226285" cy="365995"/>
            </p14:xfrm>
          </p:contentPart>
        </mc:Choice>
        <mc:Fallback xmlns="">
          <p:sp>
            <p:nvSpPr>
              <p:cNvPr id="1052888" name=""/>
              <p:cNvSpPr/>
              <p:nvPr/>
            </p:nvSpPr>
            <p:spPr>
              <a:xfrm>
                <a:off x="6619732" y="2338862"/>
                <a:ext cx="226285" cy="365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2889" name="Encre 1052888"/>
              <p14:cNvContentPartPr/>
              <p14:nvPr/>
            </p14:nvContentPartPr>
            <p14:xfrm>
              <a:off x="6985821" y="2335242"/>
              <a:ext cx="205025" cy="310261"/>
            </p14:xfrm>
          </p:contentPart>
        </mc:Choice>
        <mc:Fallback xmlns="">
          <p:sp>
            <p:nvSpPr>
              <p:cNvPr id="1052889" name=""/>
              <p:cNvSpPr/>
              <p:nvPr/>
            </p:nvSpPr>
            <p:spPr>
              <a:xfrm>
                <a:off x="6985821" y="2335242"/>
                <a:ext cx="205025" cy="310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2890" name="Encre 1052889"/>
              <p14:cNvContentPartPr/>
              <p14:nvPr/>
            </p14:nvContentPartPr>
            <p14:xfrm>
              <a:off x="6983461" y="2523561"/>
              <a:ext cx="171671" cy="8273"/>
            </p14:xfrm>
          </p:contentPart>
        </mc:Choice>
        <mc:Fallback xmlns="">
          <p:sp>
            <p:nvSpPr>
              <p:cNvPr id="1052890" name=""/>
              <p:cNvSpPr/>
              <p:nvPr/>
            </p:nvSpPr>
            <p:spPr>
              <a:xfrm>
                <a:off x="6983461" y="2523561"/>
                <a:ext cx="171671" cy="8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2891" name="Encre 1052890"/>
              <p14:cNvContentPartPr/>
              <p14:nvPr/>
            </p14:nvContentPartPr>
            <p14:xfrm>
              <a:off x="6832997" y="2130574"/>
              <a:ext cx="207384" cy="182579"/>
            </p14:xfrm>
          </p:contentPart>
        </mc:Choice>
        <mc:Fallback xmlns="">
          <p:sp>
            <p:nvSpPr>
              <p:cNvPr id="1052891" name=""/>
              <p:cNvSpPr/>
              <p:nvPr/>
            </p:nvSpPr>
            <p:spPr>
              <a:xfrm>
                <a:off x="6832997" y="2130574"/>
                <a:ext cx="207384" cy="182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2892" name="Encre 1052891"/>
              <p14:cNvContentPartPr/>
              <p14:nvPr/>
            </p14:nvContentPartPr>
            <p14:xfrm>
              <a:off x="7191328" y="2571454"/>
              <a:ext cx="133992" cy="230051"/>
            </p14:xfrm>
          </p:contentPart>
        </mc:Choice>
        <mc:Fallback xmlns="">
          <p:sp>
            <p:nvSpPr>
              <p:cNvPr id="1052892" name=""/>
              <p:cNvSpPr/>
              <p:nvPr/>
            </p:nvSpPr>
            <p:spPr>
              <a:xfrm>
                <a:off x="7191328" y="2571454"/>
                <a:ext cx="133992" cy="230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2893" name="Encre 1052892"/>
              <p14:cNvContentPartPr/>
              <p14:nvPr/>
            </p14:nvContentPartPr>
            <p14:xfrm>
              <a:off x="7396915" y="2349390"/>
              <a:ext cx="65737" cy="286220"/>
            </p14:xfrm>
          </p:contentPart>
        </mc:Choice>
        <mc:Fallback xmlns="">
          <p:sp>
            <p:nvSpPr>
              <p:cNvPr id="1052893" name=""/>
              <p:cNvSpPr/>
              <p:nvPr/>
            </p:nvSpPr>
            <p:spPr>
              <a:xfrm>
                <a:off x="7396915" y="2349390"/>
                <a:ext cx="65737" cy="286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2894" name="Encre 1052893"/>
              <p14:cNvContentPartPr/>
              <p14:nvPr/>
            </p14:nvContentPartPr>
            <p14:xfrm>
              <a:off x="7469611" y="2427040"/>
              <a:ext cx="160487" cy="200868"/>
            </p14:xfrm>
          </p:contentPart>
        </mc:Choice>
        <mc:Fallback xmlns="">
          <p:sp>
            <p:nvSpPr>
              <p:cNvPr id="1052894" name=""/>
              <p:cNvSpPr/>
              <p:nvPr/>
            </p:nvSpPr>
            <p:spPr>
              <a:xfrm>
                <a:off x="7469611" y="2427040"/>
                <a:ext cx="160487" cy="2008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2895" name="Encre 1052894"/>
              <p14:cNvContentPartPr/>
              <p14:nvPr/>
            </p14:nvContentPartPr>
            <p14:xfrm>
              <a:off x="7661555" y="2357084"/>
              <a:ext cx="79359" cy="279069"/>
            </p14:xfrm>
          </p:contentPart>
        </mc:Choice>
        <mc:Fallback xmlns="">
          <p:sp>
            <p:nvSpPr>
              <p:cNvPr id="1052895" name=""/>
              <p:cNvSpPr/>
              <p:nvPr/>
            </p:nvSpPr>
            <p:spPr>
              <a:xfrm>
                <a:off x="7661555" y="2357084"/>
                <a:ext cx="79359" cy="279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2896" name="Encre 1052895"/>
              <p14:cNvContentPartPr/>
              <p14:nvPr/>
            </p14:nvContentPartPr>
            <p14:xfrm>
              <a:off x="6741967" y="2748247"/>
              <a:ext cx="977931" cy="47042"/>
            </p14:xfrm>
          </p:contentPart>
        </mc:Choice>
        <mc:Fallback xmlns="">
          <p:sp>
            <p:nvSpPr>
              <p:cNvPr id="1052896" name=""/>
              <p:cNvSpPr/>
              <p:nvPr/>
            </p:nvSpPr>
            <p:spPr>
              <a:xfrm>
                <a:off x="6741967" y="2748247"/>
                <a:ext cx="977931" cy="47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2897" name="Encre 1052896"/>
              <p14:cNvContentPartPr/>
              <p14:nvPr/>
            </p14:nvContentPartPr>
            <p14:xfrm>
              <a:off x="6892330" y="2849265"/>
              <a:ext cx="397868" cy="314642"/>
            </p14:xfrm>
          </p:contentPart>
        </mc:Choice>
        <mc:Fallback xmlns="">
          <p:sp>
            <p:nvSpPr>
              <p:cNvPr id="1052897" name=""/>
              <p:cNvSpPr/>
              <p:nvPr/>
            </p:nvSpPr>
            <p:spPr>
              <a:xfrm>
                <a:off x="6892330" y="2849265"/>
                <a:ext cx="397868" cy="3146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2898" name="Encre 1052897"/>
              <p14:cNvContentPartPr/>
              <p14:nvPr/>
            </p14:nvContentPartPr>
            <p14:xfrm>
              <a:off x="7338163" y="2871130"/>
              <a:ext cx="138609" cy="181084"/>
            </p14:xfrm>
          </p:contentPart>
        </mc:Choice>
        <mc:Fallback xmlns="">
          <p:sp>
            <p:nvSpPr>
              <p:cNvPr id="1052898" name=""/>
              <p:cNvSpPr/>
              <p:nvPr/>
            </p:nvSpPr>
            <p:spPr>
              <a:xfrm>
                <a:off x="7338163" y="2871130"/>
                <a:ext cx="138609" cy="1810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2899" name="Encre 1052898"/>
              <p14:cNvContentPartPr/>
              <p14:nvPr/>
            </p14:nvContentPartPr>
            <p14:xfrm>
              <a:off x="7704667" y="2339958"/>
              <a:ext cx="164576" cy="845570"/>
            </p14:xfrm>
          </p:contentPart>
        </mc:Choice>
        <mc:Fallback xmlns="">
          <p:sp>
            <p:nvSpPr>
              <p:cNvPr id="1052899" name=""/>
              <p:cNvSpPr/>
              <p:nvPr/>
            </p:nvSpPr>
            <p:spPr>
              <a:xfrm>
                <a:off x="7704667" y="2339958"/>
                <a:ext cx="164576" cy="845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2900" name="Encre 1052899"/>
              <p14:cNvContentPartPr/>
              <p14:nvPr/>
            </p14:nvContentPartPr>
            <p14:xfrm>
              <a:off x="7841637" y="2980957"/>
              <a:ext cx="124377" cy="217826"/>
            </p14:xfrm>
          </p:contentPart>
        </mc:Choice>
        <mc:Fallback xmlns="">
          <p:sp>
            <p:nvSpPr>
              <p:cNvPr id="1052900" name=""/>
              <p:cNvSpPr/>
              <p:nvPr/>
            </p:nvSpPr>
            <p:spPr>
              <a:xfrm>
                <a:off x="7841637" y="2980957"/>
                <a:ext cx="124377" cy="217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2901" name="Encre 1052900"/>
              <p14:cNvContentPartPr/>
              <p14:nvPr/>
            </p14:nvContentPartPr>
            <p14:xfrm>
              <a:off x="8049067" y="3052044"/>
              <a:ext cx="111537" cy="0"/>
            </p14:xfrm>
          </p:contentPart>
        </mc:Choice>
        <mc:Fallback xmlns="">
          <p:sp>
            <p:nvSpPr>
              <p:cNvPr id="1052901" name=""/>
              <p:cNvSpPr/>
              <p:nvPr/>
            </p:nvSpPr>
            <p:spPr>
              <a:xfrm>
                <a:off x="8049067" y="3052044"/>
                <a:ext cx="111537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2902" name="Encre 1052901"/>
              <p14:cNvContentPartPr/>
              <p14:nvPr/>
            </p14:nvContentPartPr>
            <p14:xfrm>
              <a:off x="8034505" y="3133892"/>
              <a:ext cx="111978" cy="8268"/>
            </p14:xfrm>
          </p:contentPart>
        </mc:Choice>
        <mc:Fallback xmlns="">
          <p:sp>
            <p:nvSpPr>
              <p:cNvPr id="1052902" name=""/>
              <p:cNvSpPr/>
              <p:nvPr/>
            </p:nvSpPr>
            <p:spPr>
              <a:xfrm>
                <a:off x="8034505" y="3133892"/>
                <a:ext cx="111978" cy="8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2903" name="Encre 1052902"/>
              <p14:cNvContentPartPr/>
              <p14:nvPr/>
            </p14:nvContentPartPr>
            <p14:xfrm>
              <a:off x="8214342" y="3010430"/>
              <a:ext cx="113070" cy="134717"/>
            </p14:xfrm>
          </p:contentPart>
        </mc:Choice>
        <mc:Fallback xmlns="">
          <p:sp>
            <p:nvSpPr>
              <p:cNvPr id="1052903" name=""/>
              <p:cNvSpPr/>
              <p:nvPr/>
            </p:nvSpPr>
            <p:spPr>
              <a:xfrm>
                <a:off x="8214342" y="3010430"/>
                <a:ext cx="113070" cy="1347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2904" name="Encre 1052903"/>
              <p14:cNvContentPartPr/>
              <p14:nvPr/>
            </p14:nvContentPartPr>
            <p14:xfrm>
              <a:off x="8184970" y="2682722"/>
              <a:ext cx="165868" cy="9245"/>
            </p14:xfrm>
          </p:contentPart>
        </mc:Choice>
        <mc:Fallback xmlns="">
          <p:sp>
            <p:nvSpPr>
              <p:cNvPr id="1052904" name=""/>
              <p:cNvSpPr/>
              <p:nvPr/>
            </p:nvSpPr>
            <p:spPr>
              <a:xfrm>
                <a:off x="8184970" y="2682722"/>
                <a:ext cx="165868" cy="9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2905" name="Encre 1052904"/>
              <p14:cNvContentPartPr/>
              <p14:nvPr/>
            </p14:nvContentPartPr>
            <p14:xfrm>
              <a:off x="8192030" y="2747173"/>
              <a:ext cx="182127" cy="37063"/>
            </p14:xfrm>
          </p:contentPart>
        </mc:Choice>
        <mc:Fallback xmlns="">
          <p:sp>
            <p:nvSpPr>
              <p:cNvPr id="1052905" name=""/>
              <p:cNvSpPr/>
              <p:nvPr/>
            </p:nvSpPr>
            <p:spPr>
              <a:xfrm>
                <a:off x="8192030" y="2747173"/>
                <a:ext cx="182127" cy="37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2906" name="Encre 1052905"/>
              <p14:cNvContentPartPr/>
              <p14:nvPr/>
            </p14:nvContentPartPr>
            <p14:xfrm>
              <a:off x="8477956" y="2632338"/>
              <a:ext cx="272594" cy="142472"/>
            </p14:xfrm>
          </p:contentPart>
        </mc:Choice>
        <mc:Fallback xmlns="">
          <p:sp>
            <p:nvSpPr>
              <p:cNvPr id="1052906" name=""/>
              <p:cNvSpPr/>
              <p:nvPr/>
            </p:nvSpPr>
            <p:spPr>
              <a:xfrm>
                <a:off x="8477956" y="2632338"/>
                <a:ext cx="272594" cy="142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2907" name="Encre 1052906"/>
              <p14:cNvContentPartPr/>
              <p14:nvPr/>
            </p14:nvContentPartPr>
            <p14:xfrm>
              <a:off x="8826521" y="2610496"/>
              <a:ext cx="157787" cy="288549"/>
            </p14:xfrm>
          </p:contentPart>
        </mc:Choice>
        <mc:Fallback xmlns="">
          <p:sp>
            <p:nvSpPr>
              <p:cNvPr id="1052907" name=""/>
              <p:cNvSpPr/>
              <p:nvPr/>
            </p:nvSpPr>
            <p:spPr>
              <a:xfrm>
                <a:off x="8826521" y="2610496"/>
                <a:ext cx="157787" cy="288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2908" name="Encre 1052907"/>
              <p14:cNvContentPartPr/>
              <p14:nvPr/>
            </p14:nvContentPartPr>
            <p14:xfrm>
              <a:off x="9083587" y="2364282"/>
              <a:ext cx="16524" cy="377895"/>
            </p14:xfrm>
          </p:contentPart>
        </mc:Choice>
        <mc:Fallback xmlns="">
          <p:sp>
            <p:nvSpPr>
              <p:cNvPr id="1052908" name=""/>
              <p:cNvSpPr/>
              <p:nvPr/>
            </p:nvSpPr>
            <p:spPr>
              <a:xfrm>
                <a:off x="9083587" y="2364282"/>
                <a:ext cx="16524" cy="377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2909" name="Encre 1052908"/>
              <p14:cNvContentPartPr/>
              <p14:nvPr/>
            </p14:nvContentPartPr>
            <p14:xfrm>
              <a:off x="9243516" y="2494339"/>
              <a:ext cx="250093" cy="356410"/>
            </p14:xfrm>
          </p:contentPart>
        </mc:Choice>
        <mc:Fallback xmlns="">
          <p:sp>
            <p:nvSpPr>
              <p:cNvPr id="1052909" name=""/>
              <p:cNvSpPr/>
              <p:nvPr/>
            </p:nvSpPr>
            <p:spPr>
              <a:xfrm>
                <a:off x="9243516" y="2494339"/>
                <a:ext cx="250093" cy="356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2910" name="Encre 1052909"/>
              <p14:cNvContentPartPr/>
              <p14:nvPr/>
            </p14:nvContentPartPr>
            <p14:xfrm>
              <a:off x="9591598" y="2566813"/>
              <a:ext cx="166175" cy="192384"/>
            </p14:xfrm>
          </p:contentPart>
        </mc:Choice>
        <mc:Fallback xmlns="">
          <p:sp>
            <p:nvSpPr>
              <p:cNvPr id="1052910" name=""/>
              <p:cNvSpPr/>
              <p:nvPr/>
            </p:nvSpPr>
            <p:spPr>
              <a:xfrm>
                <a:off x="9591598" y="2566813"/>
                <a:ext cx="166175" cy="192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2911" name="Encre 1052910"/>
              <p14:cNvContentPartPr/>
              <p14:nvPr/>
            </p14:nvContentPartPr>
            <p14:xfrm>
              <a:off x="10215582" y="2505259"/>
              <a:ext cx="135458" cy="250820"/>
            </p14:xfrm>
          </p:contentPart>
        </mc:Choice>
        <mc:Fallback xmlns="">
          <p:sp>
            <p:nvSpPr>
              <p:cNvPr id="1052911" name=""/>
              <p:cNvSpPr/>
              <p:nvPr/>
            </p:nvSpPr>
            <p:spPr>
              <a:xfrm>
                <a:off x="10215582" y="2505259"/>
                <a:ext cx="135458" cy="250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2912" name="Encre 1052911"/>
              <p14:cNvContentPartPr/>
              <p14:nvPr/>
            </p14:nvContentPartPr>
            <p14:xfrm>
              <a:off x="10433290" y="2357084"/>
              <a:ext cx="25855" cy="399376"/>
            </p14:xfrm>
          </p:contentPart>
        </mc:Choice>
        <mc:Fallback xmlns="">
          <p:sp>
            <p:nvSpPr>
              <p:cNvPr id="1052912" name=""/>
              <p:cNvSpPr/>
              <p:nvPr/>
            </p:nvSpPr>
            <p:spPr>
              <a:xfrm>
                <a:off x="10433290" y="2357084"/>
                <a:ext cx="25855" cy="399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2913" name="Encre 1052912"/>
              <p14:cNvContentPartPr/>
              <p14:nvPr/>
            </p14:nvContentPartPr>
            <p14:xfrm>
              <a:off x="10387663" y="2560079"/>
              <a:ext cx="164213" cy="35773"/>
            </p14:xfrm>
          </p:contentPart>
        </mc:Choice>
        <mc:Fallback xmlns="">
          <p:sp>
            <p:nvSpPr>
              <p:cNvPr id="1052913" name=""/>
              <p:cNvSpPr/>
              <p:nvPr/>
            </p:nvSpPr>
            <p:spPr>
              <a:xfrm>
                <a:off x="10387663" y="2560079"/>
                <a:ext cx="164213" cy="35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2914" name="Encre 1052913"/>
              <p14:cNvContentPartPr/>
              <p14:nvPr/>
            </p14:nvContentPartPr>
            <p14:xfrm>
              <a:off x="10553416" y="2581209"/>
              <a:ext cx="177535" cy="112132"/>
            </p14:xfrm>
          </p:contentPart>
        </mc:Choice>
        <mc:Fallback xmlns="">
          <p:sp>
            <p:nvSpPr>
              <p:cNvPr id="1052914" name=""/>
              <p:cNvSpPr/>
              <p:nvPr/>
            </p:nvSpPr>
            <p:spPr>
              <a:xfrm>
                <a:off x="10553416" y="2581209"/>
                <a:ext cx="177535" cy="112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2915" name="Encre 1052914"/>
              <p14:cNvContentPartPr/>
              <p14:nvPr/>
            </p14:nvContentPartPr>
            <p14:xfrm>
              <a:off x="10752131" y="2328045"/>
              <a:ext cx="177354" cy="369177"/>
            </p14:xfrm>
          </p:contentPart>
        </mc:Choice>
        <mc:Fallback xmlns="">
          <p:sp>
            <p:nvSpPr>
              <p:cNvPr id="1052915" name=""/>
              <p:cNvSpPr/>
              <p:nvPr/>
            </p:nvSpPr>
            <p:spPr>
              <a:xfrm>
                <a:off x="10752131" y="2328045"/>
                <a:ext cx="177354" cy="369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2916" name="Encre 1052915"/>
              <p14:cNvContentPartPr/>
              <p14:nvPr/>
            </p14:nvContentPartPr>
            <p14:xfrm>
              <a:off x="10963378" y="2313153"/>
              <a:ext cx="199863" cy="480901"/>
            </p14:xfrm>
          </p:contentPart>
        </mc:Choice>
        <mc:Fallback xmlns="">
          <p:sp>
            <p:nvSpPr>
              <p:cNvPr id="1052916" name=""/>
              <p:cNvSpPr/>
              <p:nvPr/>
            </p:nvSpPr>
            <p:spPr>
              <a:xfrm>
                <a:off x="10963378" y="2313153"/>
                <a:ext cx="199863" cy="480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2917" name="Encre 1052916"/>
              <p14:cNvContentPartPr/>
              <p14:nvPr/>
            </p14:nvContentPartPr>
            <p14:xfrm>
              <a:off x="10267546" y="2806078"/>
              <a:ext cx="928036" cy="50138"/>
            </p14:xfrm>
          </p:contentPart>
        </mc:Choice>
        <mc:Fallback xmlns="">
          <p:sp>
            <p:nvSpPr>
              <p:cNvPr id="1052917" name=""/>
              <p:cNvSpPr/>
              <p:nvPr/>
            </p:nvSpPr>
            <p:spPr>
              <a:xfrm>
                <a:off x="10267546" y="2806078"/>
                <a:ext cx="928036" cy="501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2918" name="Encre 1052917"/>
              <p14:cNvContentPartPr/>
              <p14:nvPr/>
            </p14:nvContentPartPr>
            <p14:xfrm>
              <a:off x="11274391" y="2740553"/>
              <a:ext cx="21353" cy="32629"/>
            </p14:xfrm>
          </p:contentPart>
        </mc:Choice>
        <mc:Fallback xmlns="">
          <p:sp>
            <p:nvSpPr>
              <p:cNvPr id="1052918" name=""/>
              <p:cNvSpPr/>
              <p:nvPr/>
            </p:nvSpPr>
            <p:spPr>
              <a:xfrm>
                <a:off x="11274391" y="2740553"/>
                <a:ext cx="21353" cy="32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2919" name="Encre 1052918"/>
              <p14:cNvContentPartPr/>
              <p14:nvPr/>
            </p14:nvContentPartPr>
            <p14:xfrm>
              <a:off x="4301576" y="3856213"/>
              <a:ext cx="897342" cy="337462"/>
            </p14:xfrm>
          </p:contentPart>
        </mc:Choice>
        <mc:Fallback xmlns="">
          <p:sp>
            <p:nvSpPr>
              <p:cNvPr id="1052919" name=""/>
              <p:cNvSpPr/>
              <p:nvPr/>
            </p:nvSpPr>
            <p:spPr>
              <a:xfrm>
                <a:off x="4301576" y="3856213"/>
                <a:ext cx="897342" cy="337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2920" name="Encre 1052919"/>
              <p14:cNvContentPartPr/>
              <p14:nvPr/>
            </p14:nvContentPartPr>
            <p14:xfrm>
              <a:off x="5083020" y="4079345"/>
              <a:ext cx="173489" cy="204516"/>
            </p14:xfrm>
          </p:contentPart>
        </mc:Choice>
        <mc:Fallback xmlns="">
          <p:sp>
            <p:nvSpPr>
              <p:cNvPr id="1052920" name=""/>
              <p:cNvSpPr/>
              <p:nvPr/>
            </p:nvSpPr>
            <p:spPr>
              <a:xfrm>
                <a:off x="5083020" y="4079345"/>
                <a:ext cx="173489" cy="2045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2921" name="Encre 1052920"/>
              <p14:cNvContentPartPr/>
              <p14:nvPr/>
            </p14:nvContentPartPr>
            <p14:xfrm>
              <a:off x="5378039" y="4008613"/>
              <a:ext cx="161459" cy="258305"/>
            </p14:xfrm>
          </p:contentPart>
        </mc:Choice>
        <mc:Fallback xmlns="">
          <p:sp>
            <p:nvSpPr>
              <p:cNvPr id="1052921" name=""/>
              <p:cNvSpPr/>
              <p:nvPr/>
            </p:nvSpPr>
            <p:spPr>
              <a:xfrm>
                <a:off x="5378039" y="4008613"/>
                <a:ext cx="161459" cy="2583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2922" name="Encre 1052921"/>
              <p14:cNvContentPartPr/>
              <p14:nvPr/>
            </p14:nvContentPartPr>
            <p14:xfrm>
              <a:off x="5660168" y="4124269"/>
              <a:ext cx="158236" cy="39339"/>
            </p14:xfrm>
          </p:contentPart>
        </mc:Choice>
        <mc:Fallback xmlns="">
          <p:sp>
            <p:nvSpPr>
              <p:cNvPr id="1052922" name=""/>
              <p:cNvSpPr/>
              <p:nvPr/>
            </p:nvSpPr>
            <p:spPr>
              <a:xfrm>
                <a:off x="5660168" y="4124269"/>
                <a:ext cx="158236" cy="39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2923" name="Encre 1052922"/>
              <p14:cNvContentPartPr/>
              <p14:nvPr/>
            </p14:nvContentPartPr>
            <p14:xfrm>
              <a:off x="5653108" y="4244769"/>
              <a:ext cx="171647" cy="12781"/>
            </p14:xfrm>
          </p:contentPart>
        </mc:Choice>
        <mc:Fallback xmlns="">
          <p:sp>
            <p:nvSpPr>
              <p:cNvPr id="1052923" name=""/>
              <p:cNvSpPr/>
              <p:nvPr/>
            </p:nvSpPr>
            <p:spPr>
              <a:xfrm>
                <a:off x="5653108" y="4244769"/>
                <a:ext cx="171647" cy="12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2924" name="Encre 1052923"/>
              <p14:cNvContentPartPr/>
              <p14:nvPr/>
            </p14:nvContentPartPr>
            <p14:xfrm>
              <a:off x="5927576" y="4117319"/>
              <a:ext cx="6575" cy="163897"/>
            </p14:xfrm>
          </p:contentPart>
        </mc:Choice>
        <mc:Fallback xmlns="">
          <p:sp>
            <p:nvSpPr>
              <p:cNvPr id="1052924" name=""/>
              <p:cNvSpPr/>
              <p:nvPr/>
            </p:nvSpPr>
            <p:spPr>
              <a:xfrm>
                <a:off x="5927576" y="4117319"/>
                <a:ext cx="6575" cy="163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2925" name="Encre 1052924"/>
              <p14:cNvContentPartPr/>
              <p14:nvPr/>
            </p14:nvContentPartPr>
            <p14:xfrm>
              <a:off x="6020030" y="4131466"/>
              <a:ext cx="5047" cy="174445"/>
            </p14:xfrm>
          </p:contentPart>
        </mc:Choice>
        <mc:Fallback xmlns="">
          <p:sp>
            <p:nvSpPr>
              <p:cNvPr id="1052925" name=""/>
              <p:cNvSpPr/>
              <p:nvPr/>
            </p:nvSpPr>
            <p:spPr>
              <a:xfrm>
                <a:off x="6020030" y="4131466"/>
                <a:ext cx="5047" cy="174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2926" name="Encre 1052925"/>
              <p14:cNvContentPartPr/>
              <p14:nvPr/>
            </p14:nvContentPartPr>
            <p14:xfrm>
              <a:off x="5882114" y="4102428"/>
              <a:ext cx="185764" cy="14891"/>
            </p14:xfrm>
          </p:contentPart>
        </mc:Choice>
        <mc:Fallback xmlns="">
          <p:sp>
            <p:nvSpPr>
              <p:cNvPr id="1052926" name=""/>
              <p:cNvSpPr/>
              <p:nvPr/>
            </p:nvSpPr>
            <p:spPr>
              <a:xfrm>
                <a:off x="5882114" y="4102428"/>
                <a:ext cx="185764" cy="148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2927" name="Encre 1052926"/>
              <p14:cNvContentPartPr/>
              <p14:nvPr/>
            </p14:nvContentPartPr>
            <p14:xfrm>
              <a:off x="6597607" y="3769343"/>
              <a:ext cx="209557" cy="369323"/>
            </p14:xfrm>
          </p:contentPart>
        </mc:Choice>
        <mc:Fallback xmlns="">
          <p:sp>
            <p:nvSpPr>
              <p:cNvPr id="1052927" name=""/>
              <p:cNvSpPr/>
              <p:nvPr/>
            </p:nvSpPr>
            <p:spPr>
              <a:xfrm>
                <a:off x="6597607" y="3769343"/>
                <a:ext cx="209557" cy="369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2928" name="Encre 1052927"/>
              <p14:cNvContentPartPr/>
              <p14:nvPr/>
            </p14:nvContentPartPr>
            <p14:xfrm>
              <a:off x="6754455" y="3595354"/>
              <a:ext cx="150464" cy="195582"/>
            </p14:xfrm>
          </p:contentPart>
        </mc:Choice>
        <mc:Fallback xmlns="">
          <p:sp>
            <p:nvSpPr>
              <p:cNvPr id="1052928" name=""/>
              <p:cNvSpPr/>
              <p:nvPr/>
            </p:nvSpPr>
            <p:spPr>
              <a:xfrm>
                <a:off x="6754455" y="3595354"/>
                <a:ext cx="150464" cy="195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2929" name="Encre 1052928"/>
              <p14:cNvContentPartPr/>
              <p14:nvPr/>
            </p14:nvContentPartPr>
            <p14:xfrm>
              <a:off x="6968367" y="3790936"/>
              <a:ext cx="245045" cy="321730"/>
            </p14:xfrm>
          </p:contentPart>
        </mc:Choice>
        <mc:Fallback xmlns="">
          <p:sp>
            <p:nvSpPr>
              <p:cNvPr id="1052929" name=""/>
              <p:cNvSpPr/>
              <p:nvPr/>
            </p:nvSpPr>
            <p:spPr>
              <a:xfrm>
                <a:off x="6968367" y="3790936"/>
                <a:ext cx="245045" cy="321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2930" name="Encre 1052929"/>
              <p14:cNvContentPartPr/>
              <p14:nvPr/>
            </p14:nvContentPartPr>
            <p14:xfrm>
              <a:off x="6983461" y="3972370"/>
              <a:ext cx="224800" cy="7952"/>
            </p14:xfrm>
          </p:contentPart>
        </mc:Choice>
        <mc:Fallback xmlns="">
          <p:sp>
            <p:nvSpPr>
              <p:cNvPr id="1052930" name=""/>
              <p:cNvSpPr/>
              <p:nvPr/>
            </p:nvSpPr>
            <p:spPr>
              <a:xfrm>
                <a:off x="6983461" y="3972370"/>
                <a:ext cx="224800" cy="7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2931" name="Encre 1052930"/>
              <p14:cNvContentPartPr/>
              <p14:nvPr/>
            </p14:nvContentPartPr>
            <p14:xfrm>
              <a:off x="7227425" y="4008423"/>
              <a:ext cx="96702" cy="272508"/>
            </p14:xfrm>
          </p:contentPart>
        </mc:Choice>
        <mc:Fallback xmlns="">
          <p:sp>
            <p:nvSpPr>
              <p:cNvPr id="1052931" name=""/>
              <p:cNvSpPr/>
              <p:nvPr/>
            </p:nvSpPr>
            <p:spPr>
              <a:xfrm>
                <a:off x="7227425" y="4008423"/>
                <a:ext cx="96702" cy="272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2932" name="Encre 1052931"/>
              <p14:cNvContentPartPr/>
              <p14:nvPr/>
            </p14:nvContentPartPr>
            <p14:xfrm>
              <a:off x="7396285" y="3790936"/>
              <a:ext cx="66367" cy="334579"/>
            </p14:xfrm>
          </p:contentPart>
        </mc:Choice>
        <mc:Fallback xmlns="">
          <p:sp>
            <p:nvSpPr>
              <p:cNvPr id="1052932" name=""/>
              <p:cNvSpPr/>
              <p:nvPr/>
            </p:nvSpPr>
            <p:spPr>
              <a:xfrm>
                <a:off x="7396285" y="3790936"/>
                <a:ext cx="66367" cy="334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2933" name="Encre 1052932"/>
              <p14:cNvContentPartPr/>
              <p14:nvPr/>
            </p14:nvContentPartPr>
            <p14:xfrm>
              <a:off x="7516625" y="3900992"/>
              <a:ext cx="117490" cy="167814"/>
            </p14:xfrm>
          </p:contentPart>
        </mc:Choice>
        <mc:Fallback xmlns="">
          <p:sp>
            <p:nvSpPr>
              <p:cNvPr id="1052933" name=""/>
              <p:cNvSpPr/>
              <p:nvPr/>
            </p:nvSpPr>
            <p:spPr>
              <a:xfrm>
                <a:off x="7516625" y="3900992"/>
                <a:ext cx="117490" cy="167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2934" name="Encre 1052933"/>
              <p14:cNvContentPartPr/>
              <p14:nvPr/>
            </p14:nvContentPartPr>
            <p14:xfrm>
              <a:off x="7670037" y="3780263"/>
              <a:ext cx="54538" cy="322164"/>
            </p14:xfrm>
          </p:contentPart>
        </mc:Choice>
        <mc:Fallback xmlns="">
          <p:sp>
            <p:nvSpPr>
              <p:cNvPr id="1052934" name=""/>
              <p:cNvSpPr/>
              <p:nvPr/>
            </p:nvSpPr>
            <p:spPr>
              <a:xfrm>
                <a:off x="7670037" y="3780263"/>
                <a:ext cx="54538" cy="3221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2935" name="Encre 1052934"/>
              <p14:cNvContentPartPr/>
              <p14:nvPr/>
            </p14:nvContentPartPr>
            <p14:xfrm>
              <a:off x="6767991" y="4228782"/>
              <a:ext cx="930727" cy="11396"/>
            </p14:xfrm>
          </p:contentPart>
        </mc:Choice>
        <mc:Fallback xmlns="">
          <p:sp>
            <p:nvSpPr>
              <p:cNvPr id="1052935" name=""/>
              <p:cNvSpPr/>
              <p:nvPr/>
            </p:nvSpPr>
            <p:spPr>
              <a:xfrm>
                <a:off x="6767991" y="4228782"/>
                <a:ext cx="930727" cy="11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2936" name="Encre 1052935"/>
              <p14:cNvContentPartPr/>
              <p14:nvPr/>
            </p14:nvContentPartPr>
            <p14:xfrm>
              <a:off x="6954252" y="4348890"/>
              <a:ext cx="392661" cy="390010"/>
            </p14:xfrm>
          </p:contentPart>
        </mc:Choice>
        <mc:Fallback xmlns="">
          <p:sp>
            <p:nvSpPr>
              <p:cNvPr id="1052936" name=""/>
              <p:cNvSpPr/>
              <p:nvPr/>
            </p:nvSpPr>
            <p:spPr>
              <a:xfrm>
                <a:off x="6954252" y="4348890"/>
                <a:ext cx="392661" cy="390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2937" name="Encre 1052936"/>
              <p14:cNvContentPartPr/>
              <p14:nvPr/>
            </p14:nvContentPartPr>
            <p14:xfrm>
              <a:off x="7355430" y="4446193"/>
              <a:ext cx="236066" cy="143244"/>
            </p14:xfrm>
          </p:contentPart>
        </mc:Choice>
        <mc:Fallback xmlns="">
          <p:sp>
            <p:nvSpPr>
              <p:cNvPr id="1052937" name=""/>
              <p:cNvSpPr/>
              <p:nvPr/>
            </p:nvSpPr>
            <p:spPr>
              <a:xfrm>
                <a:off x="7355430" y="4446193"/>
                <a:ext cx="236066" cy="143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2938" name="Encre 1052937"/>
              <p14:cNvContentPartPr/>
              <p14:nvPr/>
            </p14:nvContentPartPr>
            <p14:xfrm>
              <a:off x="7712837" y="3624394"/>
              <a:ext cx="193999" cy="1139745"/>
            </p14:xfrm>
          </p:contentPart>
        </mc:Choice>
        <mc:Fallback xmlns="">
          <p:sp>
            <p:nvSpPr>
              <p:cNvPr id="1052938" name=""/>
              <p:cNvSpPr/>
              <p:nvPr/>
            </p:nvSpPr>
            <p:spPr>
              <a:xfrm>
                <a:off x="7712837" y="3624394"/>
                <a:ext cx="193999" cy="1139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2939" name="Encre 1052938"/>
              <p14:cNvContentPartPr/>
              <p14:nvPr/>
            </p14:nvContentPartPr>
            <p14:xfrm>
              <a:off x="7958485" y="4519916"/>
              <a:ext cx="113253" cy="249913"/>
            </p14:xfrm>
          </p:contentPart>
        </mc:Choice>
        <mc:Fallback xmlns="">
          <p:sp>
            <p:nvSpPr>
              <p:cNvPr id="1052939" name=""/>
              <p:cNvSpPr/>
              <p:nvPr/>
            </p:nvSpPr>
            <p:spPr>
              <a:xfrm>
                <a:off x="7958485" y="4519916"/>
                <a:ext cx="113253" cy="249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2940" name="Encre 1052939"/>
              <p14:cNvContentPartPr/>
              <p14:nvPr/>
            </p14:nvContentPartPr>
            <p14:xfrm>
              <a:off x="8134668" y="4624144"/>
              <a:ext cx="86042" cy="7197"/>
            </p14:xfrm>
          </p:contentPart>
        </mc:Choice>
        <mc:Fallback xmlns="">
          <p:sp>
            <p:nvSpPr>
              <p:cNvPr id="1052940" name=""/>
              <p:cNvSpPr/>
              <p:nvPr/>
            </p:nvSpPr>
            <p:spPr>
              <a:xfrm>
                <a:off x="8134668" y="4624144"/>
                <a:ext cx="86042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2941" name="Encre 1052940"/>
              <p14:cNvContentPartPr/>
              <p14:nvPr/>
            </p14:nvContentPartPr>
            <p14:xfrm>
              <a:off x="8113488" y="4706397"/>
              <a:ext cx="87658" cy="11815"/>
            </p14:xfrm>
          </p:contentPart>
        </mc:Choice>
        <mc:Fallback xmlns="">
          <p:sp>
            <p:nvSpPr>
              <p:cNvPr id="1052941" name=""/>
              <p:cNvSpPr/>
              <p:nvPr/>
            </p:nvSpPr>
            <p:spPr>
              <a:xfrm>
                <a:off x="8113488" y="4706397"/>
                <a:ext cx="87658" cy="11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2942" name="Encre 1052941"/>
              <p14:cNvContentPartPr/>
              <p14:nvPr/>
            </p14:nvContentPartPr>
            <p14:xfrm>
              <a:off x="8289609" y="4595105"/>
              <a:ext cx="45383" cy="152063"/>
            </p14:xfrm>
          </p:contentPart>
        </mc:Choice>
        <mc:Fallback xmlns="">
          <p:sp>
            <p:nvSpPr>
              <p:cNvPr id="1052942" name=""/>
              <p:cNvSpPr/>
              <p:nvPr/>
            </p:nvSpPr>
            <p:spPr>
              <a:xfrm>
                <a:off x="8289609" y="4595105"/>
                <a:ext cx="45383" cy="152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2943" name="Encre 1052942"/>
              <p14:cNvContentPartPr/>
              <p14:nvPr/>
            </p14:nvContentPartPr>
            <p14:xfrm>
              <a:off x="8385294" y="4609500"/>
              <a:ext cx="0" cy="167038"/>
            </p14:xfrm>
          </p:contentPart>
        </mc:Choice>
        <mc:Fallback xmlns="">
          <p:sp>
            <p:nvSpPr>
              <p:cNvPr id="1052943" name=""/>
              <p:cNvSpPr/>
              <p:nvPr/>
            </p:nvSpPr>
            <p:spPr>
              <a:xfrm>
                <a:off x="8385294" y="4609500"/>
                <a:ext cx="0" cy="16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2944" name="Encre 1052943"/>
              <p14:cNvContentPartPr/>
              <p14:nvPr/>
            </p14:nvContentPartPr>
            <p14:xfrm>
              <a:off x="8292192" y="4609500"/>
              <a:ext cx="184156" cy="7619"/>
            </p14:xfrm>
          </p:contentPart>
        </mc:Choice>
        <mc:Fallback xmlns="">
          <p:sp>
            <p:nvSpPr>
              <p:cNvPr id="1052944" name=""/>
              <p:cNvSpPr/>
              <p:nvPr/>
            </p:nvSpPr>
            <p:spPr>
              <a:xfrm>
                <a:off x="8292192" y="4609500"/>
                <a:ext cx="184156" cy="7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2945" name="Encre 1052944"/>
              <p14:cNvContentPartPr/>
              <p14:nvPr/>
            </p14:nvContentPartPr>
            <p14:xfrm>
              <a:off x="8313813" y="4159232"/>
              <a:ext cx="153755" cy="3285"/>
            </p14:xfrm>
          </p:contentPart>
        </mc:Choice>
        <mc:Fallback xmlns="">
          <p:sp>
            <p:nvSpPr>
              <p:cNvPr id="1052945" name=""/>
              <p:cNvSpPr/>
              <p:nvPr/>
            </p:nvSpPr>
            <p:spPr>
              <a:xfrm>
                <a:off x="8313813" y="4159232"/>
                <a:ext cx="153755" cy="3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2946" name="Encre 1052945"/>
              <p14:cNvContentPartPr/>
              <p14:nvPr/>
            </p14:nvContentPartPr>
            <p14:xfrm>
              <a:off x="8320873" y="4218337"/>
              <a:ext cx="192823" cy="8313"/>
            </p14:xfrm>
          </p:contentPart>
        </mc:Choice>
        <mc:Fallback xmlns="">
          <p:sp>
            <p:nvSpPr>
              <p:cNvPr id="1052946" name=""/>
              <p:cNvSpPr/>
              <p:nvPr/>
            </p:nvSpPr>
            <p:spPr>
              <a:xfrm>
                <a:off x="8320873" y="4218337"/>
                <a:ext cx="192823" cy="8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2947" name="Encre 1052946"/>
              <p14:cNvContentPartPr/>
              <p14:nvPr/>
            </p14:nvContentPartPr>
            <p14:xfrm>
              <a:off x="8613860" y="4185388"/>
              <a:ext cx="127717" cy="14184"/>
            </p14:xfrm>
          </p:contentPart>
        </mc:Choice>
        <mc:Fallback xmlns="">
          <p:sp>
            <p:nvSpPr>
              <p:cNvPr id="1052947" name=""/>
              <p:cNvSpPr/>
              <p:nvPr/>
            </p:nvSpPr>
            <p:spPr>
              <a:xfrm>
                <a:off x="8613860" y="4185388"/>
                <a:ext cx="127717" cy="14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2948" name="Encre 1052947"/>
              <p14:cNvContentPartPr/>
              <p14:nvPr/>
            </p14:nvContentPartPr>
            <p14:xfrm>
              <a:off x="8792564" y="4073884"/>
              <a:ext cx="340150" cy="226453"/>
            </p14:xfrm>
          </p:contentPart>
        </mc:Choice>
        <mc:Fallback xmlns="">
          <p:sp>
            <p:nvSpPr>
              <p:cNvPr id="1052948" name=""/>
              <p:cNvSpPr/>
              <p:nvPr/>
            </p:nvSpPr>
            <p:spPr>
              <a:xfrm>
                <a:off x="8792564" y="4073884"/>
                <a:ext cx="340150" cy="226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2949" name="Encre 1052948"/>
              <p14:cNvContentPartPr/>
              <p14:nvPr/>
            </p14:nvContentPartPr>
            <p14:xfrm>
              <a:off x="9148243" y="4131466"/>
              <a:ext cx="138073" cy="298952"/>
            </p14:xfrm>
          </p:contentPart>
        </mc:Choice>
        <mc:Fallback xmlns="">
          <p:sp>
            <p:nvSpPr>
              <p:cNvPr id="1052949" name=""/>
              <p:cNvSpPr/>
              <p:nvPr/>
            </p:nvSpPr>
            <p:spPr>
              <a:xfrm>
                <a:off x="9148243" y="4131466"/>
                <a:ext cx="138073" cy="298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2950" name="Encre 1052949"/>
              <p14:cNvContentPartPr/>
              <p14:nvPr/>
            </p14:nvContentPartPr>
            <p14:xfrm>
              <a:off x="9357798" y="3856213"/>
              <a:ext cx="29205" cy="432142"/>
            </p14:xfrm>
          </p:contentPart>
        </mc:Choice>
        <mc:Fallback xmlns="">
          <p:sp>
            <p:nvSpPr>
              <p:cNvPr id="1052950" name=""/>
              <p:cNvSpPr/>
              <p:nvPr/>
            </p:nvSpPr>
            <p:spPr>
              <a:xfrm>
                <a:off x="9357798" y="3856213"/>
                <a:ext cx="29205" cy="432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2951" name="Encre 1052950"/>
              <p14:cNvContentPartPr/>
              <p14:nvPr/>
            </p14:nvContentPartPr>
            <p14:xfrm>
              <a:off x="9578778" y="4006622"/>
              <a:ext cx="218334" cy="402959"/>
            </p14:xfrm>
          </p:contentPart>
        </mc:Choice>
        <mc:Fallback xmlns="">
          <p:sp>
            <p:nvSpPr>
              <p:cNvPr id="1052951" name=""/>
              <p:cNvSpPr/>
              <p:nvPr/>
            </p:nvSpPr>
            <p:spPr>
              <a:xfrm>
                <a:off x="9578778" y="4006622"/>
                <a:ext cx="218334" cy="4029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2952" name="Encre 1052951"/>
              <p14:cNvContentPartPr/>
              <p14:nvPr/>
            </p14:nvContentPartPr>
            <p14:xfrm>
              <a:off x="9844050" y="4141724"/>
              <a:ext cx="141152" cy="162483"/>
            </p14:xfrm>
          </p:contentPart>
        </mc:Choice>
        <mc:Fallback xmlns="">
          <p:sp>
            <p:nvSpPr>
              <p:cNvPr id="1052952" name=""/>
              <p:cNvSpPr/>
              <p:nvPr/>
            </p:nvSpPr>
            <p:spPr>
              <a:xfrm>
                <a:off x="9844050" y="4141724"/>
                <a:ext cx="141152" cy="162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2953" name="Encre 1052952"/>
              <p14:cNvContentPartPr/>
              <p14:nvPr/>
            </p14:nvContentPartPr>
            <p14:xfrm>
              <a:off x="10430464" y="4138664"/>
              <a:ext cx="14771" cy="161149"/>
            </p14:xfrm>
          </p:contentPart>
        </mc:Choice>
        <mc:Fallback xmlns="">
          <p:sp>
            <p:nvSpPr>
              <p:cNvPr id="1052953" name=""/>
              <p:cNvSpPr/>
              <p:nvPr/>
            </p:nvSpPr>
            <p:spPr>
              <a:xfrm>
                <a:off x="10430464" y="4138664"/>
                <a:ext cx="14771" cy="161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2954" name="Encre 1052953"/>
              <p14:cNvContentPartPr/>
              <p14:nvPr/>
            </p14:nvContentPartPr>
            <p14:xfrm>
              <a:off x="10526054" y="4141177"/>
              <a:ext cx="142025" cy="141731"/>
            </p14:xfrm>
          </p:contentPart>
        </mc:Choice>
        <mc:Fallback xmlns="">
          <p:sp>
            <p:nvSpPr>
              <p:cNvPr id="1052954" name=""/>
              <p:cNvSpPr/>
              <p:nvPr/>
            </p:nvSpPr>
            <p:spPr>
              <a:xfrm>
                <a:off x="10526054" y="4141177"/>
                <a:ext cx="142025" cy="141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2955" name="Encre 1052954"/>
              <p14:cNvContentPartPr/>
              <p14:nvPr/>
            </p14:nvContentPartPr>
            <p14:xfrm>
              <a:off x="10696870" y="4098417"/>
              <a:ext cx="98503" cy="156980"/>
            </p14:xfrm>
          </p:contentPart>
        </mc:Choice>
        <mc:Fallback xmlns="">
          <p:sp>
            <p:nvSpPr>
              <p:cNvPr id="1052955" name=""/>
              <p:cNvSpPr/>
              <p:nvPr/>
            </p:nvSpPr>
            <p:spPr>
              <a:xfrm>
                <a:off x="10696870" y="4098417"/>
                <a:ext cx="98503" cy="1569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2956" name="Encre 1052955"/>
              <p14:cNvContentPartPr/>
              <p14:nvPr/>
            </p14:nvContentPartPr>
            <p14:xfrm>
              <a:off x="10852294" y="3906846"/>
              <a:ext cx="107222" cy="289611"/>
            </p14:xfrm>
          </p:contentPart>
        </mc:Choice>
        <mc:Fallback xmlns="">
          <p:sp>
            <p:nvSpPr>
              <p:cNvPr id="1052956" name=""/>
              <p:cNvSpPr/>
              <p:nvPr/>
            </p:nvSpPr>
            <p:spPr>
              <a:xfrm>
                <a:off x="10852294" y="3906846"/>
                <a:ext cx="107222" cy="2896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2957" name="Encre 1052956"/>
              <p14:cNvContentPartPr/>
              <p14:nvPr/>
            </p14:nvContentPartPr>
            <p14:xfrm>
              <a:off x="10963010" y="3963130"/>
              <a:ext cx="257743" cy="290502"/>
            </p14:xfrm>
          </p:contentPart>
        </mc:Choice>
        <mc:Fallback xmlns="">
          <p:sp>
            <p:nvSpPr>
              <p:cNvPr id="1052957" name=""/>
              <p:cNvSpPr/>
              <p:nvPr/>
            </p:nvSpPr>
            <p:spPr>
              <a:xfrm>
                <a:off x="10963010" y="3963130"/>
                <a:ext cx="257743" cy="290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2958" name="Encre 1052957"/>
              <p14:cNvContentPartPr/>
              <p14:nvPr/>
            </p14:nvContentPartPr>
            <p14:xfrm>
              <a:off x="11296983" y="3885500"/>
              <a:ext cx="137279" cy="431503"/>
            </p14:xfrm>
          </p:contentPart>
        </mc:Choice>
        <mc:Fallback xmlns="">
          <p:sp>
            <p:nvSpPr>
              <p:cNvPr id="1052958" name=""/>
              <p:cNvSpPr/>
              <p:nvPr/>
            </p:nvSpPr>
            <p:spPr>
              <a:xfrm>
                <a:off x="11296983" y="3885500"/>
                <a:ext cx="137279" cy="431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2959" name="Encre 1052958"/>
              <p14:cNvContentPartPr/>
              <p14:nvPr/>
            </p14:nvContentPartPr>
            <p14:xfrm>
              <a:off x="10487826" y="3957727"/>
              <a:ext cx="2890" cy="31776"/>
            </p14:xfrm>
          </p:contentPart>
        </mc:Choice>
        <mc:Fallback xmlns="">
          <p:sp>
            <p:nvSpPr>
              <p:cNvPr id="1052959" name=""/>
              <p:cNvSpPr/>
              <p:nvPr/>
            </p:nvSpPr>
            <p:spPr>
              <a:xfrm>
                <a:off x="10487826" y="3957727"/>
                <a:ext cx="2890" cy="31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2960" name="Encre 1052959"/>
              <p14:cNvContentPartPr/>
              <p14:nvPr/>
            </p14:nvContentPartPr>
            <p14:xfrm>
              <a:off x="10331228" y="4428562"/>
              <a:ext cx="1014818" cy="70490"/>
            </p14:xfrm>
          </p:contentPart>
        </mc:Choice>
        <mc:Fallback xmlns="">
          <p:sp>
            <p:nvSpPr>
              <p:cNvPr id="1052960" name=""/>
              <p:cNvSpPr/>
              <p:nvPr/>
            </p:nvSpPr>
            <p:spPr>
              <a:xfrm>
                <a:off x="10331228" y="4428562"/>
                <a:ext cx="1014818" cy="70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2961" name="Encre 1052960"/>
              <p14:cNvContentPartPr/>
              <p14:nvPr/>
            </p14:nvContentPartPr>
            <p14:xfrm>
              <a:off x="3950029" y="4479443"/>
              <a:ext cx="58479" cy="1695780"/>
            </p14:xfrm>
          </p:contentPart>
        </mc:Choice>
        <mc:Fallback xmlns="">
          <p:sp>
            <p:nvSpPr>
              <p:cNvPr id="1052961" name=""/>
              <p:cNvSpPr/>
              <p:nvPr/>
            </p:nvSpPr>
            <p:spPr>
              <a:xfrm>
                <a:off x="3950029" y="4479443"/>
                <a:ext cx="58479" cy="1695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2962" name="Encre 1052961"/>
              <p14:cNvContentPartPr/>
              <p14:nvPr/>
            </p14:nvContentPartPr>
            <p14:xfrm>
              <a:off x="3894614" y="4435760"/>
              <a:ext cx="42052" cy="156824"/>
            </p14:xfrm>
          </p:contentPart>
        </mc:Choice>
        <mc:Fallback xmlns="">
          <p:sp>
            <p:nvSpPr>
              <p:cNvPr id="1052962" name=""/>
              <p:cNvSpPr/>
              <p:nvPr/>
            </p:nvSpPr>
            <p:spPr>
              <a:xfrm>
                <a:off x="3894614" y="4435760"/>
                <a:ext cx="42052" cy="1568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2963" name="Encre 1052962"/>
              <p14:cNvContentPartPr/>
              <p14:nvPr/>
            </p14:nvContentPartPr>
            <p14:xfrm>
              <a:off x="3836149" y="4406721"/>
              <a:ext cx="203026" cy="195341"/>
            </p14:xfrm>
          </p:contentPart>
        </mc:Choice>
        <mc:Fallback xmlns="">
          <p:sp>
            <p:nvSpPr>
              <p:cNvPr id="1052963" name=""/>
              <p:cNvSpPr/>
              <p:nvPr/>
            </p:nvSpPr>
            <p:spPr>
              <a:xfrm>
                <a:off x="3836149" y="4406721"/>
                <a:ext cx="203026" cy="195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2964" name="Encre 1052963"/>
              <p14:cNvContentPartPr/>
              <p14:nvPr/>
            </p14:nvContentPartPr>
            <p14:xfrm>
              <a:off x="4135355" y="4392573"/>
              <a:ext cx="147471" cy="235668"/>
            </p14:xfrm>
          </p:contentPart>
        </mc:Choice>
        <mc:Fallback xmlns="">
          <p:sp>
            <p:nvSpPr>
              <p:cNvPr id="1052964" name=""/>
              <p:cNvSpPr/>
              <p:nvPr/>
            </p:nvSpPr>
            <p:spPr>
              <a:xfrm>
                <a:off x="4135355" y="4392573"/>
                <a:ext cx="147471" cy="235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2965" name="Encre 1052964"/>
              <p14:cNvContentPartPr/>
              <p14:nvPr/>
            </p14:nvContentPartPr>
            <p14:xfrm>
              <a:off x="4129932" y="4522630"/>
              <a:ext cx="153726" cy="16192"/>
            </p14:xfrm>
          </p:contentPart>
        </mc:Choice>
        <mc:Fallback xmlns="">
          <p:sp>
            <p:nvSpPr>
              <p:cNvPr id="1052965" name=""/>
              <p:cNvSpPr/>
              <p:nvPr/>
            </p:nvSpPr>
            <p:spPr>
              <a:xfrm>
                <a:off x="4129932" y="4522630"/>
                <a:ext cx="153726" cy="16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2966" name="Encre 1052965"/>
              <p14:cNvContentPartPr/>
              <p14:nvPr/>
            </p14:nvContentPartPr>
            <p14:xfrm>
              <a:off x="4311366" y="4610459"/>
              <a:ext cx="80353" cy="225100"/>
            </p14:xfrm>
          </p:contentPart>
        </mc:Choice>
        <mc:Fallback xmlns="">
          <p:sp>
            <p:nvSpPr>
              <p:cNvPr id="1052966" name=""/>
              <p:cNvSpPr/>
              <p:nvPr/>
            </p:nvSpPr>
            <p:spPr>
              <a:xfrm>
                <a:off x="4311366" y="4610459"/>
                <a:ext cx="80353" cy="2251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2967" name="Encre 1052966"/>
              <p14:cNvContentPartPr/>
              <p14:nvPr/>
            </p14:nvContentPartPr>
            <p14:xfrm>
              <a:off x="4479452" y="4421116"/>
              <a:ext cx="72309" cy="287506"/>
            </p14:xfrm>
          </p:contentPart>
        </mc:Choice>
        <mc:Fallback xmlns="">
          <p:sp>
            <p:nvSpPr>
              <p:cNvPr id="1052967" name=""/>
              <p:cNvSpPr/>
              <p:nvPr/>
            </p:nvSpPr>
            <p:spPr>
              <a:xfrm>
                <a:off x="4479452" y="4421116"/>
                <a:ext cx="72309" cy="2875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2968" name="Encre 1052967"/>
              <p14:cNvContentPartPr/>
              <p14:nvPr/>
            </p14:nvContentPartPr>
            <p14:xfrm>
              <a:off x="4582835" y="4559116"/>
              <a:ext cx="132956" cy="148693"/>
            </p14:xfrm>
          </p:contentPart>
        </mc:Choice>
        <mc:Fallback xmlns="">
          <p:sp>
            <p:nvSpPr>
              <p:cNvPr id="1052968" name=""/>
              <p:cNvSpPr/>
              <p:nvPr/>
            </p:nvSpPr>
            <p:spPr>
              <a:xfrm>
                <a:off x="4582835" y="4559116"/>
                <a:ext cx="132956" cy="148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2969" name="Encre 1052968"/>
              <p14:cNvContentPartPr/>
              <p14:nvPr/>
            </p14:nvContentPartPr>
            <p14:xfrm>
              <a:off x="4752087" y="4457354"/>
              <a:ext cx="92405" cy="404663"/>
            </p14:xfrm>
          </p:contentPart>
        </mc:Choice>
        <mc:Fallback xmlns="">
          <p:sp>
            <p:nvSpPr>
              <p:cNvPr id="1052969" name=""/>
              <p:cNvSpPr/>
              <p:nvPr/>
            </p:nvSpPr>
            <p:spPr>
              <a:xfrm>
                <a:off x="4752087" y="4457354"/>
                <a:ext cx="92405" cy="404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2970" name="Encre 1052969"/>
              <p14:cNvContentPartPr/>
              <p14:nvPr/>
            </p14:nvContentPartPr>
            <p14:xfrm>
              <a:off x="2241846" y="5942334"/>
              <a:ext cx="3419957" cy="92124"/>
            </p14:xfrm>
          </p:contentPart>
        </mc:Choice>
        <mc:Fallback xmlns="">
          <p:sp>
            <p:nvSpPr>
              <p:cNvPr id="1052970" name=""/>
              <p:cNvSpPr/>
              <p:nvPr/>
            </p:nvSpPr>
            <p:spPr>
              <a:xfrm>
                <a:off x="2241846" y="5942334"/>
                <a:ext cx="3419957" cy="92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2971" name="Encre 1052970"/>
              <p14:cNvContentPartPr/>
              <p14:nvPr/>
            </p14:nvContentPartPr>
            <p14:xfrm>
              <a:off x="5496025" y="5906594"/>
              <a:ext cx="229112" cy="275005"/>
            </p14:xfrm>
          </p:contentPart>
        </mc:Choice>
        <mc:Fallback xmlns="">
          <p:sp>
            <p:nvSpPr>
              <p:cNvPr id="1052971" name=""/>
              <p:cNvSpPr/>
              <p:nvPr/>
            </p:nvSpPr>
            <p:spPr>
              <a:xfrm>
                <a:off x="5496025" y="5906594"/>
                <a:ext cx="229112" cy="275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2972" name="Encre 1052971"/>
              <p14:cNvContentPartPr/>
              <p14:nvPr/>
            </p14:nvContentPartPr>
            <p14:xfrm>
              <a:off x="2449231" y="5877306"/>
              <a:ext cx="6992" cy="173956"/>
            </p14:xfrm>
          </p:contentPart>
        </mc:Choice>
        <mc:Fallback xmlns="">
          <p:sp>
            <p:nvSpPr>
              <p:cNvPr id="1052972" name=""/>
              <p:cNvSpPr/>
              <p:nvPr/>
            </p:nvSpPr>
            <p:spPr>
              <a:xfrm>
                <a:off x="2449231" y="5877306"/>
                <a:ext cx="6992" cy="1739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2973" name="Encre 1052972"/>
              <p14:cNvContentPartPr/>
              <p14:nvPr/>
            </p14:nvContentPartPr>
            <p14:xfrm>
              <a:off x="2342008" y="6240862"/>
              <a:ext cx="187835" cy="25428"/>
            </p14:xfrm>
          </p:contentPart>
        </mc:Choice>
        <mc:Fallback xmlns="">
          <p:sp>
            <p:nvSpPr>
              <p:cNvPr id="1052973" name=""/>
              <p:cNvSpPr/>
              <p:nvPr/>
            </p:nvSpPr>
            <p:spPr>
              <a:xfrm>
                <a:off x="2342008" y="6240862"/>
                <a:ext cx="187835" cy="25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2974" name="Encre 1052973"/>
              <p14:cNvContentPartPr/>
              <p14:nvPr/>
            </p14:nvContentPartPr>
            <p14:xfrm>
              <a:off x="2594034" y="6232481"/>
              <a:ext cx="33901" cy="169896"/>
            </p14:xfrm>
          </p:contentPart>
        </mc:Choice>
        <mc:Fallback xmlns="">
          <p:sp>
            <p:nvSpPr>
              <p:cNvPr id="1052974" name=""/>
              <p:cNvSpPr/>
              <p:nvPr/>
            </p:nvSpPr>
            <p:spPr>
              <a:xfrm>
                <a:off x="2594034" y="6232481"/>
                <a:ext cx="33901" cy="169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2975" name="Encre 1052974"/>
              <p14:cNvContentPartPr/>
              <p14:nvPr/>
            </p14:nvContentPartPr>
            <p14:xfrm>
              <a:off x="2703866" y="6253826"/>
              <a:ext cx="10111" cy="186508"/>
            </p14:xfrm>
          </p:contentPart>
        </mc:Choice>
        <mc:Fallback xmlns="">
          <p:sp>
            <p:nvSpPr>
              <p:cNvPr id="1052975" name=""/>
              <p:cNvSpPr/>
              <p:nvPr/>
            </p:nvSpPr>
            <p:spPr>
              <a:xfrm>
                <a:off x="2703866" y="6253826"/>
                <a:ext cx="10111" cy="186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2976" name="Encre 1052975"/>
              <p14:cNvContentPartPr/>
              <p14:nvPr/>
            </p14:nvContentPartPr>
            <p14:xfrm>
              <a:off x="2556453" y="6189046"/>
              <a:ext cx="245723" cy="57683"/>
            </p14:xfrm>
          </p:contentPart>
        </mc:Choice>
        <mc:Fallback xmlns="">
          <p:sp>
            <p:nvSpPr>
              <p:cNvPr id="1052976" name=""/>
              <p:cNvSpPr/>
              <p:nvPr/>
            </p:nvSpPr>
            <p:spPr>
              <a:xfrm>
                <a:off x="2556453" y="6189046"/>
                <a:ext cx="245723" cy="57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2977" name="Encre 1052976"/>
              <p14:cNvContentPartPr/>
              <p14:nvPr/>
            </p14:nvContentPartPr>
            <p14:xfrm>
              <a:off x="5202597" y="6014809"/>
              <a:ext cx="42500" cy="85786"/>
            </p14:xfrm>
          </p:contentPart>
        </mc:Choice>
        <mc:Fallback xmlns="">
          <p:sp>
            <p:nvSpPr>
              <p:cNvPr id="1052977" name=""/>
              <p:cNvSpPr/>
              <p:nvPr/>
            </p:nvSpPr>
            <p:spPr>
              <a:xfrm>
                <a:off x="5202597" y="6014809"/>
                <a:ext cx="42500" cy="857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2978" name="Encre 1052977"/>
              <p14:cNvContentPartPr/>
              <p14:nvPr/>
            </p14:nvContentPartPr>
            <p14:xfrm>
              <a:off x="5216717" y="6268470"/>
              <a:ext cx="5895" cy="165535"/>
            </p14:xfrm>
          </p:contentPart>
        </mc:Choice>
        <mc:Fallback xmlns="">
          <p:sp>
            <p:nvSpPr>
              <p:cNvPr id="1052978" name=""/>
              <p:cNvSpPr/>
              <p:nvPr/>
            </p:nvSpPr>
            <p:spPr>
              <a:xfrm>
                <a:off x="5216717" y="6268470"/>
                <a:ext cx="5895" cy="165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2979" name="Encre 1052978"/>
              <p14:cNvContentPartPr/>
              <p14:nvPr/>
            </p14:nvContentPartPr>
            <p14:xfrm>
              <a:off x="5316880" y="6275916"/>
              <a:ext cx="5907" cy="151699"/>
            </p14:xfrm>
          </p:contentPart>
        </mc:Choice>
        <mc:Fallback xmlns="">
          <p:sp>
            <p:nvSpPr>
              <p:cNvPr id="1052979" name=""/>
              <p:cNvSpPr/>
              <p:nvPr/>
            </p:nvSpPr>
            <p:spPr>
              <a:xfrm>
                <a:off x="5316880" y="6275916"/>
                <a:ext cx="5907" cy="151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2980" name="Encre 1052979"/>
              <p14:cNvContentPartPr/>
              <p14:nvPr/>
            </p14:nvContentPartPr>
            <p14:xfrm>
              <a:off x="5138176" y="6232481"/>
              <a:ext cx="275851" cy="43434"/>
            </p14:xfrm>
          </p:contentPart>
        </mc:Choice>
        <mc:Fallback xmlns="">
          <p:sp>
            <p:nvSpPr>
              <p:cNvPr id="1052980" name=""/>
              <p:cNvSpPr/>
              <p:nvPr/>
            </p:nvSpPr>
            <p:spPr>
              <a:xfrm>
                <a:off x="5138176" y="6232481"/>
                <a:ext cx="275851" cy="43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2981" name="Encre 1052980"/>
              <p14:cNvContentPartPr/>
              <p14:nvPr/>
            </p14:nvContentPartPr>
            <p14:xfrm>
              <a:off x="5802120" y="5864708"/>
              <a:ext cx="167574" cy="456849"/>
            </p14:xfrm>
          </p:contentPart>
        </mc:Choice>
        <mc:Fallback xmlns="">
          <p:sp>
            <p:nvSpPr>
              <p:cNvPr id="1052981" name=""/>
              <p:cNvSpPr/>
              <p:nvPr/>
            </p:nvSpPr>
            <p:spPr>
              <a:xfrm>
                <a:off x="5802120" y="5864708"/>
                <a:ext cx="167574" cy="456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3018" name="Encre 1053017"/>
              <p14:cNvContentPartPr/>
              <p14:nvPr/>
            </p14:nvContentPartPr>
            <p14:xfrm>
              <a:off x="309064" y="4370484"/>
              <a:ext cx="141328" cy="239271"/>
            </p14:xfrm>
          </p:contentPart>
        </mc:Choice>
        <mc:Fallback xmlns="">
          <p:sp>
            <p:nvSpPr>
              <p:cNvPr id="1053018" name=""/>
              <p:cNvSpPr/>
              <p:nvPr/>
            </p:nvSpPr>
            <p:spPr>
              <a:xfrm>
                <a:off x="309064" y="4370484"/>
                <a:ext cx="141328" cy="239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3019" name="Encre 1053018"/>
              <p14:cNvContentPartPr/>
              <p14:nvPr/>
            </p14:nvContentPartPr>
            <p14:xfrm>
              <a:off x="318019" y="4370382"/>
              <a:ext cx="157837" cy="29140"/>
            </p14:xfrm>
          </p:contentPart>
        </mc:Choice>
        <mc:Fallback xmlns="">
          <p:sp>
            <p:nvSpPr>
              <p:cNvPr id="1053019" name=""/>
              <p:cNvSpPr/>
              <p:nvPr/>
            </p:nvSpPr>
            <p:spPr>
              <a:xfrm>
                <a:off x="318019" y="4370382"/>
                <a:ext cx="157837" cy="29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3020" name="Encre 1053019"/>
              <p14:cNvContentPartPr/>
              <p14:nvPr/>
            </p14:nvContentPartPr>
            <p14:xfrm>
              <a:off x="353760" y="4457371"/>
              <a:ext cx="143563" cy="14874"/>
            </p14:xfrm>
          </p:contentPart>
        </mc:Choice>
        <mc:Fallback xmlns="">
          <p:sp>
            <p:nvSpPr>
              <p:cNvPr id="1053020" name=""/>
              <p:cNvSpPr/>
              <p:nvPr/>
            </p:nvSpPr>
            <p:spPr>
              <a:xfrm>
                <a:off x="353760" y="4457371"/>
                <a:ext cx="143563" cy="14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3021" name="Encre 1053020"/>
              <p14:cNvContentPartPr/>
              <p14:nvPr/>
            </p14:nvContentPartPr>
            <p14:xfrm>
              <a:off x="445860" y="4559116"/>
              <a:ext cx="85661" cy="223857"/>
            </p14:xfrm>
          </p:contentPart>
        </mc:Choice>
        <mc:Fallback xmlns="">
          <p:sp>
            <p:nvSpPr>
              <p:cNvPr id="1053021" name=""/>
              <p:cNvSpPr/>
              <p:nvPr/>
            </p:nvSpPr>
            <p:spPr>
              <a:xfrm>
                <a:off x="445860" y="4559116"/>
                <a:ext cx="85661" cy="2238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3022" name="Encre 1053021"/>
              <p14:cNvContentPartPr/>
              <p14:nvPr/>
            </p14:nvContentPartPr>
            <p14:xfrm>
              <a:off x="608513" y="4363534"/>
              <a:ext cx="38674" cy="286165"/>
            </p14:xfrm>
          </p:contentPart>
        </mc:Choice>
        <mc:Fallback xmlns="">
          <p:sp>
            <p:nvSpPr>
              <p:cNvPr id="1053022" name=""/>
              <p:cNvSpPr/>
              <p:nvPr/>
            </p:nvSpPr>
            <p:spPr>
              <a:xfrm>
                <a:off x="608513" y="4363534"/>
                <a:ext cx="38674" cy="2861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3023" name="Encre 1053022"/>
              <p14:cNvContentPartPr/>
              <p14:nvPr/>
            </p14:nvContentPartPr>
            <p14:xfrm>
              <a:off x="668367" y="4507296"/>
              <a:ext cx="117878" cy="114282"/>
            </p14:xfrm>
          </p:contentPart>
        </mc:Choice>
        <mc:Fallback xmlns="">
          <p:sp>
            <p:nvSpPr>
              <p:cNvPr id="1053023" name=""/>
              <p:cNvSpPr/>
              <p:nvPr/>
            </p:nvSpPr>
            <p:spPr>
              <a:xfrm>
                <a:off x="668367" y="4507296"/>
                <a:ext cx="117878" cy="114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3024" name="Encre 1053023"/>
              <p14:cNvContentPartPr/>
              <p14:nvPr/>
            </p14:nvContentPartPr>
            <p14:xfrm>
              <a:off x="775590" y="4421116"/>
              <a:ext cx="46496" cy="275750"/>
            </p14:xfrm>
          </p:contentPart>
        </mc:Choice>
        <mc:Fallback xmlns="">
          <p:sp>
            <p:nvSpPr>
              <p:cNvPr id="1053024" name=""/>
              <p:cNvSpPr/>
              <p:nvPr/>
            </p:nvSpPr>
            <p:spPr>
              <a:xfrm>
                <a:off x="775590" y="4421116"/>
                <a:ext cx="46496" cy="275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3025" name="Encre 1053024"/>
              <p14:cNvContentPartPr/>
              <p14:nvPr/>
            </p14:nvContentPartPr>
            <p14:xfrm>
              <a:off x="875752" y="4566065"/>
              <a:ext cx="141598" cy="4728"/>
            </p14:xfrm>
          </p:contentPart>
        </mc:Choice>
        <mc:Fallback xmlns="">
          <p:sp>
            <p:nvSpPr>
              <p:cNvPr id="1053025" name=""/>
              <p:cNvSpPr/>
              <p:nvPr/>
            </p:nvSpPr>
            <p:spPr>
              <a:xfrm>
                <a:off x="875752" y="4566065"/>
                <a:ext cx="141598" cy="47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3026" name="Encre 1053025"/>
              <p14:cNvContentPartPr/>
              <p14:nvPr/>
            </p14:nvContentPartPr>
            <p14:xfrm>
              <a:off x="911493" y="4616698"/>
              <a:ext cx="104558" cy="11810"/>
            </p14:xfrm>
          </p:contentPart>
        </mc:Choice>
        <mc:Fallback xmlns="">
          <p:sp>
            <p:nvSpPr>
              <p:cNvPr id="1053026" name=""/>
              <p:cNvSpPr/>
              <p:nvPr/>
            </p:nvSpPr>
            <p:spPr>
              <a:xfrm>
                <a:off x="911493" y="4616698"/>
                <a:ext cx="104558" cy="11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3027" name="Encre 1053026"/>
              <p14:cNvContentPartPr/>
              <p14:nvPr/>
            </p14:nvContentPartPr>
            <p14:xfrm>
              <a:off x="1083137" y="4529828"/>
              <a:ext cx="198674" cy="139798"/>
            </p14:xfrm>
          </p:contentPart>
        </mc:Choice>
        <mc:Fallback xmlns="">
          <p:sp>
            <p:nvSpPr>
              <p:cNvPr id="1053027" name=""/>
              <p:cNvSpPr/>
              <p:nvPr/>
            </p:nvSpPr>
            <p:spPr>
              <a:xfrm>
                <a:off x="1083137" y="4529828"/>
                <a:ext cx="198674" cy="139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3028" name="Encre 1053027"/>
              <p14:cNvContentPartPr/>
              <p14:nvPr/>
            </p14:nvContentPartPr>
            <p14:xfrm>
              <a:off x="1273683" y="4548836"/>
              <a:ext cx="158385" cy="236021"/>
            </p14:xfrm>
          </p:contentPart>
        </mc:Choice>
        <mc:Fallback xmlns="">
          <p:sp>
            <p:nvSpPr>
              <p:cNvPr id="1053028" name=""/>
              <p:cNvSpPr/>
              <p:nvPr/>
            </p:nvSpPr>
            <p:spPr>
              <a:xfrm>
                <a:off x="1273683" y="4548836"/>
                <a:ext cx="158385" cy="2360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3029" name="Encre 1053028"/>
              <p14:cNvContentPartPr/>
              <p14:nvPr/>
            </p14:nvContentPartPr>
            <p14:xfrm>
              <a:off x="1490847" y="4385376"/>
              <a:ext cx="29289" cy="294480"/>
            </p14:xfrm>
          </p:contentPart>
        </mc:Choice>
        <mc:Fallback xmlns="">
          <p:sp>
            <p:nvSpPr>
              <p:cNvPr id="1053029" name=""/>
              <p:cNvSpPr/>
              <p:nvPr/>
            </p:nvSpPr>
            <p:spPr>
              <a:xfrm>
                <a:off x="1490847" y="4385376"/>
                <a:ext cx="29289" cy="294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3030" name="Encre 1053029"/>
              <p14:cNvContentPartPr/>
              <p14:nvPr/>
            </p14:nvContentPartPr>
            <p14:xfrm>
              <a:off x="1626529" y="4370484"/>
              <a:ext cx="71703" cy="443586"/>
            </p14:xfrm>
          </p:contentPart>
        </mc:Choice>
        <mc:Fallback xmlns="">
          <p:sp>
            <p:nvSpPr>
              <p:cNvPr id="1053030" name=""/>
              <p:cNvSpPr/>
              <p:nvPr/>
            </p:nvSpPr>
            <p:spPr>
              <a:xfrm>
                <a:off x="1626529" y="4370484"/>
                <a:ext cx="71703" cy="443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3031" name="Encre 1053030"/>
              <p14:cNvContentPartPr/>
              <p14:nvPr/>
            </p14:nvContentPartPr>
            <p14:xfrm>
              <a:off x="1733973" y="4518060"/>
              <a:ext cx="107473" cy="172864"/>
            </p14:xfrm>
          </p:contentPart>
        </mc:Choice>
        <mc:Fallback xmlns="">
          <p:sp>
            <p:nvSpPr>
              <p:cNvPr id="1053031" name=""/>
              <p:cNvSpPr/>
              <p:nvPr/>
            </p:nvSpPr>
            <p:spPr>
              <a:xfrm>
                <a:off x="1733973" y="4518060"/>
                <a:ext cx="107473" cy="172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3032" name="Encre 1053031"/>
              <p14:cNvContentPartPr/>
              <p14:nvPr/>
            </p14:nvContentPartPr>
            <p14:xfrm>
              <a:off x="1876936" y="4605439"/>
              <a:ext cx="111687" cy="25903"/>
            </p14:xfrm>
          </p:contentPart>
        </mc:Choice>
        <mc:Fallback xmlns="">
          <p:sp>
            <p:nvSpPr>
              <p:cNvPr id="1053032" name=""/>
              <p:cNvSpPr/>
              <p:nvPr/>
            </p:nvSpPr>
            <p:spPr>
              <a:xfrm>
                <a:off x="1876936" y="4605439"/>
                <a:ext cx="111687" cy="25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3033" name="Encre 1053032"/>
              <p14:cNvContentPartPr/>
              <p14:nvPr/>
            </p14:nvContentPartPr>
            <p14:xfrm>
              <a:off x="2051026" y="4493591"/>
              <a:ext cx="265222" cy="169137"/>
            </p14:xfrm>
          </p:contentPart>
        </mc:Choice>
        <mc:Fallback xmlns="">
          <p:sp>
            <p:nvSpPr>
              <p:cNvPr id="1053033" name=""/>
              <p:cNvSpPr/>
              <p:nvPr/>
            </p:nvSpPr>
            <p:spPr>
              <a:xfrm>
                <a:off x="2051026" y="4493591"/>
                <a:ext cx="265222" cy="169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3034" name="Encre 1053033"/>
              <p14:cNvContentPartPr/>
              <p14:nvPr/>
            </p14:nvContentPartPr>
            <p14:xfrm>
              <a:off x="2357327" y="4494318"/>
              <a:ext cx="132604" cy="150894"/>
            </p14:xfrm>
          </p:contentPart>
        </mc:Choice>
        <mc:Fallback xmlns="">
          <p:sp>
            <p:nvSpPr>
              <p:cNvPr id="1053034" name=""/>
              <p:cNvSpPr/>
              <p:nvPr/>
            </p:nvSpPr>
            <p:spPr>
              <a:xfrm>
                <a:off x="2357327" y="4494318"/>
                <a:ext cx="132604" cy="150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3035" name="Encre 1053034"/>
              <p14:cNvContentPartPr/>
              <p14:nvPr/>
            </p14:nvContentPartPr>
            <p14:xfrm>
              <a:off x="2472412" y="4406721"/>
              <a:ext cx="78724" cy="393809"/>
            </p14:xfrm>
          </p:contentPart>
        </mc:Choice>
        <mc:Fallback xmlns="">
          <p:sp>
            <p:nvSpPr>
              <p:cNvPr id="1053035" name=""/>
              <p:cNvSpPr/>
              <p:nvPr/>
            </p:nvSpPr>
            <p:spPr>
              <a:xfrm>
                <a:off x="2472412" y="4406721"/>
                <a:ext cx="78724" cy="393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3036" name="Encre 1053035"/>
              <p14:cNvContentPartPr/>
              <p14:nvPr/>
            </p14:nvContentPartPr>
            <p14:xfrm>
              <a:off x="3876544" y="5962577"/>
              <a:ext cx="210586" cy="36681"/>
            </p14:xfrm>
          </p:contentPart>
        </mc:Choice>
        <mc:Fallback xmlns="">
          <p:sp>
            <p:nvSpPr>
              <p:cNvPr id="1053036" name=""/>
              <p:cNvSpPr/>
              <p:nvPr/>
            </p:nvSpPr>
            <p:spPr>
              <a:xfrm>
                <a:off x="3876544" y="5962577"/>
                <a:ext cx="210586" cy="36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3037" name="Encre 1053036"/>
              <p14:cNvContentPartPr/>
              <p14:nvPr/>
            </p14:nvContentPartPr>
            <p14:xfrm>
              <a:off x="3873869" y="4892448"/>
              <a:ext cx="134279" cy="25438"/>
            </p14:xfrm>
          </p:contentPart>
        </mc:Choice>
        <mc:Fallback xmlns="">
          <p:sp>
            <p:nvSpPr>
              <p:cNvPr id="1053037" name=""/>
              <p:cNvSpPr/>
              <p:nvPr/>
            </p:nvSpPr>
            <p:spPr>
              <a:xfrm>
                <a:off x="3873869" y="4892448"/>
                <a:ext cx="134279" cy="25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3038" name="Encre 1053037"/>
              <p14:cNvContentPartPr/>
              <p14:nvPr/>
            </p14:nvContentPartPr>
            <p14:xfrm>
              <a:off x="3285830" y="4587620"/>
              <a:ext cx="160202" cy="175424"/>
            </p14:xfrm>
          </p:contentPart>
        </mc:Choice>
        <mc:Fallback xmlns="">
          <p:sp>
            <p:nvSpPr>
              <p:cNvPr id="1053038" name=""/>
              <p:cNvSpPr/>
              <p:nvPr/>
            </p:nvSpPr>
            <p:spPr>
              <a:xfrm>
                <a:off x="3285830" y="4587620"/>
                <a:ext cx="160202" cy="175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3039" name="Encre 1053038"/>
              <p14:cNvContentPartPr/>
              <p14:nvPr/>
            </p14:nvContentPartPr>
            <p14:xfrm>
              <a:off x="3464535" y="4667827"/>
              <a:ext cx="170970" cy="94160"/>
            </p14:xfrm>
          </p:contentPart>
        </mc:Choice>
        <mc:Fallback xmlns="">
          <p:sp>
            <p:nvSpPr>
              <p:cNvPr id="1053039" name=""/>
              <p:cNvSpPr/>
              <p:nvPr/>
            </p:nvSpPr>
            <p:spPr>
              <a:xfrm>
                <a:off x="3464535" y="4667827"/>
                <a:ext cx="170970" cy="94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3040" name="Encre 1053039"/>
              <p14:cNvContentPartPr/>
              <p14:nvPr/>
            </p14:nvContentPartPr>
            <p14:xfrm>
              <a:off x="3654195" y="4692352"/>
              <a:ext cx="79499" cy="184023"/>
            </p14:xfrm>
          </p:contentPart>
        </mc:Choice>
        <mc:Fallback xmlns="">
          <p:sp>
            <p:nvSpPr>
              <p:cNvPr id="1053040" name=""/>
              <p:cNvSpPr/>
              <p:nvPr/>
            </p:nvSpPr>
            <p:spPr>
              <a:xfrm>
                <a:off x="3654195" y="4692352"/>
                <a:ext cx="79499" cy="184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3041" name="Encre 1053040"/>
              <p14:cNvContentPartPr/>
              <p14:nvPr/>
            </p14:nvContentPartPr>
            <p14:xfrm>
              <a:off x="3765023" y="4515432"/>
              <a:ext cx="35740" cy="289649"/>
            </p14:xfrm>
          </p:contentPart>
        </mc:Choice>
        <mc:Fallback xmlns="">
          <p:sp>
            <p:nvSpPr>
              <p:cNvPr id="1053041" name=""/>
              <p:cNvSpPr/>
              <p:nvPr/>
            </p:nvSpPr>
            <p:spPr>
              <a:xfrm>
                <a:off x="3765023" y="4515432"/>
                <a:ext cx="35740" cy="289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3042" name="Encre 1053041"/>
              <p14:cNvContentPartPr/>
              <p14:nvPr/>
            </p14:nvContentPartPr>
            <p14:xfrm>
              <a:off x="2251006" y="4886540"/>
              <a:ext cx="126743" cy="29324"/>
            </p14:xfrm>
          </p:contentPart>
        </mc:Choice>
        <mc:Fallback xmlns="">
          <p:sp>
            <p:nvSpPr>
              <p:cNvPr id="1053042" name=""/>
              <p:cNvSpPr/>
              <p:nvPr/>
            </p:nvSpPr>
            <p:spPr>
              <a:xfrm>
                <a:off x="2251006" y="4886540"/>
                <a:ext cx="126743" cy="29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3043" name="Encre 1053042"/>
              <p14:cNvContentPartPr/>
              <p14:nvPr/>
            </p14:nvContentPartPr>
            <p14:xfrm>
              <a:off x="4981692" y="4898789"/>
              <a:ext cx="206786" cy="29333"/>
            </p14:xfrm>
          </p:contentPart>
        </mc:Choice>
        <mc:Fallback xmlns="">
          <p:sp>
            <p:nvSpPr>
              <p:cNvPr id="1053043" name=""/>
              <p:cNvSpPr/>
              <p:nvPr/>
            </p:nvSpPr>
            <p:spPr>
              <a:xfrm>
                <a:off x="4981692" y="4898789"/>
                <a:ext cx="206786" cy="293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3045" name="Encre 1053044"/>
              <p14:cNvContentPartPr/>
              <p14:nvPr/>
            </p14:nvContentPartPr>
            <p14:xfrm>
              <a:off x="3843720" y="6286836"/>
              <a:ext cx="201526" cy="242737"/>
            </p14:xfrm>
          </p:contentPart>
        </mc:Choice>
        <mc:Fallback xmlns="">
          <p:sp>
            <p:nvSpPr>
              <p:cNvPr id="1053045" name=""/>
              <p:cNvSpPr/>
              <p:nvPr/>
            </p:nvSpPr>
            <p:spPr>
              <a:xfrm>
                <a:off x="3843720" y="6286836"/>
                <a:ext cx="201526" cy="242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3099" name="Encre 1053098"/>
              <p14:cNvContentPartPr/>
              <p14:nvPr/>
            </p14:nvContentPartPr>
            <p14:xfrm>
              <a:off x="2356128" y="4899398"/>
              <a:ext cx="3017396" cy="1089536"/>
            </p14:xfrm>
          </p:contentPart>
        </mc:Choice>
        <mc:Fallback xmlns="">
          <p:sp>
            <p:nvSpPr>
              <p:cNvPr id="1053099" name=""/>
              <p:cNvSpPr/>
              <p:nvPr/>
            </p:nvSpPr>
            <p:spPr>
              <a:xfrm>
                <a:off x="2356128" y="4899398"/>
                <a:ext cx="3017396" cy="10895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3100" name="Encre 1053099"/>
              <p14:cNvContentPartPr/>
              <p14:nvPr/>
            </p14:nvContentPartPr>
            <p14:xfrm>
              <a:off x="3936666" y="4918716"/>
              <a:ext cx="724961" cy="1065029"/>
            </p14:xfrm>
          </p:contentPart>
        </mc:Choice>
        <mc:Fallback xmlns="">
          <p:sp>
            <p:nvSpPr>
              <p:cNvPr id="1053100" name=""/>
              <p:cNvSpPr/>
              <p:nvPr/>
            </p:nvSpPr>
            <p:spPr>
              <a:xfrm>
                <a:off x="3936666" y="4918716"/>
                <a:ext cx="724961" cy="1065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3101" name="Encre 1053100"/>
              <p14:cNvContentPartPr/>
              <p14:nvPr/>
            </p14:nvContentPartPr>
            <p14:xfrm>
              <a:off x="3252621" y="5123954"/>
              <a:ext cx="827008" cy="840222"/>
            </p14:xfrm>
          </p:contentPart>
        </mc:Choice>
        <mc:Fallback xmlns="">
          <p:sp>
            <p:nvSpPr>
              <p:cNvPr id="1053101" name=""/>
              <p:cNvSpPr/>
              <p:nvPr/>
            </p:nvSpPr>
            <p:spPr>
              <a:xfrm>
                <a:off x="3252621" y="5123954"/>
                <a:ext cx="827008" cy="8402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3102" name="Encre 1053101"/>
              <p14:cNvContentPartPr/>
              <p14:nvPr/>
            </p14:nvContentPartPr>
            <p14:xfrm>
              <a:off x="3779407" y="5777085"/>
              <a:ext cx="453019" cy="464760"/>
            </p14:xfrm>
          </p:contentPart>
        </mc:Choice>
        <mc:Fallback xmlns="">
          <p:sp>
            <p:nvSpPr>
              <p:cNvPr id="1053102" name=""/>
              <p:cNvSpPr/>
              <p:nvPr/>
            </p:nvSpPr>
            <p:spPr>
              <a:xfrm>
                <a:off x="3779407" y="5777085"/>
                <a:ext cx="453019" cy="464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3103" name="Encre 1053102"/>
              <p14:cNvContentPartPr/>
              <p14:nvPr/>
            </p14:nvContentPartPr>
            <p14:xfrm>
              <a:off x="4325260" y="4812776"/>
              <a:ext cx="121298" cy="298406"/>
            </p14:xfrm>
          </p:contentPart>
        </mc:Choice>
        <mc:Fallback xmlns="">
          <p:sp>
            <p:nvSpPr>
              <p:cNvPr id="1053103" name=""/>
              <p:cNvSpPr/>
              <p:nvPr/>
            </p:nvSpPr>
            <p:spPr>
              <a:xfrm>
                <a:off x="4325260" y="4812776"/>
                <a:ext cx="121298" cy="298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3104" name="Encre 1053103"/>
              <p14:cNvContentPartPr/>
              <p14:nvPr/>
            </p14:nvContentPartPr>
            <p14:xfrm>
              <a:off x="4365998" y="4848517"/>
              <a:ext cx="173825" cy="12174"/>
            </p14:xfrm>
          </p:contentPart>
        </mc:Choice>
        <mc:Fallback xmlns="">
          <p:sp>
            <p:nvSpPr>
              <p:cNvPr id="1053104" name=""/>
              <p:cNvSpPr/>
              <p:nvPr/>
            </p:nvSpPr>
            <p:spPr>
              <a:xfrm>
                <a:off x="4365998" y="4848517"/>
                <a:ext cx="173825" cy="12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3105" name="Encre 1053104"/>
              <p14:cNvContentPartPr/>
              <p14:nvPr/>
            </p14:nvContentPartPr>
            <p14:xfrm>
              <a:off x="4358496" y="4950279"/>
              <a:ext cx="122727" cy="15260"/>
            </p14:xfrm>
          </p:contentPart>
        </mc:Choice>
        <mc:Fallback xmlns="">
          <p:sp>
            <p:nvSpPr>
              <p:cNvPr id="1053105" name=""/>
              <p:cNvSpPr/>
              <p:nvPr/>
            </p:nvSpPr>
            <p:spPr>
              <a:xfrm>
                <a:off x="4358496" y="4950279"/>
                <a:ext cx="122727" cy="15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3106" name="Encre 1053105"/>
              <p14:cNvContentPartPr/>
              <p14:nvPr/>
            </p14:nvContentPartPr>
            <p14:xfrm>
              <a:off x="4424661" y="5080928"/>
              <a:ext cx="100361" cy="208863"/>
            </p14:xfrm>
          </p:contentPart>
        </mc:Choice>
        <mc:Fallback xmlns="">
          <p:sp>
            <p:nvSpPr>
              <p:cNvPr id="1053106" name=""/>
              <p:cNvSpPr/>
              <p:nvPr/>
            </p:nvSpPr>
            <p:spPr>
              <a:xfrm>
                <a:off x="4424661" y="5080928"/>
                <a:ext cx="100361" cy="208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3107" name="Encre 1053106"/>
              <p14:cNvContentPartPr/>
              <p14:nvPr/>
            </p14:nvContentPartPr>
            <p14:xfrm>
              <a:off x="4547981" y="4783737"/>
              <a:ext cx="75262" cy="97124"/>
            </p14:xfrm>
          </p:contentPart>
        </mc:Choice>
        <mc:Fallback xmlns="">
          <p:sp>
            <p:nvSpPr>
              <p:cNvPr id="1053107" name=""/>
              <p:cNvSpPr/>
              <p:nvPr/>
            </p:nvSpPr>
            <p:spPr>
              <a:xfrm>
                <a:off x="4547981" y="4783737"/>
                <a:ext cx="75262" cy="97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3108" name="Encre 1053107"/>
              <p14:cNvContentPartPr/>
              <p14:nvPr/>
            </p14:nvContentPartPr>
            <p14:xfrm>
              <a:off x="4609464" y="4877556"/>
              <a:ext cx="85260" cy="274498"/>
            </p14:xfrm>
          </p:contentPart>
        </mc:Choice>
        <mc:Fallback xmlns="">
          <p:sp>
            <p:nvSpPr>
              <p:cNvPr id="1053108" name=""/>
              <p:cNvSpPr/>
              <p:nvPr/>
            </p:nvSpPr>
            <p:spPr>
              <a:xfrm>
                <a:off x="4609464" y="4877556"/>
                <a:ext cx="85260" cy="274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3109" name="Encre 1053108"/>
              <p14:cNvContentPartPr/>
              <p14:nvPr/>
            </p14:nvContentPartPr>
            <p14:xfrm>
              <a:off x="4695754" y="4972752"/>
              <a:ext cx="77457" cy="160846"/>
            </p14:xfrm>
          </p:contentPart>
        </mc:Choice>
        <mc:Fallback xmlns="">
          <p:sp>
            <p:nvSpPr>
              <p:cNvPr id="1053109" name=""/>
              <p:cNvSpPr/>
              <p:nvPr/>
            </p:nvSpPr>
            <p:spPr>
              <a:xfrm>
                <a:off x="4695754" y="4972752"/>
                <a:ext cx="77457" cy="1608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3110" name="Encre 1053109"/>
              <p14:cNvContentPartPr/>
              <p14:nvPr/>
            </p14:nvContentPartPr>
            <p14:xfrm>
              <a:off x="4789789" y="4943081"/>
              <a:ext cx="39671" cy="280540"/>
            </p14:xfrm>
          </p:contentPart>
        </mc:Choice>
        <mc:Fallback xmlns="">
          <p:sp>
            <p:nvSpPr>
              <p:cNvPr id="1053110" name=""/>
              <p:cNvSpPr/>
              <p:nvPr/>
            </p:nvSpPr>
            <p:spPr>
              <a:xfrm>
                <a:off x="4789789" y="4943081"/>
                <a:ext cx="39671" cy="280540"/>
              </a:xfrm>
            </p:spPr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486" name="ZoneTexte 3"/>
          <p:cNvSpPr txBox="1"/>
          <p:nvPr/>
        </p:nvSpPr>
        <p:spPr>
          <a:xfrm>
            <a:off x="656770" y="151517"/>
            <a:ext cx="5720081" cy="8026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6. Oscillations harmoniques autour d’une </a:t>
            </a:r>
          </a:p>
          <a:p>
            <a:r>
              <a:rPr lang="fr-MA" sz="2400" dirty="0">
                <a:latin typeface="Lucida Handwriting" panose="03010101010101010101" pitchFamily="66" charset="0"/>
              </a:rPr>
              <a:t>position d’équilibre stable</a:t>
            </a:r>
          </a:p>
        </p:txBody>
      </p:sp>
      <p:sp>
        <p:nvSpPr>
          <p:cNvPr id="1051487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954157"/>
            <a:ext cx="7952305" cy="427618"/>
          </a:xfrm>
          <a:prstGeom prst="rect">
            <a:avLst/>
          </a:prstGeom>
          <a:blipFill rotWithShape="0">
            <a:blip r:embed="rId2"/>
            <a:stretch>
              <a:fillRect l="-766" t="-7143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88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1410067"/>
            <a:ext cx="9746835" cy="427618"/>
          </a:xfrm>
          <a:prstGeom prst="rect">
            <a:avLst/>
          </a:prstGeom>
          <a:blipFill rotWithShape="0">
            <a:blip r:embed="rId3"/>
            <a:stretch>
              <a:fillRect l="-563" t="-5714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89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1961879"/>
            <a:ext cx="7042697" cy="894476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90" name="ZoneTexte 8"/>
          <p:cNvSpPr txBox="1"/>
          <p:nvPr/>
        </p:nvSpPr>
        <p:spPr>
          <a:xfrm>
            <a:off x="8197716" y="26670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51491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7763" y="3140715"/>
            <a:ext cx="7288662" cy="863698"/>
          </a:xfrm>
          <a:prstGeom prst="rect">
            <a:avLst/>
          </a:prstGeom>
          <a:blipFill rotWithShape="0">
            <a:blip r:embed="rId5"/>
            <a:stretch>
              <a:fillRect l="-92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92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4208799"/>
            <a:ext cx="8712706" cy="526939"/>
          </a:xfrm>
          <a:prstGeom prst="rect">
            <a:avLst/>
          </a:prstGeom>
          <a:blipFill rotWithShape="0">
            <a:blip r:embed="rId6"/>
            <a:stretch>
              <a:fillRect l="-630" b="-804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93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4832511"/>
            <a:ext cx="10762626" cy="535659"/>
          </a:xfrm>
          <a:prstGeom prst="rect">
            <a:avLst/>
          </a:prstGeom>
          <a:blipFill rotWithShape="0">
            <a:blip r:embed="rId7"/>
            <a:stretch>
              <a:fillRect l="-510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94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5429146"/>
            <a:ext cx="11512767" cy="843372"/>
          </a:xfrm>
          <a:prstGeom prst="rect">
            <a:avLst/>
          </a:prstGeom>
          <a:blipFill rotWithShape="0">
            <a:blip r:embed="rId8"/>
            <a:stretch>
              <a:fillRect l="-476" b="-12319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49" name="Connecteur droit avec flèche 14"/>
          <p:cNvCxnSpPr>
            <a:cxnSpLocks/>
          </p:cNvCxnSpPr>
          <p:nvPr/>
        </p:nvCxnSpPr>
        <p:spPr>
          <a:xfrm>
            <a:off x="7991827" y="3029777"/>
            <a:ext cx="33016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0" name="Connecteur droit avec flèche 20"/>
          <p:cNvCxnSpPr>
            <a:cxnSpLocks/>
          </p:cNvCxnSpPr>
          <p:nvPr/>
        </p:nvCxnSpPr>
        <p:spPr>
          <a:xfrm flipH="1" flipV="1">
            <a:off x="8444601" y="1707239"/>
            <a:ext cx="10291" cy="22787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495" name="Forme libre 25"/>
          <p:cNvSpPr/>
          <p:nvPr/>
        </p:nvSpPr>
        <p:spPr>
          <a:xfrm rot="21417542">
            <a:off x="8003207" y="2401408"/>
            <a:ext cx="2149617" cy="1563211"/>
          </a:xfrm>
          <a:custGeom>
            <a:avLst/>
            <a:gdLst>
              <a:gd name="connsiteX0" fmla="*/ 0 w 477078"/>
              <a:gd name="connsiteY0" fmla="*/ 26504 h 821670"/>
              <a:gd name="connsiteX1" fmla="*/ 172278 w 477078"/>
              <a:gd name="connsiteY1" fmla="*/ 821634 h 821670"/>
              <a:gd name="connsiteX2" fmla="*/ 477078 w 477078"/>
              <a:gd name="connsiteY2" fmla="*/ 0 h 8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078" h="821670">
                <a:moveTo>
                  <a:pt x="0" y="26504"/>
                </a:moveTo>
                <a:cubicBezTo>
                  <a:pt x="46382" y="426277"/>
                  <a:pt x="92765" y="826051"/>
                  <a:pt x="172278" y="821634"/>
                </a:cubicBezTo>
                <a:cubicBezTo>
                  <a:pt x="251791" y="817217"/>
                  <a:pt x="364434" y="408608"/>
                  <a:pt x="477078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51496" name="Forme libre 26"/>
          <p:cNvSpPr/>
          <p:nvPr/>
        </p:nvSpPr>
        <p:spPr>
          <a:xfrm rot="21433157">
            <a:off x="7847733" y="2293727"/>
            <a:ext cx="3313043" cy="1657756"/>
          </a:xfrm>
          <a:custGeom>
            <a:avLst/>
            <a:gdLst>
              <a:gd name="connsiteX0" fmla="*/ 0 w 3313043"/>
              <a:gd name="connsiteY0" fmla="*/ 0 h 1579462"/>
              <a:gd name="connsiteX1" fmla="*/ 914400 w 3313043"/>
              <a:gd name="connsiteY1" fmla="*/ 1577009 h 1579462"/>
              <a:gd name="connsiteX2" fmla="*/ 2438400 w 3313043"/>
              <a:gd name="connsiteY2" fmla="*/ 371061 h 1579462"/>
              <a:gd name="connsiteX3" fmla="*/ 3313043 w 3313043"/>
              <a:gd name="connsiteY3" fmla="*/ 728870 h 1579462"/>
              <a:gd name="connsiteX4" fmla="*/ 3313043 w 3313043"/>
              <a:gd name="connsiteY4" fmla="*/ 728870 h 157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3043" h="1579462">
                <a:moveTo>
                  <a:pt x="0" y="0"/>
                </a:moveTo>
                <a:cubicBezTo>
                  <a:pt x="254000" y="757583"/>
                  <a:pt x="508000" y="1515166"/>
                  <a:pt x="914400" y="1577009"/>
                </a:cubicBezTo>
                <a:cubicBezTo>
                  <a:pt x="1320800" y="1638853"/>
                  <a:pt x="2038626" y="512417"/>
                  <a:pt x="2438400" y="371061"/>
                </a:cubicBezTo>
                <a:cubicBezTo>
                  <a:pt x="2838174" y="229705"/>
                  <a:pt x="3313043" y="728870"/>
                  <a:pt x="3313043" y="728870"/>
                </a:cubicBezTo>
                <a:lnTo>
                  <a:pt x="3313043" y="72887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51497" name="ZoneTexte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07109" y="2528735"/>
            <a:ext cx="555472" cy="461665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51" name="Connecteur droit 29"/>
          <p:cNvCxnSpPr>
            <a:cxnSpLocks/>
            <a:stCxn id="1051497" idx="2"/>
            <a:endCxn id="1051496" idx="1"/>
          </p:cNvCxnSpPr>
          <p:nvPr/>
        </p:nvCxnSpPr>
        <p:spPr>
          <a:xfrm>
            <a:off x="8784845" y="2990400"/>
            <a:ext cx="18249" cy="99353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Connecteur droit avec flèche 42"/>
          <p:cNvCxnSpPr>
            <a:cxnSpLocks/>
          </p:cNvCxnSpPr>
          <p:nvPr/>
        </p:nvCxnSpPr>
        <p:spPr>
          <a:xfrm flipH="1">
            <a:off x="10562154" y="2343026"/>
            <a:ext cx="344557" cy="3143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498" name="Rectangle 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02093" y="1946377"/>
            <a:ext cx="1014252" cy="490199"/>
          </a:xfrm>
          <a:prstGeom prst="rect">
            <a:avLst/>
          </a:prstGeom>
          <a:blipFill rotWithShape="0">
            <a:blip r:embed="rId10"/>
            <a:stretch>
              <a:fillRect b="-4819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499" name="Ellipse 44"/>
          <p:cNvSpPr/>
          <p:nvPr/>
        </p:nvSpPr>
        <p:spPr>
          <a:xfrm>
            <a:off x="8295864" y="3655645"/>
            <a:ext cx="1101462" cy="421057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53" name="Connecteur droit avec flèche 46"/>
          <p:cNvCxnSpPr>
            <a:cxnSpLocks/>
            <a:endCxn id="1051499" idx="6"/>
          </p:cNvCxnSpPr>
          <p:nvPr/>
        </p:nvCxnSpPr>
        <p:spPr>
          <a:xfrm flipH="1">
            <a:off x="9397326" y="3845216"/>
            <a:ext cx="555060" cy="2095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500" name="ZoneTexte 48"/>
          <p:cNvSpPr txBox="1"/>
          <p:nvPr/>
        </p:nvSpPr>
        <p:spPr>
          <a:xfrm>
            <a:off x="9880075" y="3505357"/>
            <a:ext cx="1846580" cy="70104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MA" sz="2000" dirty="0">
                <a:solidFill>
                  <a:schemeClr val="accent1">
                    <a:lumMod val="75000"/>
                  </a:schemeClr>
                </a:solidFill>
              </a:rPr>
              <a:t>Approximation</a:t>
            </a:r>
          </a:p>
          <a:p>
            <a:pPr algn="ctr"/>
            <a:r>
              <a:rPr lang="fr-MA" sz="2000" dirty="0">
                <a:solidFill>
                  <a:schemeClr val="accent1">
                    <a:lumMod val="75000"/>
                  </a:schemeClr>
                </a:solidFill>
              </a:rPr>
              <a:t>valable</a:t>
            </a:r>
          </a:p>
        </p:txBody>
      </p:sp>
      <p:cxnSp>
        <p:nvCxnSpPr>
          <p:cNvPr id="3145754" name="Connecteur droit avec flèche 54"/>
          <p:cNvCxnSpPr>
            <a:cxnSpLocks/>
          </p:cNvCxnSpPr>
          <p:nvPr/>
        </p:nvCxnSpPr>
        <p:spPr>
          <a:xfrm flipH="1">
            <a:off x="10135604" y="1845032"/>
            <a:ext cx="199169" cy="4618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501" name="Rectangle 5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334773" y="1114860"/>
            <a:ext cx="1169616" cy="731547"/>
          </a:xfrm>
          <a:prstGeom prst="rect">
            <a:avLst/>
          </a:prstGeom>
          <a:blipFill rotWithShape="0">
            <a:blip r:embed="rId11"/>
            <a:stretch>
              <a:fillRect l="-4639" r="-4639" b="-13115"/>
            </a:stretch>
          </a:blipFill>
          <a:ln>
            <a:solidFill>
              <a:srgbClr val="FF0000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502" name="Encre 1051501"/>
              <p14:cNvContentPartPr/>
              <p14:nvPr/>
            </p14:nvContentPartPr>
            <p14:xfrm>
              <a:off x="8339905" y="3978858"/>
              <a:ext cx="853455" cy="22901"/>
            </p14:xfrm>
          </p:contentPart>
        </mc:Choice>
        <mc:Fallback xmlns="">
          <p:sp>
            <p:nvSpPr>
              <p:cNvPr id="1051502" name=""/>
              <p:cNvSpPr/>
              <p:nvPr/>
            </p:nvSpPr>
            <p:spPr>
              <a:xfrm>
                <a:off x="8339905" y="3978858"/>
                <a:ext cx="853455" cy="22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503" name="Encre 1051502"/>
              <p14:cNvContentPartPr/>
              <p14:nvPr/>
            </p14:nvContentPartPr>
            <p14:xfrm>
              <a:off x="4075926" y="5829895"/>
              <a:ext cx="29117" cy="4225"/>
            </p14:xfrm>
          </p:contentPart>
        </mc:Choice>
        <mc:Fallback xmlns="">
          <p:sp>
            <p:nvSpPr>
              <p:cNvPr id="1051503" name=""/>
              <p:cNvSpPr/>
              <p:nvPr/>
            </p:nvSpPr>
            <p:spPr>
              <a:xfrm>
                <a:off x="4075926" y="5829895"/>
                <a:ext cx="29117" cy="4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504" name="Encre 1051503"/>
              <p14:cNvContentPartPr/>
              <p14:nvPr/>
            </p14:nvContentPartPr>
            <p14:xfrm>
              <a:off x="4627597" y="2138288"/>
              <a:ext cx="83364" cy="132207"/>
            </p14:xfrm>
          </p:contentPart>
        </mc:Choice>
        <mc:Fallback xmlns="">
          <p:sp>
            <p:nvSpPr>
              <p:cNvPr id="1051504" name=""/>
              <p:cNvSpPr/>
              <p:nvPr/>
            </p:nvSpPr>
            <p:spPr>
              <a:xfrm>
                <a:off x="4627597" y="2138288"/>
                <a:ext cx="83364" cy="132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505" name="Encre 1051504"/>
              <p14:cNvContentPartPr/>
              <p14:nvPr/>
            </p14:nvContentPartPr>
            <p14:xfrm>
              <a:off x="7196526" y="2722024"/>
              <a:ext cx="35033" cy="27718"/>
            </p14:xfrm>
          </p:contentPart>
        </mc:Choice>
        <mc:Fallback xmlns="">
          <p:sp>
            <p:nvSpPr>
              <p:cNvPr id="1051505" name=""/>
              <p:cNvSpPr/>
              <p:nvPr/>
            </p:nvSpPr>
            <p:spPr>
              <a:xfrm>
                <a:off x="7196526" y="2722024"/>
                <a:ext cx="35033" cy="27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3046" name="Encre 1053045"/>
              <p14:cNvContentPartPr/>
              <p14:nvPr/>
            </p14:nvContentPartPr>
            <p14:xfrm>
              <a:off x="8573273" y="2617446"/>
              <a:ext cx="401378" cy="356928"/>
            </p14:xfrm>
          </p:contentPart>
        </mc:Choice>
        <mc:Fallback xmlns="">
          <p:sp>
            <p:nvSpPr>
              <p:cNvPr id="1053046" name=""/>
              <p:cNvSpPr/>
              <p:nvPr/>
            </p:nvSpPr>
            <p:spPr>
              <a:xfrm>
                <a:off x="8573273" y="2617446"/>
                <a:ext cx="401378" cy="3569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3047" name="Encre 1053046"/>
              <p14:cNvContentPartPr/>
              <p14:nvPr/>
            </p14:nvContentPartPr>
            <p14:xfrm>
              <a:off x="7483832" y="2560096"/>
              <a:ext cx="129084" cy="6716"/>
            </p14:xfrm>
          </p:contentPart>
        </mc:Choice>
        <mc:Fallback xmlns="">
          <p:sp>
            <p:nvSpPr>
              <p:cNvPr id="1053047" name=""/>
              <p:cNvSpPr/>
              <p:nvPr/>
            </p:nvSpPr>
            <p:spPr>
              <a:xfrm>
                <a:off x="7483832" y="2560096"/>
                <a:ext cx="129084" cy="67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3048" name="Encre 1053047"/>
              <p14:cNvContentPartPr/>
              <p14:nvPr/>
            </p14:nvContentPartPr>
            <p14:xfrm>
              <a:off x="7534134" y="2516180"/>
              <a:ext cx="21180" cy="79672"/>
            </p14:xfrm>
          </p:contentPart>
        </mc:Choice>
        <mc:Fallback xmlns="">
          <p:sp>
            <p:nvSpPr>
              <p:cNvPr id="1053048" name=""/>
              <p:cNvSpPr/>
              <p:nvPr/>
            </p:nvSpPr>
            <p:spPr>
              <a:xfrm>
                <a:off x="7534134" y="2516180"/>
                <a:ext cx="2118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3049" name="Encre 1053048"/>
              <p14:cNvContentPartPr/>
              <p14:nvPr/>
            </p14:nvContentPartPr>
            <p14:xfrm>
              <a:off x="7713496" y="2537774"/>
              <a:ext cx="6401" cy="65097"/>
            </p14:xfrm>
          </p:contentPart>
        </mc:Choice>
        <mc:Fallback xmlns="">
          <p:sp>
            <p:nvSpPr>
              <p:cNvPr id="1053049" name=""/>
              <p:cNvSpPr/>
              <p:nvPr/>
            </p:nvSpPr>
            <p:spPr>
              <a:xfrm>
                <a:off x="7713496" y="2537774"/>
                <a:ext cx="6401" cy="65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3050" name="Encre 1053049"/>
              <p14:cNvContentPartPr/>
              <p14:nvPr/>
            </p14:nvContentPartPr>
            <p14:xfrm>
              <a:off x="7781798" y="2566813"/>
              <a:ext cx="2521" cy="69555"/>
            </p14:xfrm>
          </p:contentPart>
        </mc:Choice>
        <mc:Fallback xmlns="">
          <p:sp>
            <p:nvSpPr>
              <p:cNvPr id="1053050" name=""/>
              <p:cNvSpPr/>
              <p:nvPr/>
            </p:nvSpPr>
            <p:spPr>
              <a:xfrm>
                <a:off x="7781798" y="2566813"/>
                <a:ext cx="2521" cy="69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3051" name="Encre 1053050"/>
              <p14:cNvContentPartPr/>
              <p14:nvPr/>
            </p14:nvContentPartPr>
            <p14:xfrm>
              <a:off x="2806639" y="2021061"/>
              <a:ext cx="847382" cy="828203"/>
            </p14:xfrm>
          </p:contentPart>
        </mc:Choice>
        <mc:Fallback xmlns="">
          <p:sp>
            <p:nvSpPr>
              <p:cNvPr id="1053051" name=""/>
              <p:cNvSpPr/>
              <p:nvPr/>
            </p:nvSpPr>
            <p:spPr>
              <a:xfrm>
                <a:off x="2806639" y="2021061"/>
                <a:ext cx="847382" cy="8282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3052" name="Encre 1053051"/>
              <p14:cNvContentPartPr/>
              <p14:nvPr/>
            </p14:nvContentPartPr>
            <p14:xfrm>
              <a:off x="3514837" y="1979921"/>
              <a:ext cx="200554" cy="200908"/>
            </p14:xfrm>
          </p:contentPart>
        </mc:Choice>
        <mc:Fallback xmlns="">
          <p:sp>
            <p:nvSpPr>
              <p:cNvPr id="1053052" name=""/>
              <p:cNvSpPr/>
              <p:nvPr/>
            </p:nvSpPr>
            <p:spPr>
              <a:xfrm>
                <a:off x="3514837" y="1979921"/>
                <a:ext cx="200554" cy="200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3053" name="Encre 1053052"/>
              <p14:cNvContentPartPr/>
              <p14:nvPr/>
            </p14:nvContentPartPr>
            <p14:xfrm>
              <a:off x="3729281" y="1875995"/>
              <a:ext cx="222225" cy="157762"/>
            </p14:xfrm>
          </p:contentPart>
        </mc:Choice>
        <mc:Fallback xmlns="">
          <p:sp>
            <p:nvSpPr>
              <p:cNvPr id="1053053" name=""/>
              <p:cNvSpPr/>
              <p:nvPr/>
            </p:nvSpPr>
            <p:spPr>
              <a:xfrm>
                <a:off x="3729281" y="1875995"/>
                <a:ext cx="222225" cy="157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3054" name="Encre 1053053"/>
              <p14:cNvContentPartPr/>
              <p14:nvPr/>
            </p14:nvContentPartPr>
            <p14:xfrm>
              <a:off x="8647394" y="4173164"/>
              <a:ext cx="71758" cy="26347"/>
            </p14:xfrm>
          </p:contentPart>
        </mc:Choice>
        <mc:Fallback xmlns="">
          <p:sp>
            <p:nvSpPr>
              <p:cNvPr id="1053054" name=""/>
              <p:cNvSpPr/>
              <p:nvPr/>
            </p:nvSpPr>
            <p:spPr>
              <a:xfrm>
                <a:off x="8647394" y="4173164"/>
                <a:ext cx="71758" cy="26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3055" name="Encre 1053054"/>
              <p14:cNvContentPartPr/>
              <p14:nvPr/>
            </p14:nvContentPartPr>
            <p14:xfrm>
              <a:off x="9397663" y="3171918"/>
              <a:ext cx="325927" cy="215562"/>
            </p14:xfrm>
          </p:contentPart>
        </mc:Choice>
        <mc:Fallback xmlns="">
          <p:sp>
            <p:nvSpPr>
              <p:cNvPr id="1053055" name=""/>
              <p:cNvSpPr/>
              <p:nvPr/>
            </p:nvSpPr>
            <p:spPr>
              <a:xfrm>
                <a:off x="9397663" y="3171918"/>
                <a:ext cx="325927" cy="215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3056" name="Encre 1053055"/>
              <p14:cNvContentPartPr/>
              <p14:nvPr/>
            </p14:nvContentPartPr>
            <p14:xfrm>
              <a:off x="8108275" y="3258958"/>
              <a:ext cx="195230" cy="153090"/>
            </p14:xfrm>
          </p:contentPart>
        </mc:Choice>
        <mc:Fallback xmlns="">
          <p:sp>
            <p:nvSpPr>
              <p:cNvPr id="1053056" name=""/>
              <p:cNvSpPr/>
              <p:nvPr/>
            </p:nvSpPr>
            <p:spPr>
              <a:xfrm>
                <a:off x="8108275" y="3258958"/>
                <a:ext cx="195230" cy="153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3057" name="Encre 1053056"/>
              <p14:cNvContentPartPr/>
              <p14:nvPr/>
            </p14:nvContentPartPr>
            <p14:xfrm>
              <a:off x="1869877" y="2968546"/>
              <a:ext cx="1380288" cy="1330238"/>
            </p14:xfrm>
          </p:contentPart>
        </mc:Choice>
        <mc:Fallback xmlns="">
          <p:sp>
            <p:nvSpPr>
              <p:cNvPr id="1053057" name=""/>
              <p:cNvSpPr/>
              <p:nvPr/>
            </p:nvSpPr>
            <p:spPr>
              <a:xfrm>
                <a:off x="1869877" y="2968546"/>
                <a:ext cx="1380288" cy="1330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3058" name="Encre 1053057"/>
              <p14:cNvContentPartPr/>
              <p14:nvPr/>
            </p14:nvContentPartPr>
            <p14:xfrm>
              <a:off x="2931952" y="3995401"/>
              <a:ext cx="161054" cy="6008"/>
            </p14:xfrm>
          </p:contentPart>
        </mc:Choice>
        <mc:Fallback xmlns="">
          <p:sp>
            <p:nvSpPr>
              <p:cNvPr id="1053058" name=""/>
              <p:cNvSpPr/>
              <p:nvPr/>
            </p:nvSpPr>
            <p:spPr>
              <a:xfrm>
                <a:off x="2931952" y="3995401"/>
                <a:ext cx="161054" cy="6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3059" name="Encre 1053058"/>
              <p14:cNvContentPartPr/>
              <p14:nvPr/>
            </p14:nvContentPartPr>
            <p14:xfrm>
              <a:off x="2955081" y="4051795"/>
              <a:ext cx="130425" cy="5257"/>
            </p14:xfrm>
          </p:contentPart>
        </mc:Choice>
        <mc:Fallback xmlns="">
          <p:sp>
            <p:nvSpPr>
              <p:cNvPr id="1053059" name=""/>
              <p:cNvSpPr/>
              <p:nvPr/>
            </p:nvSpPr>
            <p:spPr>
              <a:xfrm>
                <a:off x="2955081" y="4051795"/>
                <a:ext cx="130425" cy="5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3060" name="Encre 1053059"/>
              <p14:cNvContentPartPr/>
              <p14:nvPr/>
            </p14:nvContentPartPr>
            <p14:xfrm>
              <a:off x="4297837" y="3188279"/>
              <a:ext cx="3575004" cy="668826"/>
            </p14:xfrm>
          </p:contentPart>
        </mc:Choice>
        <mc:Fallback xmlns="">
          <p:sp>
            <p:nvSpPr>
              <p:cNvPr id="1053060" name=""/>
              <p:cNvSpPr/>
              <p:nvPr/>
            </p:nvSpPr>
            <p:spPr>
              <a:xfrm>
                <a:off x="4297837" y="3188279"/>
                <a:ext cx="3575004" cy="668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3061" name="Encre 1053060"/>
              <p14:cNvContentPartPr/>
              <p14:nvPr/>
            </p14:nvContentPartPr>
            <p14:xfrm>
              <a:off x="5399198" y="3721903"/>
              <a:ext cx="683241" cy="28267"/>
            </p14:xfrm>
          </p:contentPart>
        </mc:Choice>
        <mc:Fallback xmlns="">
          <p:sp>
            <p:nvSpPr>
              <p:cNvPr id="1053061" name=""/>
              <p:cNvSpPr/>
              <p:nvPr/>
            </p:nvSpPr>
            <p:spPr>
              <a:xfrm>
                <a:off x="5399198" y="3721903"/>
                <a:ext cx="683241" cy="28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3062" name="Encre 1053061"/>
              <p14:cNvContentPartPr/>
              <p14:nvPr/>
            </p14:nvContentPartPr>
            <p14:xfrm>
              <a:off x="231977" y="4527682"/>
              <a:ext cx="302330" cy="34188"/>
            </p14:xfrm>
          </p:contentPart>
        </mc:Choice>
        <mc:Fallback xmlns="">
          <p:sp>
            <p:nvSpPr>
              <p:cNvPr id="1053062" name=""/>
              <p:cNvSpPr/>
              <p:nvPr/>
            </p:nvSpPr>
            <p:spPr>
              <a:xfrm>
                <a:off x="231977" y="4527682"/>
                <a:ext cx="302330" cy="34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3063" name="Encre 1053062"/>
              <p14:cNvContentPartPr/>
              <p14:nvPr/>
            </p14:nvContentPartPr>
            <p14:xfrm>
              <a:off x="432302" y="4435760"/>
              <a:ext cx="142899" cy="239265"/>
            </p14:xfrm>
          </p:contentPart>
        </mc:Choice>
        <mc:Fallback xmlns="">
          <p:sp>
            <p:nvSpPr>
              <p:cNvPr id="1053063" name=""/>
              <p:cNvSpPr/>
              <p:nvPr/>
            </p:nvSpPr>
            <p:spPr>
              <a:xfrm>
                <a:off x="432302" y="4435760"/>
                <a:ext cx="142899" cy="239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3064" name="Encre 1053063"/>
              <p14:cNvContentPartPr/>
              <p14:nvPr/>
            </p14:nvContentPartPr>
            <p14:xfrm>
              <a:off x="6668853" y="4645986"/>
              <a:ext cx="2328561" cy="171019"/>
            </p14:xfrm>
          </p:contentPart>
        </mc:Choice>
        <mc:Fallback xmlns="">
          <p:sp>
            <p:nvSpPr>
              <p:cNvPr id="1053064" name=""/>
              <p:cNvSpPr/>
              <p:nvPr/>
            </p:nvSpPr>
            <p:spPr>
              <a:xfrm>
                <a:off x="6668853" y="4645986"/>
                <a:ext cx="2328561" cy="1710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3065" name="Encre 1053064"/>
              <p14:cNvContentPartPr/>
              <p14:nvPr/>
            </p14:nvContentPartPr>
            <p14:xfrm>
              <a:off x="6625612" y="3878302"/>
              <a:ext cx="520860" cy="317449"/>
            </p14:xfrm>
          </p:contentPart>
        </mc:Choice>
        <mc:Fallback xmlns="">
          <p:sp>
            <p:nvSpPr>
              <p:cNvPr id="1053065" name=""/>
              <p:cNvSpPr/>
              <p:nvPr/>
            </p:nvSpPr>
            <p:spPr>
              <a:xfrm>
                <a:off x="6625612" y="3878302"/>
                <a:ext cx="520860" cy="317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3066" name="Encre 1053065"/>
              <p14:cNvContentPartPr/>
              <p14:nvPr/>
            </p14:nvContentPartPr>
            <p14:xfrm>
              <a:off x="7032439" y="4153309"/>
              <a:ext cx="165294" cy="134917"/>
            </p14:xfrm>
          </p:contentPart>
        </mc:Choice>
        <mc:Fallback xmlns="">
          <p:sp>
            <p:nvSpPr>
              <p:cNvPr id="1053066" name=""/>
              <p:cNvSpPr/>
              <p:nvPr/>
            </p:nvSpPr>
            <p:spPr>
              <a:xfrm>
                <a:off x="7032439" y="4153309"/>
                <a:ext cx="165294" cy="134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3067" name="Encre 1053066"/>
              <p14:cNvContentPartPr/>
              <p14:nvPr/>
            </p14:nvContentPartPr>
            <p14:xfrm>
              <a:off x="2552482" y="5248641"/>
              <a:ext cx="957082" cy="91538"/>
            </p14:xfrm>
          </p:contentPart>
        </mc:Choice>
        <mc:Fallback xmlns="">
          <p:sp>
            <p:nvSpPr>
              <p:cNvPr id="1053067" name=""/>
              <p:cNvSpPr/>
              <p:nvPr/>
            </p:nvSpPr>
            <p:spPr>
              <a:xfrm>
                <a:off x="2552482" y="5248641"/>
                <a:ext cx="957082" cy="915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3068" name="Encre 1053067"/>
              <p14:cNvContentPartPr/>
              <p14:nvPr/>
            </p14:nvContentPartPr>
            <p14:xfrm>
              <a:off x="4279955" y="4826924"/>
              <a:ext cx="43835" cy="452600"/>
            </p14:xfrm>
          </p:contentPart>
        </mc:Choice>
        <mc:Fallback xmlns="">
          <p:sp>
            <p:nvSpPr>
              <p:cNvPr id="1053068" name=""/>
              <p:cNvSpPr/>
              <p:nvPr/>
            </p:nvSpPr>
            <p:spPr>
              <a:xfrm>
                <a:off x="4279955" y="4826924"/>
                <a:ext cx="43835" cy="452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3069" name="Encre 1053068"/>
              <p14:cNvContentPartPr/>
              <p14:nvPr/>
            </p14:nvContentPartPr>
            <p14:xfrm>
              <a:off x="4272895" y="4778170"/>
              <a:ext cx="1038146" cy="681496"/>
            </p14:xfrm>
          </p:contentPart>
        </mc:Choice>
        <mc:Fallback xmlns="">
          <p:sp>
            <p:nvSpPr>
              <p:cNvPr id="1053069" name=""/>
              <p:cNvSpPr/>
              <p:nvPr/>
            </p:nvSpPr>
            <p:spPr>
              <a:xfrm>
                <a:off x="4272895" y="4778170"/>
                <a:ext cx="1038146" cy="6814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3070" name="Encre 1053069"/>
              <p14:cNvContentPartPr/>
              <p14:nvPr/>
            </p14:nvContentPartPr>
            <p14:xfrm>
              <a:off x="8699431" y="4835087"/>
              <a:ext cx="2411497" cy="626929"/>
            </p14:xfrm>
          </p:contentPart>
        </mc:Choice>
        <mc:Fallback xmlns="">
          <p:sp>
            <p:nvSpPr>
              <p:cNvPr id="1053070" name=""/>
              <p:cNvSpPr/>
              <p:nvPr/>
            </p:nvSpPr>
            <p:spPr>
              <a:xfrm>
                <a:off x="8699431" y="4835087"/>
                <a:ext cx="2411497" cy="6269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3071" name="Encre 1053070"/>
              <p14:cNvContentPartPr/>
              <p14:nvPr/>
            </p14:nvContentPartPr>
            <p14:xfrm>
              <a:off x="6203781" y="5855465"/>
              <a:ext cx="361380" cy="119384"/>
            </p14:xfrm>
          </p:contentPart>
        </mc:Choice>
        <mc:Fallback xmlns="">
          <p:sp>
            <p:nvSpPr>
              <p:cNvPr id="1053071" name=""/>
              <p:cNvSpPr/>
              <p:nvPr/>
            </p:nvSpPr>
            <p:spPr>
              <a:xfrm>
                <a:off x="6203781" y="5855465"/>
                <a:ext cx="361380" cy="119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3072" name="Encre 1053071"/>
              <p14:cNvContentPartPr/>
              <p14:nvPr/>
            </p14:nvContentPartPr>
            <p14:xfrm>
              <a:off x="1957149" y="5797882"/>
              <a:ext cx="234394" cy="45601"/>
            </p14:xfrm>
          </p:contentPart>
        </mc:Choice>
        <mc:Fallback xmlns="">
          <p:sp>
            <p:nvSpPr>
              <p:cNvPr id="1053072" name=""/>
              <p:cNvSpPr/>
              <p:nvPr/>
            </p:nvSpPr>
            <p:spPr>
              <a:xfrm>
                <a:off x="1957149" y="5797882"/>
                <a:ext cx="234394" cy="45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3073" name="Encre 1053072"/>
              <p14:cNvContentPartPr/>
              <p14:nvPr/>
            </p14:nvContentPartPr>
            <p14:xfrm>
              <a:off x="2624047" y="5861137"/>
              <a:ext cx="497640" cy="73999"/>
            </p14:xfrm>
          </p:contentPart>
        </mc:Choice>
        <mc:Fallback xmlns="">
          <p:sp>
            <p:nvSpPr>
              <p:cNvPr id="1053073" name=""/>
              <p:cNvSpPr/>
              <p:nvPr/>
            </p:nvSpPr>
            <p:spPr>
              <a:xfrm>
                <a:off x="2624047" y="5861137"/>
                <a:ext cx="497640" cy="73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3074" name="Encre 1053073"/>
              <p14:cNvContentPartPr/>
              <p14:nvPr/>
            </p14:nvContentPartPr>
            <p14:xfrm>
              <a:off x="8915574" y="5891869"/>
              <a:ext cx="964216" cy="53004"/>
            </p14:xfrm>
          </p:contentPart>
        </mc:Choice>
        <mc:Fallback xmlns="">
          <p:sp>
            <p:nvSpPr>
              <p:cNvPr id="1053074" name=""/>
              <p:cNvSpPr/>
              <p:nvPr/>
            </p:nvSpPr>
            <p:spPr>
              <a:xfrm>
                <a:off x="8915574" y="5891869"/>
                <a:ext cx="964216" cy="53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3075" name="Encre 1053074"/>
              <p14:cNvContentPartPr/>
              <p14:nvPr/>
            </p14:nvContentPartPr>
            <p14:xfrm>
              <a:off x="6519627" y="6054869"/>
              <a:ext cx="892723" cy="112087"/>
            </p14:xfrm>
          </p:contentPart>
        </mc:Choice>
        <mc:Fallback xmlns="">
          <p:sp>
            <p:nvSpPr>
              <p:cNvPr id="1053075" name=""/>
              <p:cNvSpPr/>
              <p:nvPr/>
            </p:nvSpPr>
            <p:spPr>
              <a:xfrm>
                <a:off x="6519627" y="6054869"/>
                <a:ext cx="892723" cy="1120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3076" name="Encre 1053075"/>
              <p14:cNvContentPartPr/>
              <p14:nvPr/>
            </p14:nvContentPartPr>
            <p14:xfrm>
              <a:off x="7290261" y="146254"/>
              <a:ext cx="875498" cy="808350"/>
            </p14:xfrm>
          </p:contentPart>
        </mc:Choice>
        <mc:Fallback xmlns="">
          <p:sp>
            <p:nvSpPr>
              <p:cNvPr id="1053076" name=""/>
              <p:cNvSpPr/>
              <p:nvPr/>
            </p:nvSpPr>
            <p:spPr>
              <a:xfrm>
                <a:off x="7290261" y="146254"/>
                <a:ext cx="875498" cy="8083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3077" name="Encre 1053076"/>
              <p14:cNvContentPartPr/>
              <p14:nvPr/>
            </p14:nvContentPartPr>
            <p14:xfrm>
              <a:off x="7550647" y="351209"/>
              <a:ext cx="322958" cy="469764"/>
            </p14:xfrm>
          </p:contentPart>
        </mc:Choice>
        <mc:Fallback xmlns="">
          <p:sp>
            <p:nvSpPr>
              <p:cNvPr id="1053077" name=""/>
              <p:cNvSpPr/>
              <p:nvPr/>
            </p:nvSpPr>
            <p:spPr>
              <a:xfrm>
                <a:off x="7550647" y="351209"/>
                <a:ext cx="322958" cy="469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3078" name="Encre 1053077"/>
              <p14:cNvContentPartPr/>
              <p14:nvPr/>
            </p14:nvContentPartPr>
            <p14:xfrm>
              <a:off x="8857190" y="350138"/>
              <a:ext cx="388354" cy="326944"/>
            </p14:xfrm>
          </p:contentPart>
        </mc:Choice>
        <mc:Fallback xmlns="">
          <p:sp>
            <p:nvSpPr>
              <p:cNvPr id="1053078" name=""/>
              <p:cNvSpPr/>
              <p:nvPr/>
            </p:nvSpPr>
            <p:spPr>
              <a:xfrm>
                <a:off x="8857190" y="350138"/>
                <a:ext cx="388354" cy="326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3079" name="Encre 1053078"/>
              <p14:cNvContentPartPr/>
              <p14:nvPr/>
            </p14:nvContentPartPr>
            <p14:xfrm>
              <a:off x="8994197" y="466047"/>
              <a:ext cx="13253" cy="149582"/>
            </p14:xfrm>
          </p:contentPart>
        </mc:Choice>
        <mc:Fallback xmlns="">
          <p:sp>
            <p:nvSpPr>
              <p:cNvPr id="1053079" name=""/>
              <p:cNvSpPr/>
              <p:nvPr/>
            </p:nvSpPr>
            <p:spPr>
              <a:xfrm>
                <a:off x="8994197" y="466047"/>
                <a:ext cx="13253" cy="149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3080" name="Encre 1053079"/>
              <p14:cNvContentPartPr/>
              <p14:nvPr/>
            </p14:nvContentPartPr>
            <p14:xfrm>
              <a:off x="9071138" y="473245"/>
              <a:ext cx="21913" cy="109512"/>
            </p14:xfrm>
          </p:contentPart>
        </mc:Choice>
        <mc:Fallback xmlns="">
          <p:sp>
            <p:nvSpPr>
              <p:cNvPr id="1053080" name=""/>
              <p:cNvSpPr/>
              <p:nvPr/>
            </p:nvSpPr>
            <p:spPr>
              <a:xfrm>
                <a:off x="9071138" y="473245"/>
                <a:ext cx="21913" cy="109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3081" name="Encre 1053080"/>
              <p14:cNvContentPartPr/>
              <p14:nvPr/>
            </p14:nvContentPartPr>
            <p14:xfrm>
              <a:off x="8985829" y="519080"/>
              <a:ext cx="143347" cy="33837"/>
            </p14:xfrm>
          </p:contentPart>
        </mc:Choice>
        <mc:Fallback xmlns="">
          <p:sp>
            <p:nvSpPr>
              <p:cNvPr id="1053081" name=""/>
              <p:cNvSpPr/>
              <p:nvPr/>
            </p:nvSpPr>
            <p:spPr>
              <a:xfrm>
                <a:off x="8985829" y="519080"/>
                <a:ext cx="143347" cy="338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3082" name="Encre 1053081"/>
              <p14:cNvContentPartPr/>
              <p14:nvPr/>
            </p14:nvContentPartPr>
            <p14:xfrm>
              <a:off x="8129633" y="427630"/>
              <a:ext cx="706173" cy="230738"/>
            </p14:xfrm>
          </p:contentPart>
        </mc:Choice>
        <mc:Fallback xmlns="">
          <p:sp>
            <p:nvSpPr>
              <p:cNvPr id="1053082" name=""/>
              <p:cNvSpPr/>
              <p:nvPr/>
            </p:nvSpPr>
            <p:spPr>
              <a:xfrm>
                <a:off x="8129633" y="427630"/>
                <a:ext cx="706173" cy="230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3083" name="Encre 1053082"/>
              <p14:cNvContentPartPr/>
              <p14:nvPr/>
            </p14:nvContentPartPr>
            <p14:xfrm>
              <a:off x="8761966" y="3957727"/>
              <a:ext cx="71816" cy="71539"/>
            </p14:xfrm>
          </p:contentPart>
        </mc:Choice>
        <mc:Fallback xmlns="">
          <p:sp>
            <p:nvSpPr>
              <p:cNvPr id="1053083" name=""/>
              <p:cNvSpPr/>
              <p:nvPr/>
            </p:nvSpPr>
            <p:spPr>
              <a:xfrm>
                <a:off x="8761966" y="3957727"/>
                <a:ext cx="71816" cy="71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3084" name="Encre 1053083"/>
              <p14:cNvContentPartPr/>
              <p14:nvPr/>
            </p14:nvContentPartPr>
            <p14:xfrm>
              <a:off x="8426212" y="118319"/>
              <a:ext cx="162922" cy="275253"/>
            </p14:xfrm>
          </p:contentPart>
        </mc:Choice>
        <mc:Fallback xmlns="">
          <p:sp>
            <p:nvSpPr>
              <p:cNvPr id="1053084" name=""/>
              <p:cNvSpPr/>
              <p:nvPr/>
            </p:nvSpPr>
            <p:spPr>
              <a:xfrm>
                <a:off x="8426212" y="118319"/>
                <a:ext cx="162922" cy="275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3085" name="Encre 1053084"/>
              <p14:cNvContentPartPr/>
              <p14:nvPr/>
            </p14:nvContentPartPr>
            <p14:xfrm>
              <a:off x="9400599" y="535934"/>
              <a:ext cx="391123" cy="16983"/>
            </p14:xfrm>
          </p:contentPart>
        </mc:Choice>
        <mc:Fallback xmlns="">
          <p:sp>
            <p:nvSpPr>
              <p:cNvPr id="1053085" name=""/>
              <p:cNvSpPr/>
              <p:nvPr/>
            </p:nvSpPr>
            <p:spPr>
              <a:xfrm>
                <a:off x="9400599" y="535934"/>
                <a:ext cx="391123" cy="16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3086" name="Encre 1053085"/>
              <p14:cNvContentPartPr/>
              <p14:nvPr/>
            </p14:nvContentPartPr>
            <p14:xfrm>
              <a:off x="9672182" y="480443"/>
              <a:ext cx="91093" cy="180680"/>
            </p14:xfrm>
          </p:contentPart>
        </mc:Choice>
        <mc:Fallback xmlns="">
          <p:sp>
            <p:nvSpPr>
              <p:cNvPr id="1053086" name=""/>
              <p:cNvSpPr/>
              <p:nvPr/>
            </p:nvSpPr>
            <p:spPr>
              <a:xfrm>
                <a:off x="9672182" y="480443"/>
                <a:ext cx="91093" cy="180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3087" name="Encre 1053086"/>
              <p14:cNvContentPartPr/>
              <p14:nvPr/>
            </p14:nvContentPartPr>
            <p14:xfrm>
              <a:off x="9973078" y="417683"/>
              <a:ext cx="349542" cy="206046"/>
            </p14:xfrm>
          </p:contentPart>
        </mc:Choice>
        <mc:Fallback xmlns="">
          <p:sp>
            <p:nvSpPr>
              <p:cNvPr id="1053087" name=""/>
              <p:cNvSpPr/>
              <p:nvPr/>
            </p:nvSpPr>
            <p:spPr>
              <a:xfrm>
                <a:off x="9973078" y="417683"/>
                <a:ext cx="349542" cy="2060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3088" name="Encre 1053087"/>
              <p14:cNvContentPartPr/>
              <p14:nvPr/>
            </p14:nvContentPartPr>
            <p14:xfrm>
              <a:off x="10401783" y="473245"/>
              <a:ext cx="114723" cy="7197"/>
            </p14:xfrm>
          </p:contentPart>
        </mc:Choice>
        <mc:Fallback xmlns="">
          <p:sp>
            <p:nvSpPr>
              <p:cNvPr id="1053088" name=""/>
              <p:cNvSpPr/>
              <p:nvPr/>
            </p:nvSpPr>
            <p:spPr>
              <a:xfrm>
                <a:off x="10401783" y="473245"/>
                <a:ext cx="114723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3089" name="Encre 1053088"/>
              <p14:cNvContentPartPr/>
              <p14:nvPr/>
            </p14:nvContentPartPr>
            <p14:xfrm>
              <a:off x="10387663" y="557333"/>
              <a:ext cx="158811" cy="31821"/>
            </p14:xfrm>
          </p:contentPart>
        </mc:Choice>
        <mc:Fallback xmlns="">
          <p:sp>
            <p:nvSpPr>
              <p:cNvPr id="1053089" name=""/>
              <p:cNvSpPr/>
              <p:nvPr/>
            </p:nvSpPr>
            <p:spPr>
              <a:xfrm>
                <a:off x="10387663" y="557333"/>
                <a:ext cx="158811" cy="31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3090" name="Encre 1053089"/>
              <p14:cNvContentPartPr/>
              <p14:nvPr/>
            </p14:nvContentPartPr>
            <p14:xfrm>
              <a:off x="10707962" y="212883"/>
              <a:ext cx="14294" cy="315736"/>
            </p14:xfrm>
          </p:contentPart>
        </mc:Choice>
        <mc:Fallback xmlns="">
          <p:sp>
            <p:nvSpPr>
              <p:cNvPr id="1053090" name=""/>
              <p:cNvSpPr/>
              <p:nvPr/>
            </p:nvSpPr>
            <p:spPr>
              <a:xfrm>
                <a:off x="10707962" y="212883"/>
                <a:ext cx="14294" cy="315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3091" name="Encre 1053090"/>
              <p14:cNvContentPartPr/>
              <p14:nvPr/>
            </p14:nvContentPartPr>
            <p14:xfrm>
              <a:off x="10723891" y="354637"/>
              <a:ext cx="190291" cy="148015"/>
            </p14:xfrm>
          </p:contentPart>
        </mc:Choice>
        <mc:Fallback xmlns="">
          <p:sp>
            <p:nvSpPr>
              <p:cNvPr id="1053091" name=""/>
              <p:cNvSpPr/>
              <p:nvPr/>
            </p:nvSpPr>
            <p:spPr>
              <a:xfrm>
                <a:off x="10723891" y="354637"/>
                <a:ext cx="190291" cy="1480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3092" name="Encre 1053091"/>
              <p14:cNvContentPartPr/>
              <p14:nvPr/>
            </p14:nvContentPartPr>
            <p14:xfrm>
              <a:off x="10559307" y="545623"/>
              <a:ext cx="503785" cy="29136"/>
            </p14:xfrm>
          </p:contentPart>
        </mc:Choice>
        <mc:Fallback xmlns="">
          <p:sp>
            <p:nvSpPr>
              <p:cNvPr id="1053092" name=""/>
              <p:cNvSpPr/>
              <p:nvPr/>
            </p:nvSpPr>
            <p:spPr>
              <a:xfrm>
                <a:off x="10559307" y="545623"/>
                <a:ext cx="503785" cy="29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3093" name="Encre 1053092"/>
              <p14:cNvContentPartPr/>
              <p14:nvPr/>
            </p14:nvContentPartPr>
            <p14:xfrm>
              <a:off x="10640811" y="682922"/>
              <a:ext cx="180712" cy="163457"/>
            </p14:xfrm>
          </p:contentPart>
        </mc:Choice>
        <mc:Fallback xmlns="">
          <p:sp>
            <p:nvSpPr>
              <p:cNvPr id="1053093" name=""/>
              <p:cNvSpPr/>
              <p:nvPr/>
            </p:nvSpPr>
            <p:spPr>
              <a:xfrm>
                <a:off x="10640811" y="682922"/>
                <a:ext cx="180712" cy="163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3094" name="Encre 1053093"/>
              <p14:cNvContentPartPr/>
              <p14:nvPr/>
            </p14:nvContentPartPr>
            <p14:xfrm>
              <a:off x="10805429" y="777787"/>
              <a:ext cx="61426" cy="149976"/>
            </p14:xfrm>
          </p:contentPart>
        </mc:Choice>
        <mc:Fallback xmlns="">
          <p:sp>
            <p:nvSpPr>
              <p:cNvPr id="1053094" name=""/>
              <p:cNvSpPr/>
              <p:nvPr/>
            </p:nvSpPr>
            <p:spPr>
              <a:xfrm>
                <a:off x="10805429" y="777787"/>
                <a:ext cx="61426" cy="149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3095" name="Encre 1053094"/>
              <p14:cNvContentPartPr/>
              <p14:nvPr/>
            </p14:nvContentPartPr>
            <p14:xfrm>
              <a:off x="10877708" y="791934"/>
              <a:ext cx="31947" cy="134750"/>
            </p14:xfrm>
          </p:contentPart>
        </mc:Choice>
        <mc:Fallback xmlns="">
          <p:sp>
            <p:nvSpPr>
              <p:cNvPr id="1053095" name=""/>
              <p:cNvSpPr/>
              <p:nvPr/>
            </p:nvSpPr>
            <p:spPr>
              <a:xfrm>
                <a:off x="10877708" y="791934"/>
                <a:ext cx="31947" cy="134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3096" name="Encre 1053095"/>
              <p14:cNvContentPartPr/>
              <p14:nvPr/>
            </p14:nvContentPartPr>
            <p14:xfrm>
              <a:off x="10838174" y="835865"/>
              <a:ext cx="128843" cy="14147"/>
            </p14:xfrm>
          </p:contentPart>
        </mc:Choice>
        <mc:Fallback xmlns="">
          <p:sp>
            <p:nvSpPr>
              <p:cNvPr id="1053096" name=""/>
              <p:cNvSpPr/>
              <p:nvPr/>
            </p:nvSpPr>
            <p:spPr>
              <a:xfrm>
                <a:off x="10838174" y="835865"/>
                <a:ext cx="128843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3097" name="Encre 1053096"/>
              <p14:cNvContentPartPr/>
              <p14:nvPr/>
            </p14:nvContentPartPr>
            <p14:xfrm>
              <a:off x="9874134" y="189700"/>
              <a:ext cx="1408669" cy="730313"/>
            </p14:xfrm>
          </p:contentPart>
        </mc:Choice>
        <mc:Fallback xmlns="">
          <p:sp>
            <p:nvSpPr>
              <p:cNvPr id="1053097" name=""/>
              <p:cNvSpPr/>
              <p:nvPr/>
            </p:nvSpPr>
            <p:spPr>
              <a:xfrm>
                <a:off x="9874134" y="189700"/>
                <a:ext cx="1408669" cy="730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3098" name="Encre 1053097"/>
              <p14:cNvContentPartPr/>
              <p14:nvPr/>
            </p14:nvContentPartPr>
            <p14:xfrm>
              <a:off x="8317784" y="3611451"/>
              <a:ext cx="1095190" cy="555342"/>
            </p14:xfrm>
          </p:contentPart>
        </mc:Choice>
        <mc:Fallback xmlns="">
          <p:sp>
            <p:nvSpPr>
              <p:cNvPr id="1053098" name=""/>
              <p:cNvSpPr/>
              <p:nvPr/>
            </p:nvSpPr>
            <p:spPr>
              <a:xfrm>
                <a:off x="8317784" y="3611451"/>
                <a:ext cx="1095190" cy="555342"/>
              </a:xfrm>
            </p:spPr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3111" name="Encre 1053110"/>
              <p14:cNvContentPartPr/>
              <p14:nvPr/>
            </p14:nvContentPartPr>
            <p14:xfrm>
              <a:off x="547025" y="647233"/>
              <a:ext cx="19392" cy="260392"/>
            </p14:xfrm>
          </p:contentPart>
        </mc:Choice>
        <mc:Fallback xmlns="">
          <p:sp>
            <p:nvSpPr>
              <p:cNvPr id="1053111" name=""/>
              <p:cNvSpPr/>
              <p:nvPr/>
            </p:nvSpPr>
            <p:spPr>
              <a:xfrm>
                <a:off x="547025" y="647233"/>
                <a:ext cx="19392" cy="260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3112" name="Encre 1053111"/>
              <p14:cNvContentPartPr/>
              <p14:nvPr/>
            </p14:nvContentPartPr>
            <p14:xfrm>
              <a:off x="554085" y="558795"/>
              <a:ext cx="202069" cy="23161"/>
            </p14:xfrm>
          </p:contentPart>
        </mc:Choice>
        <mc:Fallback xmlns="">
          <p:sp>
            <p:nvSpPr>
              <p:cNvPr id="1053112" name=""/>
              <p:cNvSpPr/>
              <p:nvPr/>
            </p:nvSpPr>
            <p:spPr>
              <a:xfrm>
                <a:off x="554085" y="558795"/>
                <a:ext cx="202069" cy="231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3113" name="Encre 1053112"/>
              <p14:cNvContentPartPr/>
              <p14:nvPr/>
            </p14:nvContentPartPr>
            <p14:xfrm>
              <a:off x="561145" y="747533"/>
              <a:ext cx="184480" cy="22807"/>
            </p14:xfrm>
          </p:contentPart>
        </mc:Choice>
        <mc:Fallback xmlns="">
          <p:sp>
            <p:nvSpPr>
              <p:cNvPr id="1053113" name=""/>
              <p:cNvSpPr/>
              <p:nvPr/>
            </p:nvSpPr>
            <p:spPr>
              <a:xfrm>
                <a:off x="561145" y="747533"/>
                <a:ext cx="184480" cy="22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3114" name="Encre 1053113"/>
              <p14:cNvContentPartPr/>
              <p14:nvPr/>
            </p14:nvContentPartPr>
            <p14:xfrm>
              <a:off x="561145" y="905371"/>
              <a:ext cx="201680" cy="35276"/>
            </p14:xfrm>
          </p:contentPart>
        </mc:Choice>
        <mc:Fallback xmlns="">
          <p:sp>
            <p:nvSpPr>
              <p:cNvPr id="1053114" name=""/>
              <p:cNvSpPr/>
              <p:nvPr/>
            </p:nvSpPr>
            <p:spPr>
              <a:xfrm>
                <a:off x="561145" y="905371"/>
                <a:ext cx="201680" cy="35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3115" name="Encre 1053114"/>
              <p14:cNvContentPartPr/>
              <p14:nvPr/>
            </p14:nvContentPartPr>
            <p14:xfrm>
              <a:off x="746909" y="987516"/>
              <a:ext cx="22811" cy="271976"/>
            </p14:xfrm>
          </p:contentPart>
        </mc:Choice>
        <mc:Fallback xmlns="">
          <p:sp>
            <p:nvSpPr>
              <p:cNvPr id="1053115" name=""/>
              <p:cNvSpPr/>
              <p:nvPr/>
            </p:nvSpPr>
            <p:spPr>
              <a:xfrm>
                <a:off x="746909" y="987516"/>
                <a:ext cx="22811" cy="271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3116" name="Encre 1053115"/>
              <p14:cNvContentPartPr/>
              <p14:nvPr/>
            </p14:nvContentPartPr>
            <p14:xfrm>
              <a:off x="682929" y="930326"/>
              <a:ext cx="173957" cy="165901"/>
            </p14:xfrm>
          </p:contentPart>
        </mc:Choice>
        <mc:Fallback xmlns="">
          <p:sp>
            <p:nvSpPr>
              <p:cNvPr id="1053116" name=""/>
              <p:cNvSpPr/>
              <p:nvPr/>
            </p:nvSpPr>
            <p:spPr>
              <a:xfrm>
                <a:off x="682929" y="930326"/>
                <a:ext cx="173957" cy="1659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3117" name="Encre 1053116"/>
              <p14:cNvContentPartPr/>
              <p14:nvPr/>
            </p14:nvContentPartPr>
            <p14:xfrm>
              <a:off x="976458" y="589155"/>
              <a:ext cx="72232" cy="321328"/>
            </p14:xfrm>
          </p:contentPart>
        </mc:Choice>
        <mc:Fallback xmlns="">
          <p:sp>
            <p:nvSpPr>
              <p:cNvPr id="1053117" name=""/>
              <p:cNvSpPr/>
              <p:nvPr/>
            </p:nvSpPr>
            <p:spPr>
              <a:xfrm>
                <a:off x="976458" y="589155"/>
                <a:ext cx="72232" cy="321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3118" name="Encre 1053117"/>
              <p14:cNvContentPartPr/>
              <p14:nvPr/>
            </p14:nvContentPartPr>
            <p14:xfrm>
              <a:off x="1111416" y="678405"/>
              <a:ext cx="164762" cy="180808"/>
            </p14:xfrm>
          </p:contentPart>
        </mc:Choice>
        <mc:Fallback xmlns="">
          <p:sp>
            <p:nvSpPr>
              <p:cNvPr id="1053118" name=""/>
              <p:cNvSpPr/>
              <p:nvPr/>
            </p:nvSpPr>
            <p:spPr>
              <a:xfrm>
                <a:off x="1111416" y="678405"/>
                <a:ext cx="164762" cy="180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3119" name="Encre 1053118"/>
              <p14:cNvContentPartPr/>
              <p14:nvPr/>
            </p14:nvContentPartPr>
            <p14:xfrm>
              <a:off x="1246509" y="589155"/>
              <a:ext cx="115406" cy="365053"/>
            </p14:xfrm>
          </p:contentPart>
        </mc:Choice>
        <mc:Fallback xmlns="">
          <p:sp>
            <p:nvSpPr>
              <p:cNvPr id="1053119" name=""/>
              <p:cNvSpPr/>
              <p:nvPr/>
            </p:nvSpPr>
            <p:spPr>
              <a:xfrm>
                <a:off x="1246509" y="589155"/>
                <a:ext cx="115406" cy="365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3120" name="Encre 1053119"/>
              <p14:cNvContentPartPr/>
              <p14:nvPr/>
            </p14:nvContentPartPr>
            <p14:xfrm>
              <a:off x="1490847" y="705003"/>
              <a:ext cx="136879" cy="14952"/>
            </p14:xfrm>
          </p:contentPart>
        </mc:Choice>
        <mc:Fallback xmlns="">
          <p:sp>
            <p:nvSpPr>
              <p:cNvPr id="1053120" name=""/>
              <p:cNvSpPr/>
              <p:nvPr/>
            </p:nvSpPr>
            <p:spPr>
              <a:xfrm>
                <a:off x="1490847" y="705003"/>
                <a:ext cx="136879" cy="149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3121" name="Encre 1053120"/>
              <p14:cNvContentPartPr/>
              <p14:nvPr/>
            </p14:nvContentPartPr>
            <p14:xfrm>
              <a:off x="1490847" y="788804"/>
              <a:ext cx="163479" cy="32169"/>
            </p14:xfrm>
          </p:contentPart>
        </mc:Choice>
        <mc:Fallback xmlns="">
          <p:sp>
            <p:nvSpPr>
              <p:cNvPr id="1053121" name=""/>
              <p:cNvSpPr/>
              <p:nvPr/>
            </p:nvSpPr>
            <p:spPr>
              <a:xfrm>
                <a:off x="1490847" y="788804"/>
                <a:ext cx="163479" cy="32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3122" name="Encre 1053121"/>
              <p14:cNvContentPartPr/>
              <p14:nvPr/>
            </p14:nvContentPartPr>
            <p14:xfrm>
              <a:off x="1741033" y="647463"/>
              <a:ext cx="506940" cy="354944"/>
            </p14:xfrm>
          </p:contentPart>
        </mc:Choice>
        <mc:Fallback xmlns="">
          <p:sp>
            <p:nvSpPr>
              <p:cNvPr id="1053122" name=""/>
              <p:cNvSpPr/>
              <p:nvPr/>
            </p:nvSpPr>
            <p:spPr>
              <a:xfrm>
                <a:off x="1741033" y="647463"/>
                <a:ext cx="506940" cy="354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3123" name="Encre 1053122"/>
              <p14:cNvContentPartPr/>
              <p14:nvPr/>
            </p14:nvContentPartPr>
            <p14:xfrm>
              <a:off x="2335128" y="437008"/>
              <a:ext cx="27162" cy="319860"/>
            </p14:xfrm>
          </p:contentPart>
        </mc:Choice>
        <mc:Fallback xmlns="">
          <p:sp>
            <p:nvSpPr>
              <p:cNvPr id="1053123" name=""/>
              <p:cNvSpPr/>
              <p:nvPr/>
            </p:nvSpPr>
            <p:spPr>
              <a:xfrm>
                <a:off x="2335128" y="437008"/>
                <a:ext cx="27162" cy="319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3124" name="Encre 1053123"/>
              <p14:cNvContentPartPr/>
              <p14:nvPr/>
            </p14:nvContentPartPr>
            <p14:xfrm>
              <a:off x="2515618" y="357336"/>
              <a:ext cx="155117" cy="522434"/>
            </p14:xfrm>
          </p:contentPart>
        </mc:Choice>
        <mc:Fallback xmlns="">
          <p:sp>
            <p:nvSpPr>
              <p:cNvPr id="1053124" name=""/>
              <p:cNvSpPr/>
              <p:nvPr/>
            </p:nvSpPr>
            <p:spPr>
              <a:xfrm>
                <a:off x="2515618" y="357336"/>
                <a:ext cx="155117" cy="522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3125" name="Encre 1053124"/>
              <p14:cNvContentPartPr/>
              <p14:nvPr/>
            </p14:nvContentPartPr>
            <p14:xfrm>
              <a:off x="2735157" y="518264"/>
              <a:ext cx="78941" cy="217349"/>
            </p14:xfrm>
          </p:contentPart>
        </mc:Choice>
        <mc:Fallback xmlns="">
          <p:sp>
            <p:nvSpPr>
              <p:cNvPr id="1053125" name=""/>
              <p:cNvSpPr/>
              <p:nvPr/>
            </p:nvSpPr>
            <p:spPr>
              <a:xfrm>
                <a:off x="2735157" y="518264"/>
                <a:ext cx="78941" cy="2173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3126" name="Encre 1053125"/>
              <p14:cNvContentPartPr/>
              <p14:nvPr/>
            </p14:nvContentPartPr>
            <p14:xfrm>
              <a:off x="2906801" y="622402"/>
              <a:ext cx="162491" cy="53622"/>
            </p14:xfrm>
          </p:contentPart>
        </mc:Choice>
        <mc:Fallback xmlns="">
          <p:sp>
            <p:nvSpPr>
              <p:cNvPr id="1053126" name=""/>
              <p:cNvSpPr/>
              <p:nvPr/>
            </p:nvSpPr>
            <p:spPr>
              <a:xfrm>
                <a:off x="2906801" y="622402"/>
                <a:ext cx="162491" cy="536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3127" name="Encre 1053126"/>
              <p14:cNvContentPartPr/>
              <p14:nvPr/>
            </p14:nvContentPartPr>
            <p14:xfrm>
              <a:off x="3128005" y="473245"/>
              <a:ext cx="345336" cy="186842"/>
            </p14:xfrm>
          </p:contentPart>
        </mc:Choice>
        <mc:Fallback xmlns="">
          <p:sp>
            <p:nvSpPr>
              <p:cNvPr id="1053127" name=""/>
              <p:cNvSpPr/>
              <p:nvPr/>
            </p:nvSpPr>
            <p:spPr>
              <a:xfrm>
                <a:off x="3128005" y="473245"/>
                <a:ext cx="345336" cy="186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3128" name="Encre 1053127"/>
              <p14:cNvContentPartPr/>
              <p14:nvPr/>
            </p14:nvContentPartPr>
            <p14:xfrm>
              <a:off x="3539142" y="423883"/>
              <a:ext cx="153364" cy="215785"/>
            </p14:xfrm>
          </p:contentPart>
        </mc:Choice>
        <mc:Fallback xmlns="">
          <p:sp>
            <p:nvSpPr>
              <p:cNvPr id="1053128" name=""/>
              <p:cNvSpPr/>
              <p:nvPr/>
            </p:nvSpPr>
            <p:spPr>
              <a:xfrm>
                <a:off x="3539142" y="423883"/>
                <a:ext cx="153364" cy="215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3129" name="Encre 1053128"/>
              <p14:cNvContentPartPr/>
              <p14:nvPr/>
            </p14:nvContentPartPr>
            <p14:xfrm>
              <a:off x="3786643" y="328793"/>
              <a:ext cx="63279" cy="308167"/>
            </p14:xfrm>
          </p:contentPart>
        </mc:Choice>
        <mc:Fallback xmlns="">
          <p:sp>
            <p:nvSpPr>
              <p:cNvPr id="1053129" name=""/>
              <p:cNvSpPr/>
              <p:nvPr/>
            </p:nvSpPr>
            <p:spPr>
              <a:xfrm>
                <a:off x="3786643" y="328793"/>
                <a:ext cx="63279" cy="3081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3130" name="Encre 1053129"/>
              <p14:cNvContentPartPr/>
              <p14:nvPr/>
            </p14:nvContentPartPr>
            <p14:xfrm>
              <a:off x="2321201" y="408465"/>
              <a:ext cx="30687" cy="319858"/>
            </p14:xfrm>
          </p:contentPart>
        </mc:Choice>
        <mc:Fallback xmlns="">
          <p:sp>
            <p:nvSpPr>
              <p:cNvPr id="1053130" name=""/>
              <p:cNvSpPr/>
              <p:nvPr/>
            </p:nvSpPr>
            <p:spPr>
              <a:xfrm>
                <a:off x="2321201" y="408465"/>
                <a:ext cx="30687" cy="319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3131" name="Encre 1053130"/>
              <p14:cNvContentPartPr/>
              <p14:nvPr/>
            </p14:nvContentPartPr>
            <p14:xfrm>
              <a:off x="755584" y="1610498"/>
              <a:ext cx="162969" cy="299360"/>
            </p14:xfrm>
          </p:contentPart>
        </mc:Choice>
        <mc:Fallback xmlns="">
          <p:sp>
            <p:nvSpPr>
              <p:cNvPr id="1053131" name=""/>
              <p:cNvSpPr/>
              <p:nvPr/>
            </p:nvSpPr>
            <p:spPr>
              <a:xfrm>
                <a:off x="755584" y="1610498"/>
                <a:ext cx="162969" cy="299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3132" name="Encre 1053131"/>
              <p14:cNvContentPartPr/>
              <p14:nvPr/>
            </p14:nvContentPartPr>
            <p14:xfrm>
              <a:off x="1011656" y="1741051"/>
              <a:ext cx="116383" cy="23308"/>
            </p14:xfrm>
          </p:contentPart>
        </mc:Choice>
        <mc:Fallback xmlns="">
          <p:sp>
            <p:nvSpPr>
              <p:cNvPr id="1053132" name=""/>
              <p:cNvSpPr/>
              <p:nvPr/>
            </p:nvSpPr>
            <p:spPr>
              <a:xfrm>
                <a:off x="1011656" y="1741051"/>
                <a:ext cx="116383" cy="23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3133" name="Encre 1053132"/>
              <p14:cNvContentPartPr/>
              <p14:nvPr/>
            </p14:nvContentPartPr>
            <p14:xfrm>
              <a:off x="1026217" y="1789546"/>
              <a:ext cx="150193" cy="31177"/>
            </p14:xfrm>
          </p:contentPart>
        </mc:Choice>
        <mc:Fallback xmlns="">
          <p:sp>
            <p:nvSpPr>
              <p:cNvPr id="1053133" name=""/>
              <p:cNvSpPr/>
              <p:nvPr/>
            </p:nvSpPr>
            <p:spPr>
              <a:xfrm>
                <a:off x="1026217" y="1789546"/>
                <a:ext cx="150193" cy="31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3134" name="Encre 1053133"/>
              <p14:cNvContentPartPr/>
              <p14:nvPr/>
            </p14:nvContentPartPr>
            <p14:xfrm>
              <a:off x="1231863" y="1700884"/>
              <a:ext cx="134487" cy="126107"/>
            </p14:xfrm>
          </p:contentPart>
        </mc:Choice>
        <mc:Fallback xmlns="">
          <p:sp>
            <p:nvSpPr>
              <p:cNvPr id="1053134" name=""/>
              <p:cNvSpPr/>
              <p:nvPr/>
            </p:nvSpPr>
            <p:spPr>
              <a:xfrm>
                <a:off x="1231863" y="1700884"/>
                <a:ext cx="134487" cy="126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3135" name="Encre 1053134"/>
              <p14:cNvContentPartPr/>
              <p14:nvPr/>
            </p14:nvContentPartPr>
            <p14:xfrm>
              <a:off x="1486743" y="1498063"/>
              <a:ext cx="77792" cy="392722"/>
            </p14:xfrm>
          </p:contentPart>
        </mc:Choice>
        <mc:Fallback xmlns="">
          <p:sp>
            <p:nvSpPr>
              <p:cNvPr id="1053135" name=""/>
              <p:cNvSpPr/>
              <p:nvPr/>
            </p:nvSpPr>
            <p:spPr>
              <a:xfrm>
                <a:off x="1486743" y="1498063"/>
                <a:ext cx="77792" cy="3927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3136" name="Encre 1053135"/>
              <p14:cNvContentPartPr/>
              <p14:nvPr/>
            </p14:nvContentPartPr>
            <p14:xfrm>
              <a:off x="1664716" y="1559865"/>
              <a:ext cx="87390" cy="267222"/>
            </p14:xfrm>
          </p:contentPart>
        </mc:Choice>
        <mc:Fallback xmlns="">
          <p:sp>
            <p:nvSpPr>
              <p:cNvPr id="1053136" name=""/>
              <p:cNvSpPr/>
              <p:nvPr/>
            </p:nvSpPr>
            <p:spPr>
              <a:xfrm>
                <a:off x="1664716" y="1559865"/>
                <a:ext cx="87390" cy="2672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3137" name="Encre 1053136"/>
              <p14:cNvContentPartPr/>
              <p14:nvPr/>
            </p14:nvContentPartPr>
            <p14:xfrm>
              <a:off x="1844234" y="1473243"/>
              <a:ext cx="102130" cy="328405"/>
            </p14:xfrm>
          </p:contentPart>
        </mc:Choice>
        <mc:Fallback xmlns="">
          <p:sp>
            <p:nvSpPr>
              <p:cNvPr id="1053137" name=""/>
              <p:cNvSpPr/>
              <p:nvPr/>
            </p:nvSpPr>
            <p:spPr>
              <a:xfrm>
                <a:off x="1844234" y="1473243"/>
                <a:ext cx="102130" cy="3284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3138" name="Encre 1053137"/>
              <p14:cNvContentPartPr/>
              <p14:nvPr/>
            </p14:nvContentPartPr>
            <p14:xfrm>
              <a:off x="1979413" y="1395920"/>
              <a:ext cx="534239" cy="374789"/>
            </p14:xfrm>
          </p:contentPart>
        </mc:Choice>
        <mc:Fallback xmlns="">
          <p:sp>
            <p:nvSpPr>
              <p:cNvPr id="1053138" name=""/>
              <p:cNvSpPr/>
              <p:nvPr/>
            </p:nvSpPr>
            <p:spPr>
              <a:xfrm>
                <a:off x="1979413" y="1395920"/>
                <a:ext cx="534239" cy="374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3139" name="Encre 1053138"/>
              <p14:cNvContentPartPr/>
              <p14:nvPr/>
            </p14:nvContentPartPr>
            <p14:xfrm>
              <a:off x="2499091" y="1364532"/>
              <a:ext cx="69567" cy="340282"/>
            </p14:xfrm>
          </p:contentPart>
        </mc:Choice>
        <mc:Fallback xmlns="">
          <p:sp>
            <p:nvSpPr>
              <p:cNvPr id="1053139" name=""/>
              <p:cNvSpPr/>
              <p:nvPr/>
            </p:nvSpPr>
            <p:spPr>
              <a:xfrm>
                <a:off x="2499091" y="1364532"/>
                <a:ext cx="69567" cy="340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3140" name="Encre 1053139"/>
              <p14:cNvContentPartPr/>
              <p14:nvPr/>
            </p14:nvContentPartPr>
            <p14:xfrm>
              <a:off x="811390" y="1871356"/>
              <a:ext cx="1673581" cy="170219"/>
            </p14:xfrm>
          </p:contentPart>
        </mc:Choice>
        <mc:Fallback xmlns="">
          <p:sp>
            <p:nvSpPr>
              <p:cNvPr id="1053140" name=""/>
              <p:cNvSpPr/>
              <p:nvPr/>
            </p:nvSpPr>
            <p:spPr>
              <a:xfrm>
                <a:off x="811390" y="1871356"/>
                <a:ext cx="1673581" cy="170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3141" name="Encre 1053140"/>
              <p14:cNvContentPartPr/>
              <p14:nvPr/>
            </p14:nvContentPartPr>
            <p14:xfrm>
              <a:off x="886153" y="2400271"/>
              <a:ext cx="239785" cy="393170"/>
            </p14:xfrm>
          </p:contentPart>
        </mc:Choice>
        <mc:Fallback xmlns="">
          <p:sp>
            <p:nvSpPr>
              <p:cNvPr id="1053141" name=""/>
              <p:cNvSpPr/>
              <p:nvPr/>
            </p:nvSpPr>
            <p:spPr>
              <a:xfrm>
                <a:off x="886153" y="2400271"/>
                <a:ext cx="239785" cy="3931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3142" name="Encre 1053141"/>
              <p14:cNvContentPartPr/>
              <p14:nvPr/>
            </p14:nvContentPartPr>
            <p14:xfrm>
              <a:off x="861633" y="2610496"/>
              <a:ext cx="185763" cy="29039"/>
            </p14:xfrm>
          </p:contentPart>
        </mc:Choice>
        <mc:Fallback xmlns="">
          <p:sp>
            <p:nvSpPr>
              <p:cNvPr id="1053142" name=""/>
              <p:cNvSpPr/>
              <p:nvPr/>
            </p:nvSpPr>
            <p:spPr>
              <a:xfrm>
                <a:off x="861633" y="2610496"/>
                <a:ext cx="185763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3143" name="Encre 1053142"/>
              <p14:cNvContentPartPr/>
              <p14:nvPr/>
            </p14:nvContentPartPr>
            <p14:xfrm>
              <a:off x="1056415" y="2779237"/>
              <a:ext cx="98648" cy="309413"/>
            </p14:xfrm>
          </p:contentPart>
        </mc:Choice>
        <mc:Fallback xmlns="">
          <p:sp>
            <p:nvSpPr>
              <p:cNvPr id="1053143" name=""/>
              <p:cNvSpPr/>
              <p:nvPr/>
            </p:nvSpPr>
            <p:spPr>
              <a:xfrm>
                <a:off x="1056415" y="2779237"/>
                <a:ext cx="98648" cy="309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3144" name="Encre 1053143"/>
              <p14:cNvContentPartPr/>
              <p14:nvPr/>
            </p14:nvContentPartPr>
            <p14:xfrm>
              <a:off x="1221030" y="2226531"/>
              <a:ext cx="62432" cy="147362"/>
            </p14:xfrm>
          </p:contentPart>
        </mc:Choice>
        <mc:Fallback xmlns="">
          <p:sp>
            <p:nvSpPr>
              <p:cNvPr id="1053144" name=""/>
              <p:cNvSpPr/>
              <p:nvPr/>
            </p:nvSpPr>
            <p:spPr>
              <a:xfrm>
                <a:off x="1221030" y="2226531"/>
                <a:ext cx="62432" cy="147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3145" name="Encre 1053144"/>
              <p14:cNvContentPartPr/>
              <p14:nvPr/>
            </p14:nvContentPartPr>
            <p14:xfrm>
              <a:off x="1267432" y="2497813"/>
              <a:ext cx="106044" cy="382374"/>
            </p14:xfrm>
          </p:contentPart>
        </mc:Choice>
        <mc:Fallback xmlns="">
          <p:sp>
            <p:nvSpPr>
              <p:cNvPr id="1053145" name=""/>
              <p:cNvSpPr/>
              <p:nvPr/>
            </p:nvSpPr>
            <p:spPr>
              <a:xfrm>
                <a:off x="1267432" y="2497813"/>
                <a:ext cx="106044" cy="3823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3146" name="Encre 1053145"/>
              <p14:cNvContentPartPr/>
              <p14:nvPr/>
            </p14:nvContentPartPr>
            <p14:xfrm>
              <a:off x="1458280" y="2550734"/>
              <a:ext cx="140450" cy="174479"/>
            </p14:xfrm>
          </p:contentPart>
        </mc:Choice>
        <mc:Fallback xmlns="">
          <p:sp>
            <p:nvSpPr>
              <p:cNvPr id="1053146" name=""/>
              <p:cNvSpPr/>
              <p:nvPr/>
            </p:nvSpPr>
            <p:spPr>
              <a:xfrm>
                <a:off x="1458280" y="2550734"/>
                <a:ext cx="140450" cy="174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3147" name="Encre 1053146"/>
              <p14:cNvContentPartPr/>
              <p14:nvPr/>
            </p14:nvContentPartPr>
            <p14:xfrm>
              <a:off x="1564897" y="2436756"/>
              <a:ext cx="97742" cy="371727"/>
            </p14:xfrm>
          </p:contentPart>
        </mc:Choice>
        <mc:Fallback xmlns="">
          <p:sp>
            <p:nvSpPr>
              <p:cNvPr id="1053147" name=""/>
              <p:cNvSpPr/>
              <p:nvPr/>
            </p:nvSpPr>
            <p:spPr>
              <a:xfrm>
                <a:off x="1564897" y="2436756"/>
                <a:ext cx="97742" cy="371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3148" name="Encre 1053147"/>
              <p14:cNvContentPartPr/>
              <p14:nvPr/>
            </p14:nvContentPartPr>
            <p14:xfrm>
              <a:off x="1805455" y="2594852"/>
              <a:ext cx="133319" cy="4234"/>
            </p14:xfrm>
          </p:contentPart>
        </mc:Choice>
        <mc:Fallback xmlns="">
          <p:sp>
            <p:nvSpPr>
              <p:cNvPr id="1053148" name=""/>
              <p:cNvSpPr/>
              <p:nvPr/>
            </p:nvSpPr>
            <p:spPr>
              <a:xfrm>
                <a:off x="1805455" y="2594852"/>
                <a:ext cx="133319" cy="42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3149" name="Encre 1053148"/>
              <p14:cNvContentPartPr/>
              <p14:nvPr/>
            </p14:nvContentPartPr>
            <p14:xfrm>
              <a:off x="1805455" y="2673731"/>
              <a:ext cx="175015" cy="38031"/>
            </p14:xfrm>
          </p:contentPart>
        </mc:Choice>
        <mc:Fallback xmlns="">
          <p:sp>
            <p:nvSpPr>
              <p:cNvPr id="1053149" name=""/>
              <p:cNvSpPr/>
              <p:nvPr/>
            </p:nvSpPr>
            <p:spPr>
              <a:xfrm>
                <a:off x="1805455" y="2673731"/>
                <a:ext cx="175015" cy="38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3150" name="Encre 1053149"/>
              <p14:cNvContentPartPr/>
              <p14:nvPr/>
            </p14:nvContentPartPr>
            <p14:xfrm>
              <a:off x="2184620" y="2400271"/>
              <a:ext cx="21485" cy="305810"/>
            </p14:xfrm>
          </p:contentPart>
        </mc:Choice>
        <mc:Fallback xmlns="">
          <p:sp>
            <p:nvSpPr>
              <p:cNvPr id="1053150" name=""/>
              <p:cNvSpPr/>
              <p:nvPr/>
            </p:nvSpPr>
            <p:spPr>
              <a:xfrm>
                <a:off x="2184620" y="2400271"/>
                <a:ext cx="21485" cy="305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3151" name="Encre 1053150"/>
              <p14:cNvContentPartPr/>
              <p14:nvPr/>
            </p14:nvContentPartPr>
            <p14:xfrm>
              <a:off x="2177424" y="2370953"/>
              <a:ext cx="161346" cy="7476"/>
            </p14:xfrm>
          </p:contentPart>
        </mc:Choice>
        <mc:Fallback xmlns="">
          <p:sp>
            <p:nvSpPr>
              <p:cNvPr id="1053151" name=""/>
              <p:cNvSpPr/>
              <p:nvPr/>
            </p:nvSpPr>
            <p:spPr>
              <a:xfrm>
                <a:off x="2177424" y="2370953"/>
                <a:ext cx="161346" cy="7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3152" name="Encre 1053151"/>
              <p14:cNvContentPartPr/>
              <p14:nvPr/>
            </p14:nvContentPartPr>
            <p14:xfrm>
              <a:off x="2170364" y="2494339"/>
              <a:ext cx="187516" cy="1809"/>
            </p14:xfrm>
          </p:contentPart>
        </mc:Choice>
        <mc:Fallback xmlns="">
          <p:sp>
            <p:nvSpPr>
              <p:cNvPr id="1053152" name=""/>
              <p:cNvSpPr/>
              <p:nvPr/>
            </p:nvSpPr>
            <p:spPr>
              <a:xfrm>
                <a:off x="2170364" y="2494339"/>
                <a:ext cx="187516" cy="1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3153" name="Encre 1053152"/>
              <p14:cNvContentPartPr/>
              <p14:nvPr/>
            </p14:nvContentPartPr>
            <p14:xfrm>
              <a:off x="2170364" y="2685090"/>
              <a:ext cx="161683" cy="19225"/>
            </p14:xfrm>
          </p:contentPart>
        </mc:Choice>
        <mc:Fallback xmlns="">
          <p:sp>
            <p:nvSpPr>
              <p:cNvPr id="1053153" name=""/>
              <p:cNvSpPr/>
              <p:nvPr/>
            </p:nvSpPr>
            <p:spPr>
              <a:xfrm>
                <a:off x="2170364" y="2685090"/>
                <a:ext cx="161683" cy="19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3154" name="Encre 1053153"/>
              <p14:cNvContentPartPr/>
              <p14:nvPr/>
            </p14:nvContentPartPr>
            <p14:xfrm>
              <a:off x="2363188" y="2708039"/>
              <a:ext cx="7501" cy="293620"/>
            </p14:xfrm>
          </p:contentPart>
        </mc:Choice>
        <mc:Fallback xmlns="">
          <p:sp>
            <p:nvSpPr>
              <p:cNvPr id="1053154" name=""/>
              <p:cNvSpPr/>
              <p:nvPr/>
            </p:nvSpPr>
            <p:spPr>
              <a:xfrm>
                <a:off x="2363188" y="2708039"/>
                <a:ext cx="7501" cy="293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3155" name="Encre 1053154"/>
              <p14:cNvContentPartPr/>
              <p14:nvPr/>
            </p14:nvContentPartPr>
            <p14:xfrm>
              <a:off x="2320387" y="2702063"/>
              <a:ext cx="104503" cy="96215"/>
            </p14:xfrm>
          </p:contentPart>
        </mc:Choice>
        <mc:Fallback xmlns="">
          <p:sp>
            <p:nvSpPr>
              <p:cNvPr id="1053155" name=""/>
              <p:cNvSpPr/>
              <p:nvPr/>
            </p:nvSpPr>
            <p:spPr>
              <a:xfrm>
                <a:off x="2320387" y="2702063"/>
                <a:ext cx="104503" cy="96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3156" name="Encre 1053155"/>
              <p14:cNvContentPartPr/>
              <p14:nvPr/>
            </p14:nvContentPartPr>
            <p14:xfrm>
              <a:off x="2555386" y="2364282"/>
              <a:ext cx="79608" cy="413899"/>
            </p14:xfrm>
          </p:contentPart>
        </mc:Choice>
        <mc:Fallback xmlns="">
          <p:sp>
            <p:nvSpPr>
              <p:cNvPr id="1053156" name=""/>
              <p:cNvSpPr/>
              <p:nvPr/>
            </p:nvSpPr>
            <p:spPr>
              <a:xfrm>
                <a:off x="2555386" y="2364282"/>
                <a:ext cx="79608" cy="413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3157" name="Encre 1053156"/>
              <p14:cNvContentPartPr/>
              <p14:nvPr/>
            </p14:nvContentPartPr>
            <p14:xfrm>
              <a:off x="2740768" y="2530241"/>
              <a:ext cx="133996" cy="142245"/>
            </p14:xfrm>
          </p:contentPart>
        </mc:Choice>
        <mc:Fallback xmlns="">
          <p:sp>
            <p:nvSpPr>
              <p:cNvPr id="1053157" name=""/>
              <p:cNvSpPr/>
              <p:nvPr/>
            </p:nvSpPr>
            <p:spPr>
              <a:xfrm>
                <a:off x="2740768" y="2530241"/>
                <a:ext cx="133996" cy="142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3158" name="Encre 1053157"/>
              <p14:cNvContentPartPr/>
              <p14:nvPr/>
            </p14:nvContentPartPr>
            <p14:xfrm>
              <a:off x="2778399" y="2556663"/>
              <a:ext cx="117787" cy="39189"/>
            </p14:xfrm>
          </p:contentPart>
        </mc:Choice>
        <mc:Fallback xmlns="">
          <p:sp>
            <p:nvSpPr>
              <p:cNvPr id="1053158" name=""/>
              <p:cNvSpPr/>
              <p:nvPr/>
            </p:nvSpPr>
            <p:spPr>
              <a:xfrm>
                <a:off x="2778399" y="2556663"/>
                <a:ext cx="117787" cy="39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3159" name="Encre 1053158"/>
              <p14:cNvContentPartPr/>
              <p14:nvPr/>
            </p14:nvContentPartPr>
            <p14:xfrm>
              <a:off x="2999904" y="2544971"/>
              <a:ext cx="85601" cy="7694"/>
            </p14:xfrm>
          </p:contentPart>
        </mc:Choice>
        <mc:Fallback xmlns="">
          <p:sp>
            <p:nvSpPr>
              <p:cNvPr id="1053159" name=""/>
              <p:cNvSpPr/>
              <p:nvPr/>
            </p:nvSpPr>
            <p:spPr>
              <a:xfrm>
                <a:off x="2999904" y="2544971"/>
                <a:ext cx="85601" cy="76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3160" name="Encre 1053159"/>
              <p14:cNvContentPartPr/>
              <p14:nvPr/>
            </p14:nvContentPartPr>
            <p14:xfrm>
              <a:off x="2978283" y="2583834"/>
              <a:ext cx="151593" cy="34340"/>
            </p14:xfrm>
          </p:contentPart>
        </mc:Choice>
        <mc:Fallback xmlns="">
          <p:sp>
            <p:nvSpPr>
              <p:cNvPr id="1053160" name=""/>
              <p:cNvSpPr/>
              <p:nvPr/>
            </p:nvSpPr>
            <p:spPr>
              <a:xfrm>
                <a:off x="2978283" y="2583834"/>
                <a:ext cx="151593" cy="34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3161" name="Encre 1053160"/>
              <p14:cNvContentPartPr/>
              <p14:nvPr/>
            </p14:nvContentPartPr>
            <p14:xfrm>
              <a:off x="3190997" y="2511098"/>
              <a:ext cx="85518" cy="91635"/>
            </p14:xfrm>
          </p:contentPart>
        </mc:Choice>
        <mc:Fallback xmlns="">
          <p:sp>
            <p:nvSpPr>
              <p:cNvPr id="1053161" name=""/>
              <p:cNvSpPr/>
              <p:nvPr/>
            </p:nvSpPr>
            <p:spPr>
              <a:xfrm>
                <a:off x="3190997" y="2511098"/>
                <a:ext cx="85518" cy="91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3162" name="Encre 1053161"/>
              <p14:cNvContentPartPr/>
              <p14:nvPr/>
            </p14:nvContentPartPr>
            <p14:xfrm>
              <a:off x="3250090" y="2349390"/>
              <a:ext cx="122990" cy="415307"/>
            </p14:xfrm>
          </p:contentPart>
        </mc:Choice>
        <mc:Fallback xmlns="">
          <p:sp>
            <p:nvSpPr>
              <p:cNvPr id="1053162" name=""/>
              <p:cNvSpPr/>
              <p:nvPr/>
            </p:nvSpPr>
            <p:spPr>
              <a:xfrm>
                <a:off x="3250090" y="2349390"/>
                <a:ext cx="122990" cy="415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3163" name="Encre 1053162"/>
              <p14:cNvContentPartPr/>
              <p14:nvPr/>
            </p14:nvContentPartPr>
            <p14:xfrm>
              <a:off x="3507777" y="2574011"/>
              <a:ext cx="228564" cy="36485"/>
            </p14:xfrm>
          </p:contentPart>
        </mc:Choice>
        <mc:Fallback xmlns="">
          <p:sp>
            <p:nvSpPr>
              <p:cNvPr id="1053163" name=""/>
              <p:cNvSpPr/>
              <p:nvPr/>
            </p:nvSpPr>
            <p:spPr>
              <a:xfrm>
                <a:off x="3507777" y="2574011"/>
                <a:ext cx="228564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3164" name="Encre 1053163"/>
              <p14:cNvContentPartPr/>
              <p14:nvPr/>
            </p14:nvContentPartPr>
            <p14:xfrm>
              <a:off x="3576931" y="2523626"/>
              <a:ext cx="16447" cy="159949"/>
            </p14:xfrm>
          </p:contentPart>
        </mc:Choice>
        <mc:Fallback xmlns="">
          <p:sp>
            <p:nvSpPr>
              <p:cNvPr id="1053164" name=""/>
              <p:cNvSpPr/>
              <p:nvPr/>
            </p:nvSpPr>
            <p:spPr>
              <a:xfrm>
                <a:off x="3576931" y="2523626"/>
                <a:ext cx="16447" cy="159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3165" name="Encre 1053164"/>
              <p14:cNvContentPartPr/>
              <p14:nvPr/>
            </p14:nvContentPartPr>
            <p14:xfrm>
              <a:off x="3836330" y="2375743"/>
              <a:ext cx="155956" cy="258380"/>
            </p14:xfrm>
          </p:contentPart>
        </mc:Choice>
        <mc:Fallback xmlns="">
          <p:sp>
            <p:nvSpPr>
              <p:cNvPr id="1053165" name=""/>
              <p:cNvSpPr/>
              <p:nvPr/>
            </p:nvSpPr>
            <p:spPr>
              <a:xfrm>
                <a:off x="3836330" y="2375743"/>
                <a:ext cx="155956" cy="258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3166" name="Encre 1053165"/>
              <p14:cNvContentPartPr/>
              <p14:nvPr/>
            </p14:nvContentPartPr>
            <p14:xfrm>
              <a:off x="4109929" y="2465299"/>
              <a:ext cx="113104" cy="142768"/>
            </p14:xfrm>
          </p:contentPart>
        </mc:Choice>
        <mc:Fallback xmlns="">
          <p:sp>
            <p:nvSpPr>
              <p:cNvPr id="1053166" name=""/>
              <p:cNvSpPr/>
              <p:nvPr/>
            </p:nvSpPr>
            <p:spPr>
              <a:xfrm>
                <a:off x="4109929" y="2465299"/>
                <a:ext cx="113104" cy="142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3167" name="Encre 1053166"/>
              <p14:cNvContentPartPr/>
              <p14:nvPr/>
            </p14:nvContentPartPr>
            <p14:xfrm>
              <a:off x="4108310" y="2479943"/>
              <a:ext cx="115756" cy="121370"/>
            </p14:xfrm>
          </p:contentPart>
        </mc:Choice>
        <mc:Fallback xmlns="">
          <p:sp>
            <p:nvSpPr>
              <p:cNvPr id="1053167" name=""/>
              <p:cNvSpPr/>
              <p:nvPr/>
            </p:nvSpPr>
            <p:spPr>
              <a:xfrm>
                <a:off x="4108310" y="2479943"/>
                <a:ext cx="115756" cy="121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3168" name="Encre 1053167"/>
              <p14:cNvContentPartPr/>
              <p14:nvPr/>
            </p14:nvContentPartPr>
            <p14:xfrm>
              <a:off x="4338673" y="2293353"/>
              <a:ext cx="184408" cy="305844"/>
            </p14:xfrm>
          </p:contentPart>
        </mc:Choice>
        <mc:Fallback xmlns="">
          <p:sp>
            <p:nvSpPr>
              <p:cNvPr id="1053168" name=""/>
              <p:cNvSpPr/>
              <p:nvPr/>
            </p:nvSpPr>
            <p:spPr>
              <a:xfrm>
                <a:off x="4338673" y="2293353"/>
                <a:ext cx="184408" cy="305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3169" name="Encre 1053168"/>
              <p14:cNvContentPartPr/>
              <p14:nvPr/>
            </p14:nvContentPartPr>
            <p14:xfrm>
              <a:off x="4737967" y="2551479"/>
              <a:ext cx="163360" cy="22531"/>
            </p14:xfrm>
          </p:contentPart>
        </mc:Choice>
        <mc:Fallback xmlns="">
          <p:sp>
            <p:nvSpPr>
              <p:cNvPr id="1053169" name=""/>
              <p:cNvSpPr/>
              <p:nvPr/>
            </p:nvSpPr>
            <p:spPr>
              <a:xfrm>
                <a:off x="4737967" y="2551479"/>
                <a:ext cx="163360" cy="22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3170" name="Encre 1053169"/>
              <p14:cNvContentPartPr/>
              <p14:nvPr/>
            </p14:nvContentPartPr>
            <p14:xfrm>
              <a:off x="4766206" y="2487141"/>
              <a:ext cx="29169" cy="148905"/>
            </p14:xfrm>
          </p:contentPart>
        </mc:Choice>
        <mc:Fallback xmlns="">
          <p:sp>
            <p:nvSpPr>
              <p:cNvPr id="1053170" name=""/>
              <p:cNvSpPr/>
              <p:nvPr/>
            </p:nvSpPr>
            <p:spPr>
              <a:xfrm>
                <a:off x="4766206" y="2487141"/>
                <a:ext cx="29169" cy="1489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3171" name="Encre 1053170"/>
              <p14:cNvContentPartPr/>
              <p14:nvPr/>
            </p14:nvContentPartPr>
            <p14:xfrm>
              <a:off x="4984622" y="2309865"/>
              <a:ext cx="90297" cy="166530"/>
            </p14:xfrm>
          </p:contentPart>
        </mc:Choice>
        <mc:Fallback xmlns="">
          <p:sp>
            <p:nvSpPr>
              <p:cNvPr id="1053171" name=""/>
              <p:cNvSpPr/>
              <p:nvPr/>
            </p:nvSpPr>
            <p:spPr>
              <a:xfrm>
                <a:off x="4984622" y="2309865"/>
                <a:ext cx="90297" cy="166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3172" name="Encre 1053171"/>
              <p14:cNvContentPartPr/>
              <p14:nvPr/>
            </p14:nvContentPartPr>
            <p14:xfrm>
              <a:off x="4966531" y="2561842"/>
              <a:ext cx="214466" cy="8894"/>
            </p14:xfrm>
          </p:contentPart>
        </mc:Choice>
        <mc:Fallback xmlns="">
          <p:sp>
            <p:nvSpPr>
              <p:cNvPr id="1053172" name=""/>
              <p:cNvSpPr/>
              <p:nvPr/>
            </p:nvSpPr>
            <p:spPr>
              <a:xfrm>
                <a:off x="4966531" y="2561842"/>
                <a:ext cx="214466" cy="8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3173" name="Encre 1053172"/>
              <p14:cNvContentPartPr/>
              <p14:nvPr/>
            </p14:nvContentPartPr>
            <p14:xfrm>
              <a:off x="4956586" y="2699408"/>
              <a:ext cx="163064" cy="241405"/>
            </p14:xfrm>
          </p:contentPart>
        </mc:Choice>
        <mc:Fallback xmlns="">
          <p:sp>
            <p:nvSpPr>
              <p:cNvPr id="1053173" name=""/>
              <p:cNvSpPr/>
              <p:nvPr/>
            </p:nvSpPr>
            <p:spPr>
              <a:xfrm>
                <a:off x="4956586" y="2699408"/>
                <a:ext cx="163064" cy="2414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3174" name="Encre 1053173"/>
              <p14:cNvContentPartPr/>
              <p14:nvPr/>
            </p14:nvContentPartPr>
            <p14:xfrm>
              <a:off x="5316262" y="2389867"/>
              <a:ext cx="213237" cy="177504"/>
            </p14:xfrm>
          </p:contentPart>
        </mc:Choice>
        <mc:Fallback xmlns="">
          <p:sp>
            <p:nvSpPr>
              <p:cNvPr id="1053174" name=""/>
              <p:cNvSpPr/>
              <p:nvPr/>
            </p:nvSpPr>
            <p:spPr>
              <a:xfrm>
                <a:off x="5316262" y="2389867"/>
                <a:ext cx="213237" cy="177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3175" name="Encre 1053174"/>
              <p14:cNvContentPartPr/>
              <p14:nvPr/>
            </p14:nvContentPartPr>
            <p14:xfrm>
              <a:off x="5603247" y="2399870"/>
              <a:ext cx="158296" cy="269426"/>
            </p14:xfrm>
          </p:contentPart>
        </mc:Choice>
        <mc:Fallback xmlns="">
          <p:sp>
            <p:nvSpPr>
              <p:cNvPr id="1053175" name=""/>
              <p:cNvSpPr/>
              <p:nvPr/>
            </p:nvSpPr>
            <p:spPr>
              <a:xfrm>
                <a:off x="5603247" y="2399870"/>
                <a:ext cx="158296" cy="269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3176" name="Encre 1053175"/>
              <p14:cNvContentPartPr/>
              <p14:nvPr/>
            </p14:nvContentPartPr>
            <p14:xfrm>
              <a:off x="5831812" y="2197243"/>
              <a:ext cx="14561" cy="355422"/>
            </p14:xfrm>
          </p:contentPart>
        </mc:Choice>
        <mc:Fallback xmlns="">
          <p:sp>
            <p:nvSpPr>
              <p:cNvPr id="1053176" name=""/>
              <p:cNvSpPr/>
              <p:nvPr/>
            </p:nvSpPr>
            <p:spPr>
              <a:xfrm>
                <a:off x="5831812" y="2197243"/>
                <a:ext cx="14561" cy="355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3177" name="Encre 1053176"/>
              <p14:cNvContentPartPr/>
              <p14:nvPr/>
            </p14:nvContentPartPr>
            <p14:xfrm>
              <a:off x="5803572" y="2204845"/>
              <a:ext cx="87312" cy="102513"/>
            </p14:xfrm>
          </p:contentPart>
        </mc:Choice>
        <mc:Fallback xmlns="">
          <p:sp>
            <p:nvSpPr>
              <p:cNvPr id="1053177" name=""/>
              <p:cNvSpPr/>
              <p:nvPr/>
            </p:nvSpPr>
            <p:spPr>
              <a:xfrm>
                <a:off x="5803572" y="2204845"/>
                <a:ext cx="87312" cy="102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3178" name="Encre 1053177"/>
              <p14:cNvContentPartPr/>
              <p14:nvPr/>
            </p14:nvContentPartPr>
            <p14:xfrm>
              <a:off x="6031240" y="2218657"/>
              <a:ext cx="236911" cy="320679"/>
            </p14:xfrm>
          </p:contentPart>
        </mc:Choice>
        <mc:Fallback xmlns="">
          <p:sp>
            <p:nvSpPr>
              <p:cNvPr id="1053178" name=""/>
              <p:cNvSpPr/>
              <p:nvPr/>
            </p:nvSpPr>
            <p:spPr>
              <a:xfrm>
                <a:off x="6031240" y="2218657"/>
                <a:ext cx="236911" cy="320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3179" name="Encre 1053178"/>
              <p14:cNvContentPartPr/>
              <p14:nvPr/>
            </p14:nvContentPartPr>
            <p14:xfrm>
              <a:off x="6268203" y="2041184"/>
              <a:ext cx="148438" cy="208250"/>
            </p14:xfrm>
          </p:contentPart>
        </mc:Choice>
        <mc:Fallback xmlns="">
          <p:sp>
            <p:nvSpPr>
              <p:cNvPr id="1053179" name=""/>
              <p:cNvSpPr/>
              <p:nvPr/>
            </p:nvSpPr>
            <p:spPr>
              <a:xfrm>
                <a:off x="6268203" y="2041184"/>
                <a:ext cx="148438" cy="2082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3180" name="Encre 1053179"/>
              <p14:cNvContentPartPr/>
              <p14:nvPr/>
            </p14:nvContentPartPr>
            <p14:xfrm>
              <a:off x="5821769" y="2151627"/>
              <a:ext cx="80422" cy="432898"/>
            </p14:xfrm>
          </p:contentPart>
        </mc:Choice>
        <mc:Fallback xmlns="">
          <p:sp>
            <p:nvSpPr>
              <p:cNvPr id="1053180" name=""/>
              <p:cNvSpPr/>
              <p:nvPr/>
            </p:nvSpPr>
            <p:spPr>
              <a:xfrm>
                <a:off x="5821769" y="2151627"/>
                <a:ext cx="80422" cy="432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3181" name="Encre 1053180"/>
              <p14:cNvContentPartPr/>
              <p14:nvPr/>
            </p14:nvContentPartPr>
            <p14:xfrm>
              <a:off x="2499091" y="2027822"/>
              <a:ext cx="717019" cy="1017024"/>
            </p14:xfrm>
          </p:contentPart>
        </mc:Choice>
        <mc:Fallback xmlns="">
          <p:sp>
            <p:nvSpPr>
              <p:cNvPr id="1053181" name=""/>
              <p:cNvSpPr/>
              <p:nvPr/>
            </p:nvSpPr>
            <p:spPr>
              <a:xfrm>
                <a:off x="2499091" y="2027822"/>
                <a:ext cx="717019" cy="10170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3182" name="Encre 1053181"/>
              <p14:cNvContentPartPr/>
              <p14:nvPr/>
            </p14:nvContentPartPr>
            <p14:xfrm>
              <a:off x="3002993" y="1983432"/>
              <a:ext cx="264478" cy="199415"/>
            </p14:xfrm>
          </p:contentPart>
        </mc:Choice>
        <mc:Fallback xmlns="">
          <p:sp>
            <p:nvSpPr>
              <p:cNvPr id="1053182" name=""/>
              <p:cNvSpPr/>
              <p:nvPr/>
            </p:nvSpPr>
            <p:spPr>
              <a:xfrm>
                <a:off x="3002993" y="1983432"/>
                <a:ext cx="264478" cy="199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3183" name="Encre 1053182"/>
              <p14:cNvContentPartPr/>
              <p14:nvPr/>
            </p14:nvContentPartPr>
            <p14:xfrm>
              <a:off x="3263547" y="1770339"/>
              <a:ext cx="198209" cy="186326"/>
            </p14:xfrm>
          </p:contentPart>
        </mc:Choice>
        <mc:Fallback xmlns="">
          <p:sp>
            <p:nvSpPr>
              <p:cNvPr id="1053183" name=""/>
              <p:cNvSpPr/>
              <p:nvPr/>
            </p:nvSpPr>
            <p:spPr>
              <a:xfrm>
                <a:off x="3263547" y="1770339"/>
                <a:ext cx="198209" cy="1863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3184" name="Encre 1053183"/>
              <p14:cNvContentPartPr/>
              <p14:nvPr/>
            </p14:nvContentPartPr>
            <p14:xfrm>
              <a:off x="1281218" y="3478994"/>
              <a:ext cx="242722" cy="393395"/>
            </p14:xfrm>
          </p:contentPart>
        </mc:Choice>
        <mc:Fallback xmlns="">
          <p:sp>
            <p:nvSpPr>
              <p:cNvPr id="1053184" name=""/>
              <p:cNvSpPr/>
              <p:nvPr/>
            </p:nvSpPr>
            <p:spPr>
              <a:xfrm>
                <a:off x="1281218" y="3478994"/>
                <a:ext cx="242722" cy="393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3185" name="Encre 1053184"/>
              <p14:cNvContentPartPr/>
              <p14:nvPr/>
            </p14:nvContentPartPr>
            <p14:xfrm>
              <a:off x="1269343" y="3689919"/>
              <a:ext cx="228564" cy="7197"/>
            </p14:xfrm>
          </p:contentPart>
        </mc:Choice>
        <mc:Fallback xmlns="">
          <p:sp>
            <p:nvSpPr>
              <p:cNvPr id="1053185" name=""/>
              <p:cNvSpPr/>
              <p:nvPr/>
            </p:nvSpPr>
            <p:spPr>
              <a:xfrm>
                <a:off x="1269343" y="3689919"/>
                <a:ext cx="228564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3186" name="Encre 1053185"/>
              <p14:cNvContentPartPr/>
              <p14:nvPr/>
            </p14:nvContentPartPr>
            <p14:xfrm>
              <a:off x="1533648" y="3809303"/>
              <a:ext cx="128087" cy="371297"/>
            </p14:xfrm>
          </p:contentPart>
        </mc:Choice>
        <mc:Fallback xmlns="">
          <p:sp>
            <p:nvSpPr>
              <p:cNvPr id="1053186" name=""/>
              <p:cNvSpPr/>
              <p:nvPr/>
            </p:nvSpPr>
            <p:spPr>
              <a:xfrm>
                <a:off x="1533648" y="3809303"/>
                <a:ext cx="128087" cy="3712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3187" name="Encre 1053186"/>
              <p14:cNvContentPartPr/>
              <p14:nvPr/>
            </p14:nvContentPartPr>
            <p14:xfrm>
              <a:off x="1613980" y="3356338"/>
              <a:ext cx="84253" cy="126696"/>
            </p14:xfrm>
          </p:contentPart>
        </mc:Choice>
        <mc:Fallback xmlns="">
          <p:sp>
            <p:nvSpPr>
              <p:cNvPr id="1053187" name=""/>
              <p:cNvSpPr/>
              <p:nvPr/>
            </p:nvSpPr>
            <p:spPr>
              <a:xfrm>
                <a:off x="1613980" y="3356338"/>
                <a:ext cx="84253" cy="126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3188" name="Encre 1053187"/>
              <p14:cNvContentPartPr/>
              <p14:nvPr/>
            </p14:nvContentPartPr>
            <p14:xfrm>
              <a:off x="1754501" y="3494337"/>
              <a:ext cx="93754" cy="437686"/>
            </p14:xfrm>
          </p:contentPart>
        </mc:Choice>
        <mc:Fallback xmlns="">
          <p:sp>
            <p:nvSpPr>
              <p:cNvPr id="1053188" name=""/>
              <p:cNvSpPr/>
              <p:nvPr/>
            </p:nvSpPr>
            <p:spPr>
              <a:xfrm>
                <a:off x="1754501" y="3494337"/>
                <a:ext cx="93754" cy="437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3189" name="Encre 1053188"/>
              <p14:cNvContentPartPr/>
              <p14:nvPr/>
            </p14:nvContentPartPr>
            <p14:xfrm>
              <a:off x="1898264" y="3640071"/>
              <a:ext cx="143462" cy="245031"/>
            </p14:xfrm>
          </p:contentPart>
        </mc:Choice>
        <mc:Fallback xmlns="">
          <p:sp>
            <p:nvSpPr>
              <p:cNvPr id="1053189" name=""/>
              <p:cNvSpPr/>
              <p:nvPr/>
            </p:nvSpPr>
            <p:spPr>
              <a:xfrm>
                <a:off x="1898264" y="3640071"/>
                <a:ext cx="143462" cy="245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3190" name="Encre 1053189"/>
              <p14:cNvContentPartPr/>
              <p14:nvPr/>
            </p14:nvContentPartPr>
            <p14:xfrm>
              <a:off x="2019900" y="3551919"/>
              <a:ext cx="137951" cy="408877"/>
            </p14:xfrm>
          </p:contentPart>
        </mc:Choice>
        <mc:Fallback xmlns="">
          <p:sp>
            <p:nvSpPr>
              <p:cNvPr id="1053190" name=""/>
              <p:cNvSpPr/>
              <p:nvPr/>
            </p:nvSpPr>
            <p:spPr>
              <a:xfrm>
                <a:off x="2019900" y="3551919"/>
                <a:ext cx="137951" cy="4088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3191" name="Encre 1053190"/>
              <p14:cNvContentPartPr/>
              <p14:nvPr/>
            </p14:nvContentPartPr>
            <p14:xfrm>
              <a:off x="2263467" y="3747501"/>
              <a:ext cx="171644" cy="7198"/>
            </p14:xfrm>
          </p:contentPart>
        </mc:Choice>
        <mc:Fallback xmlns="">
          <p:sp>
            <p:nvSpPr>
              <p:cNvPr id="1053191" name=""/>
              <p:cNvSpPr/>
              <p:nvPr/>
            </p:nvSpPr>
            <p:spPr>
              <a:xfrm>
                <a:off x="2263467" y="3747501"/>
                <a:ext cx="171644" cy="71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3192" name="Encre 1053191"/>
              <p14:cNvContentPartPr/>
              <p14:nvPr/>
            </p14:nvContentPartPr>
            <p14:xfrm>
              <a:off x="2277587" y="3863633"/>
              <a:ext cx="173460" cy="6620"/>
            </p14:xfrm>
          </p:contentPart>
        </mc:Choice>
        <mc:Fallback xmlns="">
          <p:sp>
            <p:nvSpPr>
              <p:cNvPr id="1053192" name=""/>
              <p:cNvSpPr/>
              <p:nvPr/>
            </p:nvSpPr>
            <p:spPr>
              <a:xfrm>
                <a:off x="2277587" y="3863633"/>
                <a:ext cx="173460" cy="6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3193" name="Encre 1053192"/>
              <p14:cNvContentPartPr/>
              <p14:nvPr/>
            </p14:nvContentPartPr>
            <p14:xfrm>
              <a:off x="2642496" y="3536779"/>
              <a:ext cx="102464" cy="206019"/>
            </p14:xfrm>
          </p:contentPart>
        </mc:Choice>
        <mc:Fallback xmlns="">
          <p:sp>
            <p:nvSpPr>
              <p:cNvPr id="1053193" name=""/>
              <p:cNvSpPr/>
              <p:nvPr/>
            </p:nvSpPr>
            <p:spPr>
              <a:xfrm>
                <a:off x="2642496" y="3536779"/>
                <a:ext cx="102464" cy="2060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3194" name="Encre 1053193"/>
              <p14:cNvContentPartPr/>
              <p14:nvPr/>
            </p14:nvContentPartPr>
            <p14:xfrm>
              <a:off x="2649556" y="3841817"/>
              <a:ext cx="221504" cy="28791"/>
            </p14:xfrm>
          </p:contentPart>
        </mc:Choice>
        <mc:Fallback xmlns="">
          <p:sp>
            <p:nvSpPr>
              <p:cNvPr id="1053194" name=""/>
              <p:cNvSpPr/>
              <p:nvPr/>
            </p:nvSpPr>
            <p:spPr>
              <a:xfrm>
                <a:off x="2649556" y="3841817"/>
                <a:ext cx="221504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3195" name="Encre 1053194"/>
              <p14:cNvContentPartPr/>
              <p14:nvPr/>
            </p14:nvContentPartPr>
            <p14:xfrm>
              <a:off x="2674480" y="3946403"/>
              <a:ext cx="175400" cy="203707"/>
            </p14:xfrm>
          </p:contentPart>
        </mc:Choice>
        <mc:Fallback xmlns="">
          <p:sp>
            <p:nvSpPr>
              <p:cNvPr id="1053195" name=""/>
              <p:cNvSpPr/>
              <p:nvPr/>
            </p:nvSpPr>
            <p:spPr>
              <a:xfrm>
                <a:off x="2674480" y="3946403"/>
                <a:ext cx="175400" cy="2037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3196" name="Encre 1053195"/>
              <p14:cNvContentPartPr/>
              <p14:nvPr/>
            </p14:nvContentPartPr>
            <p14:xfrm>
              <a:off x="2942542" y="3754699"/>
              <a:ext cx="214175" cy="140699"/>
            </p14:xfrm>
          </p:contentPart>
        </mc:Choice>
        <mc:Fallback xmlns="">
          <p:sp>
            <p:nvSpPr>
              <p:cNvPr id="1053196" name=""/>
              <p:cNvSpPr/>
              <p:nvPr/>
            </p:nvSpPr>
            <p:spPr>
              <a:xfrm>
                <a:off x="2942542" y="3754699"/>
                <a:ext cx="214175" cy="140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3197" name="Encre 1053196"/>
              <p14:cNvContentPartPr/>
              <p14:nvPr/>
            </p14:nvContentPartPr>
            <p14:xfrm>
              <a:off x="3224530" y="3766674"/>
              <a:ext cx="149155" cy="240392"/>
            </p14:xfrm>
          </p:contentPart>
        </mc:Choice>
        <mc:Fallback xmlns="">
          <p:sp>
            <p:nvSpPr>
              <p:cNvPr id="1053197" name=""/>
              <p:cNvSpPr/>
              <p:nvPr/>
            </p:nvSpPr>
            <p:spPr>
              <a:xfrm>
                <a:off x="3224530" y="3766674"/>
                <a:ext cx="149155" cy="240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3198" name="Encre 1053197"/>
              <p14:cNvContentPartPr/>
              <p14:nvPr/>
            </p14:nvContentPartPr>
            <p14:xfrm>
              <a:off x="3456168" y="3588405"/>
              <a:ext cx="15526" cy="313558"/>
            </p14:xfrm>
          </p:contentPart>
        </mc:Choice>
        <mc:Fallback xmlns="">
          <p:sp>
            <p:nvSpPr>
              <p:cNvPr id="1053198" name=""/>
              <p:cNvSpPr/>
              <p:nvPr/>
            </p:nvSpPr>
            <p:spPr>
              <a:xfrm>
                <a:off x="3456168" y="3588405"/>
                <a:ext cx="15526" cy="313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3199" name="Encre 1053198"/>
              <p14:cNvContentPartPr/>
              <p14:nvPr/>
            </p14:nvContentPartPr>
            <p14:xfrm>
              <a:off x="3668716" y="3573813"/>
              <a:ext cx="165932" cy="316341"/>
            </p14:xfrm>
          </p:contentPart>
        </mc:Choice>
        <mc:Fallback xmlns="">
          <p:sp>
            <p:nvSpPr>
              <p:cNvPr id="1053199" name=""/>
              <p:cNvSpPr/>
              <p:nvPr/>
            </p:nvSpPr>
            <p:spPr>
              <a:xfrm>
                <a:off x="3668716" y="3573813"/>
                <a:ext cx="165932" cy="316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3200" name="Encre 1053199"/>
              <p14:cNvContentPartPr/>
              <p14:nvPr/>
            </p14:nvContentPartPr>
            <p14:xfrm>
              <a:off x="3836504" y="3378179"/>
              <a:ext cx="158056" cy="217256"/>
            </p14:xfrm>
          </p:contentPart>
        </mc:Choice>
        <mc:Fallback xmlns="">
          <p:sp>
            <p:nvSpPr>
              <p:cNvPr id="1053200" name=""/>
              <p:cNvSpPr/>
              <p:nvPr/>
            </p:nvSpPr>
            <p:spPr>
              <a:xfrm>
                <a:off x="3836504" y="3378179"/>
                <a:ext cx="158056" cy="217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3201" name="Encre 1053200"/>
              <p14:cNvContentPartPr/>
              <p14:nvPr/>
            </p14:nvContentPartPr>
            <p14:xfrm>
              <a:off x="3450415" y="3551919"/>
              <a:ext cx="21004" cy="233005"/>
            </p14:xfrm>
          </p:contentPart>
        </mc:Choice>
        <mc:Fallback xmlns="">
          <p:sp>
            <p:nvSpPr>
              <p:cNvPr id="1053201" name=""/>
              <p:cNvSpPr/>
              <p:nvPr/>
            </p:nvSpPr>
            <p:spPr>
              <a:xfrm>
                <a:off x="3450415" y="3551919"/>
                <a:ext cx="21004" cy="233005"/>
              </a:xfrm>
            </p:spPr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0" y="1287229"/>
            <a:ext cx="6365874" cy="4965188"/>
          </a:xfrm>
          <a:prstGeom prst="rect">
            <a:avLst/>
          </a:prstGeom>
        </p:spPr>
      </p:pic>
      <p:pic>
        <p:nvPicPr>
          <p:cNvPr id="2097161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082" y="2592519"/>
            <a:ext cx="6013729" cy="2855438"/>
          </a:xfrm>
          <a:prstGeom prst="rect">
            <a:avLst/>
          </a:prstGeom>
        </p:spPr>
      </p:pic>
      <p:sp>
        <p:nvSpPr>
          <p:cNvPr id="1051506" name="ZoneTexte 8"/>
          <p:cNvSpPr txBox="1"/>
          <p:nvPr/>
        </p:nvSpPr>
        <p:spPr>
          <a:xfrm>
            <a:off x="391684" y="143918"/>
            <a:ext cx="21767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Lucida Handwriting" panose="03010101010101010101" pitchFamily="66" charset="0"/>
              </a:rPr>
              <a:t>7. Applications</a:t>
            </a:r>
          </a:p>
        </p:txBody>
      </p:sp>
      <p:sp>
        <p:nvSpPr>
          <p:cNvPr id="1051507" name="ZoneTexte 9"/>
          <p:cNvSpPr txBox="1"/>
          <p:nvPr/>
        </p:nvSpPr>
        <p:spPr>
          <a:xfrm>
            <a:off x="391684" y="731715"/>
            <a:ext cx="2583180" cy="447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u="sng" dirty="0">
                <a:latin typeface="AR BLANCA" panose="02000000000000000000" pitchFamily="2" charset="0"/>
              </a:rPr>
              <a:t>7.1.  Application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508" name="Encre 1051507"/>
              <p14:cNvContentPartPr/>
              <p14:nvPr/>
            </p14:nvContentPartPr>
            <p14:xfrm>
              <a:off x="3370328" y="6502953"/>
              <a:ext cx="23540" cy="40276"/>
            </p14:xfrm>
          </p:contentPart>
        </mc:Choice>
        <mc:Fallback xmlns="">
          <p:sp>
            <p:nvSpPr>
              <p:cNvPr id="1051508" name=""/>
              <p:cNvSpPr/>
              <p:nvPr/>
            </p:nvSpPr>
            <p:spPr>
              <a:xfrm>
                <a:off x="3370328" y="6502953"/>
                <a:ext cx="23540" cy="40276"/>
              </a:xfrm>
            </p:spPr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09" name="Rectangle 3"/>
          <p:cNvSpPr/>
          <p:nvPr/>
        </p:nvSpPr>
        <p:spPr>
          <a:xfrm>
            <a:off x="536620" y="998844"/>
            <a:ext cx="10912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000000"/>
                </a:solidFill>
              </a:rPr>
              <a:t>Une particule de masse m se déplace suivant l’axe </a:t>
            </a:r>
            <a:r>
              <a:rPr lang="fr-FR" dirty="0" err="1">
                <a:solidFill>
                  <a:srgbClr val="000000"/>
                </a:solidFill>
              </a:rPr>
              <a:t>Ox</a:t>
            </a:r>
            <a:r>
              <a:rPr lang="fr-FR" dirty="0">
                <a:solidFill>
                  <a:srgbClr val="000000"/>
                </a:solidFill>
              </a:rPr>
              <a:t> sous l’effet d’une force qui dérive d’une énergie potentielle. La courbe de son énergie potentielle en fonction de x est donnée sur la figure. </a:t>
            </a:r>
            <a:endParaRPr lang="fr-MA" dirty="0"/>
          </a:p>
        </p:txBody>
      </p:sp>
      <p:pic>
        <p:nvPicPr>
          <p:cNvPr id="209716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30" y="1982412"/>
            <a:ext cx="4146997" cy="2872924"/>
          </a:xfrm>
          <a:prstGeom prst="rect">
            <a:avLst/>
          </a:prstGeom>
        </p:spPr>
      </p:pic>
      <p:sp>
        <p:nvSpPr>
          <p:cNvPr id="1051510" name="Rectangle 5"/>
          <p:cNvSpPr/>
          <p:nvPr/>
        </p:nvSpPr>
        <p:spPr>
          <a:xfrm>
            <a:off x="536620" y="5192573"/>
            <a:ext cx="10912698" cy="1158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000000"/>
                </a:solidFill>
              </a:rPr>
              <a:t>1- Déterminer les positions d’équilibre en précisant leur nature. Justifier </a:t>
            </a:r>
          </a:p>
          <a:p>
            <a:pPr algn="just"/>
            <a:r>
              <a:rPr lang="fr-FR" dirty="0">
                <a:solidFill>
                  <a:srgbClr val="000000"/>
                </a:solidFill>
              </a:rPr>
              <a:t>2- En supposant que l’énergie mécanique totale est égale à 2 Joules, représenter le graphe de l’énergie cinétique en fonction de x. </a:t>
            </a:r>
          </a:p>
          <a:p>
            <a:pPr algn="just"/>
            <a:r>
              <a:rPr lang="fr-FR" dirty="0">
                <a:solidFill>
                  <a:srgbClr val="000000"/>
                </a:solidFill>
              </a:rPr>
              <a:t>3- Discuter le mouvement de la particule dans les différentes régions possibles de x. </a:t>
            </a:r>
          </a:p>
        </p:txBody>
      </p:sp>
      <p:sp>
        <p:nvSpPr>
          <p:cNvPr id="1051511" name="ZoneTexte 6"/>
          <p:cNvSpPr txBox="1"/>
          <p:nvPr/>
        </p:nvSpPr>
        <p:spPr>
          <a:xfrm>
            <a:off x="695723" y="368560"/>
            <a:ext cx="2583180" cy="447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u="sng" dirty="0">
                <a:latin typeface="AR BLANCA" panose="02000000000000000000" pitchFamily="2" charset="0"/>
              </a:rPr>
              <a:t>7.2.  Application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F2B91F36-6E69-8457-F6A4-51CBCAC0BD6B}"/>
                  </a:ext>
                </a:extLst>
              </p14:cNvPr>
              <p14:cNvContentPartPr/>
              <p14:nvPr/>
            </p14:nvContentPartPr>
            <p14:xfrm>
              <a:off x="438120" y="1587600"/>
              <a:ext cx="11570040" cy="393732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F2B91F36-6E69-8457-F6A4-51CBCAC0BD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0" y="1578240"/>
                <a:ext cx="11588760" cy="395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512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284" y="825861"/>
            <a:ext cx="11633916" cy="1631216"/>
          </a:xfrm>
          <a:prstGeom prst="rect">
            <a:avLst/>
          </a:prstGeom>
          <a:blipFill rotWithShape="0">
            <a:blip r:embed="rId2"/>
            <a:stretch>
              <a:fillRect l="-577" t="-1866" r="-524" b="-559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51513" name="ZoneTexte 4"/>
          <p:cNvSpPr txBox="1"/>
          <p:nvPr/>
        </p:nvSpPr>
        <p:spPr>
          <a:xfrm>
            <a:off x="644208" y="239771"/>
            <a:ext cx="2583180" cy="447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u="sng" dirty="0">
                <a:latin typeface="AR BLANCA" panose="02000000000000000000" pitchFamily="2" charset="0"/>
              </a:rPr>
              <a:t>7.3.  Application 3</a:t>
            </a:r>
          </a:p>
        </p:txBody>
      </p:sp>
      <p:sp>
        <p:nvSpPr>
          <p:cNvPr id="1051514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284" y="2494682"/>
            <a:ext cx="11479370" cy="735971"/>
          </a:xfrm>
          <a:prstGeom prst="rect">
            <a:avLst/>
          </a:prstGeom>
          <a:blipFill rotWithShape="0">
            <a:blip r:embed="rId3"/>
            <a:stretch>
              <a:fillRect l="-584" t="-9091" b="-1322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3" name="Image 6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386630" y="3350547"/>
            <a:ext cx="3975279" cy="799141"/>
          </a:xfrm>
          <a:prstGeom prst="rect">
            <a:avLst/>
          </a:prstGeom>
        </p:spPr>
      </p:pic>
      <p:sp>
        <p:nvSpPr>
          <p:cNvPr id="1051515" name="Rectangle 7"/>
          <p:cNvSpPr/>
          <p:nvPr/>
        </p:nvSpPr>
        <p:spPr>
          <a:xfrm>
            <a:off x="4653566" y="3550062"/>
            <a:ext cx="65709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/>
              <a:t>si l’origine des énergies potentielles est choisie en </a:t>
            </a:r>
            <a:r>
              <a:rPr lang="fr-FR" sz="2000" i="1" dirty="0"/>
              <a:t>x </a:t>
            </a:r>
            <a:r>
              <a:rPr lang="fr-FR" sz="2000" dirty="0"/>
              <a:t>= 0.</a:t>
            </a:r>
            <a:endParaRPr lang="fr-MA" sz="2000" dirty="0"/>
          </a:p>
        </p:txBody>
      </p:sp>
      <p:sp>
        <p:nvSpPr>
          <p:cNvPr id="1051516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284" y="4310180"/>
            <a:ext cx="11762705" cy="2246769"/>
          </a:xfrm>
          <a:prstGeom prst="rect">
            <a:avLst/>
          </a:prstGeom>
          <a:blipFill rotWithShape="0">
            <a:blip r:embed="rId5"/>
            <a:stretch>
              <a:fillRect l="-570" t="-1355" r="-51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Grand écran</PresentationFormat>
  <Paragraphs>165</Paragraphs>
  <Slides>48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6" baseType="lpstr">
      <vt:lpstr>AR BLANCA</vt:lpstr>
      <vt:lpstr>Arial</vt:lpstr>
      <vt:lpstr>Calibri</vt:lpstr>
      <vt:lpstr>Calibri Light</vt:lpstr>
      <vt:lpstr>Lucida Handwriting</vt:lpstr>
      <vt:lpstr>Symbol</vt:lpstr>
      <vt:lpstr>Wingdings</vt:lpstr>
      <vt:lpstr>Thème Office</vt:lpstr>
      <vt:lpstr>Théorèmes généraux de la dynamique du point matériel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Azagrouze</dc:creator>
  <cp:lastModifiedBy>Yasmine MACHKOUR</cp:lastModifiedBy>
  <cp:revision>2</cp:revision>
  <dcterms:created xsi:type="dcterms:W3CDTF">2015-10-13T13:01:30Z</dcterms:created>
  <dcterms:modified xsi:type="dcterms:W3CDTF">2025-11-04T13:28:13Z</dcterms:modified>
</cp:coreProperties>
</file>